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tags/tag176.xml" ContentType="application/vnd.openxmlformats-officedocument.presentationml.tags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tags/tag1777.xml" ContentType="application/vnd.openxmlformats-officedocument.presentationml.tags+xml"/>
  <Override PartName="/ppt/tags/tag1778.xml" ContentType="application/vnd.openxmlformats-officedocument.presentationml.tags+xml"/>
  <Override PartName="/ppt/tags/tag1779.xml" ContentType="application/vnd.openxmlformats-officedocument.presentationml.tags+xml"/>
  <Override PartName="/ppt/tags/tag178.xml" ContentType="application/vnd.openxmlformats-officedocument.presentationml.tags+xml"/>
  <Override PartName="/ppt/tags/tag1780.xml" ContentType="application/vnd.openxmlformats-officedocument.presentationml.tags+xml"/>
  <Override PartName="/ppt/tags/tag1781.xml" ContentType="application/vnd.openxmlformats-officedocument.presentationml.tags+xml"/>
  <Override PartName="/ppt/tags/tag1782.xml" ContentType="application/vnd.openxmlformats-officedocument.presentationml.tags+xml"/>
  <Override PartName="/ppt/tags/tag1783.xml" ContentType="application/vnd.openxmlformats-officedocument.presentationml.tags+xml"/>
  <Override PartName="/ppt/tags/tag1784.xml" ContentType="application/vnd.openxmlformats-officedocument.presentationml.tags+xml"/>
  <Override PartName="/ppt/tags/tag1785.xml" ContentType="application/vnd.openxmlformats-officedocument.presentationml.tags+xml"/>
  <Override PartName="/ppt/tags/tag1786.xml" ContentType="application/vnd.openxmlformats-officedocument.presentationml.tags+xml"/>
  <Override PartName="/ppt/tags/tag1787.xml" ContentType="application/vnd.openxmlformats-officedocument.presentationml.tags+xml"/>
  <Override PartName="/ppt/tags/tag1788.xml" ContentType="application/vnd.openxmlformats-officedocument.presentationml.tags+xml"/>
  <Override PartName="/ppt/tags/tag1789.xml" ContentType="application/vnd.openxmlformats-officedocument.presentationml.tags+xml"/>
  <Override PartName="/ppt/tags/tag179.xml" ContentType="application/vnd.openxmlformats-officedocument.presentationml.tags+xml"/>
  <Override PartName="/ppt/tags/tag1790.xml" ContentType="application/vnd.openxmlformats-officedocument.presentationml.tags+xml"/>
  <Override PartName="/ppt/tags/tag1791.xml" ContentType="application/vnd.openxmlformats-officedocument.presentationml.tags+xml"/>
  <Override PartName="/ppt/tags/tag1792.xml" ContentType="application/vnd.openxmlformats-officedocument.presentationml.tags+xml"/>
  <Override PartName="/ppt/tags/tag1793.xml" ContentType="application/vnd.openxmlformats-officedocument.presentationml.tags+xml"/>
  <Override PartName="/ppt/tags/tag1794.xml" ContentType="application/vnd.openxmlformats-officedocument.presentationml.tags+xml"/>
  <Override PartName="/ppt/tags/tag1795.xml" ContentType="application/vnd.openxmlformats-officedocument.presentationml.tags+xml"/>
  <Override PartName="/ppt/tags/tag1796.xml" ContentType="application/vnd.openxmlformats-officedocument.presentationml.tags+xml"/>
  <Override PartName="/ppt/tags/tag1797.xml" ContentType="application/vnd.openxmlformats-officedocument.presentationml.tags+xml"/>
  <Override PartName="/ppt/tags/tag1798.xml" ContentType="application/vnd.openxmlformats-officedocument.presentationml.tags+xml"/>
  <Override PartName="/ppt/tags/tag179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00.xml" ContentType="application/vnd.openxmlformats-officedocument.presentationml.tags+xml"/>
  <Override PartName="/ppt/tags/tag1801.xml" ContentType="application/vnd.openxmlformats-officedocument.presentationml.tags+xml"/>
  <Override PartName="/ppt/tags/tag1802.xml" ContentType="application/vnd.openxmlformats-officedocument.presentationml.tags+xml"/>
  <Override PartName="/ppt/tags/tag1803.xml" ContentType="application/vnd.openxmlformats-officedocument.presentationml.tags+xml"/>
  <Override PartName="/ppt/tags/tag1804.xml" ContentType="application/vnd.openxmlformats-officedocument.presentationml.tags+xml"/>
  <Override PartName="/ppt/tags/tag1805.xml" ContentType="application/vnd.openxmlformats-officedocument.presentationml.tags+xml"/>
  <Override PartName="/ppt/tags/tag1806.xml" ContentType="application/vnd.openxmlformats-officedocument.presentationml.tags+xml"/>
  <Override PartName="/ppt/tags/tag1807.xml" ContentType="application/vnd.openxmlformats-officedocument.presentationml.tags+xml"/>
  <Override PartName="/ppt/tags/tag1808.xml" ContentType="application/vnd.openxmlformats-officedocument.presentationml.tags+xml"/>
  <Override PartName="/ppt/tags/tag1809.xml" ContentType="application/vnd.openxmlformats-officedocument.presentationml.tags+xml"/>
  <Override PartName="/ppt/tags/tag181.xml" ContentType="application/vnd.openxmlformats-officedocument.presentationml.tags+xml"/>
  <Override PartName="/ppt/tags/tag1810.xml" ContentType="application/vnd.openxmlformats-officedocument.presentationml.tags+xml"/>
  <Override PartName="/ppt/tags/tag1811.xml" ContentType="application/vnd.openxmlformats-officedocument.presentationml.tags+xml"/>
  <Override PartName="/ppt/tags/tag1812.xml" ContentType="application/vnd.openxmlformats-officedocument.presentationml.tags+xml"/>
  <Override PartName="/ppt/tags/tag1813.xml" ContentType="application/vnd.openxmlformats-officedocument.presentationml.tags+xml"/>
  <Override PartName="/ppt/tags/tag1814.xml" ContentType="application/vnd.openxmlformats-officedocument.presentationml.tags+xml"/>
  <Override PartName="/ppt/tags/tag1815.xml" ContentType="application/vnd.openxmlformats-officedocument.presentationml.tags+xml"/>
  <Override PartName="/ppt/tags/tag1816.xml" ContentType="application/vnd.openxmlformats-officedocument.presentationml.tags+xml"/>
  <Override PartName="/ppt/tags/tag1817.xml" ContentType="application/vnd.openxmlformats-officedocument.presentationml.tags+xml"/>
  <Override PartName="/ppt/tags/tag1818.xml" ContentType="application/vnd.openxmlformats-officedocument.presentationml.tags+xml"/>
  <Override PartName="/ppt/tags/tag1819.xml" ContentType="application/vnd.openxmlformats-officedocument.presentationml.tags+xml"/>
  <Override PartName="/ppt/tags/tag182.xml" ContentType="application/vnd.openxmlformats-officedocument.presentationml.tags+xml"/>
  <Override PartName="/ppt/tags/tag1820.xml" ContentType="application/vnd.openxmlformats-officedocument.presentationml.tags+xml"/>
  <Override PartName="/ppt/tags/tag1821.xml" ContentType="application/vnd.openxmlformats-officedocument.presentationml.tags+xml"/>
  <Override PartName="/ppt/tags/tag1822.xml" ContentType="application/vnd.openxmlformats-officedocument.presentationml.tags+xml"/>
  <Override PartName="/ppt/tags/tag1823.xml" ContentType="application/vnd.openxmlformats-officedocument.presentationml.tags+xml"/>
  <Override PartName="/ppt/tags/tag1824.xml" ContentType="application/vnd.openxmlformats-officedocument.presentationml.tags+xml"/>
  <Override PartName="/ppt/tags/tag1825.xml" ContentType="application/vnd.openxmlformats-officedocument.presentationml.tags+xml"/>
  <Override PartName="/ppt/tags/tag1826.xml" ContentType="application/vnd.openxmlformats-officedocument.presentationml.tags+xml"/>
  <Override PartName="/ppt/tags/tag1827.xml" ContentType="application/vnd.openxmlformats-officedocument.presentationml.tags+xml"/>
  <Override PartName="/ppt/tags/tag1828.xml" ContentType="application/vnd.openxmlformats-officedocument.presentationml.tags+xml"/>
  <Override PartName="/ppt/tags/tag1829.xml" ContentType="application/vnd.openxmlformats-officedocument.presentationml.tags+xml"/>
  <Override PartName="/ppt/tags/tag183.xml" ContentType="application/vnd.openxmlformats-officedocument.presentationml.tags+xml"/>
  <Override PartName="/ppt/tags/tag1830.xml" ContentType="application/vnd.openxmlformats-officedocument.presentationml.tags+xml"/>
  <Override PartName="/ppt/tags/tag1831.xml" ContentType="application/vnd.openxmlformats-officedocument.presentationml.tags+xml"/>
  <Override PartName="/ppt/tags/tag1832.xml" ContentType="application/vnd.openxmlformats-officedocument.presentationml.tags+xml"/>
  <Override PartName="/ppt/tags/tag1833.xml" ContentType="application/vnd.openxmlformats-officedocument.presentationml.tags+xml"/>
  <Override PartName="/ppt/tags/tag1834.xml" ContentType="application/vnd.openxmlformats-officedocument.presentationml.tags+xml"/>
  <Override PartName="/ppt/tags/tag1835.xml" ContentType="application/vnd.openxmlformats-officedocument.presentationml.tags+xml"/>
  <Override PartName="/ppt/tags/tag1836.xml" ContentType="application/vnd.openxmlformats-officedocument.presentationml.tags+xml"/>
  <Override PartName="/ppt/tags/tag1837.xml" ContentType="application/vnd.openxmlformats-officedocument.presentationml.tags+xml"/>
  <Override PartName="/ppt/tags/tag1838.xml" ContentType="application/vnd.openxmlformats-officedocument.presentationml.tags+xml"/>
  <Override PartName="/ppt/tags/tag1839.xml" ContentType="application/vnd.openxmlformats-officedocument.presentationml.tags+xml"/>
  <Override PartName="/ppt/tags/tag184.xml" ContentType="application/vnd.openxmlformats-officedocument.presentationml.tags+xml"/>
  <Override PartName="/ppt/tags/tag1840.xml" ContentType="application/vnd.openxmlformats-officedocument.presentationml.tags+xml"/>
  <Override PartName="/ppt/tags/tag1841.xml" ContentType="application/vnd.openxmlformats-officedocument.presentationml.tags+xml"/>
  <Override PartName="/ppt/tags/tag1842.xml" ContentType="application/vnd.openxmlformats-officedocument.presentationml.tags+xml"/>
  <Override PartName="/ppt/tags/tag1843.xml" ContentType="application/vnd.openxmlformats-officedocument.presentationml.tags+xml"/>
  <Override PartName="/ppt/tags/tag1844.xml" ContentType="application/vnd.openxmlformats-officedocument.presentationml.tags+xml"/>
  <Override PartName="/ppt/tags/tag1845.xml" ContentType="application/vnd.openxmlformats-officedocument.presentationml.tags+xml"/>
  <Override PartName="/ppt/tags/tag1846.xml" ContentType="application/vnd.openxmlformats-officedocument.presentationml.tags+xml"/>
  <Override PartName="/ppt/tags/tag1847.xml" ContentType="application/vnd.openxmlformats-officedocument.presentationml.tags+xml"/>
  <Override PartName="/ppt/tags/tag1848.xml" ContentType="application/vnd.openxmlformats-officedocument.presentationml.tags+xml"/>
  <Override PartName="/ppt/tags/tag1849.xml" ContentType="application/vnd.openxmlformats-officedocument.presentationml.tags+xml"/>
  <Override PartName="/ppt/tags/tag185.xml" ContentType="application/vnd.openxmlformats-officedocument.presentationml.tags+xml"/>
  <Override PartName="/ppt/tags/tag1850.xml" ContentType="application/vnd.openxmlformats-officedocument.presentationml.tags+xml"/>
  <Override PartName="/ppt/tags/tag1851.xml" ContentType="application/vnd.openxmlformats-officedocument.presentationml.tags+xml"/>
  <Override PartName="/ppt/tags/tag1852.xml" ContentType="application/vnd.openxmlformats-officedocument.presentationml.tags+xml"/>
  <Override PartName="/ppt/tags/tag1853.xml" ContentType="application/vnd.openxmlformats-officedocument.presentationml.tags+xml"/>
  <Override PartName="/ppt/tags/tag1854.xml" ContentType="application/vnd.openxmlformats-officedocument.presentationml.tags+xml"/>
  <Override PartName="/ppt/tags/tag1855.xml" ContentType="application/vnd.openxmlformats-officedocument.presentationml.tags+xml"/>
  <Override PartName="/ppt/tags/tag1856.xml" ContentType="application/vnd.openxmlformats-officedocument.presentationml.tags+xml"/>
  <Override PartName="/ppt/tags/tag1857.xml" ContentType="application/vnd.openxmlformats-officedocument.presentationml.tags+xml"/>
  <Override PartName="/ppt/tags/tag1858.xml" ContentType="application/vnd.openxmlformats-officedocument.presentationml.tags+xml"/>
  <Override PartName="/ppt/tags/tag1859.xml" ContentType="application/vnd.openxmlformats-officedocument.presentationml.tags+xml"/>
  <Override PartName="/ppt/tags/tag186.xml" ContentType="application/vnd.openxmlformats-officedocument.presentationml.tags+xml"/>
  <Override PartName="/ppt/tags/tag1860.xml" ContentType="application/vnd.openxmlformats-officedocument.presentationml.tags+xml"/>
  <Override PartName="/ppt/tags/tag1861.xml" ContentType="application/vnd.openxmlformats-officedocument.presentationml.tags+xml"/>
  <Override PartName="/ppt/tags/tag1862.xml" ContentType="application/vnd.openxmlformats-officedocument.presentationml.tags+xml"/>
  <Override PartName="/ppt/tags/tag1863.xml" ContentType="application/vnd.openxmlformats-officedocument.presentationml.tags+xml"/>
  <Override PartName="/ppt/tags/tag1864.xml" ContentType="application/vnd.openxmlformats-officedocument.presentationml.tags+xml"/>
  <Override PartName="/ppt/tags/tag1865.xml" ContentType="application/vnd.openxmlformats-officedocument.presentationml.tags+xml"/>
  <Override PartName="/ppt/tags/tag1866.xml" ContentType="application/vnd.openxmlformats-officedocument.presentationml.tags+xml"/>
  <Override PartName="/ppt/tags/tag1867.xml" ContentType="application/vnd.openxmlformats-officedocument.presentationml.tags+xml"/>
  <Override PartName="/ppt/tags/tag1868.xml" ContentType="application/vnd.openxmlformats-officedocument.presentationml.tags+xml"/>
  <Override PartName="/ppt/tags/tag1869.xml" ContentType="application/vnd.openxmlformats-officedocument.presentationml.tags+xml"/>
  <Override PartName="/ppt/tags/tag187.xml" ContentType="application/vnd.openxmlformats-officedocument.presentationml.tags+xml"/>
  <Override PartName="/ppt/tags/tag1870.xml" ContentType="application/vnd.openxmlformats-officedocument.presentationml.tags+xml"/>
  <Override PartName="/ppt/tags/tag1871.xml" ContentType="application/vnd.openxmlformats-officedocument.presentationml.tags+xml"/>
  <Override PartName="/ppt/tags/tag1872.xml" ContentType="application/vnd.openxmlformats-officedocument.presentationml.tags+xml"/>
  <Override PartName="/ppt/tags/tag1873.xml" ContentType="application/vnd.openxmlformats-officedocument.presentationml.tags+xml"/>
  <Override PartName="/ppt/tags/tag1874.xml" ContentType="application/vnd.openxmlformats-officedocument.presentationml.tags+xml"/>
  <Override PartName="/ppt/tags/tag1875.xml" ContentType="application/vnd.openxmlformats-officedocument.presentationml.tags+xml"/>
  <Override PartName="/ppt/tags/tag1876.xml" ContentType="application/vnd.openxmlformats-officedocument.presentationml.tags+xml"/>
  <Override PartName="/ppt/tags/tag1877.xml" ContentType="application/vnd.openxmlformats-officedocument.presentationml.tags+xml"/>
  <Override PartName="/ppt/tags/tag1878.xml" ContentType="application/vnd.openxmlformats-officedocument.presentationml.tags+xml"/>
  <Override PartName="/ppt/tags/tag1879.xml" ContentType="application/vnd.openxmlformats-officedocument.presentationml.tags+xml"/>
  <Override PartName="/ppt/tags/tag188.xml" ContentType="application/vnd.openxmlformats-officedocument.presentationml.tags+xml"/>
  <Override PartName="/ppt/tags/tag1880.xml" ContentType="application/vnd.openxmlformats-officedocument.presentationml.tags+xml"/>
  <Override PartName="/ppt/tags/tag1881.xml" ContentType="application/vnd.openxmlformats-officedocument.presentationml.tags+xml"/>
  <Override PartName="/ppt/tags/tag1882.xml" ContentType="application/vnd.openxmlformats-officedocument.presentationml.tags+xml"/>
  <Override PartName="/ppt/tags/tag1883.xml" ContentType="application/vnd.openxmlformats-officedocument.presentationml.tags+xml"/>
  <Override PartName="/ppt/tags/tag1884.xml" ContentType="application/vnd.openxmlformats-officedocument.presentationml.tags+xml"/>
  <Override PartName="/ppt/tags/tag1885.xml" ContentType="application/vnd.openxmlformats-officedocument.presentationml.tags+xml"/>
  <Override PartName="/ppt/tags/tag1886.xml" ContentType="application/vnd.openxmlformats-officedocument.presentationml.tags+xml"/>
  <Override PartName="/ppt/tags/tag1887.xml" ContentType="application/vnd.openxmlformats-officedocument.presentationml.tags+xml"/>
  <Override PartName="/ppt/tags/tag1888.xml" ContentType="application/vnd.openxmlformats-officedocument.presentationml.tags+xml"/>
  <Override PartName="/ppt/tags/tag1889.xml" ContentType="application/vnd.openxmlformats-officedocument.presentationml.tags+xml"/>
  <Override PartName="/ppt/tags/tag189.xml" ContentType="application/vnd.openxmlformats-officedocument.presentationml.tags+xml"/>
  <Override PartName="/ppt/tags/tag1890.xml" ContentType="application/vnd.openxmlformats-officedocument.presentationml.tags+xml"/>
  <Override PartName="/ppt/tags/tag1891.xml" ContentType="application/vnd.openxmlformats-officedocument.presentationml.tags+xml"/>
  <Override PartName="/ppt/tags/tag1892.xml" ContentType="application/vnd.openxmlformats-officedocument.presentationml.tags+xml"/>
  <Override PartName="/ppt/tags/tag1893.xml" ContentType="application/vnd.openxmlformats-officedocument.presentationml.tags+xml"/>
  <Override PartName="/ppt/tags/tag1894.xml" ContentType="application/vnd.openxmlformats-officedocument.presentationml.tags+xml"/>
  <Override PartName="/ppt/tags/tag1895.xml" ContentType="application/vnd.openxmlformats-officedocument.presentationml.tags+xml"/>
  <Override PartName="/ppt/tags/tag1896.xml" ContentType="application/vnd.openxmlformats-officedocument.presentationml.tags+xml"/>
  <Override PartName="/ppt/tags/tag1897.xml" ContentType="application/vnd.openxmlformats-officedocument.presentationml.tags+xml"/>
  <Override PartName="/ppt/tags/tag1898.xml" ContentType="application/vnd.openxmlformats-officedocument.presentationml.tags+xml"/>
  <Override PartName="/ppt/tags/tag189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00.xml" ContentType="application/vnd.openxmlformats-officedocument.presentationml.tags+xml"/>
  <Override PartName="/ppt/tags/tag1901.xml" ContentType="application/vnd.openxmlformats-officedocument.presentationml.tags+xml"/>
  <Override PartName="/ppt/tags/tag1902.xml" ContentType="application/vnd.openxmlformats-officedocument.presentationml.tags+xml"/>
  <Override PartName="/ppt/tags/tag1903.xml" ContentType="application/vnd.openxmlformats-officedocument.presentationml.tags+xml"/>
  <Override PartName="/ppt/tags/tag1904.xml" ContentType="application/vnd.openxmlformats-officedocument.presentationml.tags+xml"/>
  <Override PartName="/ppt/tags/tag1905.xml" ContentType="application/vnd.openxmlformats-officedocument.presentationml.tags+xml"/>
  <Override PartName="/ppt/tags/tag1906.xml" ContentType="application/vnd.openxmlformats-officedocument.presentationml.tags+xml"/>
  <Override PartName="/ppt/tags/tag1907.xml" ContentType="application/vnd.openxmlformats-officedocument.presentationml.tags+xml"/>
  <Override PartName="/ppt/tags/tag1908.xml" ContentType="application/vnd.openxmlformats-officedocument.presentationml.tags+xml"/>
  <Override PartName="/ppt/tags/tag1909.xml" ContentType="application/vnd.openxmlformats-officedocument.presentationml.tags+xml"/>
  <Override PartName="/ppt/tags/tag191.xml" ContentType="application/vnd.openxmlformats-officedocument.presentationml.tags+xml"/>
  <Override PartName="/ppt/tags/tag1910.xml" ContentType="application/vnd.openxmlformats-officedocument.presentationml.tags+xml"/>
  <Override PartName="/ppt/tags/tag1911.xml" ContentType="application/vnd.openxmlformats-officedocument.presentationml.tags+xml"/>
  <Override PartName="/ppt/tags/tag1912.xml" ContentType="application/vnd.openxmlformats-officedocument.presentationml.tags+xml"/>
  <Override PartName="/ppt/tags/tag1913.xml" ContentType="application/vnd.openxmlformats-officedocument.presentationml.tags+xml"/>
  <Override PartName="/ppt/tags/tag1914.xml" ContentType="application/vnd.openxmlformats-officedocument.presentationml.tags+xml"/>
  <Override PartName="/ppt/tags/tag1915.xml" ContentType="application/vnd.openxmlformats-officedocument.presentationml.tags+xml"/>
  <Override PartName="/ppt/tags/tag1916.xml" ContentType="application/vnd.openxmlformats-officedocument.presentationml.tags+xml"/>
  <Override PartName="/ppt/tags/tag1917.xml" ContentType="application/vnd.openxmlformats-officedocument.presentationml.tags+xml"/>
  <Override PartName="/ppt/tags/tag1918.xml" ContentType="application/vnd.openxmlformats-officedocument.presentationml.tags+xml"/>
  <Override PartName="/ppt/tags/tag1919.xml" ContentType="application/vnd.openxmlformats-officedocument.presentationml.tags+xml"/>
  <Override PartName="/ppt/tags/tag192.xml" ContentType="application/vnd.openxmlformats-officedocument.presentationml.tags+xml"/>
  <Override PartName="/ppt/tags/tag1920.xml" ContentType="application/vnd.openxmlformats-officedocument.presentationml.tags+xml"/>
  <Override PartName="/ppt/tags/tag1921.xml" ContentType="application/vnd.openxmlformats-officedocument.presentationml.tags+xml"/>
  <Override PartName="/ppt/tags/tag1922.xml" ContentType="application/vnd.openxmlformats-officedocument.presentationml.tags+xml"/>
  <Override PartName="/ppt/tags/tag1923.xml" ContentType="application/vnd.openxmlformats-officedocument.presentationml.tags+xml"/>
  <Override PartName="/ppt/tags/tag1924.xml" ContentType="application/vnd.openxmlformats-officedocument.presentationml.tags+xml"/>
  <Override PartName="/ppt/tags/tag1925.xml" ContentType="application/vnd.openxmlformats-officedocument.presentationml.tags+xml"/>
  <Override PartName="/ppt/tags/tag1926.xml" ContentType="application/vnd.openxmlformats-officedocument.presentationml.tags+xml"/>
  <Override PartName="/ppt/tags/tag1927.xml" ContentType="application/vnd.openxmlformats-officedocument.presentationml.tags+xml"/>
  <Override PartName="/ppt/tags/tag1928.xml" ContentType="application/vnd.openxmlformats-officedocument.presentationml.tags+xml"/>
  <Override PartName="/ppt/tags/tag1929.xml" ContentType="application/vnd.openxmlformats-officedocument.presentationml.tags+xml"/>
  <Override PartName="/ppt/tags/tag193.xml" ContentType="application/vnd.openxmlformats-officedocument.presentationml.tags+xml"/>
  <Override PartName="/ppt/tags/tag1930.xml" ContentType="application/vnd.openxmlformats-officedocument.presentationml.tags+xml"/>
  <Override PartName="/ppt/tags/tag1931.xml" ContentType="application/vnd.openxmlformats-officedocument.presentationml.tags+xml"/>
  <Override PartName="/ppt/tags/tag1932.xml" ContentType="application/vnd.openxmlformats-officedocument.presentationml.tags+xml"/>
  <Override PartName="/ppt/tags/tag1933.xml" ContentType="application/vnd.openxmlformats-officedocument.presentationml.tags+xml"/>
  <Override PartName="/ppt/tags/tag1934.xml" ContentType="application/vnd.openxmlformats-officedocument.presentationml.tags+xml"/>
  <Override PartName="/ppt/tags/tag1935.xml" ContentType="application/vnd.openxmlformats-officedocument.presentationml.tags+xml"/>
  <Override PartName="/ppt/tags/tag1936.xml" ContentType="application/vnd.openxmlformats-officedocument.presentationml.tags+xml"/>
  <Override PartName="/ppt/tags/tag1937.xml" ContentType="application/vnd.openxmlformats-officedocument.presentationml.tags+xml"/>
  <Override PartName="/ppt/tags/tag1938.xml" ContentType="application/vnd.openxmlformats-officedocument.presentationml.tags+xml"/>
  <Override PartName="/ppt/tags/tag1939.xml" ContentType="application/vnd.openxmlformats-officedocument.presentationml.tags+xml"/>
  <Override PartName="/ppt/tags/tag194.xml" ContentType="application/vnd.openxmlformats-officedocument.presentationml.tags+xml"/>
  <Override PartName="/ppt/tags/tag1940.xml" ContentType="application/vnd.openxmlformats-officedocument.presentationml.tags+xml"/>
  <Override PartName="/ppt/tags/tag1941.xml" ContentType="application/vnd.openxmlformats-officedocument.presentationml.tags+xml"/>
  <Override PartName="/ppt/tags/tag1942.xml" ContentType="application/vnd.openxmlformats-officedocument.presentationml.tags+xml"/>
  <Override PartName="/ppt/tags/tag1943.xml" ContentType="application/vnd.openxmlformats-officedocument.presentationml.tags+xml"/>
  <Override PartName="/ppt/tags/tag1944.xml" ContentType="application/vnd.openxmlformats-officedocument.presentationml.tags+xml"/>
  <Override PartName="/ppt/tags/tag1945.xml" ContentType="application/vnd.openxmlformats-officedocument.presentationml.tags+xml"/>
  <Override PartName="/ppt/tags/tag1946.xml" ContentType="application/vnd.openxmlformats-officedocument.presentationml.tags+xml"/>
  <Override PartName="/ppt/tags/tag1947.xml" ContentType="application/vnd.openxmlformats-officedocument.presentationml.tags+xml"/>
  <Override PartName="/ppt/tags/tag1948.xml" ContentType="application/vnd.openxmlformats-officedocument.presentationml.tags+xml"/>
  <Override PartName="/ppt/tags/tag1949.xml" ContentType="application/vnd.openxmlformats-officedocument.presentationml.tags+xml"/>
  <Override PartName="/ppt/tags/tag195.xml" ContentType="application/vnd.openxmlformats-officedocument.presentationml.tags+xml"/>
  <Override PartName="/ppt/tags/tag1950.xml" ContentType="application/vnd.openxmlformats-officedocument.presentationml.tags+xml"/>
  <Override PartName="/ppt/tags/tag1951.xml" ContentType="application/vnd.openxmlformats-officedocument.presentationml.tags+xml"/>
  <Override PartName="/ppt/tags/tag1952.xml" ContentType="application/vnd.openxmlformats-officedocument.presentationml.tags+xml"/>
  <Override PartName="/ppt/tags/tag1953.xml" ContentType="application/vnd.openxmlformats-officedocument.presentationml.tags+xml"/>
  <Override PartName="/ppt/tags/tag1954.xml" ContentType="application/vnd.openxmlformats-officedocument.presentationml.tags+xml"/>
  <Override PartName="/ppt/tags/tag1955.xml" ContentType="application/vnd.openxmlformats-officedocument.presentationml.tags+xml"/>
  <Override PartName="/ppt/tags/tag1956.xml" ContentType="application/vnd.openxmlformats-officedocument.presentationml.tags+xml"/>
  <Override PartName="/ppt/tags/tag1957.xml" ContentType="application/vnd.openxmlformats-officedocument.presentationml.tags+xml"/>
  <Override PartName="/ppt/tags/tag1958.xml" ContentType="application/vnd.openxmlformats-officedocument.presentationml.tags+xml"/>
  <Override PartName="/ppt/tags/tag1959.xml" ContentType="application/vnd.openxmlformats-officedocument.presentationml.tags+xml"/>
  <Override PartName="/ppt/tags/tag196.xml" ContentType="application/vnd.openxmlformats-officedocument.presentationml.tags+xml"/>
  <Override PartName="/ppt/tags/tag1960.xml" ContentType="application/vnd.openxmlformats-officedocument.presentationml.tags+xml"/>
  <Override PartName="/ppt/tags/tag1961.xml" ContentType="application/vnd.openxmlformats-officedocument.presentationml.tags+xml"/>
  <Override PartName="/ppt/tags/tag1962.xml" ContentType="application/vnd.openxmlformats-officedocument.presentationml.tags+xml"/>
  <Override PartName="/ppt/tags/tag1963.xml" ContentType="application/vnd.openxmlformats-officedocument.presentationml.tags+xml"/>
  <Override PartName="/ppt/tags/tag1964.xml" ContentType="application/vnd.openxmlformats-officedocument.presentationml.tags+xml"/>
  <Override PartName="/ppt/tags/tag1965.xml" ContentType="application/vnd.openxmlformats-officedocument.presentationml.tags+xml"/>
  <Override PartName="/ppt/tags/tag1966.xml" ContentType="application/vnd.openxmlformats-officedocument.presentationml.tags+xml"/>
  <Override PartName="/ppt/tags/tag1967.xml" ContentType="application/vnd.openxmlformats-officedocument.presentationml.tags+xml"/>
  <Override PartName="/ppt/tags/tag1968.xml" ContentType="application/vnd.openxmlformats-officedocument.presentationml.tags+xml"/>
  <Override PartName="/ppt/tags/tag1969.xml" ContentType="application/vnd.openxmlformats-officedocument.presentationml.tags+xml"/>
  <Override PartName="/ppt/tags/tag197.xml" ContentType="application/vnd.openxmlformats-officedocument.presentationml.tags+xml"/>
  <Override PartName="/ppt/tags/tag1970.xml" ContentType="application/vnd.openxmlformats-officedocument.presentationml.tags+xml"/>
  <Override PartName="/ppt/tags/tag1971.xml" ContentType="application/vnd.openxmlformats-officedocument.presentationml.tags+xml"/>
  <Override PartName="/ppt/tags/tag1972.xml" ContentType="application/vnd.openxmlformats-officedocument.presentationml.tags+xml"/>
  <Override PartName="/ppt/tags/tag1973.xml" ContentType="application/vnd.openxmlformats-officedocument.presentationml.tags+xml"/>
  <Override PartName="/ppt/tags/tag1974.xml" ContentType="application/vnd.openxmlformats-officedocument.presentationml.tags+xml"/>
  <Override PartName="/ppt/tags/tag1975.xml" ContentType="application/vnd.openxmlformats-officedocument.presentationml.tags+xml"/>
  <Override PartName="/ppt/tags/tag1976.xml" ContentType="application/vnd.openxmlformats-officedocument.presentationml.tags+xml"/>
  <Override PartName="/ppt/tags/tag1977.xml" ContentType="application/vnd.openxmlformats-officedocument.presentationml.tags+xml"/>
  <Override PartName="/ppt/tags/tag1978.xml" ContentType="application/vnd.openxmlformats-officedocument.presentationml.tags+xml"/>
  <Override PartName="/ppt/tags/tag1979.xml" ContentType="application/vnd.openxmlformats-officedocument.presentationml.tags+xml"/>
  <Override PartName="/ppt/tags/tag198.xml" ContentType="application/vnd.openxmlformats-officedocument.presentationml.tags+xml"/>
  <Override PartName="/ppt/tags/tag1980.xml" ContentType="application/vnd.openxmlformats-officedocument.presentationml.tags+xml"/>
  <Override PartName="/ppt/tags/tag1981.xml" ContentType="application/vnd.openxmlformats-officedocument.presentationml.tags+xml"/>
  <Override PartName="/ppt/tags/tag1982.xml" ContentType="application/vnd.openxmlformats-officedocument.presentationml.tags+xml"/>
  <Override PartName="/ppt/tags/tag1983.xml" ContentType="application/vnd.openxmlformats-officedocument.presentationml.tags+xml"/>
  <Override PartName="/ppt/tags/tag1984.xml" ContentType="application/vnd.openxmlformats-officedocument.presentationml.tags+xml"/>
  <Override PartName="/ppt/tags/tag1985.xml" ContentType="application/vnd.openxmlformats-officedocument.presentationml.tags+xml"/>
  <Override PartName="/ppt/tags/tag1986.xml" ContentType="application/vnd.openxmlformats-officedocument.presentationml.tags+xml"/>
  <Override PartName="/ppt/tags/tag1987.xml" ContentType="application/vnd.openxmlformats-officedocument.presentationml.tags+xml"/>
  <Override PartName="/ppt/tags/tag1988.xml" ContentType="application/vnd.openxmlformats-officedocument.presentationml.tags+xml"/>
  <Override PartName="/ppt/tags/tag1989.xml" ContentType="application/vnd.openxmlformats-officedocument.presentationml.tags+xml"/>
  <Override PartName="/ppt/tags/tag199.xml" ContentType="application/vnd.openxmlformats-officedocument.presentationml.tags+xml"/>
  <Override PartName="/ppt/tags/tag1990.xml" ContentType="application/vnd.openxmlformats-officedocument.presentationml.tags+xml"/>
  <Override PartName="/ppt/tags/tag1991.xml" ContentType="application/vnd.openxmlformats-officedocument.presentationml.tags+xml"/>
  <Override PartName="/ppt/tags/tag1992.xml" ContentType="application/vnd.openxmlformats-officedocument.presentationml.tags+xml"/>
  <Override PartName="/ppt/tags/tag1996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3" r:id="rId4"/>
    <p:sldMasterId id="2147483685" r:id="rId5"/>
    <p:sldMasterId id="2147483697" r:id="rId6"/>
    <p:sldMasterId id="2147483709" r:id="rId7"/>
    <p:sldMasterId id="2147483721" r:id="rId8"/>
    <p:sldMasterId id="2147483733" r:id="rId9"/>
    <p:sldMasterId id="2147483745" r:id="rId10"/>
    <p:sldMasterId id="2147483757" r:id="rId11"/>
    <p:sldMasterId id="2147483769" r:id="rId12"/>
    <p:sldMasterId id="2147483784" r:id="rId13"/>
    <p:sldMasterId id="2147483796" r:id="rId14"/>
    <p:sldMasterId id="2147483808" r:id="rId15"/>
    <p:sldMasterId id="2147483820" r:id="rId16"/>
    <p:sldMasterId id="2147483832" r:id="rId17"/>
    <p:sldMasterId id="2147483844" r:id="rId18"/>
    <p:sldMasterId id="2147483856" r:id="rId19"/>
    <p:sldMasterId id="2147483868" r:id="rId20"/>
    <p:sldMasterId id="2147483880" r:id="rId21"/>
    <p:sldMasterId id="2147483892" r:id="rId22"/>
    <p:sldMasterId id="2147483904" r:id="rId23"/>
    <p:sldMasterId id="2147483916" r:id="rId24"/>
    <p:sldMasterId id="2147483928" r:id="rId25"/>
    <p:sldMasterId id="2147483941" r:id="rId26"/>
    <p:sldMasterId id="2147483953" r:id="rId27"/>
    <p:sldMasterId id="2147483966" r:id="rId28"/>
    <p:sldMasterId id="2147483979" r:id="rId29"/>
    <p:sldMasterId id="2147483991" r:id="rId30"/>
  </p:sldMasterIdLst>
  <p:notesMasterIdLst>
    <p:notesMasterId r:id="rId52"/>
  </p:notesMasterIdLst>
  <p:handoutMasterIdLst>
    <p:handoutMasterId r:id="rId53"/>
  </p:handoutMasterIdLst>
  <p:sldIdLst>
    <p:sldId id="1749" r:id="rId31"/>
    <p:sldId id="1728" r:id="rId32"/>
    <p:sldId id="1729" r:id="rId33"/>
    <p:sldId id="1730" r:id="rId34"/>
    <p:sldId id="1731" r:id="rId35"/>
    <p:sldId id="1732" r:id="rId36"/>
    <p:sldId id="1733" r:id="rId37"/>
    <p:sldId id="1734" r:id="rId38"/>
    <p:sldId id="1735" r:id="rId39"/>
    <p:sldId id="1736" r:id="rId40"/>
    <p:sldId id="1737" r:id="rId41"/>
    <p:sldId id="1738" r:id="rId42"/>
    <p:sldId id="1739" r:id="rId43"/>
    <p:sldId id="1740" r:id="rId44"/>
    <p:sldId id="1741" r:id="rId45"/>
    <p:sldId id="1742" r:id="rId46"/>
    <p:sldId id="1743" r:id="rId47"/>
    <p:sldId id="1744" r:id="rId48"/>
    <p:sldId id="1745" r:id="rId49"/>
    <p:sldId id="1751" r:id="rId50"/>
  </p:sldIdLst>
  <p:sldSz cx="12192000" cy="6858000"/>
  <p:notesSz cx="6858000" cy="9144000"/>
  <p:custDataLst>
    <p:tags r:id="rId5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3dba4490-5062-45d0-9e77-8931b9af7ba8}">
          <p14:sldIdLst>
            <p14:sldId id="1749"/>
            <p14:sldId id="1728"/>
            <p14:sldId id="1729"/>
            <p14:sldId id="1730"/>
            <p14:sldId id="1731"/>
            <p14:sldId id="1732"/>
            <p14:sldId id="1733"/>
            <p14:sldId id="1734"/>
            <p14:sldId id="1735"/>
            <p14:sldId id="1736"/>
            <p14:sldId id="1737"/>
            <p14:sldId id="1738"/>
            <p14:sldId id="1739"/>
            <p14:sldId id="1740"/>
            <p14:sldId id="1741"/>
            <p14:sldId id="1742"/>
            <p14:sldId id="1743"/>
            <p14:sldId id="1744"/>
            <p14:sldId id="1745"/>
            <p14:sldId id="1751"/>
            <p14:sldId id="17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68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BB45"/>
    <a:srgbClr val="275829"/>
    <a:srgbClr val="002C16"/>
    <a:srgbClr val="0DB291"/>
    <a:srgbClr val="008264"/>
    <a:srgbClr val="00AC69"/>
    <a:srgbClr val="006238"/>
    <a:srgbClr val="EF7C00"/>
    <a:srgbClr val="113E64"/>
    <a:srgbClr val="0624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768"/>
        <p:guide pos="381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" Target="slides/slide1.xml"/><Relationship Id="rId32" Type="http://schemas.openxmlformats.org/officeDocument/2006/relationships/slide" Target="slides/slide2.xml"/><Relationship Id="rId33" Type="http://schemas.openxmlformats.org/officeDocument/2006/relationships/slide" Target="slides/slide3.xml"/><Relationship Id="rId34" Type="http://schemas.openxmlformats.org/officeDocument/2006/relationships/slide" Target="slides/slide4.xml"/><Relationship Id="rId35" Type="http://schemas.openxmlformats.org/officeDocument/2006/relationships/slide" Target="slides/slide5.xml"/><Relationship Id="rId36" Type="http://schemas.openxmlformats.org/officeDocument/2006/relationships/slide" Target="slides/slide6.xml"/><Relationship Id="rId37" Type="http://schemas.openxmlformats.org/officeDocument/2006/relationships/slide" Target="slides/slide7.xml"/><Relationship Id="rId38" Type="http://schemas.openxmlformats.org/officeDocument/2006/relationships/slide" Target="slides/slide8.xml"/><Relationship Id="rId39" Type="http://schemas.openxmlformats.org/officeDocument/2006/relationships/slide" Target="slides/slide9.xml"/><Relationship Id="rId40" Type="http://schemas.openxmlformats.org/officeDocument/2006/relationships/slide" Target="slides/slide10.xml"/><Relationship Id="rId41" Type="http://schemas.openxmlformats.org/officeDocument/2006/relationships/slide" Target="slides/slide11.xml"/><Relationship Id="rId42" Type="http://schemas.openxmlformats.org/officeDocument/2006/relationships/slide" Target="slides/slide12.xml"/><Relationship Id="rId43" Type="http://schemas.openxmlformats.org/officeDocument/2006/relationships/slide" Target="slides/slide13.xml"/><Relationship Id="rId44" Type="http://schemas.openxmlformats.org/officeDocument/2006/relationships/slide" Target="slides/slide14.xml"/><Relationship Id="rId45" Type="http://schemas.openxmlformats.org/officeDocument/2006/relationships/slide" Target="slides/slide15.xml"/><Relationship Id="rId46" Type="http://schemas.openxmlformats.org/officeDocument/2006/relationships/slide" Target="slides/slide16.xml"/><Relationship Id="rId47" Type="http://schemas.openxmlformats.org/officeDocument/2006/relationships/slide" Target="slides/slide17.xml"/><Relationship Id="rId48" Type="http://schemas.openxmlformats.org/officeDocument/2006/relationships/slide" Target="slides/slide18.xml"/><Relationship Id="rId49" Type="http://schemas.openxmlformats.org/officeDocument/2006/relationships/slide" Target="slides/slide19.xml"/><Relationship Id="rId50" Type="http://schemas.openxmlformats.org/officeDocument/2006/relationships/slide" Target="slides/slide20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ableStyles" Target="tableStyles.xml"/><Relationship Id="rId57" Type="http://schemas.openxmlformats.org/officeDocument/2006/relationships/tags" Target="tags/tag199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defTabSz="914400"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Figure. 1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subject 1</c:v>
                </c:pt>
                <c:pt idx="1">
                  <c:v>subject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subject 1</c:v>
                </c:pt>
                <c:pt idx="1">
                  <c:v>subject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2.4</c:v>
                </c:pt>
                <c:pt idx="1">
                  <c:v>4.4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subject 1</c:v>
                </c:pt>
                <c:pt idx="1">
                  <c:v>subject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24293791"/>
        <c:axId val="1923933152"/>
      </c:barChart>
      <c:catAx>
        <c:axId val="4242937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23933152"/>
        <c:crosses val="autoZero"/>
        <c:auto val="1"/>
        <c:lblAlgn val="ctr"/>
        <c:lblOffset val="100"/>
        <c:noMultiLvlLbl val="0"/>
      </c:catAx>
      <c:valAx>
        <c:axId val="1923933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4293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bbc4529-1882-4652-ae7e-cc56cd2a956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19050" cap="rnd">
              <a:solidFill>
                <a:srgbClr val="00AC69"/>
              </a:solidFill>
              <a:round/>
            </a:ln>
            <a:effectLst>
              <a:outerShdw blurRad="38100" dist="127000" dir="5400000" sx="98000" sy="98000" algn="t" rotWithShape="0">
                <a:schemeClr val="accent4">
                  <a:lumMod val="75000"/>
                  <a:alpha val="28000"/>
                </a:schemeClr>
              </a:outerShdw>
            </a:effectLst>
          </c:spPr>
          <c:marker>
            <c:symbol val="none"/>
          </c:marker>
          <c:dLbls>
            <c:delete val="1"/>
          </c:dLbls>
          <c:cat>
            <c:numRef>
              <c:f>Sheet1!$A$2:$A$37</c:f>
              <c:numCache>
                <c:formatCode>General</c:formatCode>
                <c:ptCount val="36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  <c:pt idx="16">
                  <c:v>64</c:v>
                </c:pt>
                <c:pt idx="17">
                  <c:v>68</c:v>
                </c:pt>
                <c:pt idx="18">
                  <c:v>72</c:v>
                </c:pt>
                <c:pt idx="19">
                  <c:v>76</c:v>
                </c:pt>
                <c:pt idx="20">
                  <c:v>80</c:v>
                </c:pt>
                <c:pt idx="21">
                  <c:v>84</c:v>
                </c:pt>
                <c:pt idx="22">
                  <c:v>88</c:v>
                </c:pt>
                <c:pt idx="23">
                  <c:v>92</c:v>
                </c:pt>
                <c:pt idx="24">
                  <c:v>96</c:v>
                </c:pt>
                <c:pt idx="25">
                  <c:v>100</c:v>
                </c:pt>
                <c:pt idx="26">
                  <c:v>104</c:v>
                </c:pt>
                <c:pt idx="27">
                  <c:v>108</c:v>
                </c:pt>
                <c:pt idx="28">
                  <c:v>112</c:v>
                </c:pt>
                <c:pt idx="29">
                  <c:v>116</c:v>
                </c:pt>
                <c:pt idx="30">
                  <c:v>120</c:v>
                </c:pt>
                <c:pt idx="31">
                  <c:v>124</c:v>
                </c:pt>
                <c:pt idx="32">
                  <c:v>128</c:v>
                </c:pt>
                <c:pt idx="33">
                  <c:v>132</c:v>
                </c:pt>
                <c:pt idx="34">
                  <c:v>136</c:v>
                </c:pt>
                <c:pt idx="35">
                  <c:v>140</c:v>
                </c:pt>
              </c:numCache>
            </c:num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90</c:v>
                </c:pt>
                <c:pt idx="1">
                  <c:v>95</c:v>
                </c:pt>
                <c:pt idx="2">
                  <c:v>100</c:v>
                </c:pt>
                <c:pt idx="3">
                  <c:v>110</c:v>
                </c:pt>
                <c:pt idx="4">
                  <c:v>400</c:v>
                </c:pt>
                <c:pt idx="5">
                  <c:v>600</c:v>
                </c:pt>
                <c:pt idx="6">
                  <c:v>300</c:v>
                </c:pt>
                <c:pt idx="7">
                  <c:v>250</c:v>
                </c:pt>
                <c:pt idx="8">
                  <c:v>200</c:v>
                </c:pt>
                <c:pt idx="9">
                  <c:v>300</c:v>
                </c:pt>
                <c:pt idx="10">
                  <c:v>330</c:v>
                </c:pt>
                <c:pt idx="11">
                  <c:v>400</c:v>
                </c:pt>
                <c:pt idx="12">
                  <c:v>300</c:v>
                </c:pt>
                <c:pt idx="13">
                  <c:v>450</c:v>
                </c:pt>
                <c:pt idx="14">
                  <c:v>620</c:v>
                </c:pt>
                <c:pt idx="15">
                  <c:v>550</c:v>
                </c:pt>
                <c:pt idx="16">
                  <c:v>2607</c:v>
                </c:pt>
                <c:pt idx="17">
                  <c:v>700</c:v>
                </c:pt>
                <c:pt idx="18">
                  <c:v>300</c:v>
                </c:pt>
                <c:pt idx="19">
                  <c:v>250</c:v>
                </c:pt>
                <c:pt idx="20">
                  <c:v>200</c:v>
                </c:pt>
                <c:pt idx="21">
                  <c:v>250</c:v>
                </c:pt>
                <c:pt idx="22">
                  <c:v>300</c:v>
                </c:pt>
                <c:pt idx="23">
                  <c:v>350</c:v>
                </c:pt>
                <c:pt idx="24">
                  <c:v>300</c:v>
                </c:pt>
                <c:pt idx="25">
                  <c:v>250</c:v>
                </c:pt>
                <c:pt idx="26">
                  <c:v>200</c:v>
                </c:pt>
                <c:pt idx="27">
                  <c:v>180</c:v>
                </c:pt>
                <c:pt idx="28">
                  <c:v>170</c:v>
                </c:pt>
                <c:pt idx="29">
                  <c:v>160</c:v>
                </c:pt>
                <c:pt idx="30">
                  <c:v>155</c:v>
                </c:pt>
                <c:pt idx="31">
                  <c:v>145</c:v>
                </c:pt>
                <c:pt idx="32">
                  <c:v>135</c:v>
                </c:pt>
                <c:pt idx="33">
                  <c:v>90</c:v>
                </c:pt>
                <c:pt idx="34">
                  <c:v>85</c:v>
                </c:pt>
                <c:pt idx="35">
                  <c:v>75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19050" cap="rnd">
              <a:solidFill>
                <a:schemeClr val="accent1">
                  <a:lumMod val="75000"/>
                </a:schemeClr>
              </a:solidFill>
              <a:round/>
            </a:ln>
            <a:effectLst>
              <a:outerShdw blurRad="38100" dist="127000" dir="5400000" sx="98000" sy="98000" algn="t" rotWithShape="0">
                <a:schemeClr val="accent1">
                  <a:alpha val="24000"/>
                </a:schemeClr>
              </a:outerShdw>
            </a:effectLst>
          </c:spPr>
          <c:marker>
            <c:symbol val="none"/>
          </c:marker>
          <c:dLbls>
            <c:delete val="1"/>
          </c:dLbls>
          <c:cat>
            <c:numRef>
              <c:f>Sheet1!$A$2:$A$37</c:f>
              <c:numCache>
                <c:formatCode>General</c:formatCode>
                <c:ptCount val="36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  <c:pt idx="7">
                  <c:v>28</c:v>
                </c:pt>
                <c:pt idx="8">
                  <c:v>32</c:v>
                </c:pt>
                <c:pt idx="9">
                  <c:v>36</c:v>
                </c:pt>
                <c:pt idx="10">
                  <c:v>40</c:v>
                </c:pt>
                <c:pt idx="11">
                  <c:v>44</c:v>
                </c:pt>
                <c:pt idx="12">
                  <c:v>48</c:v>
                </c:pt>
                <c:pt idx="13">
                  <c:v>52</c:v>
                </c:pt>
                <c:pt idx="14">
                  <c:v>56</c:v>
                </c:pt>
                <c:pt idx="15">
                  <c:v>60</c:v>
                </c:pt>
                <c:pt idx="16">
                  <c:v>64</c:v>
                </c:pt>
                <c:pt idx="17">
                  <c:v>68</c:v>
                </c:pt>
                <c:pt idx="18">
                  <c:v>72</c:v>
                </c:pt>
                <c:pt idx="19">
                  <c:v>76</c:v>
                </c:pt>
                <c:pt idx="20">
                  <c:v>80</c:v>
                </c:pt>
                <c:pt idx="21">
                  <c:v>84</c:v>
                </c:pt>
                <c:pt idx="22">
                  <c:v>88</c:v>
                </c:pt>
                <c:pt idx="23">
                  <c:v>92</c:v>
                </c:pt>
                <c:pt idx="24">
                  <c:v>96</c:v>
                </c:pt>
                <c:pt idx="25">
                  <c:v>100</c:v>
                </c:pt>
                <c:pt idx="26">
                  <c:v>104</c:v>
                </c:pt>
                <c:pt idx="27">
                  <c:v>108</c:v>
                </c:pt>
                <c:pt idx="28">
                  <c:v>112</c:v>
                </c:pt>
                <c:pt idx="29">
                  <c:v>116</c:v>
                </c:pt>
                <c:pt idx="30">
                  <c:v>120</c:v>
                </c:pt>
                <c:pt idx="31">
                  <c:v>124</c:v>
                </c:pt>
                <c:pt idx="32">
                  <c:v>128</c:v>
                </c:pt>
                <c:pt idx="33">
                  <c:v>132</c:v>
                </c:pt>
                <c:pt idx="34">
                  <c:v>136</c:v>
                </c:pt>
                <c:pt idx="35">
                  <c:v>140</c:v>
                </c:pt>
              </c:numCache>
            </c:num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90</c:v>
                </c:pt>
                <c:pt idx="1">
                  <c:v>85</c:v>
                </c:pt>
                <c:pt idx="2">
                  <c:v>85</c:v>
                </c:pt>
                <c:pt idx="3">
                  <c:v>80</c:v>
                </c:pt>
                <c:pt idx="4">
                  <c:v>200</c:v>
                </c:pt>
                <c:pt idx="5">
                  <c:v>300</c:v>
                </c:pt>
                <c:pt idx="6">
                  <c:v>200</c:v>
                </c:pt>
                <c:pt idx="7">
                  <c:v>200</c:v>
                </c:pt>
                <c:pt idx="8">
                  <c:v>150</c:v>
                </c:pt>
                <c:pt idx="9">
                  <c:v>200</c:v>
                </c:pt>
                <c:pt idx="10">
                  <c:v>230</c:v>
                </c:pt>
                <c:pt idx="11">
                  <c:v>300</c:v>
                </c:pt>
                <c:pt idx="12">
                  <c:v>200</c:v>
                </c:pt>
                <c:pt idx="13">
                  <c:v>250</c:v>
                </c:pt>
                <c:pt idx="14">
                  <c:v>350</c:v>
                </c:pt>
                <c:pt idx="15">
                  <c:v>300</c:v>
                </c:pt>
                <c:pt idx="16">
                  <c:v>1335</c:v>
                </c:pt>
                <c:pt idx="17">
                  <c:v>400</c:v>
                </c:pt>
                <c:pt idx="18">
                  <c:v>200</c:v>
                </c:pt>
                <c:pt idx="19">
                  <c:v>150</c:v>
                </c:pt>
                <c:pt idx="20">
                  <c:v>100</c:v>
                </c:pt>
                <c:pt idx="21">
                  <c:v>150</c:v>
                </c:pt>
                <c:pt idx="22">
                  <c:v>250</c:v>
                </c:pt>
                <c:pt idx="23">
                  <c:v>300</c:v>
                </c:pt>
                <c:pt idx="24">
                  <c:v>250</c:v>
                </c:pt>
                <c:pt idx="25">
                  <c:v>200</c:v>
                </c:pt>
                <c:pt idx="26">
                  <c:v>180</c:v>
                </c:pt>
                <c:pt idx="27">
                  <c:v>160</c:v>
                </c:pt>
                <c:pt idx="28">
                  <c:v>150</c:v>
                </c:pt>
                <c:pt idx="29">
                  <c:v>150</c:v>
                </c:pt>
                <c:pt idx="30">
                  <c:v>145</c:v>
                </c:pt>
                <c:pt idx="31">
                  <c:v>135</c:v>
                </c:pt>
                <c:pt idx="32">
                  <c:v>130</c:v>
                </c:pt>
                <c:pt idx="33">
                  <c:v>90</c:v>
                </c:pt>
                <c:pt idx="34">
                  <c:v>85</c:v>
                </c:pt>
                <c:pt idx="35">
                  <c:v>75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1441223551"/>
        <c:axId val="310154832"/>
      </c:lineChart>
      <c:catAx>
        <c:axId val="144122355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10154832"/>
        <c:crosses val="autoZero"/>
        <c:auto val="1"/>
        <c:lblAlgn val="ctr"/>
        <c:lblOffset val="100"/>
        <c:noMultiLvlLbl val="0"/>
      </c:catAx>
      <c:valAx>
        <c:axId val="31015483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accent2">
                  <a:alpha val="31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412235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f412dbf-4509-4ec8-b68f-6fa9bd1fc3e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subject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Sep.</c:v>
                </c:pt>
                <c:pt idx="1">
                  <c:v>Oct.</c:v>
                </c:pt>
                <c:pt idx="2">
                  <c:v>Nov.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500000</c:v>
                </c:pt>
                <c:pt idx="1">
                  <c:v>750000</c:v>
                </c:pt>
                <c:pt idx="2">
                  <c:v>60000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27"/>
        <c:axId val="745025007"/>
        <c:axId val="745021647"/>
      </c:barChart>
      <c:catAx>
        <c:axId val="745025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1647"/>
        <c:crosses val="autoZero"/>
        <c:auto val="1"/>
        <c:lblAlgn val="ctr"/>
        <c:lblOffset val="100"/>
        <c:noMultiLvlLbl val="0"/>
      </c:catAx>
      <c:valAx>
        <c:axId val="745021647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5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0160e96-b080-4e98-aaa2-a3cacf8deac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Sep.</c:v>
                </c:pt>
                <c:pt idx="1">
                  <c:v>Oct.</c:v>
                </c:pt>
                <c:pt idx="2">
                  <c:v>Nov.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600000</c:v>
                </c:pt>
                <c:pt idx="1">
                  <c:v>500000</c:v>
                </c:pt>
                <c:pt idx="2">
                  <c:v>250000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27"/>
        <c:axId val="745025007"/>
        <c:axId val="745021647"/>
      </c:barChart>
      <c:catAx>
        <c:axId val="745025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1647"/>
        <c:crosses val="autoZero"/>
        <c:auto val="1"/>
        <c:lblAlgn val="ctr"/>
        <c:lblOffset val="100"/>
        <c:noMultiLvlLbl val="0"/>
      </c:catAx>
      <c:valAx>
        <c:axId val="745021647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5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58698e7-bf94-46ac-8a7f-d447d4ea5cc9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Subject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Sep.</c:v>
                </c:pt>
                <c:pt idx="1">
                  <c:v>Oct.</c:v>
                </c:pt>
                <c:pt idx="2">
                  <c:v>Nov.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20000</c:v>
                </c:pt>
                <c:pt idx="1">
                  <c:v>35000</c:v>
                </c:pt>
                <c:pt idx="2">
                  <c:v>20000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-27"/>
        <c:axId val="745025007"/>
        <c:axId val="745021647"/>
      </c:barChart>
      <c:catAx>
        <c:axId val="745025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1647"/>
        <c:crosses val="autoZero"/>
        <c:auto val="1"/>
        <c:lblAlgn val="ctr"/>
        <c:lblOffset val="100"/>
        <c:noMultiLvlLbl val="0"/>
      </c:catAx>
      <c:valAx>
        <c:axId val="745021647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450250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00326df-5718-4ff5-a2bb-017a8cea319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62720955549609"/>
          <c:y val="0"/>
          <c:w val="0.83242988269019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0.142633795185925"/>
                  <c:y val="0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zh-CN" sz="1195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9730415"/>
        <c:axId val="619731855"/>
      </c:barChart>
      <c:catAx>
        <c:axId val="6197304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1855"/>
        <c:crosses val="autoZero"/>
        <c:auto val="1"/>
        <c:lblAlgn val="ctr"/>
        <c:lblOffset val="100"/>
        <c:noMultiLvlLbl val="0"/>
      </c:catAx>
      <c:valAx>
        <c:axId val="619731855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0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c2c8a88-cee4-443f-9ded-722ef2e28ac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62720955549609"/>
          <c:y val="0"/>
          <c:w val="0.83242988269019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9730415"/>
        <c:axId val="619731855"/>
      </c:barChart>
      <c:catAx>
        <c:axId val="6197304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1855"/>
        <c:crosses val="autoZero"/>
        <c:auto val="1"/>
        <c:lblAlgn val="ctr"/>
        <c:lblOffset val="100"/>
        <c:noMultiLvlLbl val="0"/>
      </c:catAx>
      <c:valAx>
        <c:axId val="619731855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0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2de4855-986c-4e1b-abfe-d83bad218930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62720955549609"/>
          <c:y val="0"/>
          <c:w val="0.83242988269019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9730415"/>
        <c:axId val="619731855"/>
      </c:barChart>
      <c:catAx>
        <c:axId val="6197304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1855"/>
        <c:crosses val="autoZero"/>
        <c:auto val="1"/>
        <c:lblAlgn val="ctr"/>
        <c:lblOffset val="100"/>
        <c:noMultiLvlLbl val="0"/>
      </c:catAx>
      <c:valAx>
        <c:axId val="619731855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9730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8af8c53-cd73-4012-8d2f-824e435d3e6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1"/>
        <c:axId val="559654463"/>
        <c:axId val="2836623"/>
      </c:lineChart>
      <c:catAx>
        <c:axId val="55965446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836623"/>
        <c:crosses val="autoZero"/>
        <c:auto val="1"/>
        <c:lblAlgn val="ctr"/>
        <c:lblOffset val="100"/>
        <c:noMultiLvlLbl val="0"/>
      </c:catAx>
      <c:valAx>
        <c:axId val="283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9654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ce7d46a-3367-467f-9e7d-8e92abfe220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657F9C-8A38-4929-9C81-E10B581170D6}" type="doc">
      <dgm:prSet loTypeId="cycle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E274141-42D4-42EF-ACD4-98BDB4D3DF11}">
      <dgm:prSet phldrT="[文本]"/>
      <dgm:spPr/>
      <dgm:t>
        <a:bodyPr/>
        <a:lstStyle/>
        <a:p>
          <a:r>
            <a:rPr lang="en-US" altLang="zh-CN" b="1" dirty="0">
              <a:latin typeface="+mj-ea"/>
              <a:ea typeface="+mj-ea"/>
            </a:rPr>
            <a:t>01</a:t>
          </a:r>
          <a:endParaRPr lang="zh-CN" altLang="en-US" b="1" dirty="0">
            <a:latin typeface="+mj-ea"/>
            <a:ea typeface="+mj-ea"/>
          </a:endParaRPr>
        </a:p>
      </dgm:t>
    </dgm:pt>
    <dgm:pt modelId="{3AD0B5F3-A653-4430-B714-BA23137A5972}" cxnId="{42EBE8E7-B4A1-4A32-8F94-06A8DCECBE4B}" type="parTrans">
      <dgm:prSet/>
      <dgm:spPr/>
      <dgm:t>
        <a:bodyPr/>
        <a:lstStyle/>
        <a:p>
          <a:endParaRPr lang="zh-CN" altLang="en-US"/>
        </a:p>
      </dgm:t>
    </dgm:pt>
    <dgm:pt modelId="{9C83AA85-0E6F-4FF2-BF03-AE088EF01BC2}" cxnId="{42EBE8E7-B4A1-4A32-8F94-06A8DCECBE4B}" type="sibTrans">
      <dgm:prSet/>
      <dgm:spPr/>
      <dgm:t>
        <a:bodyPr/>
        <a:lstStyle/>
        <a:p>
          <a:endParaRPr lang="zh-CN" altLang="en-US"/>
        </a:p>
      </dgm:t>
    </dgm:pt>
    <dgm:pt modelId="{55605029-928D-4271-852D-7B490EDE9DC2}">
      <dgm:prSet phldrT="[文本]"/>
      <dgm:spPr/>
      <dgm:t>
        <a:bodyPr/>
        <a:lstStyle/>
        <a:p>
          <a:r>
            <a:rPr lang="en-US" altLang="zh-CN" b="1" dirty="0">
              <a:latin typeface="+mj-ea"/>
              <a:ea typeface="+mj-ea"/>
            </a:rPr>
            <a:t>02</a:t>
          </a:r>
          <a:endParaRPr lang="zh-CN" altLang="en-US" b="1" dirty="0">
            <a:latin typeface="+mj-ea"/>
            <a:ea typeface="+mj-ea"/>
          </a:endParaRPr>
        </a:p>
      </dgm:t>
    </dgm:pt>
    <dgm:pt modelId="{1B5A6D25-9BE3-41CD-8BB0-7BB47E9F328C}" cxnId="{01014E87-0B1A-481A-9077-E1255FCCA680}" type="parTrans">
      <dgm:prSet/>
      <dgm:spPr/>
      <dgm:t>
        <a:bodyPr/>
        <a:lstStyle/>
        <a:p>
          <a:endParaRPr lang="zh-CN" altLang="en-US"/>
        </a:p>
      </dgm:t>
    </dgm:pt>
    <dgm:pt modelId="{1F5AFC77-1D6F-4C2A-91E7-9E7B3AB34816}" cxnId="{01014E87-0B1A-481A-9077-E1255FCCA680}" type="sibTrans">
      <dgm:prSet/>
      <dgm:spPr/>
      <dgm:t>
        <a:bodyPr/>
        <a:lstStyle/>
        <a:p>
          <a:endParaRPr lang="zh-CN" altLang="en-US"/>
        </a:p>
      </dgm:t>
    </dgm:pt>
    <dgm:pt modelId="{3041278F-E743-4251-8A46-08AF41F001E5}">
      <dgm:prSet phldrT="[文本]"/>
      <dgm:spPr/>
      <dgm:t>
        <a:bodyPr/>
        <a:lstStyle/>
        <a:p>
          <a:r>
            <a:rPr lang="en-US" altLang="zh-CN" b="1" dirty="0">
              <a:latin typeface="+mj-ea"/>
              <a:ea typeface="+mj-ea"/>
            </a:rPr>
            <a:t>03</a:t>
          </a:r>
          <a:endParaRPr lang="zh-CN" altLang="en-US" b="1" dirty="0">
            <a:latin typeface="+mj-ea"/>
            <a:ea typeface="+mj-ea"/>
          </a:endParaRPr>
        </a:p>
      </dgm:t>
    </dgm:pt>
    <dgm:pt modelId="{A2E46DBE-6561-48F2-86ED-717C4DB933AC}" cxnId="{7E6A23E0-2F0C-4F9C-BF0E-EE6C33788A77}" type="parTrans">
      <dgm:prSet/>
      <dgm:spPr/>
      <dgm:t>
        <a:bodyPr/>
        <a:lstStyle/>
        <a:p>
          <a:endParaRPr lang="zh-CN" altLang="en-US"/>
        </a:p>
      </dgm:t>
    </dgm:pt>
    <dgm:pt modelId="{72C13AC1-81B5-4628-9C6B-3DCF1E8BB29B}" cxnId="{7E6A23E0-2F0C-4F9C-BF0E-EE6C33788A77}" type="sibTrans">
      <dgm:prSet/>
      <dgm:spPr/>
      <dgm:t>
        <a:bodyPr/>
        <a:lstStyle/>
        <a:p>
          <a:endParaRPr lang="zh-CN" altLang="en-US"/>
        </a:p>
      </dgm:t>
    </dgm:pt>
    <dgm:pt modelId="{726FD770-8895-4AD7-8197-E7998F6C80EB}">
      <dgm:prSet phldrT="[文本]"/>
      <dgm:spPr/>
      <dgm:t>
        <a:bodyPr/>
        <a:lstStyle/>
        <a:p>
          <a:r>
            <a:rPr lang="en-US" altLang="zh-CN" b="1" dirty="0">
              <a:latin typeface="+mj-ea"/>
              <a:ea typeface="+mj-ea"/>
            </a:rPr>
            <a:t>04</a:t>
          </a:r>
          <a:endParaRPr lang="zh-CN" altLang="en-US" b="1" dirty="0">
            <a:latin typeface="+mj-ea"/>
            <a:ea typeface="+mj-ea"/>
          </a:endParaRPr>
        </a:p>
      </dgm:t>
    </dgm:pt>
    <dgm:pt modelId="{D4D29E9C-3A35-472E-9270-906261D7DF8E}" cxnId="{47411A10-8951-493F-B1A8-7B710D518296}" type="parTrans">
      <dgm:prSet/>
      <dgm:spPr/>
      <dgm:t>
        <a:bodyPr/>
        <a:lstStyle/>
        <a:p>
          <a:endParaRPr lang="zh-CN" altLang="en-US"/>
        </a:p>
      </dgm:t>
    </dgm:pt>
    <dgm:pt modelId="{E77ABC43-57D1-446B-B747-30059A428C46}" cxnId="{47411A10-8951-493F-B1A8-7B710D518296}" type="sibTrans">
      <dgm:prSet/>
      <dgm:spPr/>
      <dgm:t>
        <a:bodyPr/>
        <a:lstStyle/>
        <a:p>
          <a:endParaRPr lang="zh-CN" altLang="en-US"/>
        </a:p>
      </dgm:t>
    </dgm:pt>
    <dgm:pt modelId="{A4D9DA46-9F51-4D46-A3C5-815F661CFE83}" type="pres">
      <dgm:prSet presAssocID="{71657F9C-8A38-4929-9C81-E10B581170D6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C3272D59-5638-4EB7-911B-ADE7988FB472}" type="pres">
      <dgm:prSet presAssocID="{9E274141-42D4-42EF-ACD4-98BDB4D3DF11}" presName="Accent1" presStyleCnt="0"/>
      <dgm:spPr/>
    </dgm:pt>
    <dgm:pt modelId="{E5FD699E-92D4-4E16-84FB-5BB23F0CF3B5}" type="pres">
      <dgm:prSet presAssocID="{9E274141-42D4-42EF-ACD4-98BDB4D3DF11}" presName="Accent" presStyleLbl="node1" presStyleIdx="0" presStyleCnt="4"/>
      <dgm:spPr/>
    </dgm:pt>
    <dgm:pt modelId="{EFDD598B-52B7-4A73-90F1-25C6ED8C1FEE}" type="pres">
      <dgm:prSet presAssocID="{9E274141-42D4-42EF-ACD4-98BDB4D3DF11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</dgm:pt>
    <dgm:pt modelId="{342D19B6-2255-42ED-895D-278E13C66883}" type="pres">
      <dgm:prSet presAssocID="{55605029-928D-4271-852D-7B490EDE9DC2}" presName="Accent2" presStyleCnt="0"/>
      <dgm:spPr/>
    </dgm:pt>
    <dgm:pt modelId="{EF849062-AAB0-4698-BB25-68D9A5868111}" type="pres">
      <dgm:prSet presAssocID="{55605029-928D-4271-852D-7B490EDE9DC2}" presName="Accent" presStyleLbl="node1" presStyleIdx="1" presStyleCnt="4"/>
      <dgm:spPr/>
    </dgm:pt>
    <dgm:pt modelId="{6D0919C2-CB13-4E93-8662-46F9307098FB}" type="pres">
      <dgm:prSet presAssocID="{55605029-928D-4271-852D-7B490EDE9DC2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8DA20C27-62BA-4C0C-A588-567B1A15E033}" type="pres">
      <dgm:prSet presAssocID="{3041278F-E743-4251-8A46-08AF41F001E5}" presName="Accent3" presStyleCnt="0"/>
      <dgm:spPr/>
    </dgm:pt>
    <dgm:pt modelId="{49F0DAD7-1102-429A-BFA5-278A6E9C4E87}" type="pres">
      <dgm:prSet presAssocID="{3041278F-E743-4251-8A46-08AF41F001E5}" presName="Accent" presStyleLbl="node1" presStyleIdx="2" presStyleCnt="4"/>
      <dgm:spPr/>
    </dgm:pt>
    <dgm:pt modelId="{91250DDA-1F7E-4D8C-AD95-81B088AC1EBF}" type="pres">
      <dgm:prSet presAssocID="{3041278F-E743-4251-8A46-08AF41F001E5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</dgm:pt>
    <dgm:pt modelId="{20B78D6B-AD57-475B-9E88-BA9A2083277D}" type="pres">
      <dgm:prSet presAssocID="{726FD770-8895-4AD7-8197-E7998F6C80EB}" presName="Accent4" presStyleCnt="0"/>
      <dgm:spPr/>
    </dgm:pt>
    <dgm:pt modelId="{473DC04F-855C-4CA0-9B8B-947D8F7155CF}" type="pres">
      <dgm:prSet presAssocID="{726FD770-8895-4AD7-8197-E7998F6C80EB}" presName="Accent" presStyleLbl="node1" presStyleIdx="3" presStyleCnt="4"/>
      <dgm:spPr/>
    </dgm:pt>
    <dgm:pt modelId="{23035FC9-8647-41EC-B253-638EE61A70AF}" type="pres">
      <dgm:prSet presAssocID="{726FD770-8895-4AD7-8197-E7998F6C80EB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47411A10-8951-493F-B1A8-7B710D518296}" srcId="{71657F9C-8A38-4929-9C81-E10B581170D6}" destId="{726FD770-8895-4AD7-8197-E7998F6C80EB}" srcOrd="3" destOrd="0" parTransId="{D4D29E9C-3A35-472E-9270-906261D7DF8E}" sibTransId="{E77ABC43-57D1-446B-B747-30059A428C46}"/>
    <dgm:cxn modelId="{57966368-B4B2-4499-BC86-A2494CF59E72}" type="presOf" srcId="{3041278F-E743-4251-8A46-08AF41F001E5}" destId="{91250DDA-1F7E-4D8C-AD95-81B088AC1EBF}" srcOrd="0" destOrd="0" presId="urn:microsoft.com/office/officeart/2009/layout/CircleArrowProcess"/>
    <dgm:cxn modelId="{3D52E671-298E-4EBE-8EF9-8C478AD37F36}" type="presOf" srcId="{55605029-928D-4271-852D-7B490EDE9DC2}" destId="{6D0919C2-CB13-4E93-8662-46F9307098FB}" srcOrd="0" destOrd="0" presId="urn:microsoft.com/office/officeart/2009/layout/CircleArrowProcess"/>
    <dgm:cxn modelId="{37A24C7E-D832-49D6-BD92-666A0C9F5C45}" type="presOf" srcId="{726FD770-8895-4AD7-8197-E7998F6C80EB}" destId="{23035FC9-8647-41EC-B253-638EE61A70AF}" srcOrd="0" destOrd="0" presId="urn:microsoft.com/office/officeart/2009/layout/CircleArrowProcess"/>
    <dgm:cxn modelId="{01014E87-0B1A-481A-9077-E1255FCCA680}" srcId="{71657F9C-8A38-4929-9C81-E10B581170D6}" destId="{55605029-928D-4271-852D-7B490EDE9DC2}" srcOrd="1" destOrd="0" parTransId="{1B5A6D25-9BE3-41CD-8BB0-7BB47E9F328C}" sibTransId="{1F5AFC77-1D6F-4C2A-91E7-9E7B3AB34816}"/>
    <dgm:cxn modelId="{F5AB19A7-CA53-4B37-8751-008F46339BB1}" type="presOf" srcId="{9E274141-42D4-42EF-ACD4-98BDB4D3DF11}" destId="{EFDD598B-52B7-4A73-90F1-25C6ED8C1FEE}" srcOrd="0" destOrd="0" presId="urn:microsoft.com/office/officeart/2009/layout/CircleArrowProcess"/>
    <dgm:cxn modelId="{9211ADA9-607C-4052-906F-B2368F7DA32A}" type="presOf" srcId="{71657F9C-8A38-4929-9C81-E10B581170D6}" destId="{A4D9DA46-9F51-4D46-A3C5-815F661CFE83}" srcOrd="0" destOrd="0" presId="urn:microsoft.com/office/officeart/2009/layout/CircleArrowProcess"/>
    <dgm:cxn modelId="{7E6A23E0-2F0C-4F9C-BF0E-EE6C33788A77}" srcId="{71657F9C-8A38-4929-9C81-E10B581170D6}" destId="{3041278F-E743-4251-8A46-08AF41F001E5}" srcOrd="2" destOrd="0" parTransId="{A2E46DBE-6561-48F2-86ED-717C4DB933AC}" sibTransId="{72C13AC1-81B5-4628-9C6B-3DCF1E8BB29B}"/>
    <dgm:cxn modelId="{42EBE8E7-B4A1-4A32-8F94-06A8DCECBE4B}" srcId="{71657F9C-8A38-4929-9C81-E10B581170D6}" destId="{9E274141-42D4-42EF-ACD4-98BDB4D3DF11}" srcOrd="0" destOrd="0" parTransId="{3AD0B5F3-A653-4430-B714-BA23137A5972}" sibTransId="{9C83AA85-0E6F-4FF2-BF03-AE088EF01BC2}"/>
    <dgm:cxn modelId="{A8A58261-4758-4443-A1FA-DB6187000E45}" type="presParOf" srcId="{A4D9DA46-9F51-4D46-A3C5-815F661CFE83}" destId="{C3272D59-5638-4EB7-911B-ADE7988FB472}" srcOrd="0" destOrd="0" presId="urn:microsoft.com/office/officeart/2009/layout/CircleArrowProcess"/>
    <dgm:cxn modelId="{040F195A-81FC-4185-92B0-FB9B07992229}" type="presParOf" srcId="{C3272D59-5638-4EB7-911B-ADE7988FB472}" destId="{E5FD699E-92D4-4E16-84FB-5BB23F0CF3B5}" srcOrd="0" destOrd="0" presId="urn:microsoft.com/office/officeart/2009/layout/CircleArrowProcess"/>
    <dgm:cxn modelId="{0B9C2975-4122-456C-839A-33E3BC981EFB}" type="presParOf" srcId="{A4D9DA46-9F51-4D46-A3C5-815F661CFE83}" destId="{EFDD598B-52B7-4A73-90F1-25C6ED8C1FEE}" srcOrd="1" destOrd="0" presId="urn:microsoft.com/office/officeart/2009/layout/CircleArrowProcess"/>
    <dgm:cxn modelId="{54616B02-54DE-40C4-BDA7-F63A2388D17F}" type="presParOf" srcId="{A4D9DA46-9F51-4D46-A3C5-815F661CFE83}" destId="{342D19B6-2255-42ED-895D-278E13C66883}" srcOrd="2" destOrd="0" presId="urn:microsoft.com/office/officeart/2009/layout/CircleArrowProcess"/>
    <dgm:cxn modelId="{7396A763-9204-4766-B3FC-EC53A42B1D01}" type="presParOf" srcId="{342D19B6-2255-42ED-895D-278E13C66883}" destId="{EF849062-AAB0-4698-BB25-68D9A5868111}" srcOrd="0" destOrd="0" presId="urn:microsoft.com/office/officeart/2009/layout/CircleArrowProcess"/>
    <dgm:cxn modelId="{3774111A-83BC-4B59-A272-C5F360BA6813}" type="presParOf" srcId="{A4D9DA46-9F51-4D46-A3C5-815F661CFE83}" destId="{6D0919C2-CB13-4E93-8662-46F9307098FB}" srcOrd="3" destOrd="0" presId="urn:microsoft.com/office/officeart/2009/layout/CircleArrowProcess"/>
    <dgm:cxn modelId="{8B7BF55C-A2BD-4D12-8A6F-210922DD482E}" type="presParOf" srcId="{A4D9DA46-9F51-4D46-A3C5-815F661CFE83}" destId="{8DA20C27-62BA-4C0C-A588-567B1A15E033}" srcOrd="4" destOrd="0" presId="urn:microsoft.com/office/officeart/2009/layout/CircleArrowProcess"/>
    <dgm:cxn modelId="{AE77E0C9-8B5E-4DE2-83DA-85BF6913BF99}" type="presParOf" srcId="{8DA20C27-62BA-4C0C-A588-567B1A15E033}" destId="{49F0DAD7-1102-429A-BFA5-278A6E9C4E87}" srcOrd="0" destOrd="0" presId="urn:microsoft.com/office/officeart/2009/layout/CircleArrowProcess"/>
    <dgm:cxn modelId="{416920EF-187B-4BDF-85AA-F2E503EE6F15}" type="presParOf" srcId="{A4D9DA46-9F51-4D46-A3C5-815F661CFE83}" destId="{91250DDA-1F7E-4D8C-AD95-81B088AC1EBF}" srcOrd="5" destOrd="0" presId="urn:microsoft.com/office/officeart/2009/layout/CircleArrowProcess"/>
    <dgm:cxn modelId="{E191AABC-FC3E-4641-9F6A-7AB8426D5F03}" type="presParOf" srcId="{A4D9DA46-9F51-4D46-A3C5-815F661CFE83}" destId="{20B78D6B-AD57-475B-9E88-BA9A2083277D}" srcOrd="6" destOrd="0" presId="urn:microsoft.com/office/officeart/2009/layout/CircleArrowProcess"/>
    <dgm:cxn modelId="{EA69FCFD-A863-4AC6-875E-A23B71D2BD35}" type="presParOf" srcId="{20B78D6B-AD57-475B-9E88-BA9A2083277D}" destId="{473DC04F-855C-4CA0-9B8B-947D8F7155CF}" srcOrd="0" destOrd="0" presId="urn:microsoft.com/office/officeart/2009/layout/CircleArrowProcess"/>
    <dgm:cxn modelId="{E36C8937-DA22-4EF1-A302-BA5BFB22E816}" type="presParOf" srcId="{A4D9DA46-9F51-4D46-A3C5-815F661CFE83}" destId="{23035FC9-8647-41EC-B253-638EE61A70AF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3026784" cy="4279350"/>
        <a:chOff x="0" y="0"/>
        <a:chExt cx="3026784" cy="4279350"/>
      </a:xfrm>
    </dsp:grpSpPr>
    <dsp:sp modelId="{E5FD699E-92D4-4E16-84FB-5BB23F0CF3B5}">
      <dsp:nvSpPr>
        <dsp:cNvPr id="3" name="环形箭头 2"/>
        <dsp:cNvSpPr/>
      </dsp:nvSpPr>
      <dsp:spPr bwMode="white">
        <a:xfrm>
          <a:off x="1411244" y="0"/>
          <a:ext cx="1613579" cy="161374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411244" y="0"/>
        <a:ext cx="1613579" cy="1613743"/>
      </dsp:txXfrm>
    </dsp:sp>
    <dsp:sp modelId="{EFDD598B-52B7-4A73-90F1-25C6ED8C1FEE}">
      <dsp:nvSpPr>
        <dsp:cNvPr id="4" name="矩形 3"/>
        <dsp:cNvSpPr/>
      </dsp:nvSpPr>
      <dsp:spPr bwMode="white">
        <a:xfrm>
          <a:off x="1767497" y="584131"/>
          <a:ext cx="900468" cy="45018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7145" tIns="17145" rIns="17145" bIns="17145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solidFill>
                <a:schemeClr val="tx1"/>
              </a:solidFill>
              <a:latin typeface="+mj-ea"/>
              <a:ea typeface="+mj-ea"/>
            </a:rPr>
            <a:t>01</a:t>
          </a:r>
          <a:endParaRPr lang="zh-CN" altLang="en-US" b="1" dirty="0">
            <a:solidFill>
              <a:schemeClr val="tx1"/>
            </a:solidFill>
            <a:latin typeface="+mj-ea"/>
            <a:ea typeface="+mj-ea"/>
          </a:endParaRPr>
        </a:p>
      </dsp:txBody>
      <dsp:txXfrm>
        <a:off x="1767497" y="584131"/>
        <a:ext cx="900468" cy="450188"/>
      </dsp:txXfrm>
    </dsp:sp>
    <dsp:sp modelId="{EF849062-AAB0-4698-BB25-68D9A5868111}">
      <dsp:nvSpPr>
        <dsp:cNvPr id="5" name="形状 4"/>
        <dsp:cNvSpPr/>
      </dsp:nvSpPr>
      <dsp:spPr bwMode="white">
        <a:xfrm>
          <a:off x="962977" y="927335"/>
          <a:ext cx="1613579" cy="161374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962977" y="927335"/>
        <a:ext cx="1613579" cy="1613743"/>
      </dsp:txXfrm>
    </dsp:sp>
    <dsp:sp modelId="{6D0919C2-CB13-4E93-8662-46F9307098FB}">
      <dsp:nvSpPr>
        <dsp:cNvPr id="6" name="矩形 5"/>
        <dsp:cNvSpPr/>
      </dsp:nvSpPr>
      <dsp:spPr bwMode="white">
        <a:xfrm>
          <a:off x="1317414" y="1513178"/>
          <a:ext cx="900468" cy="45018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7145" tIns="17145" rIns="17145" bIns="17145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solidFill>
                <a:schemeClr val="tx1"/>
              </a:solidFill>
              <a:latin typeface="+mj-ea"/>
              <a:ea typeface="+mj-ea"/>
            </a:rPr>
            <a:t>02</a:t>
          </a:r>
          <a:endParaRPr lang="zh-CN" altLang="en-US" b="1" dirty="0">
            <a:solidFill>
              <a:schemeClr val="tx1"/>
            </a:solidFill>
            <a:latin typeface="+mj-ea"/>
            <a:ea typeface="+mj-ea"/>
          </a:endParaRPr>
        </a:p>
      </dsp:txBody>
      <dsp:txXfrm>
        <a:off x="1317414" y="1513178"/>
        <a:ext cx="900468" cy="450188"/>
      </dsp:txXfrm>
    </dsp:sp>
    <dsp:sp modelId="{49F0DAD7-1102-429A-BFA5-278A6E9C4E87}">
      <dsp:nvSpPr>
        <dsp:cNvPr id="7" name="环形箭头 6"/>
        <dsp:cNvSpPr/>
      </dsp:nvSpPr>
      <dsp:spPr bwMode="white">
        <a:xfrm>
          <a:off x="1411244" y="1858094"/>
          <a:ext cx="1613579" cy="1613743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411244" y="1858094"/>
        <a:ext cx="1613579" cy="1613743"/>
      </dsp:txXfrm>
    </dsp:sp>
    <dsp:sp modelId="{91250DDA-1F7E-4D8C-AD95-81B088AC1EBF}">
      <dsp:nvSpPr>
        <dsp:cNvPr id="8" name="矩形 7"/>
        <dsp:cNvSpPr/>
      </dsp:nvSpPr>
      <dsp:spPr bwMode="white">
        <a:xfrm>
          <a:off x="1767497" y="2442225"/>
          <a:ext cx="900468" cy="45018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7145" tIns="17145" rIns="17145" bIns="17145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solidFill>
                <a:schemeClr val="tx1"/>
              </a:solidFill>
              <a:latin typeface="+mj-ea"/>
              <a:ea typeface="+mj-ea"/>
            </a:rPr>
            <a:t>03</a:t>
          </a:r>
          <a:endParaRPr lang="zh-CN" altLang="en-US" b="1" dirty="0">
            <a:solidFill>
              <a:schemeClr val="tx1"/>
            </a:solidFill>
            <a:latin typeface="+mj-ea"/>
            <a:ea typeface="+mj-ea"/>
          </a:endParaRPr>
        </a:p>
      </dsp:txBody>
      <dsp:txXfrm>
        <a:off x="1767497" y="2442225"/>
        <a:ext cx="900468" cy="450188"/>
      </dsp:txXfrm>
    </dsp:sp>
    <dsp:sp modelId="{473DC04F-855C-4CA0-9B8B-947D8F7155CF}">
      <dsp:nvSpPr>
        <dsp:cNvPr id="9" name="空心弧 8"/>
        <dsp:cNvSpPr/>
      </dsp:nvSpPr>
      <dsp:spPr bwMode="white">
        <a:xfrm>
          <a:off x="1077995" y="2892413"/>
          <a:ext cx="1386267" cy="1386937"/>
        </a:xfrm>
        <a:prstGeom prst="blockArc">
          <a:avLst>
            <a:gd name="adj1" fmla="val 0"/>
            <a:gd name="adj2" fmla="val 18900000"/>
            <a:gd name="adj3" fmla="val 1274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1077995" y="2892413"/>
        <a:ext cx="1386267" cy="1386937"/>
      </dsp:txXfrm>
    </dsp:sp>
    <dsp:sp modelId="{23035FC9-8647-41EC-B253-638EE61A70AF}">
      <dsp:nvSpPr>
        <dsp:cNvPr id="10" name="矩形 9"/>
        <dsp:cNvSpPr/>
      </dsp:nvSpPr>
      <dsp:spPr bwMode="white">
        <a:xfrm>
          <a:off x="1317414" y="3371272"/>
          <a:ext cx="900468" cy="450188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7145" tIns="17145" rIns="17145" bIns="17145" anchor="ctr"/>
        <a:lstStyle>
          <a:lvl1pPr algn="ctr">
            <a:defRPr sz="2700"/>
          </a:lvl1pPr>
          <a:lvl2pPr marL="228600" indent="-228600" algn="ctr">
            <a:defRPr sz="2100"/>
          </a:lvl2pPr>
          <a:lvl3pPr marL="457200" indent="-228600" algn="ctr">
            <a:defRPr sz="2100"/>
          </a:lvl3pPr>
          <a:lvl4pPr marL="685800" indent="-228600" algn="ctr">
            <a:defRPr sz="2100"/>
          </a:lvl4pPr>
          <a:lvl5pPr marL="914400" indent="-228600" algn="ctr">
            <a:defRPr sz="2100"/>
          </a:lvl5pPr>
          <a:lvl6pPr marL="1143000" indent="-228600" algn="ctr">
            <a:defRPr sz="2100"/>
          </a:lvl6pPr>
          <a:lvl7pPr marL="1371600" indent="-228600" algn="ctr">
            <a:defRPr sz="2100"/>
          </a:lvl7pPr>
          <a:lvl8pPr marL="1600200" indent="-228600" algn="ctr">
            <a:defRPr sz="2100"/>
          </a:lvl8pPr>
          <a:lvl9pPr marL="1828800" indent="-228600" algn="ctr">
            <a:defRPr sz="2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b="1" dirty="0">
              <a:solidFill>
                <a:schemeClr val="tx1"/>
              </a:solidFill>
              <a:latin typeface="+mj-ea"/>
              <a:ea typeface="+mj-ea"/>
            </a:rPr>
            <a:t>04</a:t>
          </a:r>
          <a:endParaRPr lang="zh-CN" altLang="en-US" b="1" dirty="0">
            <a:solidFill>
              <a:schemeClr val="tx1"/>
            </a:solidFill>
            <a:latin typeface="+mj-ea"/>
            <a:ea typeface="+mj-ea"/>
          </a:endParaRPr>
        </a:p>
      </dsp:txBody>
      <dsp:txXfrm>
        <a:off x="1317414" y="3371272"/>
        <a:ext cx="900468" cy="4501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stBulletLvl" val="1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3.xml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tags" Target="../tags/tag66.xml"/><Relationship Id="rId6" Type="http://schemas.openxmlformats.org/officeDocument/2006/relationships/tags" Target="../tags/tag67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73.xml"/><Relationship Id="rId3" Type="http://schemas.openxmlformats.org/officeDocument/2006/relationships/tags" Target="../tags/tag74.xml"/><Relationship Id="rId4" Type="http://schemas.openxmlformats.org/officeDocument/2006/relationships/tags" Target="../tags/tag75.xml"/><Relationship Id="rId5" Type="http://schemas.openxmlformats.org/officeDocument/2006/relationships/tags" Target="../tags/tag76.xml"/><Relationship Id="rId6" Type="http://schemas.openxmlformats.org/officeDocument/2006/relationships/tags" Target="../tags/tag77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78.xml"/><Relationship Id="rId3" Type="http://schemas.openxmlformats.org/officeDocument/2006/relationships/tags" Target="../tags/tag79.xml"/><Relationship Id="rId4" Type="http://schemas.openxmlformats.org/officeDocument/2006/relationships/tags" Target="../tags/tag80.xml"/><Relationship Id="rId5" Type="http://schemas.openxmlformats.org/officeDocument/2006/relationships/tags" Target="../tags/tag81.xml"/><Relationship Id="rId6" Type="http://schemas.openxmlformats.org/officeDocument/2006/relationships/tags" Target="../tags/tag82.xml"/><Relationship Id="rId7" Type="http://schemas.openxmlformats.org/officeDocument/2006/relationships/tags" Target="../tags/tag8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92.xml"/><Relationship Id="rId3" Type="http://schemas.openxmlformats.org/officeDocument/2006/relationships/tags" Target="../tags/tag93.xml"/><Relationship Id="rId4" Type="http://schemas.openxmlformats.org/officeDocument/2006/relationships/tags" Target="../tags/tag94.xml"/><Relationship Id="rId5" Type="http://schemas.openxmlformats.org/officeDocument/2006/relationships/tags" Target="../tags/tag9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96.xml"/><Relationship Id="rId3" Type="http://schemas.openxmlformats.org/officeDocument/2006/relationships/tags" Target="../tags/tag97.xml"/><Relationship Id="rId4" Type="http://schemas.openxmlformats.org/officeDocument/2006/relationships/tags" Target="../tags/tag98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99.xml"/><Relationship Id="rId3" Type="http://schemas.openxmlformats.org/officeDocument/2006/relationships/tags" Target="../tags/tag100.xml"/><Relationship Id="rId4" Type="http://schemas.openxmlformats.org/officeDocument/2006/relationships/tags" Target="../tags/tag101.xml"/><Relationship Id="rId5" Type="http://schemas.openxmlformats.org/officeDocument/2006/relationships/tags" Target="../tags/tag102.xml"/><Relationship Id="rId6" Type="http://schemas.openxmlformats.org/officeDocument/2006/relationships/tags" Target="../tags/tag103.xml"/><Relationship Id="rId7" Type="http://schemas.openxmlformats.org/officeDocument/2006/relationships/tags" Target="../tags/tag10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05.xml"/><Relationship Id="rId3" Type="http://schemas.openxmlformats.org/officeDocument/2006/relationships/tags" Target="../tags/tag106.xml"/><Relationship Id="rId4" Type="http://schemas.openxmlformats.org/officeDocument/2006/relationships/tags" Target="../tags/tag107.xml"/><Relationship Id="rId5" Type="http://schemas.openxmlformats.org/officeDocument/2006/relationships/tags" Target="../tags/tag108.xml"/><Relationship Id="rId6" Type="http://schemas.openxmlformats.org/officeDocument/2006/relationships/tags" Target="../tags/tag109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10.xml"/><Relationship Id="rId3" Type="http://schemas.openxmlformats.org/officeDocument/2006/relationships/tags" Target="../tags/tag111.xml"/><Relationship Id="rId4" Type="http://schemas.openxmlformats.org/officeDocument/2006/relationships/tags" Target="../tags/tag112.xml"/><Relationship Id="rId5" Type="http://schemas.openxmlformats.org/officeDocument/2006/relationships/tags" Target="../tags/tag11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14.xml"/><Relationship Id="rId3" Type="http://schemas.openxmlformats.org/officeDocument/2006/relationships/tags" Target="../tags/tag115.xml"/><Relationship Id="rId4" Type="http://schemas.openxmlformats.org/officeDocument/2006/relationships/tags" Target="../tags/tag116.xml"/><Relationship Id="rId5" Type="http://schemas.openxmlformats.org/officeDocument/2006/relationships/tags" Target="../tags/tag117.xml"/><Relationship Id="rId6" Type="http://schemas.openxmlformats.org/officeDocument/2006/relationships/tags" Target="../tags/tag118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25.xml"/><Relationship Id="rId3" Type="http://schemas.openxmlformats.org/officeDocument/2006/relationships/tags" Target="../tags/tag126.xml"/><Relationship Id="rId4" Type="http://schemas.openxmlformats.org/officeDocument/2006/relationships/tags" Target="../tags/tag127.xml"/><Relationship Id="rId5" Type="http://schemas.openxmlformats.org/officeDocument/2006/relationships/tags" Target="../tags/tag128.xml"/><Relationship Id="rId6" Type="http://schemas.openxmlformats.org/officeDocument/2006/relationships/tags" Target="../tags/tag129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30.xml"/><Relationship Id="rId3" Type="http://schemas.openxmlformats.org/officeDocument/2006/relationships/tags" Target="../tags/tag131.xml"/><Relationship Id="rId4" Type="http://schemas.openxmlformats.org/officeDocument/2006/relationships/tags" Target="../tags/tag132.xml"/><Relationship Id="rId5" Type="http://schemas.openxmlformats.org/officeDocument/2006/relationships/tags" Target="../tags/tag133.xml"/><Relationship Id="rId6" Type="http://schemas.openxmlformats.org/officeDocument/2006/relationships/tags" Target="../tags/tag13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35.xml"/><Relationship Id="rId3" Type="http://schemas.openxmlformats.org/officeDocument/2006/relationships/tags" Target="../tags/tag136.xml"/><Relationship Id="rId4" Type="http://schemas.openxmlformats.org/officeDocument/2006/relationships/tags" Target="../tags/tag137.xml"/><Relationship Id="rId5" Type="http://schemas.openxmlformats.org/officeDocument/2006/relationships/tags" Target="../tags/tag138.xml"/><Relationship Id="rId6" Type="http://schemas.openxmlformats.org/officeDocument/2006/relationships/tags" Target="../tags/tag139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46.xml"/><Relationship Id="rId3" Type="http://schemas.openxmlformats.org/officeDocument/2006/relationships/tags" Target="../tags/tag147.xml"/><Relationship Id="rId4" Type="http://schemas.openxmlformats.org/officeDocument/2006/relationships/tags" Target="../tags/tag148.xml"/><Relationship Id="rId5" Type="http://schemas.openxmlformats.org/officeDocument/2006/relationships/tags" Target="../tags/tag149.xml"/><Relationship Id="rId6" Type="http://schemas.openxmlformats.org/officeDocument/2006/relationships/tags" Target="../tags/tag150.xml"/><Relationship Id="rId7" Type="http://schemas.openxmlformats.org/officeDocument/2006/relationships/tags" Target="../tags/tag151.xml"/><Relationship Id="rId8" Type="http://schemas.openxmlformats.org/officeDocument/2006/relationships/tags" Target="../tags/tag152.xml"/><Relationship Id="rId9" Type="http://schemas.openxmlformats.org/officeDocument/2006/relationships/tags" Target="../tags/tag15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58.xml"/><Relationship Id="rId3" Type="http://schemas.openxmlformats.org/officeDocument/2006/relationships/tags" Target="../tags/tag159.xml"/><Relationship Id="rId4" Type="http://schemas.openxmlformats.org/officeDocument/2006/relationships/tags" Target="../tags/tag160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61.xml"/><Relationship Id="rId3" Type="http://schemas.openxmlformats.org/officeDocument/2006/relationships/tags" Target="../tags/tag162.xml"/><Relationship Id="rId4" Type="http://schemas.openxmlformats.org/officeDocument/2006/relationships/tags" Target="../tags/tag163.xml"/><Relationship Id="rId5" Type="http://schemas.openxmlformats.org/officeDocument/2006/relationships/tags" Target="../tags/tag164.xml"/><Relationship Id="rId6" Type="http://schemas.openxmlformats.org/officeDocument/2006/relationships/tags" Target="../tags/tag165.xml"/><Relationship Id="rId7" Type="http://schemas.openxmlformats.org/officeDocument/2006/relationships/tags" Target="../tags/tag166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67.xml"/><Relationship Id="rId3" Type="http://schemas.openxmlformats.org/officeDocument/2006/relationships/tags" Target="../tags/tag168.xml"/><Relationship Id="rId4" Type="http://schemas.openxmlformats.org/officeDocument/2006/relationships/tags" Target="../tags/tag169.xml"/><Relationship Id="rId5" Type="http://schemas.openxmlformats.org/officeDocument/2006/relationships/tags" Target="../tags/tag170.xml"/><Relationship Id="rId6" Type="http://schemas.openxmlformats.org/officeDocument/2006/relationships/tags" Target="../tags/tag17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72.xml"/><Relationship Id="rId3" Type="http://schemas.openxmlformats.org/officeDocument/2006/relationships/tags" Target="../tags/tag173.xml"/><Relationship Id="rId4" Type="http://schemas.openxmlformats.org/officeDocument/2006/relationships/tags" Target="../tags/tag174.xml"/><Relationship Id="rId5" Type="http://schemas.openxmlformats.org/officeDocument/2006/relationships/tags" Target="../tags/tag17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ags" Target="../tags/tag176.xml"/><Relationship Id="rId3" Type="http://schemas.openxmlformats.org/officeDocument/2006/relationships/tags" Target="../tags/tag177.xml"/><Relationship Id="rId4" Type="http://schemas.openxmlformats.org/officeDocument/2006/relationships/tags" Target="../tags/tag178.xml"/><Relationship Id="rId5" Type="http://schemas.openxmlformats.org/officeDocument/2006/relationships/tags" Target="../tags/tag179.xml"/><Relationship Id="rId6" Type="http://schemas.openxmlformats.org/officeDocument/2006/relationships/tags" Target="../tags/tag180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187.xml"/><Relationship Id="rId3" Type="http://schemas.openxmlformats.org/officeDocument/2006/relationships/tags" Target="../tags/tag188.xml"/><Relationship Id="rId4" Type="http://schemas.openxmlformats.org/officeDocument/2006/relationships/tags" Target="../tags/tag189.xml"/><Relationship Id="rId5" Type="http://schemas.openxmlformats.org/officeDocument/2006/relationships/tags" Target="../tags/tag190.xml"/><Relationship Id="rId6" Type="http://schemas.openxmlformats.org/officeDocument/2006/relationships/tags" Target="../tags/tag19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192.xml"/><Relationship Id="rId3" Type="http://schemas.openxmlformats.org/officeDocument/2006/relationships/tags" Target="../tags/tag193.xml"/><Relationship Id="rId4" Type="http://schemas.openxmlformats.org/officeDocument/2006/relationships/tags" Target="../tags/tag194.xml"/><Relationship Id="rId5" Type="http://schemas.openxmlformats.org/officeDocument/2006/relationships/tags" Target="../tags/tag195.xml"/><Relationship Id="rId6" Type="http://schemas.openxmlformats.org/officeDocument/2006/relationships/tags" Target="../tags/tag19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197.xml"/><Relationship Id="rId3" Type="http://schemas.openxmlformats.org/officeDocument/2006/relationships/tags" Target="../tags/tag198.xml"/><Relationship Id="rId4" Type="http://schemas.openxmlformats.org/officeDocument/2006/relationships/tags" Target="../tags/tag199.xml"/><Relationship Id="rId5" Type="http://schemas.openxmlformats.org/officeDocument/2006/relationships/tags" Target="../tags/tag200.xml"/><Relationship Id="rId6" Type="http://schemas.openxmlformats.org/officeDocument/2006/relationships/tags" Target="../tags/tag20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08.xml"/><Relationship Id="rId3" Type="http://schemas.openxmlformats.org/officeDocument/2006/relationships/tags" Target="../tags/tag209.xml"/><Relationship Id="rId4" Type="http://schemas.openxmlformats.org/officeDocument/2006/relationships/tags" Target="../tags/tag210.xml"/><Relationship Id="rId5" Type="http://schemas.openxmlformats.org/officeDocument/2006/relationships/tags" Target="../tags/tag211.xml"/><Relationship Id="rId6" Type="http://schemas.openxmlformats.org/officeDocument/2006/relationships/tags" Target="../tags/tag212.xml"/><Relationship Id="rId7" Type="http://schemas.openxmlformats.org/officeDocument/2006/relationships/tags" Target="../tags/tag213.xml"/><Relationship Id="rId8" Type="http://schemas.openxmlformats.org/officeDocument/2006/relationships/tags" Target="../tags/tag214.xml"/><Relationship Id="rId9" Type="http://schemas.openxmlformats.org/officeDocument/2006/relationships/tags" Target="../tags/tag21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16.xml"/><Relationship Id="rId3" Type="http://schemas.openxmlformats.org/officeDocument/2006/relationships/tags" Target="../tags/tag217.xml"/><Relationship Id="rId4" Type="http://schemas.openxmlformats.org/officeDocument/2006/relationships/tags" Target="../tags/tag218.xml"/><Relationship Id="rId5" Type="http://schemas.openxmlformats.org/officeDocument/2006/relationships/tags" Target="../tags/tag219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20.xml"/><Relationship Id="rId3" Type="http://schemas.openxmlformats.org/officeDocument/2006/relationships/tags" Target="../tags/tag221.xml"/><Relationship Id="rId4" Type="http://schemas.openxmlformats.org/officeDocument/2006/relationships/tags" Target="../tags/tag22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23.xml"/><Relationship Id="rId3" Type="http://schemas.openxmlformats.org/officeDocument/2006/relationships/tags" Target="../tags/tag224.xml"/><Relationship Id="rId4" Type="http://schemas.openxmlformats.org/officeDocument/2006/relationships/tags" Target="../tags/tag225.xml"/><Relationship Id="rId5" Type="http://schemas.openxmlformats.org/officeDocument/2006/relationships/tags" Target="../tags/tag226.xml"/><Relationship Id="rId6" Type="http://schemas.openxmlformats.org/officeDocument/2006/relationships/tags" Target="../tags/tag227.xml"/><Relationship Id="rId7" Type="http://schemas.openxmlformats.org/officeDocument/2006/relationships/tags" Target="../tags/tag228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29.xml"/><Relationship Id="rId3" Type="http://schemas.openxmlformats.org/officeDocument/2006/relationships/tags" Target="../tags/tag230.xml"/><Relationship Id="rId4" Type="http://schemas.openxmlformats.org/officeDocument/2006/relationships/tags" Target="../tags/tag231.xml"/><Relationship Id="rId5" Type="http://schemas.openxmlformats.org/officeDocument/2006/relationships/tags" Target="../tags/tag232.xml"/><Relationship Id="rId6" Type="http://schemas.openxmlformats.org/officeDocument/2006/relationships/tags" Target="../tags/tag23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34.xml"/><Relationship Id="rId3" Type="http://schemas.openxmlformats.org/officeDocument/2006/relationships/tags" Target="../tags/tag235.xml"/><Relationship Id="rId4" Type="http://schemas.openxmlformats.org/officeDocument/2006/relationships/tags" Target="../tags/tag236.xml"/><Relationship Id="rId5" Type="http://schemas.openxmlformats.org/officeDocument/2006/relationships/tags" Target="../tags/tag237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tags" Target="../tags/tag238.xml"/><Relationship Id="rId3" Type="http://schemas.openxmlformats.org/officeDocument/2006/relationships/tags" Target="../tags/tag239.xml"/><Relationship Id="rId4" Type="http://schemas.openxmlformats.org/officeDocument/2006/relationships/tags" Target="../tags/tag240.xml"/><Relationship Id="rId5" Type="http://schemas.openxmlformats.org/officeDocument/2006/relationships/tags" Target="../tags/tag241.xml"/><Relationship Id="rId6" Type="http://schemas.openxmlformats.org/officeDocument/2006/relationships/tags" Target="../tags/tag24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249.xml"/><Relationship Id="rId3" Type="http://schemas.openxmlformats.org/officeDocument/2006/relationships/tags" Target="../tags/tag250.xml"/><Relationship Id="rId4" Type="http://schemas.openxmlformats.org/officeDocument/2006/relationships/tags" Target="../tags/tag251.xml"/><Relationship Id="rId5" Type="http://schemas.openxmlformats.org/officeDocument/2006/relationships/tags" Target="../tags/tag252.xml"/><Relationship Id="rId6" Type="http://schemas.openxmlformats.org/officeDocument/2006/relationships/tags" Target="../tags/tag25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254.xml"/><Relationship Id="rId3" Type="http://schemas.openxmlformats.org/officeDocument/2006/relationships/tags" Target="../tags/tag255.xml"/><Relationship Id="rId4" Type="http://schemas.openxmlformats.org/officeDocument/2006/relationships/tags" Target="../tags/tag256.xml"/><Relationship Id="rId5" Type="http://schemas.openxmlformats.org/officeDocument/2006/relationships/tags" Target="../tags/tag257.xml"/><Relationship Id="rId6" Type="http://schemas.openxmlformats.org/officeDocument/2006/relationships/tags" Target="../tags/tag25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259.xml"/><Relationship Id="rId3" Type="http://schemas.openxmlformats.org/officeDocument/2006/relationships/tags" Target="../tags/tag260.xml"/><Relationship Id="rId4" Type="http://schemas.openxmlformats.org/officeDocument/2006/relationships/tags" Target="../tags/tag261.xml"/><Relationship Id="rId5" Type="http://schemas.openxmlformats.org/officeDocument/2006/relationships/tags" Target="../tags/tag262.xml"/><Relationship Id="rId6" Type="http://schemas.openxmlformats.org/officeDocument/2006/relationships/tags" Target="../tags/tag26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264.xml"/><Relationship Id="rId3" Type="http://schemas.openxmlformats.org/officeDocument/2006/relationships/tags" Target="../tags/tag265.xml"/><Relationship Id="rId4" Type="http://schemas.openxmlformats.org/officeDocument/2006/relationships/tags" Target="../tags/tag266.xml"/><Relationship Id="rId5" Type="http://schemas.openxmlformats.org/officeDocument/2006/relationships/tags" Target="../tags/tag267.xml"/><Relationship Id="rId6" Type="http://schemas.openxmlformats.org/officeDocument/2006/relationships/tags" Target="../tags/tag268.xml"/><Relationship Id="rId7" Type="http://schemas.openxmlformats.org/officeDocument/2006/relationships/tags" Target="../tags/tag26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270.xml"/><Relationship Id="rId3" Type="http://schemas.openxmlformats.org/officeDocument/2006/relationships/tags" Target="../tags/tag271.xml"/><Relationship Id="rId4" Type="http://schemas.openxmlformats.org/officeDocument/2006/relationships/tags" Target="../tags/tag272.xml"/><Relationship Id="rId5" Type="http://schemas.openxmlformats.org/officeDocument/2006/relationships/tags" Target="../tags/tag273.xml"/><Relationship Id="rId6" Type="http://schemas.openxmlformats.org/officeDocument/2006/relationships/tags" Target="../tags/tag274.xml"/><Relationship Id="rId7" Type="http://schemas.openxmlformats.org/officeDocument/2006/relationships/tags" Target="../tags/tag275.xml"/><Relationship Id="rId8" Type="http://schemas.openxmlformats.org/officeDocument/2006/relationships/tags" Target="../tags/tag276.xml"/><Relationship Id="rId9" Type="http://schemas.openxmlformats.org/officeDocument/2006/relationships/tags" Target="../tags/tag277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278.xml"/><Relationship Id="rId3" Type="http://schemas.openxmlformats.org/officeDocument/2006/relationships/tags" Target="../tags/tag279.xml"/><Relationship Id="rId4" Type="http://schemas.openxmlformats.org/officeDocument/2006/relationships/tags" Target="../tags/tag280.xml"/><Relationship Id="rId5" Type="http://schemas.openxmlformats.org/officeDocument/2006/relationships/tags" Target="../tags/tag28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282.xml"/><Relationship Id="rId3" Type="http://schemas.openxmlformats.org/officeDocument/2006/relationships/tags" Target="../tags/tag283.xml"/><Relationship Id="rId4" Type="http://schemas.openxmlformats.org/officeDocument/2006/relationships/tags" Target="../tags/tag28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285.xml"/><Relationship Id="rId3" Type="http://schemas.openxmlformats.org/officeDocument/2006/relationships/tags" Target="../tags/tag286.xml"/><Relationship Id="rId4" Type="http://schemas.openxmlformats.org/officeDocument/2006/relationships/tags" Target="../tags/tag287.xml"/><Relationship Id="rId5" Type="http://schemas.openxmlformats.org/officeDocument/2006/relationships/tags" Target="../tags/tag288.xml"/><Relationship Id="rId6" Type="http://schemas.openxmlformats.org/officeDocument/2006/relationships/tags" Target="../tags/tag289.xml"/><Relationship Id="rId7" Type="http://schemas.openxmlformats.org/officeDocument/2006/relationships/tags" Target="../tags/tag290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291.xml"/><Relationship Id="rId3" Type="http://schemas.openxmlformats.org/officeDocument/2006/relationships/tags" Target="../tags/tag292.xml"/><Relationship Id="rId4" Type="http://schemas.openxmlformats.org/officeDocument/2006/relationships/tags" Target="../tags/tag293.xml"/><Relationship Id="rId5" Type="http://schemas.openxmlformats.org/officeDocument/2006/relationships/tags" Target="../tags/tag294.xml"/><Relationship Id="rId6" Type="http://schemas.openxmlformats.org/officeDocument/2006/relationships/tags" Target="../tags/tag29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296.xml"/><Relationship Id="rId3" Type="http://schemas.openxmlformats.org/officeDocument/2006/relationships/tags" Target="../tags/tag297.xml"/><Relationship Id="rId4" Type="http://schemas.openxmlformats.org/officeDocument/2006/relationships/tags" Target="../tags/tag298.xml"/><Relationship Id="rId5" Type="http://schemas.openxmlformats.org/officeDocument/2006/relationships/tags" Target="../tags/tag299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tags" Target="../tags/tag300.xml"/><Relationship Id="rId3" Type="http://schemas.openxmlformats.org/officeDocument/2006/relationships/tags" Target="../tags/tag301.xml"/><Relationship Id="rId4" Type="http://schemas.openxmlformats.org/officeDocument/2006/relationships/tags" Target="../tags/tag302.xml"/><Relationship Id="rId5" Type="http://schemas.openxmlformats.org/officeDocument/2006/relationships/tags" Target="../tags/tag303.xml"/><Relationship Id="rId6" Type="http://schemas.openxmlformats.org/officeDocument/2006/relationships/tags" Target="../tags/tag30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tags" Target="../tags/tag313.xml"/><Relationship Id="rId5" Type="http://schemas.openxmlformats.org/officeDocument/2006/relationships/tags" Target="../tags/tag314.xml"/><Relationship Id="rId6" Type="http://schemas.openxmlformats.org/officeDocument/2006/relationships/tags" Target="../tags/tag31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316.xml"/><Relationship Id="rId3" Type="http://schemas.openxmlformats.org/officeDocument/2006/relationships/tags" Target="../tags/tag317.xml"/><Relationship Id="rId4" Type="http://schemas.openxmlformats.org/officeDocument/2006/relationships/tags" Target="../tags/tag318.xml"/><Relationship Id="rId5" Type="http://schemas.openxmlformats.org/officeDocument/2006/relationships/tags" Target="../tags/tag319.xml"/><Relationship Id="rId6" Type="http://schemas.openxmlformats.org/officeDocument/2006/relationships/tags" Target="../tags/tag320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321.xml"/><Relationship Id="rId3" Type="http://schemas.openxmlformats.org/officeDocument/2006/relationships/tags" Target="../tags/tag322.xml"/><Relationship Id="rId4" Type="http://schemas.openxmlformats.org/officeDocument/2006/relationships/tags" Target="../tags/tag323.xml"/><Relationship Id="rId5" Type="http://schemas.openxmlformats.org/officeDocument/2006/relationships/tags" Target="../tags/tag324.xml"/><Relationship Id="rId6" Type="http://schemas.openxmlformats.org/officeDocument/2006/relationships/tags" Target="../tags/tag32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326.xml"/><Relationship Id="rId3" Type="http://schemas.openxmlformats.org/officeDocument/2006/relationships/tags" Target="../tags/tag327.xml"/><Relationship Id="rId4" Type="http://schemas.openxmlformats.org/officeDocument/2006/relationships/tags" Target="../tags/tag328.xml"/><Relationship Id="rId5" Type="http://schemas.openxmlformats.org/officeDocument/2006/relationships/tags" Target="../tags/tag329.xml"/><Relationship Id="rId6" Type="http://schemas.openxmlformats.org/officeDocument/2006/relationships/tags" Target="../tags/tag330.xml"/><Relationship Id="rId7" Type="http://schemas.openxmlformats.org/officeDocument/2006/relationships/tags" Target="../tags/tag33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332.xml"/><Relationship Id="rId3" Type="http://schemas.openxmlformats.org/officeDocument/2006/relationships/tags" Target="../tags/tag333.xml"/><Relationship Id="rId4" Type="http://schemas.openxmlformats.org/officeDocument/2006/relationships/tags" Target="../tags/tag334.xml"/><Relationship Id="rId5" Type="http://schemas.openxmlformats.org/officeDocument/2006/relationships/tags" Target="../tags/tag335.xml"/><Relationship Id="rId6" Type="http://schemas.openxmlformats.org/officeDocument/2006/relationships/tags" Target="../tags/tag336.xml"/><Relationship Id="rId7" Type="http://schemas.openxmlformats.org/officeDocument/2006/relationships/tags" Target="../tags/tag337.xml"/><Relationship Id="rId8" Type="http://schemas.openxmlformats.org/officeDocument/2006/relationships/tags" Target="../tags/tag338.xml"/><Relationship Id="rId9" Type="http://schemas.openxmlformats.org/officeDocument/2006/relationships/tags" Target="../tags/tag339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340.xml"/><Relationship Id="rId3" Type="http://schemas.openxmlformats.org/officeDocument/2006/relationships/tags" Target="../tags/tag341.xml"/><Relationship Id="rId4" Type="http://schemas.openxmlformats.org/officeDocument/2006/relationships/tags" Target="../tags/tag342.xml"/><Relationship Id="rId5" Type="http://schemas.openxmlformats.org/officeDocument/2006/relationships/tags" Target="../tags/tag34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344.xml"/><Relationship Id="rId3" Type="http://schemas.openxmlformats.org/officeDocument/2006/relationships/tags" Target="../tags/tag345.xml"/><Relationship Id="rId4" Type="http://schemas.openxmlformats.org/officeDocument/2006/relationships/tags" Target="../tags/tag34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347.xml"/><Relationship Id="rId3" Type="http://schemas.openxmlformats.org/officeDocument/2006/relationships/tags" Target="../tags/tag348.xml"/><Relationship Id="rId4" Type="http://schemas.openxmlformats.org/officeDocument/2006/relationships/tags" Target="../tags/tag349.xml"/><Relationship Id="rId5" Type="http://schemas.openxmlformats.org/officeDocument/2006/relationships/tags" Target="../tags/tag350.xml"/><Relationship Id="rId6" Type="http://schemas.openxmlformats.org/officeDocument/2006/relationships/tags" Target="../tags/tag351.xml"/><Relationship Id="rId7" Type="http://schemas.openxmlformats.org/officeDocument/2006/relationships/tags" Target="../tags/tag35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353.xml"/><Relationship Id="rId3" Type="http://schemas.openxmlformats.org/officeDocument/2006/relationships/tags" Target="../tags/tag354.xml"/><Relationship Id="rId4" Type="http://schemas.openxmlformats.org/officeDocument/2006/relationships/tags" Target="../tags/tag355.xml"/><Relationship Id="rId5" Type="http://schemas.openxmlformats.org/officeDocument/2006/relationships/tags" Target="../tags/tag356.xml"/><Relationship Id="rId6" Type="http://schemas.openxmlformats.org/officeDocument/2006/relationships/tags" Target="../tags/tag35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358.xml"/><Relationship Id="rId3" Type="http://schemas.openxmlformats.org/officeDocument/2006/relationships/tags" Target="../tags/tag359.xml"/><Relationship Id="rId4" Type="http://schemas.openxmlformats.org/officeDocument/2006/relationships/tags" Target="../tags/tag360.xml"/><Relationship Id="rId5" Type="http://schemas.openxmlformats.org/officeDocument/2006/relationships/tags" Target="../tags/tag36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tags" Target="../tags/tag362.xml"/><Relationship Id="rId3" Type="http://schemas.openxmlformats.org/officeDocument/2006/relationships/tags" Target="../tags/tag363.xml"/><Relationship Id="rId4" Type="http://schemas.openxmlformats.org/officeDocument/2006/relationships/tags" Target="../tags/tag364.xml"/><Relationship Id="rId5" Type="http://schemas.openxmlformats.org/officeDocument/2006/relationships/tags" Target="../tags/tag365.xml"/><Relationship Id="rId6" Type="http://schemas.openxmlformats.org/officeDocument/2006/relationships/tags" Target="../tags/tag36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373.xml"/><Relationship Id="rId3" Type="http://schemas.openxmlformats.org/officeDocument/2006/relationships/tags" Target="../tags/tag374.xml"/><Relationship Id="rId4" Type="http://schemas.openxmlformats.org/officeDocument/2006/relationships/tags" Target="../tags/tag375.xml"/><Relationship Id="rId5" Type="http://schemas.openxmlformats.org/officeDocument/2006/relationships/tags" Target="../tags/tag376.xml"/><Relationship Id="rId6" Type="http://schemas.openxmlformats.org/officeDocument/2006/relationships/tags" Target="../tags/tag37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378.xml"/><Relationship Id="rId3" Type="http://schemas.openxmlformats.org/officeDocument/2006/relationships/tags" Target="../tags/tag379.xml"/><Relationship Id="rId4" Type="http://schemas.openxmlformats.org/officeDocument/2006/relationships/tags" Target="../tags/tag380.xml"/><Relationship Id="rId5" Type="http://schemas.openxmlformats.org/officeDocument/2006/relationships/tags" Target="../tags/tag381.xml"/><Relationship Id="rId6" Type="http://schemas.openxmlformats.org/officeDocument/2006/relationships/tags" Target="../tags/tag38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383.xml"/><Relationship Id="rId3" Type="http://schemas.openxmlformats.org/officeDocument/2006/relationships/tags" Target="../tags/tag384.xml"/><Relationship Id="rId4" Type="http://schemas.openxmlformats.org/officeDocument/2006/relationships/tags" Target="../tags/tag385.xml"/><Relationship Id="rId5" Type="http://schemas.openxmlformats.org/officeDocument/2006/relationships/tags" Target="../tags/tag386.xml"/><Relationship Id="rId6" Type="http://schemas.openxmlformats.org/officeDocument/2006/relationships/tags" Target="../tags/tag38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388.xml"/><Relationship Id="rId3" Type="http://schemas.openxmlformats.org/officeDocument/2006/relationships/tags" Target="../tags/tag389.xml"/><Relationship Id="rId4" Type="http://schemas.openxmlformats.org/officeDocument/2006/relationships/tags" Target="../tags/tag390.xml"/><Relationship Id="rId5" Type="http://schemas.openxmlformats.org/officeDocument/2006/relationships/tags" Target="../tags/tag391.xml"/><Relationship Id="rId6" Type="http://schemas.openxmlformats.org/officeDocument/2006/relationships/tags" Target="../tags/tag392.xml"/><Relationship Id="rId7" Type="http://schemas.openxmlformats.org/officeDocument/2006/relationships/tags" Target="../tags/tag39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394.xml"/><Relationship Id="rId3" Type="http://schemas.openxmlformats.org/officeDocument/2006/relationships/tags" Target="../tags/tag395.xml"/><Relationship Id="rId4" Type="http://schemas.openxmlformats.org/officeDocument/2006/relationships/tags" Target="../tags/tag396.xml"/><Relationship Id="rId5" Type="http://schemas.openxmlformats.org/officeDocument/2006/relationships/tags" Target="../tags/tag397.xml"/><Relationship Id="rId6" Type="http://schemas.openxmlformats.org/officeDocument/2006/relationships/tags" Target="../tags/tag398.xml"/><Relationship Id="rId7" Type="http://schemas.openxmlformats.org/officeDocument/2006/relationships/tags" Target="../tags/tag399.xml"/><Relationship Id="rId8" Type="http://schemas.openxmlformats.org/officeDocument/2006/relationships/tags" Target="../tags/tag400.xml"/><Relationship Id="rId9" Type="http://schemas.openxmlformats.org/officeDocument/2006/relationships/tags" Target="../tags/tag40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402.xml"/><Relationship Id="rId3" Type="http://schemas.openxmlformats.org/officeDocument/2006/relationships/tags" Target="../tags/tag403.xml"/><Relationship Id="rId4" Type="http://schemas.openxmlformats.org/officeDocument/2006/relationships/tags" Target="../tags/tag404.xml"/><Relationship Id="rId5" Type="http://schemas.openxmlformats.org/officeDocument/2006/relationships/tags" Target="../tags/tag40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406.xml"/><Relationship Id="rId3" Type="http://schemas.openxmlformats.org/officeDocument/2006/relationships/tags" Target="../tags/tag407.xml"/><Relationship Id="rId4" Type="http://schemas.openxmlformats.org/officeDocument/2006/relationships/tags" Target="../tags/tag40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409.xml"/><Relationship Id="rId3" Type="http://schemas.openxmlformats.org/officeDocument/2006/relationships/tags" Target="../tags/tag410.xml"/><Relationship Id="rId4" Type="http://schemas.openxmlformats.org/officeDocument/2006/relationships/tags" Target="../tags/tag411.xml"/><Relationship Id="rId5" Type="http://schemas.openxmlformats.org/officeDocument/2006/relationships/tags" Target="../tags/tag412.xml"/><Relationship Id="rId6" Type="http://schemas.openxmlformats.org/officeDocument/2006/relationships/tags" Target="../tags/tag413.xml"/><Relationship Id="rId7" Type="http://schemas.openxmlformats.org/officeDocument/2006/relationships/tags" Target="../tags/tag414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415.xml"/><Relationship Id="rId3" Type="http://schemas.openxmlformats.org/officeDocument/2006/relationships/tags" Target="../tags/tag416.xml"/><Relationship Id="rId4" Type="http://schemas.openxmlformats.org/officeDocument/2006/relationships/tags" Target="../tags/tag417.xml"/><Relationship Id="rId5" Type="http://schemas.openxmlformats.org/officeDocument/2006/relationships/tags" Target="../tags/tag418.xml"/><Relationship Id="rId6" Type="http://schemas.openxmlformats.org/officeDocument/2006/relationships/tags" Target="../tags/tag419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420.xml"/><Relationship Id="rId3" Type="http://schemas.openxmlformats.org/officeDocument/2006/relationships/tags" Target="../tags/tag421.xml"/><Relationship Id="rId4" Type="http://schemas.openxmlformats.org/officeDocument/2006/relationships/tags" Target="../tags/tag422.xml"/><Relationship Id="rId5" Type="http://schemas.openxmlformats.org/officeDocument/2006/relationships/tags" Target="../tags/tag42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tags" Target="../tags/tag424.xml"/><Relationship Id="rId3" Type="http://schemas.openxmlformats.org/officeDocument/2006/relationships/tags" Target="../tags/tag425.xml"/><Relationship Id="rId4" Type="http://schemas.openxmlformats.org/officeDocument/2006/relationships/tags" Target="../tags/tag426.xml"/><Relationship Id="rId5" Type="http://schemas.openxmlformats.org/officeDocument/2006/relationships/tags" Target="../tags/tag427.xml"/><Relationship Id="rId6" Type="http://schemas.openxmlformats.org/officeDocument/2006/relationships/tags" Target="../tags/tag42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435.xml"/><Relationship Id="rId3" Type="http://schemas.openxmlformats.org/officeDocument/2006/relationships/tags" Target="../tags/tag436.xml"/><Relationship Id="rId4" Type="http://schemas.openxmlformats.org/officeDocument/2006/relationships/tags" Target="../tags/tag437.xml"/><Relationship Id="rId5" Type="http://schemas.openxmlformats.org/officeDocument/2006/relationships/tags" Target="../tags/tag438.xml"/><Relationship Id="rId6" Type="http://schemas.openxmlformats.org/officeDocument/2006/relationships/tags" Target="../tags/tag439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440.xml"/><Relationship Id="rId3" Type="http://schemas.openxmlformats.org/officeDocument/2006/relationships/tags" Target="../tags/tag441.xml"/><Relationship Id="rId4" Type="http://schemas.openxmlformats.org/officeDocument/2006/relationships/tags" Target="../tags/tag442.xml"/><Relationship Id="rId5" Type="http://schemas.openxmlformats.org/officeDocument/2006/relationships/tags" Target="../tags/tag443.xml"/><Relationship Id="rId6" Type="http://schemas.openxmlformats.org/officeDocument/2006/relationships/tags" Target="../tags/tag444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445.xml"/><Relationship Id="rId3" Type="http://schemas.openxmlformats.org/officeDocument/2006/relationships/tags" Target="../tags/tag446.xml"/><Relationship Id="rId4" Type="http://schemas.openxmlformats.org/officeDocument/2006/relationships/tags" Target="../tags/tag447.xml"/><Relationship Id="rId5" Type="http://schemas.openxmlformats.org/officeDocument/2006/relationships/tags" Target="../tags/tag448.xml"/><Relationship Id="rId6" Type="http://schemas.openxmlformats.org/officeDocument/2006/relationships/tags" Target="../tags/tag449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450.xml"/><Relationship Id="rId3" Type="http://schemas.openxmlformats.org/officeDocument/2006/relationships/tags" Target="../tags/tag451.xml"/><Relationship Id="rId4" Type="http://schemas.openxmlformats.org/officeDocument/2006/relationships/tags" Target="../tags/tag452.xml"/><Relationship Id="rId5" Type="http://schemas.openxmlformats.org/officeDocument/2006/relationships/tags" Target="../tags/tag453.xml"/><Relationship Id="rId6" Type="http://schemas.openxmlformats.org/officeDocument/2006/relationships/tags" Target="../tags/tag454.xml"/><Relationship Id="rId7" Type="http://schemas.openxmlformats.org/officeDocument/2006/relationships/tags" Target="../tags/tag455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456.xml"/><Relationship Id="rId3" Type="http://schemas.openxmlformats.org/officeDocument/2006/relationships/tags" Target="../tags/tag457.xml"/><Relationship Id="rId4" Type="http://schemas.openxmlformats.org/officeDocument/2006/relationships/tags" Target="../tags/tag458.xml"/><Relationship Id="rId5" Type="http://schemas.openxmlformats.org/officeDocument/2006/relationships/tags" Target="../tags/tag459.xml"/><Relationship Id="rId6" Type="http://schemas.openxmlformats.org/officeDocument/2006/relationships/tags" Target="../tags/tag460.xml"/><Relationship Id="rId7" Type="http://schemas.openxmlformats.org/officeDocument/2006/relationships/tags" Target="../tags/tag461.xml"/><Relationship Id="rId8" Type="http://schemas.openxmlformats.org/officeDocument/2006/relationships/tags" Target="../tags/tag462.xml"/><Relationship Id="rId9" Type="http://schemas.openxmlformats.org/officeDocument/2006/relationships/tags" Target="../tags/tag46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464.xml"/><Relationship Id="rId3" Type="http://schemas.openxmlformats.org/officeDocument/2006/relationships/tags" Target="../tags/tag465.xml"/><Relationship Id="rId4" Type="http://schemas.openxmlformats.org/officeDocument/2006/relationships/tags" Target="../tags/tag466.xml"/><Relationship Id="rId5" Type="http://schemas.openxmlformats.org/officeDocument/2006/relationships/tags" Target="../tags/tag467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468.xml"/><Relationship Id="rId3" Type="http://schemas.openxmlformats.org/officeDocument/2006/relationships/tags" Target="../tags/tag469.xml"/><Relationship Id="rId4" Type="http://schemas.openxmlformats.org/officeDocument/2006/relationships/tags" Target="../tags/tag470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471.xml"/><Relationship Id="rId3" Type="http://schemas.openxmlformats.org/officeDocument/2006/relationships/tags" Target="../tags/tag472.xml"/><Relationship Id="rId4" Type="http://schemas.openxmlformats.org/officeDocument/2006/relationships/tags" Target="../tags/tag473.xml"/><Relationship Id="rId5" Type="http://schemas.openxmlformats.org/officeDocument/2006/relationships/tags" Target="../tags/tag474.xml"/><Relationship Id="rId6" Type="http://schemas.openxmlformats.org/officeDocument/2006/relationships/tags" Target="../tags/tag475.xml"/><Relationship Id="rId7" Type="http://schemas.openxmlformats.org/officeDocument/2006/relationships/tags" Target="../tags/tag47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477.xml"/><Relationship Id="rId3" Type="http://schemas.openxmlformats.org/officeDocument/2006/relationships/tags" Target="../tags/tag478.xml"/><Relationship Id="rId4" Type="http://schemas.openxmlformats.org/officeDocument/2006/relationships/tags" Target="../tags/tag479.xml"/><Relationship Id="rId5" Type="http://schemas.openxmlformats.org/officeDocument/2006/relationships/tags" Target="../tags/tag480.xml"/><Relationship Id="rId6" Type="http://schemas.openxmlformats.org/officeDocument/2006/relationships/tags" Target="../tags/tag48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482.xml"/><Relationship Id="rId3" Type="http://schemas.openxmlformats.org/officeDocument/2006/relationships/tags" Target="../tags/tag483.xml"/><Relationship Id="rId4" Type="http://schemas.openxmlformats.org/officeDocument/2006/relationships/tags" Target="../tags/tag484.xml"/><Relationship Id="rId5" Type="http://schemas.openxmlformats.org/officeDocument/2006/relationships/tags" Target="../tags/tag485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tags" Target="../tags/tag486.xml"/><Relationship Id="rId3" Type="http://schemas.openxmlformats.org/officeDocument/2006/relationships/tags" Target="../tags/tag487.xml"/><Relationship Id="rId4" Type="http://schemas.openxmlformats.org/officeDocument/2006/relationships/tags" Target="../tags/tag488.xml"/><Relationship Id="rId5" Type="http://schemas.openxmlformats.org/officeDocument/2006/relationships/tags" Target="../tags/tag489.xml"/><Relationship Id="rId6" Type="http://schemas.openxmlformats.org/officeDocument/2006/relationships/tags" Target="../tags/tag490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497.xml"/><Relationship Id="rId3" Type="http://schemas.openxmlformats.org/officeDocument/2006/relationships/tags" Target="../tags/tag498.xml"/><Relationship Id="rId4" Type="http://schemas.openxmlformats.org/officeDocument/2006/relationships/tags" Target="../tags/tag499.xml"/><Relationship Id="rId5" Type="http://schemas.openxmlformats.org/officeDocument/2006/relationships/tags" Target="../tags/tag500.xml"/><Relationship Id="rId6" Type="http://schemas.openxmlformats.org/officeDocument/2006/relationships/tags" Target="../tags/tag501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502.xml"/><Relationship Id="rId3" Type="http://schemas.openxmlformats.org/officeDocument/2006/relationships/tags" Target="../tags/tag503.xml"/><Relationship Id="rId4" Type="http://schemas.openxmlformats.org/officeDocument/2006/relationships/tags" Target="../tags/tag504.xml"/><Relationship Id="rId5" Type="http://schemas.openxmlformats.org/officeDocument/2006/relationships/tags" Target="../tags/tag505.xml"/><Relationship Id="rId6" Type="http://schemas.openxmlformats.org/officeDocument/2006/relationships/tags" Target="../tags/tag506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507.xml"/><Relationship Id="rId3" Type="http://schemas.openxmlformats.org/officeDocument/2006/relationships/tags" Target="../tags/tag508.xml"/><Relationship Id="rId4" Type="http://schemas.openxmlformats.org/officeDocument/2006/relationships/tags" Target="../tags/tag509.xml"/><Relationship Id="rId5" Type="http://schemas.openxmlformats.org/officeDocument/2006/relationships/tags" Target="../tags/tag510.xml"/><Relationship Id="rId6" Type="http://schemas.openxmlformats.org/officeDocument/2006/relationships/tags" Target="../tags/tag511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512.xml"/><Relationship Id="rId3" Type="http://schemas.openxmlformats.org/officeDocument/2006/relationships/tags" Target="../tags/tag513.xml"/><Relationship Id="rId4" Type="http://schemas.openxmlformats.org/officeDocument/2006/relationships/tags" Target="../tags/tag514.xml"/><Relationship Id="rId5" Type="http://schemas.openxmlformats.org/officeDocument/2006/relationships/tags" Target="../tags/tag515.xml"/><Relationship Id="rId6" Type="http://schemas.openxmlformats.org/officeDocument/2006/relationships/tags" Target="../tags/tag516.xml"/><Relationship Id="rId7" Type="http://schemas.openxmlformats.org/officeDocument/2006/relationships/tags" Target="../tags/tag51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518.xml"/><Relationship Id="rId3" Type="http://schemas.openxmlformats.org/officeDocument/2006/relationships/tags" Target="../tags/tag519.xml"/><Relationship Id="rId4" Type="http://schemas.openxmlformats.org/officeDocument/2006/relationships/tags" Target="../tags/tag520.xml"/><Relationship Id="rId5" Type="http://schemas.openxmlformats.org/officeDocument/2006/relationships/tags" Target="../tags/tag521.xml"/><Relationship Id="rId6" Type="http://schemas.openxmlformats.org/officeDocument/2006/relationships/tags" Target="../tags/tag522.xml"/><Relationship Id="rId7" Type="http://schemas.openxmlformats.org/officeDocument/2006/relationships/tags" Target="../tags/tag523.xml"/><Relationship Id="rId8" Type="http://schemas.openxmlformats.org/officeDocument/2006/relationships/tags" Target="../tags/tag524.xml"/><Relationship Id="rId9" Type="http://schemas.openxmlformats.org/officeDocument/2006/relationships/tags" Target="../tags/tag525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526.xml"/><Relationship Id="rId3" Type="http://schemas.openxmlformats.org/officeDocument/2006/relationships/tags" Target="../tags/tag527.xml"/><Relationship Id="rId4" Type="http://schemas.openxmlformats.org/officeDocument/2006/relationships/tags" Target="../tags/tag528.xml"/><Relationship Id="rId5" Type="http://schemas.openxmlformats.org/officeDocument/2006/relationships/tags" Target="../tags/tag52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530.xml"/><Relationship Id="rId3" Type="http://schemas.openxmlformats.org/officeDocument/2006/relationships/tags" Target="../tags/tag531.xml"/><Relationship Id="rId4" Type="http://schemas.openxmlformats.org/officeDocument/2006/relationships/tags" Target="../tags/tag53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533.xml"/><Relationship Id="rId3" Type="http://schemas.openxmlformats.org/officeDocument/2006/relationships/tags" Target="../tags/tag534.xml"/><Relationship Id="rId4" Type="http://schemas.openxmlformats.org/officeDocument/2006/relationships/tags" Target="../tags/tag535.xml"/><Relationship Id="rId5" Type="http://schemas.openxmlformats.org/officeDocument/2006/relationships/tags" Target="../tags/tag536.xml"/><Relationship Id="rId6" Type="http://schemas.openxmlformats.org/officeDocument/2006/relationships/tags" Target="../tags/tag537.xml"/><Relationship Id="rId7" Type="http://schemas.openxmlformats.org/officeDocument/2006/relationships/tags" Target="../tags/tag538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539.xml"/><Relationship Id="rId3" Type="http://schemas.openxmlformats.org/officeDocument/2006/relationships/tags" Target="../tags/tag540.xml"/><Relationship Id="rId4" Type="http://schemas.openxmlformats.org/officeDocument/2006/relationships/tags" Target="../tags/tag541.xml"/><Relationship Id="rId5" Type="http://schemas.openxmlformats.org/officeDocument/2006/relationships/tags" Target="../tags/tag542.xml"/><Relationship Id="rId6" Type="http://schemas.openxmlformats.org/officeDocument/2006/relationships/tags" Target="../tags/tag543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544.xml"/><Relationship Id="rId3" Type="http://schemas.openxmlformats.org/officeDocument/2006/relationships/tags" Target="../tags/tag545.xml"/><Relationship Id="rId4" Type="http://schemas.openxmlformats.org/officeDocument/2006/relationships/tags" Target="../tags/tag546.xml"/><Relationship Id="rId5" Type="http://schemas.openxmlformats.org/officeDocument/2006/relationships/tags" Target="../tags/tag54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tags" Target="../tags/tag548.xml"/><Relationship Id="rId3" Type="http://schemas.openxmlformats.org/officeDocument/2006/relationships/tags" Target="../tags/tag549.xml"/><Relationship Id="rId4" Type="http://schemas.openxmlformats.org/officeDocument/2006/relationships/tags" Target="../tags/tag550.xml"/><Relationship Id="rId5" Type="http://schemas.openxmlformats.org/officeDocument/2006/relationships/tags" Target="../tags/tag551.xml"/><Relationship Id="rId6" Type="http://schemas.openxmlformats.org/officeDocument/2006/relationships/tags" Target="../tags/tag55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559.xml"/><Relationship Id="rId3" Type="http://schemas.openxmlformats.org/officeDocument/2006/relationships/tags" Target="../tags/tag560.xml"/><Relationship Id="rId4" Type="http://schemas.openxmlformats.org/officeDocument/2006/relationships/tags" Target="../tags/tag561.xml"/><Relationship Id="rId5" Type="http://schemas.openxmlformats.org/officeDocument/2006/relationships/tags" Target="../tags/tag562.xml"/><Relationship Id="rId6" Type="http://schemas.openxmlformats.org/officeDocument/2006/relationships/tags" Target="../tags/tag56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564.xml"/><Relationship Id="rId3" Type="http://schemas.openxmlformats.org/officeDocument/2006/relationships/tags" Target="../tags/tag565.xml"/><Relationship Id="rId4" Type="http://schemas.openxmlformats.org/officeDocument/2006/relationships/tags" Target="../tags/tag566.xml"/><Relationship Id="rId5" Type="http://schemas.openxmlformats.org/officeDocument/2006/relationships/tags" Target="../tags/tag567.xml"/><Relationship Id="rId6" Type="http://schemas.openxmlformats.org/officeDocument/2006/relationships/tags" Target="../tags/tag568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569.xml"/><Relationship Id="rId3" Type="http://schemas.openxmlformats.org/officeDocument/2006/relationships/tags" Target="../tags/tag570.xml"/><Relationship Id="rId4" Type="http://schemas.openxmlformats.org/officeDocument/2006/relationships/tags" Target="../tags/tag571.xml"/><Relationship Id="rId5" Type="http://schemas.openxmlformats.org/officeDocument/2006/relationships/tags" Target="../tags/tag572.xml"/><Relationship Id="rId6" Type="http://schemas.openxmlformats.org/officeDocument/2006/relationships/tags" Target="../tags/tag573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574.xml"/><Relationship Id="rId3" Type="http://schemas.openxmlformats.org/officeDocument/2006/relationships/tags" Target="../tags/tag575.xml"/><Relationship Id="rId4" Type="http://schemas.openxmlformats.org/officeDocument/2006/relationships/tags" Target="../tags/tag576.xml"/><Relationship Id="rId5" Type="http://schemas.openxmlformats.org/officeDocument/2006/relationships/tags" Target="../tags/tag577.xml"/><Relationship Id="rId6" Type="http://schemas.openxmlformats.org/officeDocument/2006/relationships/tags" Target="../tags/tag578.xml"/><Relationship Id="rId7" Type="http://schemas.openxmlformats.org/officeDocument/2006/relationships/tags" Target="../tags/tag57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580.xml"/><Relationship Id="rId3" Type="http://schemas.openxmlformats.org/officeDocument/2006/relationships/tags" Target="../tags/tag581.xml"/><Relationship Id="rId4" Type="http://schemas.openxmlformats.org/officeDocument/2006/relationships/tags" Target="../tags/tag582.xml"/><Relationship Id="rId5" Type="http://schemas.openxmlformats.org/officeDocument/2006/relationships/tags" Target="../tags/tag583.xml"/><Relationship Id="rId6" Type="http://schemas.openxmlformats.org/officeDocument/2006/relationships/tags" Target="../tags/tag584.xml"/><Relationship Id="rId7" Type="http://schemas.openxmlformats.org/officeDocument/2006/relationships/tags" Target="../tags/tag585.xml"/><Relationship Id="rId8" Type="http://schemas.openxmlformats.org/officeDocument/2006/relationships/tags" Target="../tags/tag586.xml"/><Relationship Id="rId9" Type="http://schemas.openxmlformats.org/officeDocument/2006/relationships/tags" Target="../tags/tag587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588.xml"/><Relationship Id="rId3" Type="http://schemas.openxmlformats.org/officeDocument/2006/relationships/tags" Target="../tags/tag589.xml"/><Relationship Id="rId4" Type="http://schemas.openxmlformats.org/officeDocument/2006/relationships/tags" Target="../tags/tag590.xml"/><Relationship Id="rId5" Type="http://schemas.openxmlformats.org/officeDocument/2006/relationships/tags" Target="../tags/tag59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592.xml"/><Relationship Id="rId3" Type="http://schemas.openxmlformats.org/officeDocument/2006/relationships/tags" Target="../tags/tag593.xml"/><Relationship Id="rId4" Type="http://schemas.openxmlformats.org/officeDocument/2006/relationships/tags" Target="../tags/tag594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595.xml"/><Relationship Id="rId3" Type="http://schemas.openxmlformats.org/officeDocument/2006/relationships/tags" Target="../tags/tag596.xml"/><Relationship Id="rId4" Type="http://schemas.openxmlformats.org/officeDocument/2006/relationships/tags" Target="../tags/tag597.xml"/><Relationship Id="rId5" Type="http://schemas.openxmlformats.org/officeDocument/2006/relationships/tags" Target="../tags/tag598.xml"/><Relationship Id="rId6" Type="http://schemas.openxmlformats.org/officeDocument/2006/relationships/tags" Target="../tags/tag599.xml"/><Relationship Id="rId7" Type="http://schemas.openxmlformats.org/officeDocument/2006/relationships/tags" Target="../tags/tag60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601.xml"/><Relationship Id="rId3" Type="http://schemas.openxmlformats.org/officeDocument/2006/relationships/tags" Target="../tags/tag602.xml"/><Relationship Id="rId4" Type="http://schemas.openxmlformats.org/officeDocument/2006/relationships/tags" Target="../tags/tag603.xml"/><Relationship Id="rId5" Type="http://schemas.openxmlformats.org/officeDocument/2006/relationships/tags" Target="../tags/tag604.xml"/><Relationship Id="rId6" Type="http://schemas.openxmlformats.org/officeDocument/2006/relationships/tags" Target="../tags/tag605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606.xml"/><Relationship Id="rId3" Type="http://schemas.openxmlformats.org/officeDocument/2006/relationships/tags" Target="../tags/tag607.xml"/><Relationship Id="rId4" Type="http://schemas.openxmlformats.org/officeDocument/2006/relationships/tags" Target="../tags/tag608.xml"/><Relationship Id="rId5" Type="http://schemas.openxmlformats.org/officeDocument/2006/relationships/tags" Target="../tags/tag609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tags" Target="../tags/tag610.xml"/><Relationship Id="rId3" Type="http://schemas.openxmlformats.org/officeDocument/2006/relationships/tags" Target="../tags/tag611.xml"/><Relationship Id="rId4" Type="http://schemas.openxmlformats.org/officeDocument/2006/relationships/tags" Target="../tags/tag612.xml"/><Relationship Id="rId5" Type="http://schemas.openxmlformats.org/officeDocument/2006/relationships/tags" Target="../tags/tag613.xml"/><Relationship Id="rId6" Type="http://schemas.openxmlformats.org/officeDocument/2006/relationships/tags" Target="../tags/tag614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tags" Target="../tags/tag621.xml"/><Relationship Id="rId3" Type="http://schemas.openxmlformats.org/officeDocument/2006/relationships/tags" Target="../tags/tag622.xml"/><Relationship Id="rId4" Type="http://schemas.openxmlformats.org/officeDocument/2006/relationships/tags" Target="../tags/tag623.xml"/><Relationship Id="rId5" Type="http://schemas.openxmlformats.org/officeDocument/2006/relationships/tags" Target="../tags/tag624.xml"/><Relationship Id="rId6" Type="http://schemas.openxmlformats.org/officeDocument/2006/relationships/tags" Target="../tags/tag625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tags" Target="../tags/tag626.xml"/><Relationship Id="rId3" Type="http://schemas.openxmlformats.org/officeDocument/2006/relationships/tags" Target="../tags/tag627.xml"/><Relationship Id="rId4" Type="http://schemas.openxmlformats.org/officeDocument/2006/relationships/tags" Target="../tags/tag628.xml"/><Relationship Id="rId5" Type="http://schemas.openxmlformats.org/officeDocument/2006/relationships/tags" Target="../tags/tag629.xml"/><Relationship Id="rId6" Type="http://schemas.openxmlformats.org/officeDocument/2006/relationships/tags" Target="../tags/tag63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tags" Target="../tags/tag631.xml"/><Relationship Id="rId3" Type="http://schemas.openxmlformats.org/officeDocument/2006/relationships/tags" Target="../tags/tag632.xml"/><Relationship Id="rId4" Type="http://schemas.openxmlformats.org/officeDocument/2006/relationships/tags" Target="../tags/tag633.xml"/><Relationship Id="rId5" Type="http://schemas.openxmlformats.org/officeDocument/2006/relationships/tags" Target="../tags/tag634.xml"/><Relationship Id="rId6" Type="http://schemas.openxmlformats.org/officeDocument/2006/relationships/tags" Target="../tags/tag635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tags" Target="../tags/tag636.xml"/><Relationship Id="rId3" Type="http://schemas.openxmlformats.org/officeDocument/2006/relationships/tags" Target="../tags/tag637.xml"/><Relationship Id="rId4" Type="http://schemas.openxmlformats.org/officeDocument/2006/relationships/tags" Target="../tags/tag638.xml"/><Relationship Id="rId5" Type="http://schemas.openxmlformats.org/officeDocument/2006/relationships/tags" Target="../tags/tag639.xml"/><Relationship Id="rId6" Type="http://schemas.openxmlformats.org/officeDocument/2006/relationships/tags" Target="../tags/tag640.xml"/><Relationship Id="rId7" Type="http://schemas.openxmlformats.org/officeDocument/2006/relationships/tags" Target="../tags/tag641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tags" Target="../tags/tag642.xml"/><Relationship Id="rId3" Type="http://schemas.openxmlformats.org/officeDocument/2006/relationships/tags" Target="../tags/tag643.xml"/><Relationship Id="rId4" Type="http://schemas.openxmlformats.org/officeDocument/2006/relationships/tags" Target="../tags/tag644.xml"/><Relationship Id="rId5" Type="http://schemas.openxmlformats.org/officeDocument/2006/relationships/tags" Target="../tags/tag645.xml"/><Relationship Id="rId6" Type="http://schemas.openxmlformats.org/officeDocument/2006/relationships/tags" Target="../tags/tag646.xml"/><Relationship Id="rId7" Type="http://schemas.openxmlformats.org/officeDocument/2006/relationships/tags" Target="../tags/tag647.xml"/><Relationship Id="rId8" Type="http://schemas.openxmlformats.org/officeDocument/2006/relationships/tags" Target="../tags/tag648.xml"/><Relationship Id="rId9" Type="http://schemas.openxmlformats.org/officeDocument/2006/relationships/tags" Target="../tags/tag649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tags" Target="../tags/tag650.xml"/><Relationship Id="rId3" Type="http://schemas.openxmlformats.org/officeDocument/2006/relationships/tags" Target="../tags/tag651.xml"/><Relationship Id="rId4" Type="http://schemas.openxmlformats.org/officeDocument/2006/relationships/tags" Target="../tags/tag652.xml"/><Relationship Id="rId5" Type="http://schemas.openxmlformats.org/officeDocument/2006/relationships/tags" Target="../tags/tag65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tags" Target="../tags/tag654.xml"/><Relationship Id="rId3" Type="http://schemas.openxmlformats.org/officeDocument/2006/relationships/tags" Target="../tags/tag655.xml"/><Relationship Id="rId4" Type="http://schemas.openxmlformats.org/officeDocument/2006/relationships/tags" Target="../tags/tag656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tags" Target="../tags/tag657.xml"/><Relationship Id="rId3" Type="http://schemas.openxmlformats.org/officeDocument/2006/relationships/tags" Target="../tags/tag658.xml"/><Relationship Id="rId4" Type="http://schemas.openxmlformats.org/officeDocument/2006/relationships/tags" Target="../tags/tag659.xml"/><Relationship Id="rId5" Type="http://schemas.openxmlformats.org/officeDocument/2006/relationships/tags" Target="../tags/tag660.xml"/><Relationship Id="rId6" Type="http://schemas.openxmlformats.org/officeDocument/2006/relationships/tags" Target="../tags/tag661.xml"/><Relationship Id="rId7" Type="http://schemas.openxmlformats.org/officeDocument/2006/relationships/tags" Target="../tags/tag662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tags" Target="../tags/tag663.xml"/><Relationship Id="rId3" Type="http://schemas.openxmlformats.org/officeDocument/2006/relationships/tags" Target="../tags/tag664.xml"/><Relationship Id="rId4" Type="http://schemas.openxmlformats.org/officeDocument/2006/relationships/tags" Target="../tags/tag665.xml"/><Relationship Id="rId5" Type="http://schemas.openxmlformats.org/officeDocument/2006/relationships/tags" Target="../tags/tag666.xml"/><Relationship Id="rId6" Type="http://schemas.openxmlformats.org/officeDocument/2006/relationships/tags" Target="../tags/tag667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tags" Target="../tags/tag668.xml"/><Relationship Id="rId3" Type="http://schemas.openxmlformats.org/officeDocument/2006/relationships/tags" Target="../tags/tag669.xml"/><Relationship Id="rId4" Type="http://schemas.openxmlformats.org/officeDocument/2006/relationships/tags" Target="../tags/tag670.xml"/><Relationship Id="rId5" Type="http://schemas.openxmlformats.org/officeDocument/2006/relationships/tags" Target="../tags/tag671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tags" Target="../tags/tag672.xml"/><Relationship Id="rId3" Type="http://schemas.openxmlformats.org/officeDocument/2006/relationships/tags" Target="../tags/tag673.xml"/><Relationship Id="rId4" Type="http://schemas.openxmlformats.org/officeDocument/2006/relationships/tags" Target="../tags/tag674.xml"/><Relationship Id="rId5" Type="http://schemas.openxmlformats.org/officeDocument/2006/relationships/tags" Target="../tags/tag675.xml"/><Relationship Id="rId6" Type="http://schemas.openxmlformats.org/officeDocument/2006/relationships/tags" Target="../tags/tag676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tags" Target="../tags/tag683.xml"/><Relationship Id="rId3" Type="http://schemas.openxmlformats.org/officeDocument/2006/relationships/tags" Target="../tags/tag684.xml"/><Relationship Id="rId4" Type="http://schemas.openxmlformats.org/officeDocument/2006/relationships/tags" Target="../tags/tag685.xml"/><Relationship Id="rId5" Type="http://schemas.openxmlformats.org/officeDocument/2006/relationships/tags" Target="../tags/tag686.xml"/><Relationship Id="rId6" Type="http://schemas.openxmlformats.org/officeDocument/2006/relationships/tags" Target="../tags/tag687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tags" Target="../tags/tag688.xml"/><Relationship Id="rId3" Type="http://schemas.openxmlformats.org/officeDocument/2006/relationships/tags" Target="../tags/tag689.xml"/><Relationship Id="rId4" Type="http://schemas.openxmlformats.org/officeDocument/2006/relationships/tags" Target="../tags/tag690.xml"/><Relationship Id="rId5" Type="http://schemas.openxmlformats.org/officeDocument/2006/relationships/tags" Target="../tags/tag691.xml"/><Relationship Id="rId6" Type="http://schemas.openxmlformats.org/officeDocument/2006/relationships/tags" Target="../tags/tag692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tags" Target="../tags/tag693.xml"/><Relationship Id="rId3" Type="http://schemas.openxmlformats.org/officeDocument/2006/relationships/tags" Target="../tags/tag694.xml"/><Relationship Id="rId4" Type="http://schemas.openxmlformats.org/officeDocument/2006/relationships/tags" Target="../tags/tag695.xml"/><Relationship Id="rId5" Type="http://schemas.openxmlformats.org/officeDocument/2006/relationships/tags" Target="../tags/tag696.xml"/><Relationship Id="rId6" Type="http://schemas.openxmlformats.org/officeDocument/2006/relationships/tags" Target="../tags/tag697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tags" Target="../tags/tag698.xml"/><Relationship Id="rId3" Type="http://schemas.openxmlformats.org/officeDocument/2006/relationships/tags" Target="../tags/tag699.xml"/><Relationship Id="rId4" Type="http://schemas.openxmlformats.org/officeDocument/2006/relationships/tags" Target="../tags/tag700.xml"/><Relationship Id="rId5" Type="http://schemas.openxmlformats.org/officeDocument/2006/relationships/tags" Target="../tags/tag701.xml"/><Relationship Id="rId6" Type="http://schemas.openxmlformats.org/officeDocument/2006/relationships/tags" Target="../tags/tag702.xml"/><Relationship Id="rId7" Type="http://schemas.openxmlformats.org/officeDocument/2006/relationships/tags" Target="../tags/tag70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tags" Target="../tags/tag704.xml"/><Relationship Id="rId3" Type="http://schemas.openxmlformats.org/officeDocument/2006/relationships/tags" Target="../tags/tag705.xml"/><Relationship Id="rId4" Type="http://schemas.openxmlformats.org/officeDocument/2006/relationships/tags" Target="../tags/tag706.xml"/><Relationship Id="rId5" Type="http://schemas.openxmlformats.org/officeDocument/2006/relationships/tags" Target="../tags/tag707.xml"/><Relationship Id="rId6" Type="http://schemas.openxmlformats.org/officeDocument/2006/relationships/tags" Target="../tags/tag708.xml"/><Relationship Id="rId7" Type="http://schemas.openxmlformats.org/officeDocument/2006/relationships/tags" Target="../tags/tag709.xml"/><Relationship Id="rId8" Type="http://schemas.openxmlformats.org/officeDocument/2006/relationships/tags" Target="../tags/tag710.xml"/><Relationship Id="rId9" Type="http://schemas.openxmlformats.org/officeDocument/2006/relationships/tags" Target="../tags/tag71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tags" Target="../tags/tag712.xml"/><Relationship Id="rId3" Type="http://schemas.openxmlformats.org/officeDocument/2006/relationships/tags" Target="../tags/tag713.xml"/><Relationship Id="rId4" Type="http://schemas.openxmlformats.org/officeDocument/2006/relationships/tags" Target="../tags/tag714.xml"/><Relationship Id="rId5" Type="http://schemas.openxmlformats.org/officeDocument/2006/relationships/tags" Target="../tags/tag715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tags" Target="../tags/tag716.xml"/><Relationship Id="rId3" Type="http://schemas.openxmlformats.org/officeDocument/2006/relationships/tags" Target="../tags/tag717.xml"/><Relationship Id="rId4" Type="http://schemas.openxmlformats.org/officeDocument/2006/relationships/tags" Target="../tags/tag718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tags" Target="../tags/tag719.xml"/><Relationship Id="rId3" Type="http://schemas.openxmlformats.org/officeDocument/2006/relationships/tags" Target="../tags/tag720.xml"/><Relationship Id="rId4" Type="http://schemas.openxmlformats.org/officeDocument/2006/relationships/tags" Target="../tags/tag721.xml"/><Relationship Id="rId5" Type="http://schemas.openxmlformats.org/officeDocument/2006/relationships/tags" Target="../tags/tag722.xml"/><Relationship Id="rId6" Type="http://schemas.openxmlformats.org/officeDocument/2006/relationships/tags" Target="../tags/tag723.xml"/><Relationship Id="rId7" Type="http://schemas.openxmlformats.org/officeDocument/2006/relationships/tags" Target="../tags/tag724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tags" Target="../tags/tag725.xml"/><Relationship Id="rId3" Type="http://schemas.openxmlformats.org/officeDocument/2006/relationships/tags" Target="../tags/tag726.xml"/><Relationship Id="rId4" Type="http://schemas.openxmlformats.org/officeDocument/2006/relationships/tags" Target="../tags/tag727.xml"/><Relationship Id="rId5" Type="http://schemas.openxmlformats.org/officeDocument/2006/relationships/tags" Target="../tags/tag728.xml"/><Relationship Id="rId6" Type="http://schemas.openxmlformats.org/officeDocument/2006/relationships/tags" Target="../tags/tag729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tags" Target="../tags/tag730.xml"/><Relationship Id="rId3" Type="http://schemas.openxmlformats.org/officeDocument/2006/relationships/tags" Target="../tags/tag731.xml"/><Relationship Id="rId4" Type="http://schemas.openxmlformats.org/officeDocument/2006/relationships/tags" Target="../tags/tag732.xml"/><Relationship Id="rId5" Type="http://schemas.openxmlformats.org/officeDocument/2006/relationships/tags" Target="../tags/tag73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tags" Target="../tags/tag734.xml"/><Relationship Id="rId3" Type="http://schemas.openxmlformats.org/officeDocument/2006/relationships/tags" Target="../tags/tag735.xml"/><Relationship Id="rId4" Type="http://schemas.openxmlformats.org/officeDocument/2006/relationships/tags" Target="../tags/tag736.xml"/><Relationship Id="rId5" Type="http://schemas.openxmlformats.org/officeDocument/2006/relationships/tags" Target="../tags/tag737.xml"/><Relationship Id="rId6" Type="http://schemas.openxmlformats.org/officeDocument/2006/relationships/tags" Target="../tags/tag738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tags" Target="../tags/tag745.xml"/><Relationship Id="rId3" Type="http://schemas.openxmlformats.org/officeDocument/2006/relationships/tags" Target="../tags/tag746.xml"/><Relationship Id="rId4" Type="http://schemas.openxmlformats.org/officeDocument/2006/relationships/tags" Target="../tags/tag747.xml"/><Relationship Id="rId5" Type="http://schemas.openxmlformats.org/officeDocument/2006/relationships/tags" Target="../tags/tag748.xml"/><Relationship Id="rId6" Type="http://schemas.openxmlformats.org/officeDocument/2006/relationships/tags" Target="../tags/tag749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tags" Target="../tags/tag750.xml"/><Relationship Id="rId3" Type="http://schemas.openxmlformats.org/officeDocument/2006/relationships/tags" Target="../tags/tag751.xml"/><Relationship Id="rId4" Type="http://schemas.openxmlformats.org/officeDocument/2006/relationships/tags" Target="../tags/tag752.xml"/><Relationship Id="rId5" Type="http://schemas.openxmlformats.org/officeDocument/2006/relationships/tags" Target="../tags/tag753.xml"/><Relationship Id="rId6" Type="http://schemas.openxmlformats.org/officeDocument/2006/relationships/tags" Target="../tags/tag754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tags" Target="../tags/tag755.xml"/><Relationship Id="rId3" Type="http://schemas.openxmlformats.org/officeDocument/2006/relationships/tags" Target="../tags/tag756.xml"/><Relationship Id="rId4" Type="http://schemas.openxmlformats.org/officeDocument/2006/relationships/tags" Target="../tags/tag757.xml"/><Relationship Id="rId5" Type="http://schemas.openxmlformats.org/officeDocument/2006/relationships/tags" Target="../tags/tag758.xml"/><Relationship Id="rId6" Type="http://schemas.openxmlformats.org/officeDocument/2006/relationships/tags" Target="../tags/tag759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tags" Target="../tags/tag760.xml"/><Relationship Id="rId3" Type="http://schemas.openxmlformats.org/officeDocument/2006/relationships/tags" Target="../tags/tag761.xml"/><Relationship Id="rId4" Type="http://schemas.openxmlformats.org/officeDocument/2006/relationships/tags" Target="../tags/tag762.xml"/><Relationship Id="rId5" Type="http://schemas.openxmlformats.org/officeDocument/2006/relationships/tags" Target="../tags/tag763.xml"/><Relationship Id="rId6" Type="http://schemas.openxmlformats.org/officeDocument/2006/relationships/tags" Target="../tags/tag764.xml"/><Relationship Id="rId7" Type="http://schemas.openxmlformats.org/officeDocument/2006/relationships/tags" Target="../tags/tag765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tags" Target="../tags/tag766.xml"/><Relationship Id="rId3" Type="http://schemas.openxmlformats.org/officeDocument/2006/relationships/tags" Target="../tags/tag767.xml"/><Relationship Id="rId4" Type="http://schemas.openxmlformats.org/officeDocument/2006/relationships/tags" Target="../tags/tag768.xml"/><Relationship Id="rId5" Type="http://schemas.openxmlformats.org/officeDocument/2006/relationships/tags" Target="../tags/tag769.xml"/><Relationship Id="rId6" Type="http://schemas.openxmlformats.org/officeDocument/2006/relationships/tags" Target="../tags/tag770.xml"/><Relationship Id="rId7" Type="http://schemas.openxmlformats.org/officeDocument/2006/relationships/tags" Target="../tags/tag771.xml"/><Relationship Id="rId8" Type="http://schemas.openxmlformats.org/officeDocument/2006/relationships/tags" Target="../tags/tag772.xml"/><Relationship Id="rId9" Type="http://schemas.openxmlformats.org/officeDocument/2006/relationships/tags" Target="../tags/tag77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tags" Target="../tags/tag774.xml"/><Relationship Id="rId3" Type="http://schemas.openxmlformats.org/officeDocument/2006/relationships/tags" Target="../tags/tag775.xml"/><Relationship Id="rId4" Type="http://schemas.openxmlformats.org/officeDocument/2006/relationships/tags" Target="../tags/tag776.xml"/><Relationship Id="rId5" Type="http://schemas.openxmlformats.org/officeDocument/2006/relationships/tags" Target="../tags/tag777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tags" Target="../tags/tag778.xml"/><Relationship Id="rId3" Type="http://schemas.openxmlformats.org/officeDocument/2006/relationships/tags" Target="../tags/tag779.xml"/><Relationship Id="rId4" Type="http://schemas.openxmlformats.org/officeDocument/2006/relationships/tags" Target="../tags/tag780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tags" Target="../tags/tag781.xml"/><Relationship Id="rId3" Type="http://schemas.openxmlformats.org/officeDocument/2006/relationships/tags" Target="../tags/tag782.xml"/><Relationship Id="rId4" Type="http://schemas.openxmlformats.org/officeDocument/2006/relationships/tags" Target="../tags/tag783.xml"/><Relationship Id="rId5" Type="http://schemas.openxmlformats.org/officeDocument/2006/relationships/tags" Target="../tags/tag784.xml"/><Relationship Id="rId6" Type="http://schemas.openxmlformats.org/officeDocument/2006/relationships/tags" Target="../tags/tag785.xml"/><Relationship Id="rId7" Type="http://schemas.openxmlformats.org/officeDocument/2006/relationships/tags" Target="../tags/tag786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tags" Target="../tags/tag787.xml"/><Relationship Id="rId3" Type="http://schemas.openxmlformats.org/officeDocument/2006/relationships/tags" Target="../tags/tag788.xml"/><Relationship Id="rId4" Type="http://schemas.openxmlformats.org/officeDocument/2006/relationships/tags" Target="../tags/tag789.xml"/><Relationship Id="rId5" Type="http://schemas.openxmlformats.org/officeDocument/2006/relationships/tags" Target="../tags/tag790.xml"/><Relationship Id="rId6" Type="http://schemas.openxmlformats.org/officeDocument/2006/relationships/tags" Target="../tags/tag791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tags" Target="../tags/tag792.xml"/><Relationship Id="rId3" Type="http://schemas.openxmlformats.org/officeDocument/2006/relationships/tags" Target="../tags/tag793.xml"/><Relationship Id="rId4" Type="http://schemas.openxmlformats.org/officeDocument/2006/relationships/tags" Target="../tags/tag794.xml"/><Relationship Id="rId5" Type="http://schemas.openxmlformats.org/officeDocument/2006/relationships/tags" Target="../tags/tag795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tags" Target="../tags/tag796.xml"/><Relationship Id="rId3" Type="http://schemas.openxmlformats.org/officeDocument/2006/relationships/tags" Target="../tags/tag797.xml"/><Relationship Id="rId4" Type="http://schemas.openxmlformats.org/officeDocument/2006/relationships/tags" Target="../tags/tag798.xml"/><Relationship Id="rId5" Type="http://schemas.openxmlformats.org/officeDocument/2006/relationships/tags" Target="../tags/tag799.xml"/><Relationship Id="rId6" Type="http://schemas.openxmlformats.org/officeDocument/2006/relationships/tags" Target="../tags/tag800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tags" Target="../tags/tag807.xml"/><Relationship Id="rId3" Type="http://schemas.openxmlformats.org/officeDocument/2006/relationships/tags" Target="../tags/tag808.xml"/><Relationship Id="rId4" Type="http://schemas.openxmlformats.org/officeDocument/2006/relationships/tags" Target="../tags/tag809.xml"/><Relationship Id="rId5" Type="http://schemas.openxmlformats.org/officeDocument/2006/relationships/tags" Target="../tags/tag810.xml"/><Relationship Id="rId6" Type="http://schemas.openxmlformats.org/officeDocument/2006/relationships/tags" Target="../tags/tag811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tags" Target="../tags/tag812.xml"/><Relationship Id="rId3" Type="http://schemas.openxmlformats.org/officeDocument/2006/relationships/tags" Target="../tags/tag813.xml"/><Relationship Id="rId4" Type="http://schemas.openxmlformats.org/officeDocument/2006/relationships/tags" Target="../tags/tag814.xml"/><Relationship Id="rId5" Type="http://schemas.openxmlformats.org/officeDocument/2006/relationships/tags" Target="../tags/tag815.xml"/><Relationship Id="rId6" Type="http://schemas.openxmlformats.org/officeDocument/2006/relationships/tags" Target="../tags/tag816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tags" Target="../tags/tag817.xml"/><Relationship Id="rId3" Type="http://schemas.openxmlformats.org/officeDocument/2006/relationships/tags" Target="../tags/tag818.xml"/><Relationship Id="rId4" Type="http://schemas.openxmlformats.org/officeDocument/2006/relationships/tags" Target="../tags/tag819.xml"/><Relationship Id="rId5" Type="http://schemas.openxmlformats.org/officeDocument/2006/relationships/tags" Target="../tags/tag820.xml"/><Relationship Id="rId6" Type="http://schemas.openxmlformats.org/officeDocument/2006/relationships/tags" Target="../tags/tag821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tags" Target="../tags/tag822.xml"/><Relationship Id="rId3" Type="http://schemas.openxmlformats.org/officeDocument/2006/relationships/tags" Target="../tags/tag823.xml"/><Relationship Id="rId4" Type="http://schemas.openxmlformats.org/officeDocument/2006/relationships/tags" Target="../tags/tag824.xml"/><Relationship Id="rId5" Type="http://schemas.openxmlformats.org/officeDocument/2006/relationships/tags" Target="../tags/tag825.xml"/><Relationship Id="rId6" Type="http://schemas.openxmlformats.org/officeDocument/2006/relationships/tags" Target="../tags/tag826.xml"/><Relationship Id="rId7" Type="http://schemas.openxmlformats.org/officeDocument/2006/relationships/tags" Target="../tags/tag827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tags" Target="../tags/tag828.xml"/><Relationship Id="rId3" Type="http://schemas.openxmlformats.org/officeDocument/2006/relationships/tags" Target="../tags/tag829.xml"/><Relationship Id="rId4" Type="http://schemas.openxmlformats.org/officeDocument/2006/relationships/tags" Target="../tags/tag830.xml"/><Relationship Id="rId5" Type="http://schemas.openxmlformats.org/officeDocument/2006/relationships/tags" Target="../tags/tag831.xml"/><Relationship Id="rId6" Type="http://schemas.openxmlformats.org/officeDocument/2006/relationships/tags" Target="../tags/tag832.xml"/><Relationship Id="rId7" Type="http://schemas.openxmlformats.org/officeDocument/2006/relationships/tags" Target="../tags/tag833.xml"/><Relationship Id="rId8" Type="http://schemas.openxmlformats.org/officeDocument/2006/relationships/tags" Target="../tags/tag834.xml"/><Relationship Id="rId9" Type="http://schemas.openxmlformats.org/officeDocument/2006/relationships/tags" Target="../tags/tag835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tags" Target="../tags/tag836.xml"/><Relationship Id="rId3" Type="http://schemas.openxmlformats.org/officeDocument/2006/relationships/tags" Target="../tags/tag837.xml"/><Relationship Id="rId4" Type="http://schemas.openxmlformats.org/officeDocument/2006/relationships/tags" Target="../tags/tag838.xml"/><Relationship Id="rId5" Type="http://schemas.openxmlformats.org/officeDocument/2006/relationships/tags" Target="../tags/tag839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tags" Target="../tags/tag840.xml"/><Relationship Id="rId3" Type="http://schemas.openxmlformats.org/officeDocument/2006/relationships/tags" Target="../tags/tag841.xml"/><Relationship Id="rId4" Type="http://schemas.openxmlformats.org/officeDocument/2006/relationships/tags" Target="../tags/tag84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tags" Target="../tags/tag843.xml"/><Relationship Id="rId3" Type="http://schemas.openxmlformats.org/officeDocument/2006/relationships/tags" Target="../tags/tag844.xml"/><Relationship Id="rId4" Type="http://schemas.openxmlformats.org/officeDocument/2006/relationships/tags" Target="../tags/tag845.xml"/><Relationship Id="rId5" Type="http://schemas.openxmlformats.org/officeDocument/2006/relationships/tags" Target="../tags/tag846.xml"/><Relationship Id="rId6" Type="http://schemas.openxmlformats.org/officeDocument/2006/relationships/tags" Target="../tags/tag847.xml"/><Relationship Id="rId7" Type="http://schemas.openxmlformats.org/officeDocument/2006/relationships/tags" Target="../tags/tag848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tags" Target="../tags/tag849.xml"/><Relationship Id="rId3" Type="http://schemas.openxmlformats.org/officeDocument/2006/relationships/tags" Target="../tags/tag850.xml"/><Relationship Id="rId4" Type="http://schemas.openxmlformats.org/officeDocument/2006/relationships/tags" Target="../tags/tag851.xml"/><Relationship Id="rId5" Type="http://schemas.openxmlformats.org/officeDocument/2006/relationships/tags" Target="../tags/tag852.xml"/><Relationship Id="rId6" Type="http://schemas.openxmlformats.org/officeDocument/2006/relationships/tags" Target="../tags/tag853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tags" Target="../tags/tag854.xml"/><Relationship Id="rId3" Type="http://schemas.openxmlformats.org/officeDocument/2006/relationships/tags" Target="../tags/tag855.xml"/><Relationship Id="rId4" Type="http://schemas.openxmlformats.org/officeDocument/2006/relationships/tags" Target="../tags/tag856.xml"/><Relationship Id="rId5" Type="http://schemas.openxmlformats.org/officeDocument/2006/relationships/tags" Target="../tags/tag857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tags" Target="../tags/tag858.xml"/><Relationship Id="rId3" Type="http://schemas.openxmlformats.org/officeDocument/2006/relationships/tags" Target="../tags/tag859.xml"/><Relationship Id="rId4" Type="http://schemas.openxmlformats.org/officeDocument/2006/relationships/tags" Target="../tags/tag860.xml"/><Relationship Id="rId5" Type="http://schemas.openxmlformats.org/officeDocument/2006/relationships/tags" Target="../tags/tag861.xml"/><Relationship Id="rId6" Type="http://schemas.openxmlformats.org/officeDocument/2006/relationships/tags" Target="../tags/tag86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tags" Target="../tags/tag869.xml"/><Relationship Id="rId3" Type="http://schemas.openxmlformats.org/officeDocument/2006/relationships/tags" Target="../tags/tag870.xml"/><Relationship Id="rId4" Type="http://schemas.openxmlformats.org/officeDocument/2006/relationships/tags" Target="../tags/tag871.xml"/><Relationship Id="rId5" Type="http://schemas.openxmlformats.org/officeDocument/2006/relationships/tags" Target="../tags/tag872.xml"/><Relationship Id="rId6" Type="http://schemas.openxmlformats.org/officeDocument/2006/relationships/tags" Target="../tags/tag873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tags" Target="../tags/tag874.xml"/><Relationship Id="rId3" Type="http://schemas.openxmlformats.org/officeDocument/2006/relationships/tags" Target="../tags/tag875.xml"/><Relationship Id="rId4" Type="http://schemas.openxmlformats.org/officeDocument/2006/relationships/tags" Target="../tags/tag876.xml"/><Relationship Id="rId5" Type="http://schemas.openxmlformats.org/officeDocument/2006/relationships/tags" Target="../tags/tag877.xml"/><Relationship Id="rId6" Type="http://schemas.openxmlformats.org/officeDocument/2006/relationships/tags" Target="../tags/tag878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tags" Target="../tags/tag879.xml"/><Relationship Id="rId3" Type="http://schemas.openxmlformats.org/officeDocument/2006/relationships/tags" Target="../tags/tag880.xml"/><Relationship Id="rId4" Type="http://schemas.openxmlformats.org/officeDocument/2006/relationships/tags" Target="../tags/tag881.xml"/><Relationship Id="rId5" Type="http://schemas.openxmlformats.org/officeDocument/2006/relationships/tags" Target="../tags/tag882.xml"/><Relationship Id="rId6" Type="http://schemas.openxmlformats.org/officeDocument/2006/relationships/tags" Target="../tags/tag88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tags" Target="../tags/tag884.xml"/><Relationship Id="rId3" Type="http://schemas.openxmlformats.org/officeDocument/2006/relationships/tags" Target="../tags/tag885.xml"/><Relationship Id="rId4" Type="http://schemas.openxmlformats.org/officeDocument/2006/relationships/tags" Target="../tags/tag886.xml"/><Relationship Id="rId5" Type="http://schemas.openxmlformats.org/officeDocument/2006/relationships/tags" Target="../tags/tag887.xml"/><Relationship Id="rId6" Type="http://schemas.openxmlformats.org/officeDocument/2006/relationships/tags" Target="../tags/tag888.xml"/><Relationship Id="rId7" Type="http://schemas.openxmlformats.org/officeDocument/2006/relationships/tags" Target="../tags/tag889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tags" Target="../tags/tag890.xml"/><Relationship Id="rId3" Type="http://schemas.openxmlformats.org/officeDocument/2006/relationships/tags" Target="../tags/tag891.xml"/><Relationship Id="rId4" Type="http://schemas.openxmlformats.org/officeDocument/2006/relationships/tags" Target="../tags/tag892.xml"/><Relationship Id="rId5" Type="http://schemas.openxmlformats.org/officeDocument/2006/relationships/tags" Target="../tags/tag893.xml"/><Relationship Id="rId6" Type="http://schemas.openxmlformats.org/officeDocument/2006/relationships/tags" Target="../tags/tag894.xml"/><Relationship Id="rId7" Type="http://schemas.openxmlformats.org/officeDocument/2006/relationships/tags" Target="../tags/tag895.xml"/><Relationship Id="rId8" Type="http://schemas.openxmlformats.org/officeDocument/2006/relationships/tags" Target="../tags/tag896.xml"/><Relationship Id="rId9" Type="http://schemas.openxmlformats.org/officeDocument/2006/relationships/tags" Target="../tags/tag897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tags" Target="../tags/tag898.xml"/><Relationship Id="rId3" Type="http://schemas.openxmlformats.org/officeDocument/2006/relationships/tags" Target="../tags/tag899.xml"/><Relationship Id="rId4" Type="http://schemas.openxmlformats.org/officeDocument/2006/relationships/tags" Target="../tags/tag900.xml"/><Relationship Id="rId5" Type="http://schemas.openxmlformats.org/officeDocument/2006/relationships/tags" Target="../tags/tag901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tags" Target="../tags/tag902.xml"/><Relationship Id="rId3" Type="http://schemas.openxmlformats.org/officeDocument/2006/relationships/tags" Target="../tags/tag903.xml"/><Relationship Id="rId4" Type="http://schemas.openxmlformats.org/officeDocument/2006/relationships/tags" Target="../tags/tag904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tags" Target="../tags/tag905.xml"/><Relationship Id="rId3" Type="http://schemas.openxmlformats.org/officeDocument/2006/relationships/tags" Target="../tags/tag906.xml"/><Relationship Id="rId4" Type="http://schemas.openxmlformats.org/officeDocument/2006/relationships/tags" Target="../tags/tag907.xml"/><Relationship Id="rId5" Type="http://schemas.openxmlformats.org/officeDocument/2006/relationships/tags" Target="../tags/tag908.xml"/><Relationship Id="rId6" Type="http://schemas.openxmlformats.org/officeDocument/2006/relationships/tags" Target="../tags/tag909.xml"/><Relationship Id="rId7" Type="http://schemas.openxmlformats.org/officeDocument/2006/relationships/tags" Target="../tags/tag910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tags" Target="../tags/tag911.xml"/><Relationship Id="rId3" Type="http://schemas.openxmlformats.org/officeDocument/2006/relationships/tags" Target="../tags/tag912.xml"/><Relationship Id="rId4" Type="http://schemas.openxmlformats.org/officeDocument/2006/relationships/tags" Target="../tags/tag913.xml"/><Relationship Id="rId5" Type="http://schemas.openxmlformats.org/officeDocument/2006/relationships/tags" Target="../tags/tag914.xml"/><Relationship Id="rId6" Type="http://schemas.openxmlformats.org/officeDocument/2006/relationships/tags" Target="../tags/tag915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tags" Target="../tags/tag916.xml"/><Relationship Id="rId3" Type="http://schemas.openxmlformats.org/officeDocument/2006/relationships/tags" Target="../tags/tag917.xml"/><Relationship Id="rId4" Type="http://schemas.openxmlformats.org/officeDocument/2006/relationships/tags" Target="../tags/tag918.xml"/><Relationship Id="rId5" Type="http://schemas.openxmlformats.org/officeDocument/2006/relationships/tags" Target="../tags/tag919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tags" Target="../tags/tag920.xml"/><Relationship Id="rId3" Type="http://schemas.openxmlformats.org/officeDocument/2006/relationships/tags" Target="../tags/tag921.xml"/><Relationship Id="rId4" Type="http://schemas.openxmlformats.org/officeDocument/2006/relationships/tags" Target="../tags/tag922.xml"/><Relationship Id="rId5" Type="http://schemas.openxmlformats.org/officeDocument/2006/relationships/tags" Target="../tags/tag923.xml"/><Relationship Id="rId6" Type="http://schemas.openxmlformats.org/officeDocument/2006/relationships/tags" Target="../tags/tag924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tags" Target="../tags/tag931.xml"/><Relationship Id="rId3" Type="http://schemas.openxmlformats.org/officeDocument/2006/relationships/tags" Target="../tags/tag932.xml"/><Relationship Id="rId4" Type="http://schemas.openxmlformats.org/officeDocument/2006/relationships/tags" Target="../tags/tag933.xml"/><Relationship Id="rId5" Type="http://schemas.openxmlformats.org/officeDocument/2006/relationships/tags" Target="../tags/tag934.xml"/><Relationship Id="rId6" Type="http://schemas.openxmlformats.org/officeDocument/2006/relationships/tags" Target="../tags/tag935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tags" Target="../tags/tag936.xml"/><Relationship Id="rId3" Type="http://schemas.openxmlformats.org/officeDocument/2006/relationships/tags" Target="../tags/tag937.xml"/><Relationship Id="rId4" Type="http://schemas.openxmlformats.org/officeDocument/2006/relationships/tags" Target="../tags/tag938.xml"/><Relationship Id="rId5" Type="http://schemas.openxmlformats.org/officeDocument/2006/relationships/tags" Target="../tags/tag939.xml"/><Relationship Id="rId6" Type="http://schemas.openxmlformats.org/officeDocument/2006/relationships/tags" Target="../tags/tag940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tags" Target="../tags/tag941.xml"/><Relationship Id="rId3" Type="http://schemas.openxmlformats.org/officeDocument/2006/relationships/tags" Target="../tags/tag942.xml"/><Relationship Id="rId4" Type="http://schemas.openxmlformats.org/officeDocument/2006/relationships/tags" Target="../tags/tag943.xml"/><Relationship Id="rId5" Type="http://schemas.openxmlformats.org/officeDocument/2006/relationships/tags" Target="../tags/tag944.xml"/><Relationship Id="rId6" Type="http://schemas.openxmlformats.org/officeDocument/2006/relationships/tags" Target="../tags/tag945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tags" Target="../tags/tag946.xml"/><Relationship Id="rId3" Type="http://schemas.openxmlformats.org/officeDocument/2006/relationships/tags" Target="../tags/tag947.xml"/><Relationship Id="rId4" Type="http://schemas.openxmlformats.org/officeDocument/2006/relationships/tags" Target="../tags/tag948.xml"/><Relationship Id="rId5" Type="http://schemas.openxmlformats.org/officeDocument/2006/relationships/tags" Target="../tags/tag949.xml"/><Relationship Id="rId6" Type="http://schemas.openxmlformats.org/officeDocument/2006/relationships/tags" Target="../tags/tag950.xml"/><Relationship Id="rId7" Type="http://schemas.openxmlformats.org/officeDocument/2006/relationships/tags" Target="../tags/tag951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tags" Target="../tags/tag952.xml"/><Relationship Id="rId3" Type="http://schemas.openxmlformats.org/officeDocument/2006/relationships/tags" Target="../tags/tag953.xml"/><Relationship Id="rId4" Type="http://schemas.openxmlformats.org/officeDocument/2006/relationships/tags" Target="../tags/tag954.xml"/><Relationship Id="rId5" Type="http://schemas.openxmlformats.org/officeDocument/2006/relationships/tags" Target="../tags/tag955.xml"/><Relationship Id="rId6" Type="http://schemas.openxmlformats.org/officeDocument/2006/relationships/tags" Target="../tags/tag956.xml"/><Relationship Id="rId7" Type="http://schemas.openxmlformats.org/officeDocument/2006/relationships/tags" Target="../tags/tag957.xml"/><Relationship Id="rId8" Type="http://schemas.openxmlformats.org/officeDocument/2006/relationships/tags" Target="../tags/tag958.xml"/><Relationship Id="rId9" Type="http://schemas.openxmlformats.org/officeDocument/2006/relationships/tags" Target="../tags/tag959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tags" Target="../tags/tag960.xml"/><Relationship Id="rId3" Type="http://schemas.openxmlformats.org/officeDocument/2006/relationships/tags" Target="../tags/tag961.xml"/><Relationship Id="rId4" Type="http://schemas.openxmlformats.org/officeDocument/2006/relationships/tags" Target="../tags/tag962.xml"/><Relationship Id="rId5" Type="http://schemas.openxmlformats.org/officeDocument/2006/relationships/tags" Target="../tags/tag96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tags" Target="../tags/tag964.xml"/><Relationship Id="rId3" Type="http://schemas.openxmlformats.org/officeDocument/2006/relationships/tags" Target="../tags/tag965.xml"/><Relationship Id="rId4" Type="http://schemas.openxmlformats.org/officeDocument/2006/relationships/tags" Target="../tags/tag966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tags" Target="../tags/tag967.xml"/><Relationship Id="rId3" Type="http://schemas.openxmlformats.org/officeDocument/2006/relationships/tags" Target="../tags/tag968.xml"/><Relationship Id="rId4" Type="http://schemas.openxmlformats.org/officeDocument/2006/relationships/tags" Target="../tags/tag969.xml"/><Relationship Id="rId5" Type="http://schemas.openxmlformats.org/officeDocument/2006/relationships/tags" Target="../tags/tag970.xml"/><Relationship Id="rId6" Type="http://schemas.openxmlformats.org/officeDocument/2006/relationships/tags" Target="../tags/tag971.xml"/><Relationship Id="rId7" Type="http://schemas.openxmlformats.org/officeDocument/2006/relationships/tags" Target="../tags/tag972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tags" Target="../tags/tag973.xml"/><Relationship Id="rId3" Type="http://schemas.openxmlformats.org/officeDocument/2006/relationships/tags" Target="../tags/tag974.xml"/><Relationship Id="rId4" Type="http://schemas.openxmlformats.org/officeDocument/2006/relationships/tags" Target="../tags/tag975.xml"/><Relationship Id="rId5" Type="http://schemas.openxmlformats.org/officeDocument/2006/relationships/tags" Target="../tags/tag976.xml"/><Relationship Id="rId6" Type="http://schemas.openxmlformats.org/officeDocument/2006/relationships/tags" Target="../tags/tag977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tags" Target="../tags/tag978.xml"/><Relationship Id="rId3" Type="http://schemas.openxmlformats.org/officeDocument/2006/relationships/tags" Target="../tags/tag979.xml"/><Relationship Id="rId4" Type="http://schemas.openxmlformats.org/officeDocument/2006/relationships/tags" Target="../tags/tag980.xml"/><Relationship Id="rId5" Type="http://schemas.openxmlformats.org/officeDocument/2006/relationships/tags" Target="../tags/tag981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tags" Target="../tags/tag982.xml"/><Relationship Id="rId3" Type="http://schemas.openxmlformats.org/officeDocument/2006/relationships/tags" Target="../tags/tag983.xml"/><Relationship Id="rId4" Type="http://schemas.openxmlformats.org/officeDocument/2006/relationships/tags" Target="../tags/tag984.xml"/><Relationship Id="rId5" Type="http://schemas.openxmlformats.org/officeDocument/2006/relationships/tags" Target="../tags/tag985.xml"/><Relationship Id="rId6" Type="http://schemas.openxmlformats.org/officeDocument/2006/relationships/tags" Target="../tags/tag986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tags" Target="../tags/tag993.xml"/><Relationship Id="rId3" Type="http://schemas.openxmlformats.org/officeDocument/2006/relationships/tags" Target="../tags/tag994.xml"/><Relationship Id="rId4" Type="http://schemas.openxmlformats.org/officeDocument/2006/relationships/tags" Target="../tags/tag995.xml"/><Relationship Id="rId5" Type="http://schemas.openxmlformats.org/officeDocument/2006/relationships/tags" Target="../tags/tag996.xml"/><Relationship Id="rId6" Type="http://schemas.openxmlformats.org/officeDocument/2006/relationships/tags" Target="../tags/tag997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tags" Target="../tags/tag998.xml"/><Relationship Id="rId3" Type="http://schemas.openxmlformats.org/officeDocument/2006/relationships/tags" Target="../tags/tag999.xml"/><Relationship Id="rId4" Type="http://schemas.openxmlformats.org/officeDocument/2006/relationships/tags" Target="../tags/tag1000.xml"/><Relationship Id="rId5" Type="http://schemas.openxmlformats.org/officeDocument/2006/relationships/tags" Target="../tags/tag1001.xml"/><Relationship Id="rId6" Type="http://schemas.openxmlformats.org/officeDocument/2006/relationships/tags" Target="../tags/tag1002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tags" Target="../tags/tag1003.xml"/><Relationship Id="rId3" Type="http://schemas.openxmlformats.org/officeDocument/2006/relationships/tags" Target="../tags/tag1004.xml"/><Relationship Id="rId4" Type="http://schemas.openxmlformats.org/officeDocument/2006/relationships/tags" Target="../tags/tag1005.xml"/><Relationship Id="rId5" Type="http://schemas.openxmlformats.org/officeDocument/2006/relationships/tags" Target="../tags/tag1006.xml"/><Relationship Id="rId6" Type="http://schemas.openxmlformats.org/officeDocument/2006/relationships/tags" Target="../tags/tag1007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tags" Target="../tags/tag1008.xml"/><Relationship Id="rId3" Type="http://schemas.openxmlformats.org/officeDocument/2006/relationships/tags" Target="../tags/tag1009.xml"/><Relationship Id="rId4" Type="http://schemas.openxmlformats.org/officeDocument/2006/relationships/tags" Target="../tags/tag1010.xml"/><Relationship Id="rId5" Type="http://schemas.openxmlformats.org/officeDocument/2006/relationships/tags" Target="../tags/tag1011.xml"/><Relationship Id="rId6" Type="http://schemas.openxmlformats.org/officeDocument/2006/relationships/tags" Target="../tags/tag1012.xml"/><Relationship Id="rId7" Type="http://schemas.openxmlformats.org/officeDocument/2006/relationships/tags" Target="../tags/tag1013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tags" Target="../tags/tag1014.xml"/><Relationship Id="rId3" Type="http://schemas.openxmlformats.org/officeDocument/2006/relationships/tags" Target="../tags/tag1015.xml"/><Relationship Id="rId4" Type="http://schemas.openxmlformats.org/officeDocument/2006/relationships/tags" Target="../tags/tag1016.xml"/><Relationship Id="rId5" Type="http://schemas.openxmlformats.org/officeDocument/2006/relationships/tags" Target="../tags/tag1017.xml"/><Relationship Id="rId6" Type="http://schemas.openxmlformats.org/officeDocument/2006/relationships/tags" Target="../tags/tag1018.xml"/><Relationship Id="rId7" Type="http://schemas.openxmlformats.org/officeDocument/2006/relationships/tags" Target="../tags/tag1019.xml"/><Relationship Id="rId8" Type="http://schemas.openxmlformats.org/officeDocument/2006/relationships/tags" Target="../tags/tag1020.xml"/><Relationship Id="rId9" Type="http://schemas.openxmlformats.org/officeDocument/2006/relationships/tags" Target="../tags/tag1021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tags" Target="../tags/tag1022.xml"/><Relationship Id="rId3" Type="http://schemas.openxmlformats.org/officeDocument/2006/relationships/tags" Target="../tags/tag1023.xml"/><Relationship Id="rId4" Type="http://schemas.openxmlformats.org/officeDocument/2006/relationships/tags" Target="../tags/tag1024.xml"/><Relationship Id="rId5" Type="http://schemas.openxmlformats.org/officeDocument/2006/relationships/tags" Target="../tags/tag1025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tags" Target="../tags/tag1026.xml"/><Relationship Id="rId3" Type="http://schemas.openxmlformats.org/officeDocument/2006/relationships/tags" Target="../tags/tag1027.xml"/><Relationship Id="rId4" Type="http://schemas.openxmlformats.org/officeDocument/2006/relationships/tags" Target="../tags/tag1028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tags" Target="../tags/tag1029.xml"/><Relationship Id="rId3" Type="http://schemas.openxmlformats.org/officeDocument/2006/relationships/tags" Target="../tags/tag1030.xml"/><Relationship Id="rId4" Type="http://schemas.openxmlformats.org/officeDocument/2006/relationships/tags" Target="../tags/tag1031.xml"/><Relationship Id="rId5" Type="http://schemas.openxmlformats.org/officeDocument/2006/relationships/tags" Target="../tags/tag1032.xml"/><Relationship Id="rId6" Type="http://schemas.openxmlformats.org/officeDocument/2006/relationships/tags" Target="../tags/tag1033.xml"/><Relationship Id="rId7" Type="http://schemas.openxmlformats.org/officeDocument/2006/relationships/tags" Target="../tags/tag1034.xml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tags" Target="../tags/tag1035.xml"/><Relationship Id="rId3" Type="http://schemas.openxmlformats.org/officeDocument/2006/relationships/tags" Target="../tags/tag1036.xml"/><Relationship Id="rId4" Type="http://schemas.openxmlformats.org/officeDocument/2006/relationships/tags" Target="../tags/tag1037.xml"/><Relationship Id="rId5" Type="http://schemas.openxmlformats.org/officeDocument/2006/relationships/tags" Target="../tags/tag1038.xml"/><Relationship Id="rId6" Type="http://schemas.openxmlformats.org/officeDocument/2006/relationships/tags" Target="../tags/tag1039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tags" Target="../tags/tag1040.xml"/><Relationship Id="rId3" Type="http://schemas.openxmlformats.org/officeDocument/2006/relationships/tags" Target="../tags/tag1041.xml"/><Relationship Id="rId4" Type="http://schemas.openxmlformats.org/officeDocument/2006/relationships/tags" Target="../tags/tag1042.xml"/><Relationship Id="rId5" Type="http://schemas.openxmlformats.org/officeDocument/2006/relationships/tags" Target="../tags/tag1043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tags" Target="../tags/tag1044.xml"/><Relationship Id="rId3" Type="http://schemas.openxmlformats.org/officeDocument/2006/relationships/tags" Target="../tags/tag1045.xml"/><Relationship Id="rId4" Type="http://schemas.openxmlformats.org/officeDocument/2006/relationships/tags" Target="../tags/tag1046.xml"/><Relationship Id="rId5" Type="http://schemas.openxmlformats.org/officeDocument/2006/relationships/tags" Target="../tags/tag1047.xml"/><Relationship Id="rId6" Type="http://schemas.openxmlformats.org/officeDocument/2006/relationships/tags" Target="../tags/tag1048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tags" Target="../tags/tag1055.xml"/><Relationship Id="rId3" Type="http://schemas.openxmlformats.org/officeDocument/2006/relationships/tags" Target="../tags/tag1056.xml"/><Relationship Id="rId4" Type="http://schemas.openxmlformats.org/officeDocument/2006/relationships/tags" Target="../tags/tag1057.xml"/><Relationship Id="rId5" Type="http://schemas.openxmlformats.org/officeDocument/2006/relationships/tags" Target="../tags/tag1058.xml"/><Relationship Id="rId6" Type="http://schemas.openxmlformats.org/officeDocument/2006/relationships/tags" Target="../tags/tag1059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tags" Target="../tags/tag1060.xml"/><Relationship Id="rId3" Type="http://schemas.openxmlformats.org/officeDocument/2006/relationships/tags" Target="../tags/tag1061.xml"/><Relationship Id="rId4" Type="http://schemas.openxmlformats.org/officeDocument/2006/relationships/tags" Target="../tags/tag1062.xml"/><Relationship Id="rId5" Type="http://schemas.openxmlformats.org/officeDocument/2006/relationships/tags" Target="../tags/tag1063.xml"/><Relationship Id="rId6" Type="http://schemas.openxmlformats.org/officeDocument/2006/relationships/tags" Target="../tags/tag106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tags" Target="../tags/tag1065.xml"/><Relationship Id="rId3" Type="http://schemas.openxmlformats.org/officeDocument/2006/relationships/tags" Target="../tags/tag1066.xml"/><Relationship Id="rId4" Type="http://schemas.openxmlformats.org/officeDocument/2006/relationships/tags" Target="../tags/tag1067.xml"/><Relationship Id="rId5" Type="http://schemas.openxmlformats.org/officeDocument/2006/relationships/tags" Target="../tags/tag1068.xml"/><Relationship Id="rId6" Type="http://schemas.openxmlformats.org/officeDocument/2006/relationships/tags" Target="../tags/tag1069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tags" Target="../tags/tag1070.xml"/><Relationship Id="rId3" Type="http://schemas.openxmlformats.org/officeDocument/2006/relationships/tags" Target="../tags/tag1071.xml"/><Relationship Id="rId4" Type="http://schemas.openxmlformats.org/officeDocument/2006/relationships/tags" Target="../tags/tag1072.xml"/><Relationship Id="rId5" Type="http://schemas.openxmlformats.org/officeDocument/2006/relationships/tags" Target="../tags/tag1073.xml"/><Relationship Id="rId6" Type="http://schemas.openxmlformats.org/officeDocument/2006/relationships/tags" Target="../tags/tag1074.xml"/><Relationship Id="rId7" Type="http://schemas.openxmlformats.org/officeDocument/2006/relationships/tags" Target="../tags/tag1075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tags" Target="../tags/tag1076.xml"/><Relationship Id="rId3" Type="http://schemas.openxmlformats.org/officeDocument/2006/relationships/tags" Target="../tags/tag1077.xml"/><Relationship Id="rId4" Type="http://schemas.openxmlformats.org/officeDocument/2006/relationships/tags" Target="../tags/tag1078.xml"/><Relationship Id="rId5" Type="http://schemas.openxmlformats.org/officeDocument/2006/relationships/tags" Target="../tags/tag1079.xml"/><Relationship Id="rId6" Type="http://schemas.openxmlformats.org/officeDocument/2006/relationships/tags" Target="../tags/tag1080.xml"/><Relationship Id="rId7" Type="http://schemas.openxmlformats.org/officeDocument/2006/relationships/tags" Target="../tags/tag1081.xml"/><Relationship Id="rId8" Type="http://schemas.openxmlformats.org/officeDocument/2006/relationships/tags" Target="../tags/tag1082.xml"/><Relationship Id="rId9" Type="http://schemas.openxmlformats.org/officeDocument/2006/relationships/tags" Target="../tags/tag1083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tags" Target="../tags/tag1084.xml"/><Relationship Id="rId3" Type="http://schemas.openxmlformats.org/officeDocument/2006/relationships/tags" Target="../tags/tag1085.xml"/><Relationship Id="rId4" Type="http://schemas.openxmlformats.org/officeDocument/2006/relationships/tags" Target="../tags/tag1086.xml"/><Relationship Id="rId5" Type="http://schemas.openxmlformats.org/officeDocument/2006/relationships/tags" Target="../tags/tag1087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tags" Target="../tags/tag1088.xml"/><Relationship Id="rId3" Type="http://schemas.openxmlformats.org/officeDocument/2006/relationships/tags" Target="../tags/tag1089.xml"/><Relationship Id="rId4" Type="http://schemas.openxmlformats.org/officeDocument/2006/relationships/tags" Target="../tags/tag1090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tags" Target="../tags/tag1091.xml"/><Relationship Id="rId3" Type="http://schemas.openxmlformats.org/officeDocument/2006/relationships/tags" Target="../tags/tag1092.xml"/><Relationship Id="rId4" Type="http://schemas.openxmlformats.org/officeDocument/2006/relationships/tags" Target="../tags/tag1093.xml"/><Relationship Id="rId5" Type="http://schemas.openxmlformats.org/officeDocument/2006/relationships/tags" Target="../tags/tag1094.xml"/><Relationship Id="rId6" Type="http://schemas.openxmlformats.org/officeDocument/2006/relationships/tags" Target="../tags/tag1095.xml"/><Relationship Id="rId7" Type="http://schemas.openxmlformats.org/officeDocument/2006/relationships/tags" Target="../tags/tag1096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tags" Target="../tags/tag1097.xml"/><Relationship Id="rId3" Type="http://schemas.openxmlformats.org/officeDocument/2006/relationships/tags" Target="../tags/tag1098.xml"/><Relationship Id="rId4" Type="http://schemas.openxmlformats.org/officeDocument/2006/relationships/tags" Target="../tags/tag1099.xml"/><Relationship Id="rId5" Type="http://schemas.openxmlformats.org/officeDocument/2006/relationships/tags" Target="../tags/tag1100.xml"/><Relationship Id="rId6" Type="http://schemas.openxmlformats.org/officeDocument/2006/relationships/tags" Target="../tags/tag1101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tags" Target="../tags/tag1102.xml"/><Relationship Id="rId3" Type="http://schemas.openxmlformats.org/officeDocument/2006/relationships/tags" Target="../tags/tag1103.xml"/><Relationship Id="rId4" Type="http://schemas.openxmlformats.org/officeDocument/2006/relationships/tags" Target="../tags/tag1104.xml"/><Relationship Id="rId5" Type="http://schemas.openxmlformats.org/officeDocument/2006/relationships/tags" Target="../tags/tag110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tags" Target="../tags/tag1106.xml"/><Relationship Id="rId3" Type="http://schemas.openxmlformats.org/officeDocument/2006/relationships/tags" Target="../tags/tag1107.xml"/><Relationship Id="rId4" Type="http://schemas.openxmlformats.org/officeDocument/2006/relationships/tags" Target="../tags/tag1108.xml"/><Relationship Id="rId5" Type="http://schemas.openxmlformats.org/officeDocument/2006/relationships/tags" Target="../tags/tag1109.xml"/><Relationship Id="rId6" Type="http://schemas.openxmlformats.org/officeDocument/2006/relationships/tags" Target="../tags/tag1110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tags" Target="../tags/tag1117.xml"/><Relationship Id="rId3" Type="http://schemas.openxmlformats.org/officeDocument/2006/relationships/tags" Target="../tags/tag1118.xml"/><Relationship Id="rId4" Type="http://schemas.openxmlformats.org/officeDocument/2006/relationships/tags" Target="../tags/tag1119.xml"/><Relationship Id="rId5" Type="http://schemas.openxmlformats.org/officeDocument/2006/relationships/tags" Target="../tags/tag1120.xml"/><Relationship Id="rId6" Type="http://schemas.openxmlformats.org/officeDocument/2006/relationships/tags" Target="../tags/tag1121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tags" Target="../tags/tag1122.xml"/><Relationship Id="rId3" Type="http://schemas.openxmlformats.org/officeDocument/2006/relationships/tags" Target="../tags/tag1123.xml"/><Relationship Id="rId4" Type="http://schemas.openxmlformats.org/officeDocument/2006/relationships/tags" Target="../tags/tag1124.xml"/><Relationship Id="rId5" Type="http://schemas.openxmlformats.org/officeDocument/2006/relationships/tags" Target="../tags/tag1125.xml"/><Relationship Id="rId6" Type="http://schemas.openxmlformats.org/officeDocument/2006/relationships/tags" Target="../tags/tag1126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tags" Target="../tags/tag1127.xml"/><Relationship Id="rId3" Type="http://schemas.openxmlformats.org/officeDocument/2006/relationships/tags" Target="../tags/tag1128.xml"/><Relationship Id="rId4" Type="http://schemas.openxmlformats.org/officeDocument/2006/relationships/tags" Target="../tags/tag1129.xml"/><Relationship Id="rId5" Type="http://schemas.openxmlformats.org/officeDocument/2006/relationships/tags" Target="../tags/tag1130.xml"/><Relationship Id="rId6" Type="http://schemas.openxmlformats.org/officeDocument/2006/relationships/tags" Target="../tags/tag1131.xml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tags" Target="../tags/tag1132.xml"/><Relationship Id="rId3" Type="http://schemas.openxmlformats.org/officeDocument/2006/relationships/tags" Target="../tags/tag1133.xml"/><Relationship Id="rId4" Type="http://schemas.openxmlformats.org/officeDocument/2006/relationships/tags" Target="../tags/tag1134.xml"/><Relationship Id="rId5" Type="http://schemas.openxmlformats.org/officeDocument/2006/relationships/tags" Target="../tags/tag1135.xml"/><Relationship Id="rId6" Type="http://schemas.openxmlformats.org/officeDocument/2006/relationships/tags" Target="../tags/tag1136.xml"/><Relationship Id="rId7" Type="http://schemas.openxmlformats.org/officeDocument/2006/relationships/tags" Target="../tags/tag1137.xml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tags" Target="../tags/tag1138.xml"/><Relationship Id="rId3" Type="http://schemas.openxmlformats.org/officeDocument/2006/relationships/tags" Target="../tags/tag1139.xml"/><Relationship Id="rId4" Type="http://schemas.openxmlformats.org/officeDocument/2006/relationships/tags" Target="../tags/tag1140.xml"/><Relationship Id="rId5" Type="http://schemas.openxmlformats.org/officeDocument/2006/relationships/tags" Target="../tags/tag1141.xml"/><Relationship Id="rId6" Type="http://schemas.openxmlformats.org/officeDocument/2006/relationships/tags" Target="../tags/tag1142.xml"/><Relationship Id="rId7" Type="http://schemas.openxmlformats.org/officeDocument/2006/relationships/tags" Target="../tags/tag1143.xml"/><Relationship Id="rId8" Type="http://schemas.openxmlformats.org/officeDocument/2006/relationships/tags" Target="../tags/tag1144.xml"/><Relationship Id="rId9" Type="http://schemas.openxmlformats.org/officeDocument/2006/relationships/tags" Target="../tags/tag114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tags" Target="../tags/tag1146.xml"/><Relationship Id="rId3" Type="http://schemas.openxmlformats.org/officeDocument/2006/relationships/tags" Target="../tags/tag1147.xml"/><Relationship Id="rId4" Type="http://schemas.openxmlformats.org/officeDocument/2006/relationships/tags" Target="../tags/tag1148.xml"/><Relationship Id="rId5" Type="http://schemas.openxmlformats.org/officeDocument/2006/relationships/tags" Target="../tags/tag1149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tags" Target="../tags/tag1150.xml"/><Relationship Id="rId3" Type="http://schemas.openxmlformats.org/officeDocument/2006/relationships/tags" Target="../tags/tag1151.xml"/><Relationship Id="rId4" Type="http://schemas.openxmlformats.org/officeDocument/2006/relationships/tags" Target="../tags/tag1152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tags" Target="../tags/tag1153.xml"/><Relationship Id="rId3" Type="http://schemas.openxmlformats.org/officeDocument/2006/relationships/tags" Target="../tags/tag1154.xml"/><Relationship Id="rId4" Type="http://schemas.openxmlformats.org/officeDocument/2006/relationships/tags" Target="../tags/tag1155.xml"/><Relationship Id="rId5" Type="http://schemas.openxmlformats.org/officeDocument/2006/relationships/tags" Target="../tags/tag1156.xml"/><Relationship Id="rId6" Type="http://schemas.openxmlformats.org/officeDocument/2006/relationships/tags" Target="../tags/tag1157.xml"/><Relationship Id="rId7" Type="http://schemas.openxmlformats.org/officeDocument/2006/relationships/tags" Target="../tags/tag1158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tags" Target="../tags/tag1159.xml"/><Relationship Id="rId3" Type="http://schemas.openxmlformats.org/officeDocument/2006/relationships/tags" Target="../tags/tag1160.xml"/><Relationship Id="rId4" Type="http://schemas.openxmlformats.org/officeDocument/2006/relationships/tags" Target="../tags/tag1161.xml"/><Relationship Id="rId5" Type="http://schemas.openxmlformats.org/officeDocument/2006/relationships/tags" Target="../tags/tag1162.xml"/><Relationship Id="rId6" Type="http://schemas.openxmlformats.org/officeDocument/2006/relationships/tags" Target="../tags/tag1163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tags" Target="../tags/tag1164.xml"/><Relationship Id="rId3" Type="http://schemas.openxmlformats.org/officeDocument/2006/relationships/tags" Target="../tags/tag1165.xml"/><Relationship Id="rId4" Type="http://schemas.openxmlformats.org/officeDocument/2006/relationships/tags" Target="../tags/tag1166.xml"/><Relationship Id="rId5" Type="http://schemas.openxmlformats.org/officeDocument/2006/relationships/tags" Target="../tags/tag1167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tags" Target="../tags/tag1168.xml"/><Relationship Id="rId3" Type="http://schemas.openxmlformats.org/officeDocument/2006/relationships/tags" Target="../tags/tag1169.xml"/><Relationship Id="rId4" Type="http://schemas.openxmlformats.org/officeDocument/2006/relationships/tags" Target="../tags/tag1170.xml"/><Relationship Id="rId5" Type="http://schemas.openxmlformats.org/officeDocument/2006/relationships/tags" Target="../tags/tag1171.xml"/><Relationship Id="rId6" Type="http://schemas.openxmlformats.org/officeDocument/2006/relationships/tags" Target="../tags/tag1172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tags" Target="../tags/tag1179.xml"/><Relationship Id="rId3" Type="http://schemas.openxmlformats.org/officeDocument/2006/relationships/tags" Target="../tags/tag1180.xml"/><Relationship Id="rId4" Type="http://schemas.openxmlformats.org/officeDocument/2006/relationships/tags" Target="../tags/tag1181.xml"/><Relationship Id="rId5" Type="http://schemas.openxmlformats.org/officeDocument/2006/relationships/tags" Target="../tags/tag1182.xml"/><Relationship Id="rId6" Type="http://schemas.openxmlformats.org/officeDocument/2006/relationships/tags" Target="../tags/tag1183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tags" Target="../tags/tag1184.xml"/><Relationship Id="rId3" Type="http://schemas.openxmlformats.org/officeDocument/2006/relationships/tags" Target="../tags/tag1185.xml"/><Relationship Id="rId4" Type="http://schemas.openxmlformats.org/officeDocument/2006/relationships/tags" Target="../tags/tag1186.xml"/><Relationship Id="rId5" Type="http://schemas.openxmlformats.org/officeDocument/2006/relationships/tags" Target="../tags/tag1187.xml"/><Relationship Id="rId6" Type="http://schemas.openxmlformats.org/officeDocument/2006/relationships/tags" Target="../tags/tag1188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tags" Target="../tags/tag1189.xml"/><Relationship Id="rId3" Type="http://schemas.openxmlformats.org/officeDocument/2006/relationships/tags" Target="../tags/tag1190.xml"/><Relationship Id="rId4" Type="http://schemas.openxmlformats.org/officeDocument/2006/relationships/tags" Target="../tags/tag1191.xml"/><Relationship Id="rId5" Type="http://schemas.openxmlformats.org/officeDocument/2006/relationships/tags" Target="../tags/tag1192.xml"/><Relationship Id="rId6" Type="http://schemas.openxmlformats.org/officeDocument/2006/relationships/tags" Target="../tags/tag1193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tags" Target="../tags/tag1194.xml"/><Relationship Id="rId3" Type="http://schemas.openxmlformats.org/officeDocument/2006/relationships/tags" Target="../tags/tag1195.xml"/><Relationship Id="rId4" Type="http://schemas.openxmlformats.org/officeDocument/2006/relationships/tags" Target="../tags/tag1196.xml"/><Relationship Id="rId5" Type="http://schemas.openxmlformats.org/officeDocument/2006/relationships/tags" Target="../tags/tag1197.xml"/><Relationship Id="rId6" Type="http://schemas.openxmlformats.org/officeDocument/2006/relationships/tags" Target="../tags/tag1198.xml"/><Relationship Id="rId7" Type="http://schemas.openxmlformats.org/officeDocument/2006/relationships/tags" Target="../tags/tag1199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tags" Target="../tags/tag1200.xml"/><Relationship Id="rId3" Type="http://schemas.openxmlformats.org/officeDocument/2006/relationships/tags" Target="../tags/tag1201.xml"/><Relationship Id="rId4" Type="http://schemas.openxmlformats.org/officeDocument/2006/relationships/tags" Target="../tags/tag1202.xml"/><Relationship Id="rId5" Type="http://schemas.openxmlformats.org/officeDocument/2006/relationships/tags" Target="../tags/tag1203.xml"/><Relationship Id="rId6" Type="http://schemas.openxmlformats.org/officeDocument/2006/relationships/tags" Target="../tags/tag1204.xml"/><Relationship Id="rId7" Type="http://schemas.openxmlformats.org/officeDocument/2006/relationships/tags" Target="../tags/tag1205.xml"/><Relationship Id="rId8" Type="http://schemas.openxmlformats.org/officeDocument/2006/relationships/tags" Target="../tags/tag1206.xml"/><Relationship Id="rId9" Type="http://schemas.openxmlformats.org/officeDocument/2006/relationships/tags" Target="../tags/tag1207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tags" Target="../tags/tag1208.xml"/><Relationship Id="rId3" Type="http://schemas.openxmlformats.org/officeDocument/2006/relationships/tags" Target="../tags/tag1209.xml"/><Relationship Id="rId4" Type="http://schemas.openxmlformats.org/officeDocument/2006/relationships/tags" Target="../tags/tag1210.xml"/><Relationship Id="rId5" Type="http://schemas.openxmlformats.org/officeDocument/2006/relationships/tags" Target="../tags/tag1211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tags" Target="../tags/tag1212.xml"/><Relationship Id="rId3" Type="http://schemas.openxmlformats.org/officeDocument/2006/relationships/tags" Target="../tags/tag1213.xml"/><Relationship Id="rId4" Type="http://schemas.openxmlformats.org/officeDocument/2006/relationships/tags" Target="../tags/tag1214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tags" Target="../tags/tag1215.xml"/><Relationship Id="rId3" Type="http://schemas.openxmlformats.org/officeDocument/2006/relationships/tags" Target="../tags/tag1216.xml"/><Relationship Id="rId4" Type="http://schemas.openxmlformats.org/officeDocument/2006/relationships/tags" Target="../tags/tag1217.xml"/><Relationship Id="rId5" Type="http://schemas.openxmlformats.org/officeDocument/2006/relationships/tags" Target="../tags/tag1218.xml"/><Relationship Id="rId6" Type="http://schemas.openxmlformats.org/officeDocument/2006/relationships/tags" Target="../tags/tag1219.xml"/><Relationship Id="rId7" Type="http://schemas.openxmlformats.org/officeDocument/2006/relationships/tags" Target="../tags/tag1220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tags" Target="../tags/tag1221.xml"/><Relationship Id="rId3" Type="http://schemas.openxmlformats.org/officeDocument/2006/relationships/tags" Target="../tags/tag1222.xml"/><Relationship Id="rId4" Type="http://schemas.openxmlformats.org/officeDocument/2006/relationships/tags" Target="../tags/tag1223.xml"/><Relationship Id="rId5" Type="http://schemas.openxmlformats.org/officeDocument/2006/relationships/tags" Target="../tags/tag1224.xml"/><Relationship Id="rId6" Type="http://schemas.openxmlformats.org/officeDocument/2006/relationships/tags" Target="../tags/tag1225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tags" Target="../tags/tag1226.xml"/><Relationship Id="rId3" Type="http://schemas.openxmlformats.org/officeDocument/2006/relationships/tags" Target="../tags/tag1227.xml"/><Relationship Id="rId4" Type="http://schemas.openxmlformats.org/officeDocument/2006/relationships/tags" Target="../tags/tag1228.xml"/><Relationship Id="rId5" Type="http://schemas.openxmlformats.org/officeDocument/2006/relationships/tags" Target="../tags/tag1229.xml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tags" Target="../tags/tag1230.xml"/><Relationship Id="rId3" Type="http://schemas.openxmlformats.org/officeDocument/2006/relationships/tags" Target="../tags/tag1231.xml"/><Relationship Id="rId4" Type="http://schemas.openxmlformats.org/officeDocument/2006/relationships/tags" Target="../tags/tag1232.xml"/><Relationship Id="rId5" Type="http://schemas.openxmlformats.org/officeDocument/2006/relationships/tags" Target="../tags/tag1233.xml"/><Relationship Id="rId6" Type="http://schemas.openxmlformats.org/officeDocument/2006/relationships/tags" Target="../tags/tag1234.xml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tags" Target="../tags/tag1241.xml"/><Relationship Id="rId3" Type="http://schemas.openxmlformats.org/officeDocument/2006/relationships/tags" Target="../tags/tag1242.xml"/><Relationship Id="rId4" Type="http://schemas.openxmlformats.org/officeDocument/2006/relationships/tags" Target="../tags/tag1243.xml"/><Relationship Id="rId5" Type="http://schemas.openxmlformats.org/officeDocument/2006/relationships/tags" Target="../tags/tag1244.xml"/><Relationship Id="rId6" Type="http://schemas.openxmlformats.org/officeDocument/2006/relationships/tags" Target="../tags/tag1245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tags" Target="../tags/tag1246.xml"/><Relationship Id="rId3" Type="http://schemas.openxmlformats.org/officeDocument/2006/relationships/tags" Target="../tags/tag1247.xml"/><Relationship Id="rId4" Type="http://schemas.openxmlformats.org/officeDocument/2006/relationships/tags" Target="../tags/tag1248.xml"/><Relationship Id="rId5" Type="http://schemas.openxmlformats.org/officeDocument/2006/relationships/tags" Target="../tags/tag1249.xml"/><Relationship Id="rId6" Type="http://schemas.openxmlformats.org/officeDocument/2006/relationships/tags" Target="../tags/tag1250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tags" Target="../tags/tag1251.xml"/><Relationship Id="rId3" Type="http://schemas.openxmlformats.org/officeDocument/2006/relationships/tags" Target="../tags/tag1252.xml"/><Relationship Id="rId4" Type="http://schemas.openxmlformats.org/officeDocument/2006/relationships/tags" Target="../tags/tag1253.xml"/><Relationship Id="rId5" Type="http://schemas.openxmlformats.org/officeDocument/2006/relationships/tags" Target="../tags/tag1254.xml"/><Relationship Id="rId6" Type="http://schemas.openxmlformats.org/officeDocument/2006/relationships/tags" Target="../tags/tag1255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tags" Target="../tags/tag1256.xml"/><Relationship Id="rId3" Type="http://schemas.openxmlformats.org/officeDocument/2006/relationships/tags" Target="../tags/tag1257.xml"/><Relationship Id="rId4" Type="http://schemas.openxmlformats.org/officeDocument/2006/relationships/tags" Target="../tags/tag1258.xml"/><Relationship Id="rId5" Type="http://schemas.openxmlformats.org/officeDocument/2006/relationships/tags" Target="../tags/tag1259.xml"/><Relationship Id="rId6" Type="http://schemas.openxmlformats.org/officeDocument/2006/relationships/tags" Target="../tags/tag1260.xml"/><Relationship Id="rId7" Type="http://schemas.openxmlformats.org/officeDocument/2006/relationships/tags" Target="../tags/tag1261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tags" Target="../tags/tag1262.xml"/><Relationship Id="rId3" Type="http://schemas.openxmlformats.org/officeDocument/2006/relationships/tags" Target="../tags/tag1263.xml"/><Relationship Id="rId4" Type="http://schemas.openxmlformats.org/officeDocument/2006/relationships/tags" Target="../tags/tag1264.xml"/><Relationship Id="rId5" Type="http://schemas.openxmlformats.org/officeDocument/2006/relationships/tags" Target="../tags/tag1265.xml"/><Relationship Id="rId6" Type="http://schemas.openxmlformats.org/officeDocument/2006/relationships/tags" Target="../tags/tag1266.xml"/><Relationship Id="rId7" Type="http://schemas.openxmlformats.org/officeDocument/2006/relationships/tags" Target="../tags/tag1267.xml"/><Relationship Id="rId8" Type="http://schemas.openxmlformats.org/officeDocument/2006/relationships/tags" Target="../tags/tag1268.xml"/><Relationship Id="rId9" Type="http://schemas.openxmlformats.org/officeDocument/2006/relationships/tags" Target="../tags/tag1269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tags" Target="../tags/tag1270.xml"/><Relationship Id="rId3" Type="http://schemas.openxmlformats.org/officeDocument/2006/relationships/tags" Target="../tags/tag1271.xml"/><Relationship Id="rId4" Type="http://schemas.openxmlformats.org/officeDocument/2006/relationships/tags" Target="../tags/tag1272.xml"/><Relationship Id="rId5" Type="http://schemas.openxmlformats.org/officeDocument/2006/relationships/tags" Target="../tags/tag1273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tags" Target="../tags/tag1274.xml"/><Relationship Id="rId3" Type="http://schemas.openxmlformats.org/officeDocument/2006/relationships/tags" Target="../tags/tag1275.xml"/><Relationship Id="rId4" Type="http://schemas.openxmlformats.org/officeDocument/2006/relationships/tags" Target="../tags/tag127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tags" Target="../tags/tag1277.xml"/><Relationship Id="rId3" Type="http://schemas.openxmlformats.org/officeDocument/2006/relationships/tags" Target="../tags/tag1278.xml"/><Relationship Id="rId4" Type="http://schemas.openxmlformats.org/officeDocument/2006/relationships/tags" Target="../tags/tag1279.xml"/><Relationship Id="rId5" Type="http://schemas.openxmlformats.org/officeDocument/2006/relationships/tags" Target="../tags/tag1280.xml"/><Relationship Id="rId6" Type="http://schemas.openxmlformats.org/officeDocument/2006/relationships/tags" Target="../tags/tag1281.xml"/><Relationship Id="rId7" Type="http://schemas.openxmlformats.org/officeDocument/2006/relationships/tags" Target="../tags/tag1282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tags" Target="../tags/tag1283.xml"/><Relationship Id="rId3" Type="http://schemas.openxmlformats.org/officeDocument/2006/relationships/tags" Target="../tags/tag1284.xml"/><Relationship Id="rId4" Type="http://schemas.openxmlformats.org/officeDocument/2006/relationships/tags" Target="../tags/tag1285.xml"/><Relationship Id="rId5" Type="http://schemas.openxmlformats.org/officeDocument/2006/relationships/tags" Target="../tags/tag1286.xml"/><Relationship Id="rId6" Type="http://schemas.openxmlformats.org/officeDocument/2006/relationships/tags" Target="../tags/tag128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tags" Target="../tags/tag1288.xml"/><Relationship Id="rId3" Type="http://schemas.openxmlformats.org/officeDocument/2006/relationships/tags" Target="../tags/tag1289.xml"/><Relationship Id="rId4" Type="http://schemas.openxmlformats.org/officeDocument/2006/relationships/tags" Target="../tags/tag1290.xml"/><Relationship Id="rId5" Type="http://schemas.openxmlformats.org/officeDocument/2006/relationships/tags" Target="../tags/tag1291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tags" Target="../tags/tag1292.xml"/><Relationship Id="rId3" Type="http://schemas.openxmlformats.org/officeDocument/2006/relationships/tags" Target="../tags/tag1293.xml"/><Relationship Id="rId4" Type="http://schemas.openxmlformats.org/officeDocument/2006/relationships/tags" Target="../tags/tag1294.xml"/><Relationship Id="rId5" Type="http://schemas.openxmlformats.org/officeDocument/2006/relationships/tags" Target="../tags/tag1295.xml"/><Relationship Id="rId6" Type="http://schemas.openxmlformats.org/officeDocument/2006/relationships/tags" Target="../tags/tag1296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tags" Target="../tags/tag1303.xml"/><Relationship Id="rId3" Type="http://schemas.openxmlformats.org/officeDocument/2006/relationships/tags" Target="../tags/tag1304.xml"/><Relationship Id="rId4" Type="http://schemas.openxmlformats.org/officeDocument/2006/relationships/tags" Target="../tags/tag1305.xml"/><Relationship Id="rId5" Type="http://schemas.openxmlformats.org/officeDocument/2006/relationships/tags" Target="../tags/tag1306.xml"/><Relationship Id="rId6" Type="http://schemas.openxmlformats.org/officeDocument/2006/relationships/tags" Target="../tags/tag130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tags" Target="../tags/tag1308.xml"/><Relationship Id="rId3" Type="http://schemas.openxmlformats.org/officeDocument/2006/relationships/tags" Target="../tags/tag1309.xml"/><Relationship Id="rId4" Type="http://schemas.openxmlformats.org/officeDocument/2006/relationships/tags" Target="../tags/tag1310.xml"/><Relationship Id="rId5" Type="http://schemas.openxmlformats.org/officeDocument/2006/relationships/tags" Target="../tags/tag1311.xml"/><Relationship Id="rId6" Type="http://schemas.openxmlformats.org/officeDocument/2006/relationships/tags" Target="../tags/tag1312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tags" Target="../tags/tag1313.xml"/><Relationship Id="rId3" Type="http://schemas.openxmlformats.org/officeDocument/2006/relationships/tags" Target="../tags/tag1314.xml"/><Relationship Id="rId4" Type="http://schemas.openxmlformats.org/officeDocument/2006/relationships/tags" Target="../tags/tag1315.xml"/><Relationship Id="rId5" Type="http://schemas.openxmlformats.org/officeDocument/2006/relationships/tags" Target="../tags/tag1316.xml"/><Relationship Id="rId6" Type="http://schemas.openxmlformats.org/officeDocument/2006/relationships/tags" Target="../tags/tag131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tags" Target="../tags/tag1318.xml"/><Relationship Id="rId3" Type="http://schemas.openxmlformats.org/officeDocument/2006/relationships/tags" Target="../tags/tag1319.xml"/><Relationship Id="rId4" Type="http://schemas.openxmlformats.org/officeDocument/2006/relationships/tags" Target="../tags/tag1320.xml"/><Relationship Id="rId5" Type="http://schemas.openxmlformats.org/officeDocument/2006/relationships/tags" Target="../tags/tag1321.xml"/><Relationship Id="rId6" Type="http://schemas.openxmlformats.org/officeDocument/2006/relationships/tags" Target="../tags/tag1322.xml"/><Relationship Id="rId7" Type="http://schemas.openxmlformats.org/officeDocument/2006/relationships/tags" Target="../tags/tag1323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tags" Target="../tags/tag1324.xml"/><Relationship Id="rId3" Type="http://schemas.openxmlformats.org/officeDocument/2006/relationships/tags" Target="../tags/tag1325.xml"/><Relationship Id="rId4" Type="http://schemas.openxmlformats.org/officeDocument/2006/relationships/tags" Target="../tags/tag1326.xml"/><Relationship Id="rId5" Type="http://schemas.openxmlformats.org/officeDocument/2006/relationships/tags" Target="../tags/tag1327.xml"/><Relationship Id="rId6" Type="http://schemas.openxmlformats.org/officeDocument/2006/relationships/tags" Target="../tags/tag1328.xml"/><Relationship Id="rId7" Type="http://schemas.openxmlformats.org/officeDocument/2006/relationships/tags" Target="../tags/tag1329.xml"/><Relationship Id="rId8" Type="http://schemas.openxmlformats.org/officeDocument/2006/relationships/tags" Target="../tags/tag1330.xml"/><Relationship Id="rId9" Type="http://schemas.openxmlformats.org/officeDocument/2006/relationships/tags" Target="../tags/tag1331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tags" Target="../tags/tag1332.xml"/><Relationship Id="rId3" Type="http://schemas.openxmlformats.org/officeDocument/2006/relationships/tags" Target="../tags/tag1333.xml"/><Relationship Id="rId4" Type="http://schemas.openxmlformats.org/officeDocument/2006/relationships/tags" Target="../tags/tag1334.xml"/><Relationship Id="rId5" Type="http://schemas.openxmlformats.org/officeDocument/2006/relationships/tags" Target="../tags/tag1335.xml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tags" Target="../tags/tag1336.xml"/><Relationship Id="rId3" Type="http://schemas.openxmlformats.org/officeDocument/2006/relationships/tags" Target="../tags/tag1337.xml"/><Relationship Id="rId4" Type="http://schemas.openxmlformats.org/officeDocument/2006/relationships/tags" Target="../tags/tag1338.xml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tags" Target="../tags/tag1339.xml"/><Relationship Id="rId3" Type="http://schemas.openxmlformats.org/officeDocument/2006/relationships/tags" Target="../tags/tag1340.xml"/><Relationship Id="rId4" Type="http://schemas.openxmlformats.org/officeDocument/2006/relationships/tags" Target="../tags/tag1341.xml"/><Relationship Id="rId5" Type="http://schemas.openxmlformats.org/officeDocument/2006/relationships/tags" Target="../tags/tag1342.xml"/><Relationship Id="rId6" Type="http://schemas.openxmlformats.org/officeDocument/2006/relationships/tags" Target="../tags/tag1343.xml"/><Relationship Id="rId7" Type="http://schemas.openxmlformats.org/officeDocument/2006/relationships/tags" Target="../tags/tag1344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tags" Target="../tags/tag1345.xml"/><Relationship Id="rId3" Type="http://schemas.openxmlformats.org/officeDocument/2006/relationships/tags" Target="../tags/tag1346.xml"/><Relationship Id="rId4" Type="http://schemas.openxmlformats.org/officeDocument/2006/relationships/tags" Target="../tags/tag1347.xml"/><Relationship Id="rId5" Type="http://schemas.openxmlformats.org/officeDocument/2006/relationships/tags" Target="../tags/tag1348.xml"/><Relationship Id="rId6" Type="http://schemas.openxmlformats.org/officeDocument/2006/relationships/tags" Target="../tags/tag1349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tags" Target="../tags/tag1350.xml"/><Relationship Id="rId3" Type="http://schemas.openxmlformats.org/officeDocument/2006/relationships/tags" Target="../tags/tag1351.xml"/><Relationship Id="rId4" Type="http://schemas.openxmlformats.org/officeDocument/2006/relationships/tags" Target="../tags/tag1352.xml"/><Relationship Id="rId5" Type="http://schemas.openxmlformats.org/officeDocument/2006/relationships/tags" Target="../tags/tag1353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tags" Target="../tags/tag1354.xml"/><Relationship Id="rId3" Type="http://schemas.openxmlformats.org/officeDocument/2006/relationships/tags" Target="../tags/tag1355.xml"/><Relationship Id="rId4" Type="http://schemas.openxmlformats.org/officeDocument/2006/relationships/tags" Target="../tags/tag1356.xml"/><Relationship Id="rId5" Type="http://schemas.openxmlformats.org/officeDocument/2006/relationships/tags" Target="../tags/tag1357.xml"/><Relationship Id="rId6" Type="http://schemas.openxmlformats.org/officeDocument/2006/relationships/tags" Target="../tags/tag1358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tags" Target="../tags/tag1365.xml"/><Relationship Id="rId3" Type="http://schemas.openxmlformats.org/officeDocument/2006/relationships/tags" Target="../tags/tag1366.xml"/><Relationship Id="rId4" Type="http://schemas.openxmlformats.org/officeDocument/2006/relationships/tags" Target="../tags/tag1367.xml"/><Relationship Id="rId5" Type="http://schemas.openxmlformats.org/officeDocument/2006/relationships/tags" Target="../tags/tag1368.xml"/><Relationship Id="rId6" Type="http://schemas.openxmlformats.org/officeDocument/2006/relationships/tags" Target="../tags/tag1369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tags" Target="../tags/tag1370.xml"/><Relationship Id="rId3" Type="http://schemas.openxmlformats.org/officeDocument/2006/relationships/tags" Target="../tags/tag1371.xml"/><Relationship Id="rId4" Type="http://schemas.openxmlformats.org/officeDocument/2006/relationships/tags" Target="../tags/tag1372.xml"/><Relationship Id="rId5" Type="http://schemas.openxmlformats.org/officeDocument/2006/relationships/tags" Target="../tags/tag1373.xml"/><Relationship Id="rId6" Type="http://schemas.openxmlformats.org/officeDocument/2006/relationships/tags" Target="../tags/tag1374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tags" Target="../tags/tag1375.xml"/><Relationship Id="rId3" Type="http://schemas.openxmlformats.org/officeDocument/2006/relationships/tags" Target="../tags/tag1376.xml"/><Relationship Id="rId4" Type="http://schemas.openxmlformats.org/officeDocument/2006/relationships/tags" Target="../tags/tag1377.xml"/><Relationship Id="rId5" Type="http://schemas.openxmlformats.org/officeDocument/2006/relationships/tags" Target="../tags/tag1378.xml"/><Relationship Id="rId6" Type="http://schemas.openxmlformats.org/officeDocument/2006/relationships/tags" Target="../tags/tag1379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tags" Target="../tags/tag1380.xml"/><Relationship Id="rId3" Type="http://schemas.openxmlformats.org/officeDocument/2006/relationships/tags" Target="../tags/tag1381.xml"/><Relationship Id="rId4" Type="http://schemas.openxmlformats.org/officeDocument/2006/relationships/tags" Target="../tags/tag1382.xml"/><Relationship Id="rId5" Type="http://schemas.openxmlformats.org/officeDocument/2006/relationships/tags" Target="../tags/tag1383.xml"/><Relationship Id="rId6" Type="http://schemas.openxmlformats.org/officeDocument/2006/relationships/tags" Target="../tags/tag1384.xml"/><Relationship Id="rId7" Type="http://schemas.openxmlformats.org/officeDocument/2006/relationships/tags" Target="../tags/tag1385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tags" Target="../tags/tag1386.xml"/><Relationship Id="rId3" Type="http://schemas.openxmlformats.org/officeDocument/2006/relationships/tags" Target="../tags/tag1387.xml"/><Relationship Id="rId4" Type="http://schemas.openxmlformats.org/officeDocument/2006/relationships/tags" Target="../tags/tag1388.xml"/><Relationship Id="rId5" Type="http://schemas.openxmlformats.org/officeDocument/2006/relationships/tags" Target="../tags/tag1389.xml"/><Relationship Id="rId6" Type="http://schemas.openxmlformats.org/officeDocument/2006/relationships/tags" Target="../tags/tag1390.xml"/><Relationship Id="rId7" Type="http://schemas.openxmlformats.org/officeDocument/2006/relationships/tags" Target="../tags/tag1391.xml"/><Relationship Id="rId8" Type="http://schemas.openxmlformats.org/officeDocument/2006/relationships/tags" Target="../tags/tag1392.xml"/><Relationship Id="rId9" Type="http://schemas.openxmlformats.org/officeDocument/2006/relationships/tags" Target="../tags/tag1393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tags" Target="../tags/tag1394.xml"/><Relationship Id="rId3" Type="http://schemas.openxmlformats.org/officeDocument/2006/relationships/tags" Target="../tags/tag1395.xml"/><Relationship Id="rId4" Type="http://schemas.openxmlformats.org/officeDocument/2006/relationships/tags" Target="../tags/tag1396.xml"/><Relationship Id="rId5" Type="http://schemas.openxmlformats.org/officeDocument/2006/relationships/tags" Target="../tags/tag1397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tags" Target="../tags/tag1398.xml"/><Relationship Id="rId3" Type="http://schemas.openxmlformats.org/officeDocument/2006/relationships/tags" Target="../tags/tag1399.xml"/><Relationship Id="rId4" Type="http://schemas.openxmlformats.org/officeDocument/2006/relationships/tags" Target="../tags/tag1400.xml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tags" Target="../tags/tag1401.xml"/><Relationship Id="rId3" Type="http://schemas.openxmlformats.org/officeDocument/2006/relationships/tags" Target="../tags/tag1402.xml"/><Relationship Id="rId4" Type="http://schemas.openxmlformats.org/officeDocument/2006/relationships/tags" Target="../tags/tag1403.xml"/><Relationship Id="rId5" Type="http://schemas.openxmlformats.org/officeDocument/2006/relationships/tags" Target="../tags/tag1404.xml"/><Relationship Id="rId6" Type="http://schemas.openxmlformats.org/officeDocument/2006/relationships/tags" Target="../tags/tag1405.xml"/><Relationship Id="rId7" Type="http://schemas.openxmlformats.org/officeDocument/2006/relationships/tags" Target="../tags/tag1406.xml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tags" Target="../tags/tag1407.xml"/><Relationship Id="rId3" Type="http://schemas.openxmlformats.org/officeDocument/2006/relationships/tags" Target="../tags/tag1408.xml"/><Relationship Id="rId4" Type="http://schemas.openxmlformats.org/officeDocument/2006/relationships/tags" Target="../tags/tag1409.xml"/><Relationship Id="rId5" Type="http://schemas.openxmlformats.org/officeDocument/2006/relationships/tags" Target="../tags/tag1410.xml"/><Relationship Id="rId6" Type="http://schemas.openxmlformats.org/officeDocument/2006/relationships/tags" Target="../tags/tag1411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tags" Target="../tags/tag1412.xml"/><Relationship Id="rId3" Type="http://schemas.openxmlformats.org/officeDocument/2006/relationships/tags" Target="../tags/tag1413.xml"/><Relationship Id="rId4" Type="http://schemas.openxmlformats.org/officeDocument/2006/relationships/tags" Target="../tags/tag1414.xml"/><Relationship Id="rId5" Type="http://schemas.openxmlformats.org/officeDocument/2006/relationships/tags" Target="../tags/tag1415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tags" Target="../tags/tag1416.xml"/><Relationship Id="rId3" Type="http://schemas.openxmlformats.org/officeDocument/2006/relationships/tags" Target="../tags/tag1417.xml"/><Relationship Id="rId4" Type="http://schemas.openxmlformats.org/officeDocument/2006/relationships/tags" Target="../tags/tag1418.xml"/><Relationship Id="rId5" Type="http://schemas.openxmlformats.org/officeDocument/2006/relationships/tags" Target="../tags/tag1419.xml"/><Relationship Id="rId6" Type="http://schemas.openxmlformats.org/officeDocument/2006/relationships/tags" Target="../tags/tag1420.xml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tags" Target="../tags/tag1427.xml"/><Relationship Id="rId3" Type="http://schemas.openxmlformats.org/officeDocument/2006/relationships/tags" Target="../tags/tag1428.xml"/><Relationship Id="rId4" Type="http://schemas.openxmlformats.org/officeDocument/2006/relationships/tags" Target="../tags/tag1429.xml"/><Relationship Id="rId5" Type="http://schemas.openxmlformats.org/officeDocument/2006/relationships/tags" Target="../tags/tag1430.xml"/><Relationship Id="rId6" Type="http://schemas.openxmlformats.org/officeDocument/2006/relationships/tags" Target="../tags/tag1431.xml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tags" Target="../tags/tag1432.xml"/><Relationship Id="rId3" Type="http://schemas.openxmlformats.org/officeDocument/2006/relationships/tags" Target="../tags/tag1433.xml"/><Relationship Id="rId4" Type="http://schemas.openxmlformats.org/officeDocument/2006/relationships/tags" Target="../tags/tag1434.xml"/><Relationship Id="rId5" Type="http://schemas.openxmlformats.org/officeDocument/2006/relationships/tags" Target="../tags/tag1435.xml"/><Relationship Id="rId6" Type="http://schemas.openxmlformats.org/officeDocument/2006/relationships/tags" Target="../tags/tag1436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tags" Target="../tags/tag1437.xml"/><Relationship Id="rId3" Type="http://schemas.openxmlformats.org/officeDocument/2006/relationships/tags" Target="../tags/tag1438.xml"/><Relationship Id="rId4" Type="http://schemas.openxmlformats.org/officeDocument/2006/relationships/tags" Target="../tags/tag1439.xml"/><Relationship Id="rId5" Type="http://schemas.openxmlformats.org/officeDocument/2006/relationships/tags" Target="../tags/tag1440.xml"/><Relationship Id="rId6" Type="http://schemas.openxmlformats.org/officeDocument/2006/relationships/tags" Target="../tags/tag1441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tags" Target="../tags/tag1442.xml"/><Relationship Id="rId3" Type="http://schemas.openxmlformats.org/officeDocument/2006/relationships/tags" Target="../tags/tag1443.xml"/><Relationship Id="rId4" Type="http://schemas.openxmlformats.org/officeDocument/2006/relationships/tags" Target="../tags/tag1444.xml"/><Relationship Id="rId5" Type="http://schemas.openxmlformats.org/officeDocument/2006/relationships/tags" Target="../tags/tag1445.xml"/><Relationship Id="rId6" Type="http://schemas.openxmlformats.org/officeDocument/2006/relationships/tags" Target="../tags/tag1446.xml"/><Relationship Id="rId7" Type="http://schemas.openxmlformats.org/officeDocument/2006/relationships/tags" Target="../tags/tag1447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tags" Target="../tags/tag1448.xml"/><Relationship Id="rId3" Type="http://schemas.openxmlformats.org/officeDocument/2006/relationships/tags" Target="../tags/tag1449.xml"/><Relationship Id="rId4" Type="http://schemas.openxmlformats.org/officeDocument/2006/relationships/tags" Target="../tags/tag1450.xml"/><Relationship Id="rId5" Type="http://schemas.openxmlformats.org/officeDocument/2006/relationships/tags" Target="../tags/tag1451.xml"/><Relationship Id="rId6" Type="http://schemas.openxmlformats.org/officeDocument/2006/relationships/tags" Target="../tags/tag1452.xml"/><Relationship Id="rId7" Type="http://schemas.openxmlformats.org/officeDocument/2006/relationships/tags" Target="../tags/tag1453.xml"/><Relationship Id="rId8" Type="http://schemas.openxmlformats.org/officeDocument/2006/relationships/tags" Target="../tags/tag1454.xml"/><Relationship Id="rId9" Type="http://schemas.openxmlformats.org/officeDocument/2006/relationships/tags" Target="../tags/tag1455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tags" Target="../tags/tag1456.xml"/><Relationship Id="rId3" Type="http://schemas.openxmlformats.org/officeDocument/2006/relationships/tags" Target="../tags/tag1457.xml"/><Relationship Id="rId4" Type="http://schemas.openxmlformats.org/officeDocument/2006/relationships/tags" Target="../tags/tag1458.xml"/><Relationship Id="rId5" Type="http://schemas.openxmlformats.org/officeDocument/2006/relationships/tags" Target="../tags/tag145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tags" Target="../tags/tag1460.xml"/><Relationship Id="rId3" Type="http://schemas.openxmlformats.org/officeDocument/2006/relationships/tags" Target="../tags/tag1461.xml"/><Relationship Id="rId4" Type="http://schemas.openxmlformats.org/officeDocument/2006/relationships/tags" Target="../tags/tag1462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tags" Target="../tags/tag1463.xml"/><Relationship Id="rId3" Type="http://schemas.openxmlformats.org/officeDocument/2006/relationships/tags" Target="../tags/tag1464.xml"/><Relationship Id="rId4" Type="http://schemas.openxmlformats.org/officeDocument/2006/relationships/tags" Target="../tags/tag1465.xml"/><Relationship Id="rId5" Type="http://schemas.openxmlformats.org/officeDocument/2006/relationships/tags" Target="../tags/tag1466.xml"/><Relationship Id="rId6" Type="http://schemas.openxmlformats.org/officeDocument/2006/relationships/tags" Target="../tags/tag1467.xml"/><Relationship Id="rId7" Type="http://schemas.openxmlformats.org/officeDocument/2006/relationships/tags" Target="../tags/tag1468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tags" Target="../tags/tag1469.xml"/><Relationship Id="rId3" Type="http://schemas.openxmlformats.org/officeDocument/2006/relationships/tags" Target="../tags/tag1470.xml"/><Relationship Id="rId4" Type="http://schemas.openxmlformats.org/officeDocument/2006/relationships/tags" Target="../tags/tag1471.xml"/><Relationship Id="rId5" Type="http://schemas.openxmlformats.org/officeDocument/2006/relationships/tags" Target="../tags/tag1472.xml"/><Relationship Id="rId6" Type="http://schemas.openxmlformats.org/officeDocument/2006/relationships/tags" Target="../tags/tag1473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tags" Target="../tags/tag1474.xml"/><Relationship Id="rId3" Type="http://schemas.openxmlformats.org/officeDocument/2006/relationships/tags" Target="../tags/tag1475.xml"/><Relationship Id="rId4" Type="http://schemas.openxmlformats.org/officeDocument/2006/relationships/tags" Target="../tags/tag1476.xml"/><Relationship Id="rId5" Type="http://schemas.openxmlformats.org/officeDocument/2006/relationships/tags" Target="../tags/tag1477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tags" Target="../tags/tag1478.xml"/><Relationship Id="rId3" Type="http://schemas.openxmlformats.org/officeDocument/2006/relationships/tags" Target="../tags/tag1479.xml"/><Relationship Id="rId4" Type="http://schemas.openxmlformats.org/officeDocument/2006/relationships/tags" Target="../tags/tag1480.xml"/><Relationship Id="rId5" Type="http://schemas.openxmlformats.org/officeDocument/2006/relationships/tags" Target="../tags/tag1481.xml"/><Relationship Id="rId6" Type="http://schemas.openxmlformats.org/officeDocument/2006/relationships/tags" Target="../tags/tag1482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tags" Target="../tags/tag1489.xml"/><Relationship Id="rId3" Type="http://schemas.openxmlformats.org/officeDocument/2006/relationships/tags" Target="../tags/tag1490.xml"/><Relationship Id="rId4" Type="http://schemas.openxmlformats.org/officeDocument/2006/relationships/tags" Target="../tags/tag1491.xml"/><Relationship Id="rId5" Type="http://schemas.openxmlformats.org/officeDocument/2006/relationships/tags" Target="../tags/tag1492.xml"/><Relationship Id="rId6" Type="http://schemas.openxmlformats.org/officeDocument/2006/relationships/tags" Target="../tags/tag1493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tags" Target="../tags/tag1494.xml"/><Relationship Id="rId3" Type="http://schemas.openxmlformats.org/officeDocument/2006/relationships/tags" Target="../tags/tag1495.xml"/><Relationship Id="rId4" Type="http://schemas.openxmlformats.org/officeDocument/2006/relationships/tags" Target="../tags/tag1496.xml"/><Relationship Id="rId5" Type="http://schemas.openxmlformats.org/officeDocument/2006/relationships/tags" Target="../tags/tag1497.xml"/><Relationship Id="rId6" Type="http://schemas.openxmlformats.org/officeDocument/2006/relationships/tags" Target="../tags/tag1498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tags" Target="../tags/tag1499.xml"/><Relationship Id="rId3" Type="http://schemas.openxmlformats.org/officeDocument/2006/relationships/tags" Target="../tags/tag1500.xml"/><Relationship Id="rId4" Type="http://schemas.openxmlformats.org/officeDocument/2006/relationships/tags" Target="../tags/tag1501.xml"/><Relationship Id="rId5" Type="http://schemas.openxmlformats.org/officeDocument/2006/relationships/tags" Target="../tags/tag1502.xml"/><Relationship Id="rId6" Type="http://schemas.openxmlformats.org/officeDocument/2006/relationships/tags" Target="../tags/tag1503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tags" Target="../tags/tag1504.xml"/><Relationship Id="rId3" Type="http://schemas.openxmlformats.org/officeDocument/2006/relationships/tags" Target="../tags/tag1505.xml"/><Relationship Id="rId4" Type="http://schemas.openxmlformats.org/officeDocument/2006/relationships/tags" Target="../tags/tag1506.xml"/><Relationship Id="rId5" Type="http://schemas.openxmlformats.org/officeDocument/2006/relationships/tags" Target="../tags/tag1507.xml"/><Relationship Id="rId6" Type="http://schemas.openxmlformats.org/officeDocument/2006/relationships/tags" Target="../tags/tag1508.xml"/><Relationship Id="rId7" Type="http://schemas.openxmlformats.org/officeDocument/2006/relationships/tags" Target="../tags/tag1509.xml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tags" Target="../tags/tag1510.xml"/><Relationship Id="rId3" Type="http://schemas.openxmlformats.org/officeDocument/2006/relationships/tags" Target="../tags/tag1511.xml"/><Relationship Id="rId4" Type="http://schemas.openxmlformats.org/officeDocument/2006/relationships/tags" Target="../tags/tag1512.xml"/><Relationship Id="rId5" Type="http://schemas.openxmlformats.org/officeDocument/2006/relationships/tags" Target="../tags/tag1513.xml"/><Relationship Id="rId6" Type="http://schemas.openxmlformats.org/officeDocument/2006/relationships/tags" Target="../tags/tag1514.xml"/><Relationship Id="rId7" Type="http://schemas.openxmlformats.org/officeDocument/2006/relationships/tags" Target="../tags/tag1515.xml"/><Relationship Id="rId8" Type="http://schemas.openxmlformats.org/officeDocument/2006/relationships/tags" Target="../tags/tag1516.xml"/><Relationship Id="rId9" Type="http://schemas.openxmlformats.org/officeDocument/2006/relationships/tags" Target="../tags/tag1517.xml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tags" Target="../tags/tag1518.xml"/><Relationship Id="rId3" Type="http://schemas.openxmlformats.org/officeDocument/2006/relationships/tags" Target="../tags/tag1519.xml"/><Relationship Id="rId4" Type="http://schemas.openxmlformats.org/officeDocument/2006/relationships/tags" Target="../tags/tag1520.xml"/><Relationship Id="rId5" Type="http://schemas.openxmlformats.org/officeDocument/2006/relationships/tags" Target="../tags/tag1521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tags" Target="../tags/tag1522.xml"/><Relationship Id="rId3" Type="http://schemas.openxmlformats.org/officeDocument/2006/relationships/tags" Target="../tags/tag1523.xml"/><Relationship Id="rId4" Type="http://schemas.openxmlformats.org/officeDocument/2006/relationships/tags" Target="../tags/tag1524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tags" Target="../tags/tag1525.xml"/><Relationship Id="rId3" Type="http://schemas.openxmlformats.org/officeDocument/2006/relationships/tags" Target="../tags/tag1526.xml"/><Relationship Id="rId4" Type="http://schemas.openxmlformats.org/officeDocument/2006/relationships/tags" Target="../tags/tag1527.xml"/><Relationship Id="rId5" Type="http://schemas.openxmlformats.org/officeDocument/2006/relationships/tags" Target="../tags/tag1528.xml"/><Relationship Id="rId6" Type="http://schemas.openxmlformats.org/officeDocument/2006/relationships/tags" Target="../tags/tag1529.xml"/><Relationship Id="rId7" Type="http://schemas.openxmlformats.org/officeDocument/2006/relationships/tags" Target="../tags/tag1530.xml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tags" Target="../tags/tag1531.xml"/><Relationship Id="rId3" Type="http://schemas.openxmlformats.org/officeDocument/2006/relationships/tags" Target="../tags/tag1532.xml"/><Relationship Id="rId4" Type="http://schemas.openxmlformats.org/officeDocument/2006/relationships/tags" Target="../tags/tag1533.xml"/><Relationship Id="rId5" Type="http://schemas.openxmlformats.org/officeDocument/2006/relationships/tags" Target="../tags/tag1534.xml"/><Relationship Id="rId6" Type="http://schemas.openxmlformats.org/officeDocument/2006/relationships/tags" Target="../tags/tag1535.xml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tags" Target="../tags/tag1536.xml"/><Relationship Id="rId3" Type="http://schemas.openxmlformats.org/officeDocument/2006/relationships/tags" Target="../tags/tag1537.xml"/><Relationship Id="rId4" Type="http://schemas.openxmlformats.org/officeDocument/2006/relationships/tags" Target="../tags/tag1538.xml"/><Relationship Id="rId5" Type="http://schemas.openxmlformats.org/officeDocument/2006/relationships/tags" Target="../tags/tag1539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tags" Target="../tags/tag1540.xml"/><Relationship Id="rId3" Type="http://schemas.openxmlformats.org/officeDocument/2006/relationships/tags" Target="../tags/tag1541.xml"/><Relationship Id="rId4" Type="http://schemas.openxmlformats.org/officeDocument/2006/relationships/tags" Target="../tags/tag1542.xml"/><Relationship Id="rId5" Type="http://schemas.openxmlformats.org/officeDocument/2006/relationships/tags" Target="../tags/tag1543.xml"/><Relationship Id="rId6" Type="http://schemas.openxmlformats.org/officeDocument/2006/relationships/tags" Target="../tags/tag1544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tags" Target="../tags/tag1551.xml"/><Relationship Id="rId3" Type="http://schemas.openxmlformats.org/officeDocument/2006/relationships/tags" Target="../tags/tag1552.xml"/><Relationship Id="rId4" Type="http://schemas.openxmlformats.org/officeDocument/2006/relationships/tags" Target="../tags/tag1553.xml"/><Relationship Id="rId5" Type="http://schemas.openxmlformats.org/officeDocument/2006/relationships/tags" Target="../tags/tag1554.xml"/><Relationship Id="rId6" Type="http://schemas.openxmlformats.org/officeDocument/2006/relationships/tags" Target="../tags/tag1555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tags" Target="../tags/tag1556.xml"/><Relationship Id="rId3" Type="http://schemas.openxmlformats.org/officeDocument/2006/relationships/tags" Target="../tags/tag1557.xml"/><Relationship Id="rId4" Type="http://schemas.openxmlformats.org/officeDocument/2006/relationships/tags" Target="../tags/tag1558.xml"/><Relationship Id="rId5" Type="http://schemas.openxmlformats.org/officeDocument/2006/relationships/tags" Target="../tags/tag1559.xml"/><Relationship Id="rId6" Type="http://schemas.openxmlformats.org/officeDocument/2006/relationships/tags" Target="../tags/tag156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tags" Target="../tags/tag1561.xml"/><Relationship Id="rId3" Type="http://schemas.openxmlformats.org/officeDocument/2006/relationships/tags" Target="../tags/tag1562.xml"/><Relationship Id="rId4" Type="http://schemas.openxmlformats.org/officeDocument/2006/relationships/tags" Target="../tags/tag1563.xml"/><Relationship Id="rId5" Type="http://schemas.openxmlformats.org/officeDocument/2006/relationships/tags" Target="../tags/tag1564.xml"/><Relationship Id="rId6" Type="http://schemas.openxmlformats.org/officeDocument/2006/relationships/tags" Target="../tags/tag1565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tags" Target="../tags/tag1566.xml"/><Relationship Id="rId3" Type="http://schemas.openxmlformats.org/officeDocument/2006/relationships/tags" Target="../tags/tag1567.xml"/><Relationship Id="rId4" Type="http://schemas.openxmlformats.org/officeDocument/2006/relationships/tags" Target="../tags/tag1568.xml"/><Relationship Id="rId5" Type="http://schemas.openxmlformats.org/officeDocument/2006/relationships/tags" Target="../tags/tag1569.xml"/><Relationship Id="rId6" Type="http://schemas.openxmlformats.org/officeDocument/2006/relationships/tags" Target="../tags/tag1570.xml"/><Relationship Id="rId7" Type="http://schemas.openxmlformats.org/officeDocument/2006/relationships/tags" Target="../tags/tag1571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tags" Target="../tags/tag1572.xml"/><Relationship Id="rId3" Type="http://schemas.openxmlformats.org/officeDocument/2006/relationships/tags" Target="../tags/tag1573.xml"/><Relationship Id="rId4" Type="http://schemas.openxmlformats.org/officeDocument/2006/relationships/tags" Target="../tags/tag1574.xml"/><Relationship Id="rId5" Type="http://schemas.openxmlformats.org/officeDocument/2006/relationships/tags" Target="../tags/tag1575.xml"/><Relationship Id="rId6" Type="http://schemas.openxmlformats.org/officeDocument/2006/relationships/tags" Target="../tags/tag1576.xml"/><Relationship Id="rId7" Type="http://schemas.openxmlformats.org/officeDocument/2006/relationships/tags" Target="../tags/tag1577.xml"/><Relationship Id="rId8" Type="http://schemas.openxmlformats.org/officeDocument/2006/relationships/tags" Target="../tags/tag1578.xml"/><Relationship Id="rId9" Type="http://schemas.openxmlformats.org/officeDocument/2006/relationships/tags" Target="../tags/tag1579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tags" Target="../tags/tag1580.xml"/><Relationship Id="rId3" Type="http://schemas.openxmlformats.org/officeDocument/2006/relationships/tags" Target="../tags/tag1581.xml"/><Relationship Id="rId4" Type="http://schemas.openxmlformats.org/officeDocument/2006/relationships/tags" Target="../tags/tag1582.xml"/><Relationship Id="rId5" Type="http://schemas.openxmlformats.org/officeDocument/2006/relationships/tags" Target="../tags/tag1583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tags" Target="../tags/tag1584.xml"/><Relationship Id="rId3" Type="http://schemas.openxmlformats.org/officeDocument/2006/relationships/tags" Target="../tags/tag1585.xml"/><Relationship Id="rId4" Type="http://schemas.openxmlformats.org/officeDocument/2006/relationships/tags" Target="../tags/tag1586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tags" Target="../tags/tag1587.xml"/><Relationship Id="rId3" Type="http://schemas.openxmlformats.org/officeDocument/2006/relationships/tags" Target="../tags/tag1588.xml"/><Relationship Id="rId4" Type="http://schemas.openxmlformats.org/officeDocument/2006/relationships/tags" Target="../tags/tag1589.xml"/><Relationship Id="rId5" Type="http://schemas.openxmlformats.org/officeDocument/2006/relationships/tags" Target="../tags/tag1590.xml"/><Relationship Id="rId6" Type="http://schemas.openxmlformats.org/officeDocument/2006/relationships/tags" Target="../tags/tag1591.xml"/><Relationship Id="rId7" Type="http://schemas.openxmlformats.org/officeDocument/2006/relationships/tags" Target="../tags/tag1592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tags" Target="../tags/tag1593.xml"/><Relationship Id="rId3" Type="http://schemas.openxmlformats.org/officeDocument/2006/relationships/tags" Target="../tags/tag1594.xml"/><Relationship Id="rId4" Type="http://schemas.openxmlformats.org/officeDocument/2006/relationships/tags" Target="../tags/tag1595.xml"/><Relationship Id="rId5" Type="http://schemas.openxmlformats.org/officeDocument/2006/relationships/tags" Target="../tags/tag1596.xml"/><Relationship Id="rId6" Type="http://schemas.openxmlformats.org/officeDocument/2006/relationships/tags" Target="../tags/tag1597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tags" Target="../tags/tag1598.xml"/><Relationship Id="rId3" Type="http://schemas.openxmlformats.org/officeDocument/2006/relationships/tags" Target="../tags/tag1599.xml"/><Relationship Id="rId4" Type="http://schemas.openxmlformats.org/officeDocument/2006/relationships/tags" Target="../tags/tag1600.xml"/><Relationship Id="rId5" Type="http://schemas.openxmlformats.org/officeDocument/2006/relationships/tags" Target="../tags/tag1601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tags" Target="../tags/tag1602.xml"/><Relationship Id="rId3" Type="http://schemas.openxmlformats.org/officeDocument/2006/relationships/tags" Target="../tags/tag1603.xml"/><Relationship Id="rId4" Type="http://schemas.openxmlformats.org/officeDocument/2006/relationships/tags" Target="../tags/tag1604.xml"/><Relationship Id="rId5" Type="http://schemas.openxmlformats.org/officeDocument/2006/relationships/tags" Target="../tags/tag1605.xml"/><Relationship Id="rId6" Type="http://schemas.openxmlformats.org/officeDocument/2006/relationships/tags" Target="../tags/tag1606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tags" Target="../tags/tag1613.xml"/><Relationship Id="rId3" Type="http://schemas.openxmlformats.org/officeDocument/2006/relationships/tags" Target="../tags/tag1614.xml"/><Relationship Id="rId4" Type="http://schemas.openxmlformats.org/officeDocument/2006/relationships/tags" Target="../tags/tag1615.xml"/><Relationship Id="rId5" Type="http://schemas.openxmlformats.org/officeDocument/2006/relationships/tags" Target="../tags/tag1616.xml"/><Relationship Id="rId6" Type="http://schemas.openxmlformats.org/officeDocument/2006/relationships/tags" Target="../tags/tag1617.xml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tags" Target="../tags/tag1618.xml"/><Relationship Id="rId3" Type="http://schemas.openxmlformats.org/officeDocument/2006/relationships/tags" Target="../tags/tag1619.xml"/><Relationship Id="rId4" Type="http://schemas.openxmlformats.org/officeDocument/2006/relationships/tags" Target="../tags/tag1620.xml"/><Relationship Id="rId5" Type="http://schemas.openxmlformats.org/officeDocument/2006/relationships/tags" Target="../tags/tag1621.xml"/><Relationship Id="rId6" Type="http://schemas.openxmlformats.org/officeDocument/2006/relationships/tags" Target="../tags/tag1622.xml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tags" Target="../tags/tag1623.xml"/><Relationship Id="rId3" Type="http://schemas.openxmlformats.org/officeDocument/2006/relationships/tags" Target="../tags/tag1624.xml"/><Relationship Id="rId4" Type="http://schemas.openxmlformats.org/officeDocument/2006/relationships/tags" Target="../tags/tag1625.xml"/><Relationship Id="rId5" Type="http://schemas.openxmlformats.org/officeDocument/2006/relationships/tags" Target="../tags/tag1626.xml"/><Relationship Id="rId6" Type="http://schemas.openxmlformats.org/officeDocument/2006/relationships/tags" Target="../tags/tag1627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tags" Target="../tags/tag1628.xml"/><Relationship Id="rId3" Type="http://schemas.openxmlformats.org/officeDocument/2006/relationships/tags" Target="../tags/tag1629.xml"/><Relationship Id="rId4" Type="http://schemas.openxmlformats.org/officeDocument/2006/relationships/tags" Target="../tags/tag1630.xml"/><Relationship Id="rId5" Type="http://schemas.openxmlformats.org/officeDocument/2006/relationships/tags" Target="../tags/tag1631.xml"/><Relationship Id="rId6" Type="http://schemas.openxmlformats.org/officeDocument/2006/relationships/tags" Target="../tags/tag1632.xml"/><Relationship Id="rId7" Type="http://schemas.openxmlformats.org/officeDocument/2006/relationships/tags" Target="../tags/tag1633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tags" Target="../tags/tag1634.xml"/><Relationship Id="rId3" Type="http://schemas.openxmlformats.org/officeDocument/2006/relationships/tags" Target="../tags/tag1635.xml"/><Relationship Id="rId4" Type="http://schemas.openxmlformats.org/officeDocument/2006/relationships/tags" Target="../tags/tag1636.xml"/><Relationship Id="rId5" Type="http://schemas.openxmlformats.org/officeDocument/2006/relationships/tags" Target="../tags/tag1637.xml"/><Relationship Id="rId6" Type="http://schemas.openxmlformats.org/officeDocument/2006/relationships/tags" Target="../tags/tag1638.xml"/><Relationship Id="rId7" Type="http://schemas.openxmlformats.org/officeDocument/2006/relationships/tags" Target="../tags/tag1639.xml"/><Relationship Id="rId8" Type="http://schemas.openxmlformats.org/officeDocument/2006/relationships/tags" Target="../tags/tag1640.xml"/><Relationship Id="rId9" Type="http://schemas.openxmlformats.org/officeDocument/2006/relationships/tags" Target="../tags/tag1641.xml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tags" Target="../tags/tag1642.xml"/><Relationship Id="rId3" Type="http://schemas.openxmlformats.org/officeDocument/2006/relationships/tags" Target="../tags/tag1643.xml"/><Relationship Id="rId4" Type="http://schemas.openxmlformats.org/officeDocument/2006/relationships/tags" Target="../tags/tag1644.xml"/><Relationship Id="rId5" Type="http://schemas.openxmlformats.org/officeDocument/2006/relationships/tags" Target="../tags/tag1645.xml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tags" Target="../tags/tag1646.xml"/><Relationship Id="rId3" Type="http://schemas.openxmlformats.org/officeDocument/2006/relationships/tags" Target="../tags/tag1647.xml"/><Relationship Id="rId4" Type="http://schemas.openxmlformats.org/officeDocument/2006/relationships/tags" Target="../tags/tag1648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tags" Target="../tags/tag1649.xml"/><Relationship Id="rId3" Type="http://schemas.openxmlformats.org/officeDocument/2006/relationships/tags" Target="../tags/tag1650.xml"/><Relationship Id="rId4" Type="http://schemas.openxmlformats.org/officeDocument/2006/relationships/tags" Target="../tags/tag1651.xml"/><Relationship Id="rId5" Type="http://schemas.openxmlformats.org/officeDocument/2006/relationships/tags" Target="../tags/tag1652.xml"/><Relationship Id="rId6" Type="http://schemas.openxmlformats.org/officeDocument/2006/relationships/tags" Target="../tags/tag1653.xml"/><Relationship Id="rId7" Type="http://schemas.openxmlformats.org/officeDocument/2006/relationships/tags" Target="../tags/tag1654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tags" Target="../tags/tag1655.xml"/><Relationship Id="rId3" Type="http://schemas.openxmlformats.org/officeDocument/2006/relationships/tags" Target="../tags/tag1656.xml"/><Relationship Id="rId4" Type="http://schemas.openxmlformats.org/officeDocument/2006/relationships/tags" Target="../tags/tag1657.xml"/><Relationship Id="rId5" Type="http://schemas.openxmlformats.org/officeDocument/2006/relationships/tags" Target="../tags/tag1658.xml"/><Relationship Id="rId6" Type="http://schemas.openxmlformats.org/officeDocument/2006/relationships/tags" Target="../tags/tag1659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tags" Target="../tags/tag1660.xml"/><Relationship Id="rId3" Type="http://schemas.openxmlformats.org/officeDocument/2006/relationships/tags" Target="../tags/tag1661.xml"/><Relationship Id="rId4" Type="http://schemas.openxmlformats.org/officeDocument/2006/relationships/tags" Target="../tags/tag1662.xml"/><Relationship Id="rId5" Type="http://schemas.openxmlformats.org/officeDocument/2006/relationships/tags" Target="../tags/tag1663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tags" Target="../tags/tag1664.xml"/><Relationship Id="rId3" Type="http://schemas.openxmlformats.org/officeDocument/2006/relationships/tags" Target="../tags/tag1665.xml"/><Relationship Id="rId4" Type="http://schemas.openxmlformats.org/officeDocument/2006/relationships/tags" Target="../tags/tag1666.xml"/><Relationship Id="rId5" Type="http://schemas.openxmlformats.org/officeDocument/2006/relationships/tags" Target="../tags/tag1667.xml"/><Relationship Id="rId6" Type="http://schemas.openxmlformats.org/officeDocument/2006/relationships/tags" Target="../tags/tag1668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tags" Target="../tags/tag1675.xml"/><Relationship Id="rId3" Type="http://schemas.openxmlformats.org/officeDocument/2006/relationships/tags" Target="../tags/tag1676.xml"/><Relationship Id="rId4" Type="http://schemas.openxmlformats.org/officeDocument/2006/relationships/tags" Target="../tags/tag1677.xml"/><Relationship Id="rId5" Type="http://schemas.openxmlformats.org/officeDocument/2006/relationships/tags" Target="../tags/tag1678.xml"/><Relationship Id="rId6" Type="http://schemas.openxmlformats.org/officeDocument/2006/relationships/tags" Target="../tags/tag1679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tags" Target="../tags/tag1680.xml"/><Relationship Id="rId3" Type="http://schemas.openxmlformats.org/officeDocument/2006/relationships/tags" Target="../tags/tag1681.xml"/><Relationship Id="rId4" Type="http://schemas.openxmlformats.org/officeDocument/2006/relationships/tags" Target="../tags/tag1682.xml"/><Relationship Id="rId5" Type="http://schemas.openxmlformats.org/officeDocument/2006/relationships/tags" Target="../tags/tag1683.xml"/><Relationship Id="rId6" Type="http://schemas.openxmlformats.org/officeDocument/2006/relationships/tags" Target="../tags/tag1684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tags" Target="../tags/tag1685.xml"/><Relationship Id="rId3" Type="http://schemas.openxmlformats.org/officeDocument/2006/relationships/tags" Target="../tags/tag1686.xml"/><Relationship Id="rId4" Type="http://schemas.openxmlformats.org/officeDocument/2006/relationships/tags" Target="../tags/tag1687.xml"/><Relationship Id="rId5" Type="http://schemas.openxmlformats.org/officeDocument/2006/relationships/tags" Target="../tags/tag1688.xml"/><Relationship Id="rId6" Type="http://schemas.openxmlformats.org/officeDocument/2006/relationships/tags" Target="../tags/tag1689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tags" Target="../tags/tag1690.xml"/><Relationship Id="rId3" Type="http://schemas.openxmlformats.org/officeDocument/2006/relationships/tags" Target="../tags/tag1691.xml"/><Relationship Id="rId4" Type="http://schemas.openxmlformats.org/officeDocument/2006/relationships/tags" Target="../tags/tag1692.xml"/><Relationship Id="rId5" Type="http://schemas.openxmlformats.org/officeDocument/2006/relationships/tags" Target="../tags/tag1693.xml"/><Relationship Id="rId6" Type="http://schemas.openxmlformats.org/officeDocument/2006/relationships/tags" Target="../tags/tag1694.xml"/><Relationship Id="rId7" Type="http://schemas.openxmlformats.org/officeDocument/2006/relationships/tags" Target="../tags/tag1695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tags" Target="../tags/tag1696.xml"/><Relationship Id="rId3" Type="http://schemas.openxmlformats.org/officeDocument/2006/relationships/tags" Target="../tags/tag1697.xml"/><Relationship Id="rId4" Type="http://schemas.openxmlformats.org/officeDocument/2006/relationships/tags" Target="../tags/tag1698.xml"/><Relationship Id="rId5" Type="http://schemas.openxmlformats.org/officeDocument/2006/relationships/tags" Target="../tags/tag1699.xml"/><Relationship Id="rId6" Type="http://schemas.openxmlformats.org/officeDocument/2006/relationships/tags" Target="../tags/tag1700.xml"/><Relationship Id="rId7" Type="http://schemas.openxmlformats.org/officeDocument/2006/relationships/tags" Target="../tags/tag1701.xml"/><Relationship Id="rId8" Type="http://schemas.openxmlformats.org/officeDocument/2006/relationships/tags" Target="../tags/tag1702.xml"/><Relationship Id="rId9" Type="http://schemas.openxmlformats.org/officeDocument/2006/relationships/tags" Target="../tags/tag1703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tags" Target="../tags/tag1704.xml"/><Relationship Id="rId3" Type="http://schemas.openxmlformats.org/officeDocument/2006/relationships/tags" Target="../tags/tag1705.xml"/><Relationship Id="rId4" Type="http://schemas.openxmlformats.org/officeDocument/2006/relationships/tags" Target="../tags/tag1706.xml"/><Relationship Id="rId5" Type="http://schemas.openxmlformats.org/officeDocument/2006/relationships/tags" Target="../tags/tag1707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tags" Target="../tags/tag1708.xml"/><Relationship Id="rId3" Type="http://schemas.openxmlformats.org/officeDocument/2006/relationships/tags" Target="../tags/tag1709.xml"/><Relationship Id="rId4" Type="http://schemas.openxmlformats.org/officeDocument/2006/relationships/tags" Target="../tags/tag1710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tags" Target="../tags/tag1711.xml"/><Relationship Id="rId3" Type="http://schemas.openxmlformats.org/officeDocument/2006/relationships/tags" Target="../tags/tag1712.xml"/><Relationship Id="rId4" Type="http://schemas.openxmlformats.org/officeDocument/2006/relationships/tags" Target="../tags/tag1713.xml"/><Relationship Id="rId5" Type="http://schemas.openxmlformats.org/officeDocument/2006/relationships/tags" Target="../tags/tag1714.xml"/><Relationship Id="rId6" Type="http://schemas.openxmlformats.org/officeDocument/2006/relationships/tags" Target="../tags/tag1715.xml"/><Relationship Id="rId7" Type="http://schemas.openxmlformats.org/officeDocument/2006/relationships/tags" Target="../tags/tag1716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tags" Target="../tags/tag1717.xml"/><Relationship Id="rId3" Type="http://schemas.openxmlformats.org/officeDocument/2006/relationships/tags" Target="../tags/tag1718.xml"/><Relationship Id="rId4" Type="http://schemas.openxmlformats.org/officeDocument/2006/relationships/tags" Target="../tags/tag1719.xml"/><Relationship Id="rId5" Type="http://schemas.openxmlformats.org/officeDocument/2006/relationships/tags" Target="../tags/tag1720.xml"/><Relationship Id="rId6" Type="http://schemas.openxmlformats.org/officeDocument/2006/relationships/tags" Target="../tags/tag1721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tags" Target="../tags/tag1722.xml"/><Relationship Id="rId3" Type="http://schemas.openxmlformats.org/officeDocument/2006/relationships/tags" Target="../tags/tag1723.xml"/><Relationship Id="rId4" Type="http://schemas.openxmlformats.org/officeDocument/2006/relationships/tags" Target="../tags/tag1724.xml"/><Relationship Id="rId5" Type="http://schemas.openxmlformats.org/officeDocument/2006/relationships/tags" Target="../tags/tag1725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tags" Target="../tags/tag1726.xml"/><Relationship Id="rId3" Type="http://schemas.openxmlformats.org/officeDocument/2006/relationships/tags" Target="../tags/tag1727.xml"/><Relationship Id="rId4" Type="http://schemas.openxmlformats.org/officeDocument/2006/relationships/tags" Target="../tags/tag1728.xml"/><Relationship Id="rId5" Type="http://schemas.openxmlformats.org/officeDocument/2006/relationships/tags" Target="../tags/tag1729.xml"/><Relationship Id="rId6" Type="http://schemas.openxmlformats.org/officeDocument/2006/relationships/tags" Target="../tags/tag1730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tags" Target="../tags/tag1737.xml"/><Relationship Id="rId3" Type="http://schemas.openxmlformats.org/officeDocument/2006/relationships/tags" Target="../tags/tag1738.xml"/><Relationship Id="rId4" Type="http://schemas.openxmlformats.org/officeDocument/2006/relationships/tags" Target="../tags/tag1739.xml"/><Relationship Id="rId5" Type="http://schemas.openxmlformats.org/officeDocument/2006/relationships/tags" Target="../tags/tag1740.xml"/><Relationship Id="rId6" Type="http://schemas.openxmlformats.org/officeDocument/2006/relationships/tags" Target="../tags/tag1741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tags" Target="../tags/tag1742.xml"/><Relationship Id="rId3" Type="http://schemas.openxmlformats.org/officeDocument/2006/relationships/tags" Target="../tags/tag1743.xml"/><Relationship Id="rId4" Type="http://schemas.openxmlformats.org/officeDocument/2006/relationships/tags" Target="../tags/tag1744.xml"/><Relationship Id="rId5" Type="http://schemas.openxmlformats.org/officeDocument/2006/relationships/tags" Target="../tags/tag1745.xml"/><Relationship Id="rId6" Type="http://schemas.openxmlformats.org/officeDocument/2006/relationships/tags" Target="../tags/tag1746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tags" Target="../tags/tag1747.xml"/><Relationship Id="rId3" Type="http://schemas.openxmlformats.org/officeDocument/2006/relationships/tags" Target="../tags/tag1748.xml"/><Relationship Id="rId4" Type="http://schemas.openxmlformats.org/officeDocument/2006/relationships/tags" Target="../tags/tag1749.xml"/><Relationship Id="rId5" Type="http://schemas.openxmlformats.org/officeDocument/2006/relationships/tags" Target="../tags/tag1750.xml"/><Relationship Id="rId6" Type="http://schemas.openxmlformats.org/officeDocument/2006/relationships/tags" Target="../tags/tag1751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tags" Target="../tags/tag1752.xml"/><Relationship Id="rId3" Type="http://schemas.openxmlformats.org/officeDocument/2006/relationships/tags" Target="../tags/tag1753.xml"/><Relationship Id="rId4" Type="http://schemas.openxmlformats.org/officeDocument/2006/relationships/tags" Target="../tags/tag1754.xml"/><Relationship Id="rId5" Type="http://schemas.openxmlformats.org/officeDocument/2006/relationships/tags" Target="../tags/tag1755.xml"/><Relationship Id="rId6" Type="http://schemas.openxmlformats.org/officeDocument/2006/relationships/tags" Target="../tags/tag1756.xml"/><Relationship Id="rId7" Type="http://schemas.openxmlformats.org/officeDocument/2006/relationships/tags" Target="../tags/tag1757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tags" Target="../tags/tag1758.xml"/><Relationship Id="rId3" Type="http://schemas.openxmlformats.org/officeDocument/2006/relationships/tags" Target="../tags/tag1759.xml"/><Relationship Id="rId4" Type="http://schemas.openxmlformats.org/officeDocument/2006/relationships/tags" Target="../tags/tag1760.xml"/><Relationship Id="rId5" Type="http://schemas.openxmlformats.org/officeDocument/2006/relationships/tags" Target="../tags/tag1761.xml"/><Relationship Id="rId6" Type="http://schemas.openxmlformats.org/officeDocument/2006/relationships/tags" Target="../tags/tag1762.xml"/><Relationship Id="rId7" Type="http://schemas.openxmlformats.org/officeDocument/2006/relationships/tags" Target="../tags/tag1763.xml"/><Relationship Id="rId8" Type="http://schemas.openxmlformats.org/officeDocument/2006/relationships/tags" Target="../tags/tag1764.xml"/><Relationship Id="rId9" Type="http://schemas.openxmlformats.org/officeDocument/2006/relationships/tags" Target="../tags/tag1765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tags" Target="../tags/tag1766.xml"/><Relationship Id="rId3" Type="http://schemas.openxmlformats.org/officeDocument/2006/relationships/tags" Target="../tags/tag1767.xml"/><Relationship Id="rId4" Type="http://schemas.openxmlformats.org/officeDocument/2006/relationships/tags" Target="../tags/tag1768.xml"/><Relationship Id="rId5" Type="http://schemas.openxmlformats.org/officeDocument/2006/relationships/tags" Target="../tags/tag1769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tags" Target="../tags/tag1770.xml"/><Relationship Id="rId3" Type="http://schemas.openxmlformats.org/officeDocument/2006/relationships/tags" Target="../tags/tag1771.xml"/><Relationship Id="rId4" Type="http://schemas.openxmlformats.org/officeDocument/2006/relationships/tags" Target="../tags/tag177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tags" Target="../tags/tag1773.xml"/><Relationship Id="rId3" Type="http://schemas.openxmlformats.org/officeDocument/2006/relationships/tags" Target="../tags/tag1774.xml"/><Relationship Id="rId4" Type="http://schemas.openxmlformats.org/officeDocument/2006/relationships/tags" Target="../tags/tag1775.xml"/><Relationship Id="rId5" Type="http://schemas.openxmlformats.org/officeDocument/2006/relationships/tags" Target="../tags/tag1776.xml"/><Relationship Id="rId6" Type="http://schemas.openxmlformats.org/officeDocument/2006/relationships/tags" Target="../tags/tag1777.xml"/><Relationship Id="rId7" Type="http://schemas.openxmlformats.org/officeDocument/2006/relationships/tags" Target="../tags/tag1778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tags" Target="../tags/tag1779.xml"/><Relationship Id="rId3" Type="http://schemas.openxmlformats.org/officeDocument/2006/relationships/tags" Target="../tags/tag1780.xml"/><Relationship Id="rId4" Type="http://schemas.openxmlformats.org/officeDocument/2006/relationships/tags" Target="../tags/tag1781.xml"/><Relationship Id="rId5" Type="http://schemas.openxmlformats.org/officeDocument/2006/relationships/tags" Target="../tags/tag1782.xml"/><Relationship Id="rId6" Type="http://schemas.openxmlformats.org/officeDocument/2006/relationships/tags" Target="../tags/tag178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tags" Target="../tags/tag1784.xml"/><Relationship Id="rId3" Type="http://schemas.openxmlformats.org/officeDocument/2006/relationships/tags" Target="../tags/tag1785.xml"/><Relationship Id="rId4" Type="http://schemas.openxmlformats.org/officeDocument/2006/relationships/tags" Target="../tags/tag1786.xml"/><Relationship Id="rId5" Type="http://schemas.openxmlformats.org/officeDocument/2006/relationships/tags" Target="../tags/tag1787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tags" Target="../tags/tag1788.xml"/><Relationship Id="rId3" Type="http://schemas.openxmlformats.org/officeDocument/2006/relationships/tags" Target="../tags/tag1789.xml"/><Relationship Id="rId4" Type="http://schemas.openxmlformats.org/officeDocument/2006/relationships/tags" Target="../tags/tag1790.xml"/><Relationship Id="rId5" Type="http://schemas.openxmlformats.org/officeDocument/2006/relationships/tags" Target="../tags/tag1791.xml"/><Relationship Id="rId6" Type="http://schemas.openxmlformats.org/officeDocument/2006/relationships/tags" Target="../tags/tag179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段文字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 userDrawn="1">
            <p:ph sz="quarter" idx="13"/>
          </p:nvPr>
        </p:nvSpPr>
        <p:spPr>
          <a:xfrm>
            <a:off x="830598" y="1395528"/>
            <a:ext cx="4146549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9" name="内容占位符 2"/>
          <p:cNvSpPr>
            <a:spLocks noGrp="1"/>
          </p:cNvSpPr>
          <p:nvPr>
            <p:ph sz="quarter" idx="15"/>
          </p:nvPr>
        </p:nvSpPr>
        <p:spPr>
          <a:xfrm>
            <a:off x="3548398" y="1395528"/>
            <a:ext cx="4146549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5" name="内容占位符 2"/>
          <p:cNvSpPr>
            <a:spLocks noGrp="1"/>
          </p:cNvSpPr>
          <p:nvPr>
            <p:ph sz="quarter" idx="17"/>
          </p:nvPr>
        </p:nvSpPr>
        <p:spPr>
          <a:xfrm>
            <a:off x="6266198" y="1395528"/>
            <a:ext cx="4146549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1" name="内容占位符 2"/>
          <p:cNvSpPr>
            <a:spLocks noGrp="1"/>
          </p:cNvSpPr>
          <p:nvPr>
            <p:ph sz="quarter" idx="19"/>
          </p:nvPr>
        </p:nvSpPr>
        <p:spPr>
          <a:xfrm>
            <a:off x="8996698" y="1395528"/>
            <a:ext cx="4146549" cy="37050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9" name="任意多边形: 形状 18"/>
          <p:cNvSpPr/>
          <p:nvPr userDrawn="1"/>
        </p:nvSpPr>
        <p:spPr>
          <a:xfrm>
            <a:off x="1" y="267172"/>
            <a:ext cx="9486459" cy="579395"/>
          </a:xfrm>
          <a:custGeom>
            <a:avLst/>
            <a:gdLst>
              <a:gd name="connsiteX0" fmla="*/ 9472293 w 9486459"/>
              <a:gd name="connsiteY0" fmla="*/ 0 h 579395"/>
              <a:gd name="connsiteX1" fmla="*/ 9486459 w 9486459"/>
              <a:gd name="connsiteY1" fmla="*/ 0 h 579395"/>
              <a:gd name="connsiteX2" fmla="*/ 9122539 w 9486459"/>
              <a:gd name="connsiteY2" fmla="*/ 579395 h 579395"/>
              <a:gd name="connsiteX3" fmla="*/ 9108373 w 9486459"/>
              <a:gd name="connsiteY3" fmla="*/ 579395 h 579395"/>
              <a:gd name="connsiteX4" fmla="*/ 9383852 w 9486459"/>
              <a:gd name="connsiteY4" fmla="*/ 0 h 579395"/>
              <a:gd name="connsiteX5" fmla="*/ 9434831 w 9486459"/>
              <a:gd name="connsiteY5" fmla="*/ 0 h 579395"/>
              <a:gd name="connsiteX6" fmla="*/ 9070911 w 9486459"/>
              <a:gd name="connsiteY6" fmla="*/ 579395 h 579395"/>
              <a:gd name="connsiteX7" fmla="*/ 9019932 w 9486459"/>
              <a:gd name="connsiteY7" fmla="*/ 579395 h 579395"/>
              <a:gd name="connsiteX8" fmla="*/ 0 w 9486459"/>
              <a:gd name="connsiteY8" fmla="*/ 0 h 579395"/>
              <a:gd name="connsiteX9" fmla="*/ 9345418 w 9486459"/>
              <a:gd name="connsiteY9" fmla="*/ 0 h 579395"/>
              <a:gd name="connsiteX10" fmla="*/ 8977879 w 9486459"/>
              <a:gd name="connsiteY10" fmla="*/ 579395 h 579395"/>
              <a:gd name="connsiteX11" fmla="*/ 0 w 9486459"/>
              <a:gd name="connsiteY11" fmla="*/ 579395 h 579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86459" h="579395">
                <a:moveTo>
                  <a:pt x="9472293" y="0"/>
                </a:moveTo>
                <a:lnTo>
                  <a:pt x="9486459" y="0"/>
                </a:lnTo>
                <a:lnTo>
                  <a:pt x="9122539" y="579395"/>
                </a:lnTo>
                <a:lnTo>
                  <a:pt x="9108373" y="579395"/>
                </a:lnTo>
                <a:close/>
                <a:moveTo>
                  <a:pt x="9383852" y="0"/>
                </a:moveTo>
                <a:lnTo>
                  <a:pt x="9434831" y="0"/>
                </a:lnTo>
                <a:lnTo>
                  <a:pt x="9070911" y="579395"/>
                </a:lnTo>
                <a:lnTo>
                  <a:pt x="9019932" y="579395"/>
                </a:lnTo>
                <a:close/>
                <a:moveTo>
                  <a:pt x="0" y="0"/>
                </a:moveTo>
                <a:lnTo>
                  <a:pt x="9345418" y="0"/>
                </a:lnTo>
                <a:lnTo>
                  <a:pt x="8977879" y="579395"/>
                </a:lnTo>
                <a:lnTo>
                  <a:pt x="0" y="579395"/>
                </a:lnTo>
                <a:close/>
              </a:path>
            </a:pathLst>
          </a:custGeom>
          <a:pattFill prst="wdDnDiag">
            <a:fgClr>
              <a:schemeClr val="accent1">
                <a:lumMod val="75000"/>
              </a:schemeClr>
            </a:fgClr>
            <a:bgClr>
              <a:schemeClr val="tx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240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443029" y="435931"/>
            <a:ext cx="257171" cy="208413"/>
            <a:chOff x="337460" y="322200"/>
            <a:chExt cx="257171" cy="208413"/>
          </a:xfrm>
        </p:grpSpPr>
        <p:sp>
          <p:nvSpPr>
            <p:cNvPr id="5" name="箭头: V 形 4"/>
            <p:cNvSpPr/>
            <p:nvPr userDrawn="1"/>
          </p:nvSpPr>
          <p:spPr>
            <a:xfrm>
              <a:off x="424769" y="322200"/>
              <a:ext cx="169862" cy="208413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6" name="任意多边形: 形状 5"/>
            <p:cNvSpPr/>
            <p:nvPr userDrawn="1"/>
          </p:nvSpPr>
          <p:spPr>
            <a:xfrm>
              <a:off x="371973" y="322200"/>
              <a:ext cx="120110" cy="208413"/>
            </a:xfrm>
            <a:custGeom>
              <a:avLst/>
              <a:gdLst>
                <a:gd name="connsiteX0" fmla="*/ 0 w 120110"/>
                <a:gd name="connsiteY0" fmla="*/ 0 h 208413"/>
                <a:gd name="connsiteX1" fmla="*/ 35179 w 120110"/>
                <a:gd name="connsiteY1" fmla="*/ 0 h 208413"/>
                <a:gd name="connsiteX2" fmla="*/ 120110 w 120110"/>
                <a:gd name="connsiteY2" fmla="*/ 104207 h 208413"/>
                <a:gd name="connsiteX3" fmla="*/ 35179 w 120110"/>
                <a:gd name="connsiteY3" fmla="*/ 208413 h 208413"/>
                <a:gd name="connsiteX4" fmla="*/ 0 w 120110"/>
                <a:gd name="connsiteY4" fmla="*/ 208413 h 208413"/>
                <a:gd name="connsiteX5" fmla="*/ 84931 w 120110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110" h="208413">
                  <a:moveTo>
                    <a:pt x="0" y="0"/>
                  </a:moveTo>
                  <a:lnTo>
                    <a:pt x="35179" y="0"/>
                  </a:lnTo>
                  <a:lnTo>
                    <a:pt x="120110" y="104207"/>
                  </a:lnTo>
                  <a:lnTo>
                    <a:pt x="35179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7" name="任意多边形: 形状 6"/>
            <p:cNvSpPr/>
            <p:nvPr userDrawn="1"/>
          </p:nvSpPr>
          <p:spPr>
            <a:xfrm>
              <a:off x="337460" y="322200"/>
              <a:ext cx="101826" cy="208413"/>
            </a:xfrm>
            <a:custGeom>
              <a:avLst/>
              <a:gdLst>
                <a:gd name="connsiteX0" fmla="*/ 0 w 101826"/>
                <a:gd name="connsiteY0" fmla="*/ 0 h 208413"/>
                <a:gd name="connsiteX1" fmla="*/ 16895 w 101826"/>
                <a:gd name="connsiteY1" fmla="*/ 0 h 208413"/>
                <a:gd name="connsiteX2" fmla="*/ 101826 w 101826"/>
                <a:gd name="connsiteY2" fmla="*/ 104207 h 208413"/>
                <a:gd name="connsiteX3" fmla="*/ 16895 w 101826"/>
                <a:gd name="connsiteY3" fmla="*/ 208413 h 208413"/>
                <a:gd name="connsiteX4" fmla="*/ 0 w 101826"/>
                <a:gd name="connsiteY4" fmla="*/ 208413 h 208413"/>
                <a:gd name="connsiteX5" fmla="*/ 84931 w 101826"/>
                <a:gd name="connsiteY5" fmla="*/ 104207 h 208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826" h="208413">
                  <a:moveTo>
                    <a:pt x="0" y="0"/>
                  </a:moveTo>
                  <a:lnTo>
                    <a:pt x="16895" y="0"/>
                  </a:lnTo>
                  <a:lnTo>
                    <a:pt x="101826" y="104207"/>
                  </a:lnTo>
                  <a:lnTo>
                    <a:pt x="16895" y="208413"/>
                  </a:lnTo>
                  <a:lnTo>
                    <a:pt x="0" y="208413"/>
                  </a:lnTo>
                  <a:lnTo>
                    <a:pt x="84931" y="1042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660400" y="315249"/>
            <a:ext cx="7601971" cy="5078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 b="1" spc="30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20" name="内容占位符 2"/>
          <p:cNvSpPr>
            <a:spLocks noGrp="1"/>
          </p:cNvSpPr>
          <p:nvPr userDrawn="1">
            <p:ph sz="quarter" idx="14"/>
          </p:nvPr>
        </p:nvSpPr>
        <p:spPr>
          <a:xfrm>
            <a:off x="926079" y="1850019"/>
            <a:ext cx="2278836" cy="392006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spcBef>
                <a:spcPts val="0"/>
              </a:spcBef>
              <a:buFontTx/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830598" y="1444058"/>
            <a:ext cx="2147091" cy="4937806"/>
            <a:chOff x="917682" y="1444058"/>
            <a:chExt cx="2147091" cy="4937806"/>
          </a:xfrm>
        </p:grpSpPr>
        <p:cxnSp>
          <p:nvCxnSpPr>
            <p:cNvPr id="13" name="直接连接符 12"/>
            <p:cNvCxnSpPr/>
            <p:nvPr userDrawn="1"/>
          </p:nvCxnSpPr>
          <p:spPr>
            <a:xfrm>
              <a:off x="939906" y="1808194"/>
              <a:ext cx="0" cy="457367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0" name="内容占位符 2"/>
          <p:cNvSpPr>
            <a:spLocks noGrp="1"/>
          </p:cNvSpPr>
          <p:nvPr>
            <p:ph sz="quarter" idx="16"/>
          </p:nvPr>
        </p:nvSpPr>
        <p:spPr>
          <a:xfrm>
            <a:off x="3643879" y="1850019"/>
            <a:ext cx="2278836" cy="392006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spcBef>
                <a:spcPts val="0"/>
              </a:spcBef>
              <a:buFontTx/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3548398" y="1444058"/>
            <a:ext cx="2147091" cy="4937806"/>
            <a:chOff x="917682" y="1444058"/>
            <a:chExt cx="2147091" cy="4937806"/>
          </a:xfrm>
        </p:grpSpPr>
        <p:cxnSp>
          <p:nvCxnSpPr>
            <p:cNvPr id="42" name="直接连接符 41"/>
            <p:cNvCxnSpPr/>
            <p:nvPr userDrawn="1"/>
          </p:nvCxnSpPr>
          <p:spPr>
            <a:xfrm>
              <a:off x="939906" y="1808194"/>
              <a:ext cx="0" cy="457367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j-ea"/>
                <a:ea typeface="+mj-ea"/>
              </a:endParaRPr>
            </a:p>
          </p:txBody>
        </p:sp>
      </p:grpSp>
      <p:sp>
        <p:nvSpPr>
          <p:cNvPr id="46" name="内容占位符 2"/>
          <p:cNvSpPr>
            <a:spLocks noGrp="1"/>
          </p:cNvSpPr>
          <p:nvPr>
            <p:ph sz="quarter" idx="18"/>
          </p:nvPr>
        </p:nvSpPr>
        <p:spPr>
          <a:xfrm>
            <a:off x="6361679" y="1850019"/>
            <a:ext cx="2278836" cy="392006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spcBef>
                <a:spcPts val="0"/>
              </a:spcBef>
              <a:buFontTx/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6266198" y="1444058"/>
            <a:ext cx="2147091" cy="4937806"/>
            <a:chOff x="917682" y="1444058"/>
            <a:chExt cx="2147091" cy="4937806"/>
          </a:xfrm>
        </p:grpSpPr>
        <p:cxnSp>
          <p:nvCxnSpPr>
            <p:cNvPr id="48" name="直接连接符 47"/>
            <p:cNvCxnSpPr/>
            <p:nvPr userDrawn="1"/>
          </p:nvCxnSpPr>
          <p:spPr>
            <a:xfrm>
              <a:off x="939906" y="1808194"/>
              <a:ext cx="0" cy="457367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矩形 49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  <p:sp>
        <p:nvSpPr>
          <p:cNvPr id="52" name="内容占位符 2"/>
          <p:cNvSpPr>
            <a:spLocks noGrp="1"/>
          </p:cNvSpPr>
          <p:nvPr>
            <p:ph sz="quarter" idx="20"/>
          </p:nvPr>
        </p:nvSpPr>
        <p:spPr>
          <a:xfrm>
            <a:off x="9092179" y="1850019"/>
            <a:ext cx="2278836" cy="3920066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spcBef>
                <a:spcPts val="0"/>
              </a:spcBef>
              <a:buFontTx/>
              <a:buNone/>
              <a:defRPr sz="2000" b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>
              <a:buFontTx/>
              <a:buNone/>
              <a:defRPr sz="2400" b="1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53" name="组合 52"/>
          <p:cNvGrpSpPr/>
          <p:nvPr userDrawn="1"/>
        </p:nvGrpSpPr>
        <p:grpSpPr>
          <a:xfrm>
            <a:off x="8996698" y="1444058"/>
            <a:ext cx="2147091" cy="4937806"/>
            <a:chOff x="917682" y="1444058"/>
            <a:chExt cx="2147091" cy="4937806"/>
          </a:xfrm>
        </p:grpSpPr>
        <p:cxnSp>
          <p:nvCxnSpPr>
            <p:cNvPr id="54" name="直接连接符 53"/>
            <p:cNvCxnSpPr/>
            <p:nvPr userDrawn="1"/>
          </p:nvCxnSpPr>
          <p:spPr>
            <a:xfrm>
              <a:off x="939906" y="1808194"/>
              <a:ext cx="0" cy="457367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55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-1"/>
            <a:ext cx="12192000" cy="76925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14:gallery dir="l"/>
      </p:transition>
    </mc:Choice>
    <mc:Fallback>
      <p:transition spd="slow" advTm="0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ln>
            <a:noFill/>
          </a:ln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ln>
            <a:noFill/>
          </a:ln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ln>
            <a:noFill/>
          </a:ln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ln>
            <a:noFill/>
          </a:ln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ln>
            <a:noFill/>
          </a:ln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ln>
            <a:noFill/>
          </a:ln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ln>
            <a:noFill/>
          </a:ln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ln>
            <a:noFill/>
          </a:ln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ln>
            <a:noFill/>
          </a:ln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ln>
            <a:noFill/>
          </a:ln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ln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ln>
            <a:noFill/>
          </a:ln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ln>
            <a:noFill/>
          </a:ln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ln>
            <a:noFill/>
          </a:ln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ln>
            <a:noFill/>
          </a:ln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ags" Target="../tags/tag57.xml"/><Relationship Id="rId14" Type="http://schemas.openxmlformats.org/officeDocument/2006/relationships/tags" Target="../tags/tag58.xml"/><Relationship Id="rId15" Type="http://schemas.openxmlformats.org/officeDocument/2006/relationships/tags" Target="../tags/tag59.xml"/><Relationship Id="rId16" Type="http://schemas.openxmlformats.org/officeDocument/2006/relationships/tags" Target="../tags/tag60.xml"/><Relationship Id="rId17" Type="http://schemas.openxmlformats.org/officeDocument/2006/relationships/tags" Target="../tags/tag61.xml"/><Relationship Id="rId18" Type="http://schemas.openxmlformats.org/officeDocument/2006/relationships/tags" Target="../tags/tag62.xml"/><Relationship Id="rId1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ags" Target="../tags/tag119.xml"/><Relationship Id="rId13" Type="http://schemas.openxmlformats.org/officeDocument/2006/relationships/tags" Target="../tags/tag120.xml"/><Relationship Id="rId14" Type="http://schemas.openxmlformats.org/officeDocument/2006/relationships/tags" Target="../tags/tag121.xml"/><Relationship Id="rId15" Type="http://schemas.openxmlformats.org/officeDocument/2006/relationships/tags" Target="../tags/tag122.xml"/><Relationship Id="rId16" Type="http://schemas.openxmlformats.org/officeDocument/2006/relationships/tags" Target="../tags/tag123.xml"/><Relationship Id="rId17" Type="http://schemas.openxmlformats.org/officeDocument/2006/relationships/tags" Target="../tags/tag124.xml"/><Relationship Id="rId1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tags" Target="../tags/tag181.xml"/><Relationship Id="rId13" Type="http://schemas.openxmlformats.org/officeDocument/2006/relationships/tags" Target="../tags/tag182.xml"/><Relationship Id="rId14" Type="http://schemas.openxmlformats.org/officeDocument/2006/relationships/tags" Target="../tags/tag183.xml"/><Relationship Id="rId15" Type="http://schemas.openxmlformats.org/officeDocument/2006/relationships/tags" Target="../tags/tag184.xml"/><Relationship Id="rId16" Type="http://schemas.openxmlformats.org/officeDocument/2006/relationships/tags" Target="../tags/tag185.xml"/><Relationship Id="rId17" Type="http://schemas.openxmlformats.org/officeDocument/2006/relationships/tags" Target="../tags/tag186.xml"/><Relationship Id="rId18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tags" Target="../tags/tag243.xml"/><Relationship Id="rId13" Type="http://schemas.openxmlformats.org/officeDocument/2006/relationships/tags" Target="../tags/tag244.xml"/><Relationship Id="rId14" Type="http://schemas.openxmlformats.org/officeDocument/2006/relationships/tags" Target="../tags/tag245.xml"/><Relationship Id="rId15" Type="http://schemas.openxmlformats.org/officeDocument/2006/relationships/tags" Target="../tags/tag246.xml"/><Relationship Id="rId16" Type="http://schemas.openxmlformats.org/officeDocument/2006/relationships/tags" Target="../tags/tag247.xml"/><Relationship Id="rId17" Type="http://schemas.openxmlformats.org/officeDocument/2006/relationships/tags" Target="../tags/tag248.xml"/><Relationship Id="rId18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tags" Target="../tags/tag305.xml"/><Relationship Id="rId13" Type="http://schemas.openxmlformats.org/officeDocument/2006/relationships/tags" Target="../tags/tag306.xml"/><Relationship Id="rId14" Type="http://schemas.openxmlformats.org/officeDocument/2006/relationships/tags" Target="../tags/tag307.xml"/><Relationship Id="rId15" Type="http://schemas.openxmlformats.org/officeDocument/2006/relationships/tags" Target="../tags/tag308.xml"/><Relationship Id="rId16" Type="http://schemas.openxmlformats.org/officeDocument/2006/relationships/tags" Target="../tags/tag309.xml"/><Relationship Id="rId17" Type="http://schemas.openxmlformats.org/officeDocument/2006/relationships/tags" Target="../tags/tag310.xml"/><Relationship Id="rId18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7.xml"/><Relationship Id="rId12" Type="http://schemas.openxmlformats.org/officeDocument/2006/relationships/tags" Target="../tags/tag367.xml"/><Relationship Id="rId13" Type="http://schemas.openxmlformats.org/officeDocument/2006/relationships/tags" Target="../tags/tag368.xml"/><Relationship Id="rId14" Type="http://schemas.openxmlformats.org/officeDocument/2006/relationships/tags" Target="../tags/tag369.xml"/><Relationship Id="rId15" Type="http://schemas.openxmlformats.org/officeDocument/2006/relationships/tags" Target="../tags/tag370.xml"/><Relationship Id="rId16" Type="http://schemas.openxmlformats.org/officeDocument/2006/relationships/tags" Target="../tags/tag371.xml"/><Relationship Id="rId17" Type="http://schemas.openxmlformats.org/officeDocument/2006/relationships/tags" Target="../tags/tag372.xml"/><Relationship Id="rId18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8.xml"/><Relationship Id="rId12" Type="http://schemas.openxmlformats.org/officeDocument/2006/relationships/tags" Target="../tags/tag429.xml"/><Relationship Id="rId13" Type="http://schemas.openxmlformats.org/officeDocument/2006/relationships/tags" Target="../tags/tag430.xml"/><Relationship Id="rId14" Type="http://schemas.openxmlformats.org/officeDocument/2006/relationships/tags" Target="../tags/tag431.xml"/><Relationship Id="rId15" Type="http://schemas.openxmlformats.org/officeDocument/2006/relationships/tags" Target="../tags/tag432.xml"/><Relationship Id="rId16" Type="http://schemas.openxmlformats.org/officeDocument/2006/relationships/tags" Target="../tags/tag433.xml"/><Relationship Id="rId17" Type="http://schemas.openxmlformats.org/officeDocument/2006/relationships/tags" Target="../tags/tag434.xml"/><Relationship Id="rId18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slideLayout" Target="../slideLayouts/slideLayout80.xml"/><Relationship Id="rId3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2.xml"/><Relationship Id="rId5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5.xml"/><Relationship Id="rId8" Type="http://schemas.openxmlformats.org/officeDocument/2006/relationships/slideLayout" Target="../slideLayouts/slideLayout86.xml"/><Relationship Id="rId9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89.xml"/><Relationship Id="rId12" Type="http://schemas.openxmlformats.org/officeDocument/2006/relationships/tags" Target="../tags/tag491.xml"/><Relationship Id="rId13" Type="http://schemas.openxmlformats.org/officeDocument/2006/relationships/tags" Target="../tags/tag492.xml"/><Relationship Id="rId14" Type="http://schemas.openxmlformats.org/officeDocument/2006/relationships/tags" Target="../tags/tag493.xml"/><Relationship Id="rId15" Type="http://schemas.openxmlformats.org/officeDocument/2006/relationships/tags" Target="../tags/tag494.xml"/><Relationship Id="rId16" Type="http://schemas.openxmlformats.org/officeDocument/2006/relationships/tags" Target="../tags/tag495.xml"/><Relationship Id="rId17" Type="http://schemas.openxmlformats.org/officeDocument/2006/relationships/tags" Target="../tags/tag496.xml"/><Relationship Id="rId18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0.xml"/><Relationship Id="rId2" Type="http://schemas.openxmlformats.org/officeDocument/2006/relationships/slideLayout" Target="../slideLayouts/slideLayout91.xml"/><Relationship Id="rId3" Type="http://schemas.openxmlformats.org/officeDocument/2006/relationships/slideLayout" Target="../slideLayouts/slideLayout92.xml"/><Relationship Id="rId4" Type="http://schemas.openxmlformats.org/officeDocument/2006/relationships/slideLayout" Target="../slideLayouts/slideLayout93.xml"/><Relationship Id="rId5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6.xml"/><Relationship Id="rId8" Type="http://schemas.openxmlformats.org/officeDocument/2006/relationships/slideLayout" Target="../slideLayouts/slideLayout97.xml"/><Relationship Id="rId9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0.xml"/><Relationship Id="rId12" Type="http://schemas.openxmlformats.org/officeDocument/2006/relationships/tags" Target="../tags/tag553.xml"/><Relationship Id="rId13" Type="http://schemas.openxmlformats.org/officeDocument/2006/relationships/tags" Target="../tags/tag554.xml"/><Relationship Id="rId14" Type="http://schemas.openxmlformats.org/officeDocument/2006/relationships/tags" Target="../tags/tag555.xml"/><Relationship Id="rId15" Type="http://schemas.openxmlformats.org/officeDocument/2006/relationships/tags" Target="../tags/tag556.xml"/><Relationship Id="rId16" Type="http://schemas.openxmlformats.org/officeDocument/2006/relationships/tags" Target="../tags/tag557.xml"/><Relationship Id="rId17" Type="http://schemas.openxmlformats.org/officeDocument/2006/relationships/tags" Target="../tags/tag558.xml"/><Relationship Id="rId18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107.xml"/><Relationship Id="rId8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1.xml"/><Relationship Id="rId12" Type="http://schemas.openxmlformats.org/officeDocument/2006/relationships/tags" Target="../tags/tag615.xml"/><Relationship Id="rId13" Type="http://schemas.openxmlformats.org/officeDocument/2006/relationships/tags" Target="../tags/tag616.xml"/><Relationship Id="rId14" Type="http://schemas.openxmlformats.org/officeDocument/2006/relationships/tags" Target="../tags/tag617.xml"/><Relationship Id="rId15" Type="http://schemas.openxmlformats.org/officeDocument/2006/relationships/tags" Target="../tags/tag618.xml"/><Relationship Id="rId16" Type="http://schemas.openxmlformats.org/officeDocument/2006/relationships/tags" Target="../tags/tag619.xml"/><Relationship Id="rId17" Type="http://schemas.openxmlformats.org/officeDocument/2006/relationships/tags" Target="../tags/tag620.xml"/><Relationship Id="rId18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slideLayout" Target="../slideLayouts/slideLayout113.xml"/><Relationship Id="rId3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16.xml"/><Relationship Id="rId6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18.xml"/><Relationship Id="rId8" Type="http://schemas.openxmlformats.org/officeDocument/2006/relationships/slideLayout" Target="../slideLayouts/slideLayout119.xml"/><Relationship Id="rId9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121.xml"/><Relationship Id="rId11" Type="http://schemas.openxmlformats.org/officeDocument/2006/relationships/slideLayout" Target="../slideLayouts/slideLayout122.xml"/><Relationship Id="rId12" Type="http://schemas.openxmlformats.org/officeDocument/2006/relationships/slideLayout" Target="../slideLayouts/slideLayout123.xml"/><Relationship Id="rId13" Type="http://schemas.openxmlformats.org/officeDocument/2006/relationships/slideLayout" Target="../slideLayouts/slideLayout124.xml"/><Relationship Id="rId14" Type="http://schemas.openxmlformats.org/officeDocument/2006/relationships/slideLayout" Target="../slideLayouts/slideLayout125.xml"/><Relationship Id="rId15" Type="http://schemas.openxmlformats.org/officeDocument/2006/relationships/tags" Target="../tags/tag677.xml"/><Relationship Id="rId16" Type="http://schemas.openxmlformats.org/officeDocument/2006/relationships/tags" Target="../tags/tag678.xml"/><Relationship Id="rId17" Type="http://schemas.openxmlformats.org/officeDocument/2006/relationships/tags" Target="../tags/tag679.xml"/><Relationship Id="rId18" Type="http://schemas.openxmlformats.org/officeDocument/2006/relationships/tags" Target="../tags/tag680.xml"/><Relationship Id="rId19" Type="http://schemas.openxmlformats.org/officeDocument/2006/relationships/tags" Target="../tags/tag681.xml"/><Relationship Id="rId20" Type="http://schemas.openxmlformats.org/officeDocument/2006/relationships/tags" Target="../tags/tag682.xml"/><Relationship Id="rId21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6.xml"/><Relationship Id="rId2" Type="http://schemas.openxmlformats.org/officeDocument/2006/relationships/slideLayout" Target="../slideLayouts/slideLayout127.xml"/><Relationship Id="rId3" Type="http://schemas.openxmlformats.org/officeDocument/2006/relationships/slideLayout" Target="../slideLayouts/slideLayout128.xml"/><Relationship Id="rId4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1.xml"/><Relationship Id="rId7" Type="http://schemas.openxmlformats.org/officeDocument/2006/relationships/slideLayout" Target="../slideLayouts/slideLayout132.xml"/><Relationship Id="rId8" Type="http://schemas.openxmlformats.org/officeDocument/2006/relationships/slideLayout" Target="../slideLayouts/slideLayout133.xml"/><Relationship Id="rId9" Type="http://schemas.openxmlformats.org/officeDocument/2006/relationships/slideLayout" Target="../slideLayouts/slideLayout134.xml"/><Relationship Id="rId10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136.xml"/><Relationship Id="rId12" Type="http://schemas.openxmlformats.org/officeDocument/2006/relationships/tags" Target="../tags/tag739.xml"/><Relationship Id="rId13" Type="http://schemas.openxmlformats.org/officeDocument/2006/relationships/tags" Target="../tags/tag740.xml"/><Relationship Id="rId14" Type="http://schemas.openxmlformats.org/officeDocument/2006/relationships/tags" Target="../tags/tag741.xml"/><Relationship Id="rId15" Type="http://schemas.openxmlformats.org/officeDocument/2006/relationships/tags" Target="../tags/tag742.xml"/><Relationship Id="rId16" Type="http://schemas.openxmlformats.org/officeDocument/2006/relationships/tags" Target="../tags/tag743.xml"/><Relationship Id="rId17" Type="http://schemas.openxmlformats.org/officeDocument/2006/relationships/tags" Target="../tags/tag744.xml"/><Relationship Id="rId18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43.xml"/><Relationship Id="rId8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47.xml"/><Relationship Id="rId12" Type="http://schemas.openxmlformats.org/officeDocument/2006/relationships/tags" Target="../tags/tag801.xml"/><Relationship Id="rId13" Type="http://schemas.openxmlformats.org/officeDocument/2006/relationships/tags" Target="../tags/tag802.xml"/><Relationship Id="rId14" Type="http://schemas.openxmlformats.org/officeDocument/2006/relationships/tags" Target="../tags/tag803.xml"/><Relationship Id="rId15" Type="http://schemas.openxmlformats.org/officeDocument/2006/relationships/tags" Target="../tags/tag804.xml"/><Relationship Id="rId16" Type="http://schemas.openxmlformats.org/officeDocument/2006/relationships/tags" Target="../tags/tag805.xml"/><Relationship Id="rId17" Type="http://schemas.openxmlformats.org/officeDocument/2006/relationships/tags" Target="../tags/tag806.xml"/><Relationship Id="rId18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8.xml"/><Relationship Id="rId2" Type="http://schemas.openxmlformats.org/officeDocument/2006/relationships/slideLayout" Target="../slideLayouts/slideLayout149.xml"/><Relationship Id="rId3" Type="http://schemas.openxmlformats.org/officeDocument/2006/relationships/slideLayout" Target="../slideLayouts/slideLayout150.xml"/><Relationship Id="rId4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52.xml"/><Relationship Id="rId6" Type="http://schemas.openxmlformats.org/officeDocument/2006/relationships/slideLayout" Target="../slideLayouts/slideLayout153.xml"/><Relationship Id="rId7" Type="http://schemas.openxmlformats.org/officeDocument/2006/relationships/slideLayout" Target="../slideLayouts/slideLayout154.xml"/><Relationship Id="rId8" Type="http://schemas.openxmlformats.org/officeDocument/2006/relationships/slideLayout" Target="../slideLayouts/slideLayout155.xml"/><Relationship Id="rId9" Type="http://schemas.openxmlformats.org/officeDocument/2006/relationships/slideLayout" Target="../slideLayouts/slideLayout156.xml"/><Relationship Id="rId10" Type="http://schemas.openxmlformats.org/officeDocument/2006/relationships/slideLayout" Target="../slideLayouts/slideLayout157.xml"/><Relationship Id="rId11" Type="http://schemas.openxmlformats.org/officeDocument/2006/relationships/slideLayout" Target="../slideLayouts/slideLayout158.xml"/><Relationship Id="rId12" Type="http://schemas.openxmlformats.org/officeDocument/2006/relationships/tags" Target="../tags/tag863.xml"/><Relationship Id="rId13" Type="http://schemas.openxmlformats.org/officeDocument/2006/relationships/tags" Target="../tags/tag864.xml"/><Relationship Id="rId14" Type="http://schemas.openxmlformats.org/officeDocument/2006/relationships/tags" Target="../tags/tag865.xml"/><Relationship Id="rId15" Type="http://schemas.openxmlformats.org/officeDocument/2006/relationships/tags" Target="../tags/tag866.xml"/><Relationship Id="rId16" Type="http://schemas.openxmlformats.org/officeDocument/2006/relationships/tags" Target="../tags/tag867.xml"/><Relationship Id="rId17" Type="http://schemas.openxmlformats.org/officeDocument/2006/relationships/tags" Target="../tags/tag868.xml"/><Relationship Id="rId18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9.xml"/><Relationship Id="rId2" Type="http://schemas.openxmlformats.org/officeDocument/2006/relationships/slideLayout" Target="../slideLayouts/slideLayout160.xml"/><Relationship Id="rId3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63.xml"/><Relationship Id="rId6" Type="http://schemas.openxmlformats.org/officeDocument/2006/relationships/slideLayout" Target="../slideLayouts/slideLayout164.xml"/><Relationship Id="rId7" Type="http://schemas.openxmlformats.org/officeDocument/2006/relationships/slideLayout" Target="../slideLayouts/slideLayout165.xml"/><Relationship Id="rId8" Type="http://schemas.openxmlformats.org/officeDocument/2006/relationships/slideLayout" Target="../slideLayouts/slideLayout166.xml"/><Relationship Id="rId9" Type="http://schemas.openxmlformats.org/officeDocument/2006/relationships/slideLayout" Target="../slideLayouts/slideLayout167.xml"/><Relationship Id="rId10" Type="http://schemas.openxmlformats.org/officeDocument/2006/relationships/slideLayout" Target="../slideLayouts/slideLayout168.xml"/><Relationship Id="rId11" Type="http://schemas.openxmlformats.org/officeDocument/2006/relationships/slideLayout" Target="../slideLayouts/slideLayout169.xml"/><Relationship Id="rId12" Type="http://schemas.openxmlformats.org/officeDocument/2006/relationships/tags" Target="../tags/tag925.xml"/><Relationship Id="rId13" Type="http://schemas.openxmlformats.org/officeDocument/2006/relationships/tags" Target="../tags/tag926.xml"/><Relationship Id="rId14" Type="http://schemas.openxmlformats.org/officeDocument/2006/relationships/tags" Target="../tags/tag927.xml"/><Relationship Id="rId15" Type="http://schemas.openxmlformats.org/officeDocument/2006/relationships/tags" Target="../tags/tag928.xml"/><Relationship Id="rId16" Type="http://schemas.openxmlformats.org/officeDocument/2006/relationships/tags" Target="../tags/tag929.xml"/><Relationship Id="rId17" Type="http://schemas.openxmlformats.org/officeDocument/2006/relationships/tags" Target="../tags/tag930.xml"/><Relationship Id="rId18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0.xml"/><Relationship Id="rId2" Type="http://schemas.openxmlformats.org/officeDocument/2006/relationships/slideLayout" Target="../slideLayouts/slideLayout171.xml"/><Relationship Id="rId3" Type="http://schemas.openxmlformats.org/officeDocument/2006/relationships/slideLayout" Target="../slideLayouts/slideLayout172.xml"/><Relationship Id="rId4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74.xml"/><Relationship Id="rId6" Type="http://schemas.openxmlformats.org/officeDocument/2006/relationships/slideLayout" Target="../slideLayouts/slideLayout175.xml"/><Relationship Id="rId7" Type="http://schemas.openxmlformats.org/officeDocument/2006/relationships/slideLayout" Target="../slideLayouts/slideLayout176.xml"/><Relationship Id="rId8" Type="http://schemas.openxmlformats.org/officeDocument/2006/relationships/slideLayout" Target="../slideLayouts/slideLayout177.xml"/><Relationship Id="rId9" Type="http://schemas.openxmlformats.org/officeDocument/2006/relationships/slideLayout" Target="../slideLayouts/slideLayout178.xml"/><Relationship Id="rId10" Type="http://schemas.openxmlformats.org/officeDocument/2006/relationships/slideLayout" Target="../slideLayouts/slideLayout179.xml"/><Relationship Id="rId11" Type="http://schemas.openxmlformats.org/officeDocument/2006/relationships/slideLayout" Target="../slideLayouts/slideLayout180.xml"/><Relationship Id="rId12" Type="http://schemas.openxmlformats.org/officeDocument/2006/relationships/tags" Target="../tags/tag987.xml"/><Relationship Id="rId13" Type="http://schemas.openxmlformats.org/officeDocument/2006/relationships/tags" Target="../tags/tag988.xml"/><Relationship Id="rId14" Type="http://schemas.openxmlformats.org/officeDocument/2006/relationships/tags" Target="../tags/tag989.xml"/><Relationship Id="rId15" Type="http://schemas.openxmlformats.org/officeDocument/2006/relationships/tags" Target="../tags/tag990.xml"/><Relationship Id="rId16" Type="http://schemas.openxmlformats.org/officeDocument/2006/relationships/tags" Target="../tags/tag991.xml"/><Relationship Id="rId17" Type="http://schemas.openxmlformats.org/officeDocument/2006/relationships/tags" Target="../tags/tag992.xml"/><Relationship Id="rId18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1.xml"/><Relationship Id="rId2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8.xml"/><Relationship Id="rId9" Type="http://schemas.openxmlformats.org/officeDocument/2006/relationships/slideLayout" Target="../slideLayouts/slideLayout189.xml"/><Relationship Id="rId10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91.xml"/><Relationship Id="rId12" Type="http://schemas.openxmlformats.org/officeDocument/2006/relationships/tags" Target="../tags/tag1049.xml"/><Relationship Id="rId13" Type="http://schemas.openxmlformats.org/officeDocument/2006/relationships/tags" Target="../tags/tag1050.xml"/><Relationship Id="rId14" Type="http://schemas.openxmlformats.org/officeDocument/2006/relationships/tags" Target="../tags/tag1051.xml"/><Relationship Id="rId15" Type="http://schemas.openxmlformats.org/officeDocument/2006/relationships/tags" Target="../tags/tag1052.xml"/><Relationship Id="rId16" Type="http://schemas.openxmlformats.org/officeDocument/2006/relationships/tags" Target="../tags/tag1053.xml"/><Relationship Id="rId17" Type="http://schemas.openxmlformats.org/officeDocument/2006/relationships/tags" Target="../tags/tag1054.xml"/><Relationship Id="rId18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2.xml"/><Relationship Id="rId2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95.xml"/><Relationship Id="rId5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197.xml"/><Relationship Id="rId7" Type="http://schemas.openxmlformats.org/officeDocument/2006/relationships/slideLayout" Target="../slideLayouts/slideLayout198.xml"/><Relationship Id="rId8" Type="http://schemas.openxmlformats.org/officeDocument/2006/relationships/slideLayout" Target="../slideLayouts/slideLayout199.xml"/><Relationship Id="rId9" Type="http://schemas.openxmlformats.org/officeDocument/2006/relationships/slideLayout" Target="../slideLayouts/slideLayout200.xml"/><Relationship Id="rId10" Type="http://schemas.openxmlformats.org/officeDocument/2006/relationships/slideLayout" Target="../slideLayouts/slideLayout201.xml"/><Relationship Id="rId11" Type="http://schemas.openxmlformats.org/officeDocument/2006/relationships/slideLayout" Target="../slideLayouts/slideLayout202.xml"/><Relationship Id="rId12" Type="http://schemas.openxmlformats.org/officeDocument/2006/relationships/tags" Target="../tags/tag1111.xml"/><Relationship Id="rId13" Type="http://schemas.openxmlformats.org/officeDocument/2006/relationships/tags" Target="../tags/tag1112.xml"/><Relationship Id="rId14" Type="http://schemas.openxmlformats.org/officeDocument/2006/relationships/tags" Target="../tags/tag1113.xml"/><Relationship Id="rId15" Type="http://schemas.openxmlformats.org/officeDocument/2006/relationships/tags" Target="../tags/tag1114.xml"/><Relationship Id="rId16" Type="http://schemas.openxmlformats.org/officeDocument/2006/relationships/tags" Target="../tags/tag1115.xml"/><Relationship Id="rId17" Type="http://schemas.openxmlformats.org/officeDocument/2006/relationships/tags" Target="../tags/tag1116.xml"/><Relationship Id="rId18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3.xml"/><Relationship Id="rId2" Type="http://schemas.openxmlformats.org/officeDocument/2006/relationships/slideLayout" Target="../slideLayouts/slideLayout204.xml"/><Relationship Id="rId3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206.xml"/><Relationship Id="rId5" Type="http://schemas.openxmlformats.org/officeDocument/2006/relationships/slideLayout" Target="../slideLayouts/slideLayout207.xml"/><Relationship Id="rId6" Type="http://schemas.openxmlformats.org/officeDocument/2006/relationships/slideLayout" Target="../slideLayouts/slideLayout208.xml"/><Relationship Id="rId7" Type="http://schemas.openxmlformats.org/officeDocument/2006/relationships/slideLayout" Target="../slideLayouts/slideLayout209.xml"/><Relationship Id="rId8" Type="http://schemas.openxmlformats.org/officeDocument/2006/relationships/slideLayout" Target="../slideLayouts/slideLayout210.xml"/><Relationship Id="rId9" Type="http://schemas.openxmlformats.org/officeDocument/2006/relationships/slideLayout" Target="../slideLayouts/slideLayout211.xml"/><Relationship Id="rId10" Type="http://schemas.openxmlformats.org/officeDocument/2006/relationships/slideLayout" Target="../slideLayouts/slideLayout212.xml"/><Relationship Id="rId11" Type="http://schemas.openxmlformats.org/officeDocument/2006/relationships/slideLayout" Target="../slideLayouts/slideLayout213.xml"/><Relationship Id="rId12" Type="http://schemas.openxmlformats.org/officeDocument/2006/relationships/tags" Target="../tags/tag1173.xml"/><Relationship Id="rId13" Type="http://schemas.openxmlformats.org/officeDocument/2006/relationships/tags" Target="../tags/tag1174.xml"/><Relationship Id="rId14" Type="http://schemas.openxmlformats.org/officeDocument/2006/relationships/tags" Target="../tags/tag1175.xml"/><Relationship Id="rId15" Type="http://schemas.openxmlformats.org/officeDocument/2006/relationships/tags" Target="../tags/tag1176.xml"/><Relationship Id="rId16" Type="http://schemas.openxmlformats.org/officeDocument/2006/relationships/tags" Target="../tags/tag1177.xml"/><Relationship Id="rId17" Type="http://schemas.openxmlformats.org/officeDocument/2006/relationships/tags" Target="../tags/tag1178.xml"/><Relationship Id="rId18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4.xml"/><Relationship Id="rId2" Type="http://schemas.openxmlformats.org/officeDocument/2006/relationships/slideLayout" Target="../slideLayouts/slideLayout215.xml"/><Relationship Id="rId3" Type="http://schemas.openxmlformats.org/officeDocument/2006/relationships/slideLayout" Target="../slideLayouts/slideLayout216.xml"/><Relationship Id="rId4" Type="http://schemas.openxmlformats.org/officeDocument/2006/relationships/slideLayout" Target="../slideLayouts/slideLayout217.xml"/><Relationship Id="rId5" Type="http://schemas.openxmlformats.org/officeDocument/2006/relationships/slideLayout" Target="../slideLayouts/slideLayout218.xml"/><Relationship Id="rId6" Type="http://schemas.openxmlformats.org/officeDocument/2006/relationships/slideLayout" Target="../slideLayouts/slideLayout219.xml"/><Relationship Id="rId7" Type="http://schemas.openxmlformats.org/officeDocument/2006/relationships/slideLayout" Target="../slideLayouts/slideLayout220.xml"/><Relationship Id="rId8" Type="http://schemas.openxmlformats.org/officeDocument/2006/relationships/slideLayout" Target="../slideLayouts/slideLayout221.xml"/><Relationship Id="rId9" Type="http://schemas.openxmlformats.org/officeDocument/2006/relationships/slideLayout" Target="../slideLayouts/slideLayout222.xml"/><Relationship Id="rId10" Type="http://schemas.openxmlformats.org/officeDocument/2006/relationships/slideLayout" Target="../slideLayouts/slideLayout223.xml"/><Relationship Id="rId11" Type="http://schemas.openxmlformats.org/officeDocument/2006/relationships/slideLayout" Target="../slideLayouts/slideLayout224.xml"/><Relationship Id="rId12" Type="http://schemas.openxmlformats.org/officeDocument/2006/relationships/tags" Target="../tags/tag1235.xml"/><Relationship Id="rId13" Type="http://schemas.openxmlformats.org/officeDocument/2006/relationships/tags" Target="../tags/tag1236.xml"/><Relationship Id="rId14" Type="http://schemas.openxmlformats.org/officeDocument/2006/relationships/tags" Target="../tags/tag1237.xml"/><Relationship Id="rId15" Type="http://schemas.openxmlformats.org/officeDocument/2006/relationships/tags" Target="../tags/tag1238.xml"/><Relationship Id="rId16" Type="http://schemas.openxmlformats.org/officeDocument/2006/relationships/tags" Target="../tags/tag1239.xml"/><Relationship Id="rId17" Type="http://schemas.openxmlformats.org/officeDocument/2006/relationships/tags" Target="../tags/tag1240.xml"/><Relationship Id="rId18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5.xml"/><Relationship Id="rId2" Type="http://schemas.openxmlformats.org/officeDocument/2006/relationships/slideLayout" Target="../slideLayouts/slideLayout226.xml"/><Relationship Id="rId3" Type="http://schemas.openxmlformats.org/officeDocument/2006/relationships/slideLayout" Target="../slideLayouts/slideLayout227.xml"/><Relationship Id="rId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29.xml"/><Relationship Id="rId6" Type="http://schemas.openxmlformats.org/officeDocument/2006/relationships/slideLayout" Target="../slideLayouts/slideLayout230.xml"/><Relationship Id="rId7" Type="http://schemas.openxmlformats.org/officeDocument/2006/relationships/slideLayout" Target="../slideLayouts/slideLayout231.xml"/><Relationship Id="rId8" Type="http://schemas.openxmlformats.org/officeDocument/2006/relationships/slideLayout" Target="../slideLayouts/slideLayout232.xml"/><Relationship Id="rId9" Type="http://schemas.openxmlformats.org/officeDocument/2006/relationships/slideLayout" Target="../slideLayouts/slideLayout233.xml"/><Relationship Id="rId10" Type="http://schemas.openxmlformats.org/officeDocument/2006/relationships/slideLayout" Target="../slideLayouts/slideLayout234.xml"/><Relationship Id="rId11" Type="http://schemas.openxmlformats.org/officeDocument/2006/relationships/slideLayout" Target="../slideLayouts/slideLayout235.xml"/><Relationship Id="rId12" Type="http://schemas.openxmlformats.org/officeDocument/2006/relationships/tags" Target="../tags/tag1297.xml"/><Relationship Id="rId13" Type="http://schemas.openxmlformats.org/officeDocument/2006/relationships/tags" Target="../tags/tag1298.xml"/><Relationship Id="rId14" Type="http://schemas.openxmlformats.org/officeDocument/2006/relationships/tags" Target="../tags/tag1299.xml"/><Relationship Id="rId15" Type="http://schemas.openxmlformats.org/officeDocument/2006/relationships/tags" Target="../tags/tag1300.xml"/><Relationship Id="rId16" Type="http://schemas.openxmlformats.org/officeDocument/2006/relationships/tags" Target="../tags/tag1301.xml"/><Relationship Id="rId17" Type="http://schemas.openxmlformats.org/officeDocument/2006/relationships/tags" Target="../tags/tag1302.xml"/><Relationship Id="rId18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6.xml"/><Relationship Id="rId2" Type="http://schemas.openxmlformats.org/officeDocument/2006/relationships/slideLayout" Target="../slideLayouts/slideLayout237.xml"/><Relationship Id="rId3" Type="http://schemas.openxmlformats.org/officeDocument/2006/relationships/slideLayout" Target="../slideLayouts/slideLayout238.xml"/><Relationship Id="rId4" Type="http://schemas.openxmlformats.org/officeDocument/2006/relationships/slideLayout" Target="../slideLayouts/slideLayout239.xml"/><Relationship Id="rId5" Type="http://schemas.openxmlformats.org/officeDocument/2006/relationships/slideLayout" Target="../slideLayouts/slideLayout240.xml"/><Relationship Id="rId6" Type="http://schemas.openxmlformats.org/officeDocument/2006/relationships/slideLayout" Target="../slideLayouts/slideLayout241.xml"/><Relationship Id="rId7" Type="http://schemas.openxmlformats.org/officeDocument/2006/relationships/slideLayout" Target="../slideLayouts/slideLayout242.xml"/><Relationship Id="rId8" Type="http://schemas.openxmlformats.org/officeDocument/2006/relationships/slideLayout" Target="../slideLayouts/slideLayout243.xml"/><Relationship Id="rId9" Type="http://schemas.openxmlformats.org/officeDocument/2006/relationships/slideLayout" Target="../slideLayouts/slideLayout244.xml"/><Relationship Id="rId10" Type="http://schemas.openxmlformats.org/officeDocument/2006/relationships/slideLayout" Target="../slideLayouts/slideLayout245.xml"/><Relationship Id="rId11" Type="http://schemas.openxmlformats.org/officeDocument/2006/relationships/slideLayout" Target="../slideLayouts/slideLayout246.xml"/><Relationship Id="rId12" Type="http://schemas.openxmlformats.org/officeDocument/2006/relationships/tags" Target="../tags/tag1359.xml"/><Relationship Id="rId13" Type="http://schemas.openxmlformats.org/officeDocument/2006/relationships/tags" Target="../tags/tag1360.xml"/><Relationship Id="rId14" Type="http://schemas.openxmlformats.org/officeDocument/2006/relationships/tags" Target="../tags/tag1361.xml"/><Relationship Id="rId15" Type="http://schemas.openxmlformats.org/officeDocument/2006/relationships/tags" Target="../tags/tag1362.xml"/><Relationship Id="rId16" Type="http://schemas.openxmlformats.org/officeDocument/2006/relationships/tags" Target="../tags/tag1363.xml"/><Relationship Id="rId17" Type="http://schemas.openxmlformats.org/officeDocument/2006/relationships/tags" Target="../tags/tag1364.xml"/><Relationship Id="rId18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7.xml"/><Relationship Id="rId2" Type="http://schemas.openxmlformats.org/officeDocument/2006/relationships/slideLayout" Target="../slideLayouts/slideLayout248.xml"/><Relationship Id="rId3" Type="http://schemas.openxmlformats.org/officeDocument/2006/relationships/slideLayout" Target="../slideLayouts/slideLayout249.xml"/><Relationship Id="rId4" Type="http://schemas.openxmlformats.org/officeDocument/2006/relationships/slideLayout" Target="../slideLayouts/slideLayout250.xml"/><Relationship Id="rId5" Type="http://schemas.openxmlformats.org/officeDocument/2006/relationships/slideLayout" Target="../slideLayouts/slideLayout251.xml"/><Relationship Id="rId6" Type="http://schemas.openxmlformats.org/officeDocument/2006/relationships/slideLayout" Target="../slideLayouts/slideLayout252.xml"/><Relationship Id="rId7" Type="http://schemas.openxmlformats.org/officeDocument/2006/relationships/slideLayout" Target="../slideLayouts/slideLayout253.xml"/><Relationship Id="rId8" Type="http://schemas.openxmlformats.org/officeDocument/2006/relationships/slideLayout" Target="../slideLayouts/slideLayout254.xml"/><Relationship Id="rId9" Type="http://schemas.openxmlformats.org/officeDocument/2006/relationships/slideLayout" Target="../slideLayouts/slideLayout255.xml"/><Relationship Id="rId10" Type="http://schemas.openxmlformats.org/officeDocument/2006/relationships/slideLayout" Target="../slideLayouts/slideLayout256.xml"/><Relationship Id="rId11" Type="http://schemas.openxmlformats.org/officeDocument/2006/relationships/slideLayout" Target="../slideLayouts/slideLayout257.xml"/><Relationship Id="rId12" Type="http://schemas.openxmlformats.org/officeDocument/2006/relationships/tags" Target="../tags/tag1421.xml"/><Relationship Id="rId13" Type="http://schemas.openxmlformats.org/officeDocument/2006/relationships/tags" Target="../tags/tag1422.xml"/><Relationship Id="rId14" Type="http://schemas.openxmlformats.org/officeDocument/2006/relationships/tags" Target="../tags/tag1423.xml"/><Relationship Id="rId15" Type="http://schemas.openxmlformats.org/officeDocument/2006/relationships/tags" Target="../tags/tag1424.xml"/><Relationship Id="rId16" Type="http://schemas.openxmlformats.org/officeDocument/2006/relationships/tags" Target="../tags/tag1425.xml"/><Relationship Id="rId17" Type="http://schemas.openxmlformats.org/officeDocument/2006/relationships/tags" Target="../tags/tag1426.xml"/><Relationship Id="rId18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8.xml"/><Relationship Id="rId2" Type="http://schemas.openxmlformats.org/officeDocument/2006/relationships/slideLayout" Target="../slideLayouts/slideLayout259.xml"/><Relationship Id="rId3" Type="http://schemas.openxmlformats.org/officeDocument/2006/relationships/slideLayout" Target="../slideLayouts/slideLayout260.xml"/><Relationship Id="rId4" Type="http://schemas.openxmlformats.org/officeDocument/2006/relationships/slideLayout" Target="../slideLayouts/slideLayout261.xml"/><Relationship Id="rId5" Type="http://schemas.openxmlformats.org/officeDocument/2006/relationships/slideLayout" Target="../slideLayouts/slideLayout262.xml"/><Relationship Id="rId6" Type="http://schemas.openxmlformats.org/officeDocument/2006/relationships/slideLayout" Target="../slideLayouts/slideLayout263.xml"/><Relationship Id="rId7" Type="http://schemas.openxmlformats.org/officeDocument/2006/relationships/slideLayout" Target="../slideLayouts/slideLayout264.xml"/><Relationship Id="rId8" Type="http://schemas.openxmlformats.org/officeDocument/2006/relationships/slideLayout" Target="../slideLayouts/slideLayout265.xml"/><Relationship Id="rId9" Type="http://schemas.openxmlformats.org/officeDocument/2006/relationships/slideLayout" Target="../slideLayouts/slideLayout266.xml"/><Relationship Id="rId10" Type="http://schemas.openxmlformats.org/officeDocument/2006/relationships/slideLayout" Target="../slideLayouts/slideLayout267.xml"/><Relationship Id="rId11" Type="http://schemas.openxmlformats.org/officeDocument/2006/relationships/slideLayout" Target="../slideLayouts/slideLayout268.xml"/><Relationship Id="rId12" Type="http://schemas.openxmlformats.org/officeDocument/2006/relationships/slideLayout" Target="../slideLayouts/slideLayout269.xml"/><Relationship Id="rId13" Type="http://schemas.openxmlformats.org/officeDocument/2006/relationships/tags" Target="../tags/tag1483.xml"/><Relationship Id="rId14" Type="http://schemas.openxmlformats.org/officeDocument/2006/relationships/tags" Target="../tags/tag1484.xml"/><Relationship Id="rId15" Type="http://schemas.openxmlformats.org/officeDocument/2006/relationships/tags" Target="../tags/tag1485.xml"/><Relationship Id="rId16" Type="http://schemas.openxmlformats.org/officeDocument/2006/relationships/tags" Target="../tags/tag1486.xml"/><Relationship Id="rId17" Type="http://schemas.openxmlformats.org/officeDocument/2006/relationships/tags" Target="../tags/tag1487.xml"/><Relationship Id="rId18" Type="http://schemas.openxmlformats.org/officeDocument/2006/relationships/tags" Target="../tags/tag1488.xml"/><Relationship Id="rId19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0.xml"/><Relationship Id="rId2" Type="http://schemas.openxmlformats.org/officeDocument/2006/relationships/slideLayout" Target="../slideLayouts/slideLayout271.xml"/><Relationship Id="rId3" Type="http://schemas.openxmlformats.org/officeDocument/2006/relationships/slideLayout" Target="../slideLayouts/slideLayout272.xml"/><Relationship Id="rId4" Type="http://schemas.openxmlformats.org/officeDocument/2006/relationships/slideLayout" Target="../slideLayouts/slideLayout273.xml"/><Relationship Id="rId5" Type="http://schemas.openxmlformats.org/officeDocument/2006/relationships/slideLayout" Target="../slideLayouts/slideLayout274.xml"/><Relationship Id="rId6" Type="http://schemas.openxmlformats.org/officeDocument/2006/relationships/slideLayout" Target="../slideLayouts/slideLayout275.xml"/><Relationship Id="rId7" Type="http://schemas.openxmlformats.org/officeDocument/2006/relationships/slideLayout" Target="../slideLayouts/slideLayout276.xml"/><Relationship Id="rId8" Type="http://schemas.openxmlformats.org/officeDocument/2006/relationships/slideLayout" Target="../slideLayouts/slideLayout277.xml"/><Relationship Id="rId9" Type="http://schemas.openxmlformats.org/officeDocument/2006/relationships/slideLayout" Target="../slideLayouts/slideLayout278.xml"/><Relationship Id="rId10" Type="http://schemas.openxmlformats.org/officeDocument/2006/relationships/slideLayout" Target="../slideLayouts/slideLayout279.xml"/><Relationship Id="rId11" Type="http://schemas.openxmlformats.org/officeDocument/2006/relationships/slideLayout" Target="../slideLayouts/slideLayout280.xml"/><Relationship Id="rId12" Type="http://schemas.openxmlformats.org/officeDocument/2006/relationships/tags" Target="../tags/tag1545.xml"/><Relationship Id="rId13" Type="http://schemas.openxmlformats.org/officeDocument/2006/relationships/tags" Target="../tags/tag1546.xml"/><Relationship Id="rId14" Type="http://schemas.openxmlformats.org/officeDocument/2006/relationships/tags" Target="../tags/tag1547.xml"/><Relationship Id="rId15" Type="http://schemas.openxmlformats.org/officeDocument/2006/relationships/tags" Target="../tags/tag1548.xml"/><Relationship Id="rId16" Type="http://schemas.openxmlformats.org/officeDocument/2006/relationships/tags" Target="../tags/tag1549.xml"/><Relationship Id="rId17" Type="http://schemas.openxmlformats.org/officeDocument/2006/relationships/tags" Target="../tags/tag1550.xml"/><Relationship Id="rId18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1.xml"/><Relationship Id="rId2" Type="http://schemas.openxmlformats.org/officeDocument/2006/relationships/slideLayout" Target="../slideLayouts/slideLayout282.xml"/><Relationship Id="rId3" Type="http://schemas.openxmlformats.org/officeDocument/2006/relationships/slideLayout" Target="../slideLayouts/slideLayout283.xml"/><Relationship Id="rId4" Type="http://schemas.openxmlformats.org/officeDocument/2006/relationships/slideLayout" Target="../slideLayouts/slideLayout284.xml"/><Relationship Id="rId5" Type="http://schemas.openxmlformats.org/officeDocument/2006/relationships/slideLayout" Target="../slideLayouts/slideLayout285.xml"/><Relationship Id="rId6" Type="http://schemas.openxmlformats.org/officeDocument/2006/relationships/slideLayout" Target="../slideLayouts/slideLayout286.xml"/><Relationship Id="rId7" Type="http://schemas.openxmlformats.org/officeDocument/2006/relationships/slideLayout" Target="../slideLayouts/slideLayout287.xml"/><Relationship Id="rId8" Type="http://schemas.openxmlformats.org/officeDocument/2006/relationships/slideLayout" Target="../slideLayouts/slideLayout288.xml"/><Relationship Id="rId9" Type="http://schemas.openxmlformats.org/officeDocument/2006/relationships/slideLayout" Target="../slideLayouts/slideLayout289.xml"/><Relationship Id="rId10" Type="http://schemas.openxmlformats.org/officeDocument/2006/relationships/slideLayout" Target="../slideLayouts/slideLayout290.xml"/><Relationship Id="rId11" Type="http://schemas.openxmlformats.org/officeDocument/2006/relationships/slideLayout" Target="../slideLayouts/slideLayout291.xml"/><Relationship Id="rId12" Type="http://schemas.openxmlformats.org/officeDocument/2006/relationships/slideLayout" Target="../slideLayouts/slideLayout292.xml"/><Relationship Id="rId13" Type="http://schemas.openxmlformats.org/officeDocument/2006/relationships/tags" Target="../tags/tag1607.xml"/><Relationship Id="rId14" Type="http://schemas.openxmlformats.org/officeDocument/2006/relationships/tags" Target="../tags/tag1608.xml"/><Relationship Id="rId15" Type="http://schemas.openxmlformats.org/officeDocument/2006/relationships/tags" Target="../tags/tag1609.xml"/><Relationship Id="rId16" Type="http://schemas.openxmlformats.org/officeDocument/2006/relationships/tags" Target="../tags/tag1610.xml"/><Relationship Id="rId17" Type="http://schemas.openxmlformats.org/officeDocument/2006/relationships/tags" Target="../tags/tag1611.xml"/><Relationship Id="rId18" Type="http://schemas.openxmlformats.org/officeDocument/2006/relationships/tags" Target="../tags/tag1612.xml"/><Relationship Id="rId19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3.xml"/><Relationship Id="rId2" Type="http://schemas.openxmlformats.org/officeDocument/2006/relationships/slideLayout" Target="../slideLayouts/slideLayout294.xml"/><Relationship Id="rId3" Type="http://schemas.openxmlformats.org/officeDocument/2006/relationships/slideLayout" Target="../slideLayouts/slideLayout295.xml"/><Relationship Id="rId4" Type="http://schemas.openxmlformats.org/officeDocument/2006/relationships/slideLayout" Target="../slideLayouts/slideLayout296.xml"/><Relationship Id="rId5" Type="http://schemas.openxmlformats.org/officeDocument/2006/relationships/slideLayout" Target="../slideLayouts/slideLayout297.xml"/><Relationship Id="rId6" Type="http://schemas.openxmlformats.org/officeDocument/2006/relationships/slideLayout" Target="../slideLayouts/slideLayout298.xml"/><Relationship Id="rId7" Type="http://schemas.openxmlformats.org/officeDocument/2006/relationships/slideLayout" Target="../slideLayouts/slideLayout299.xml"/><Relationship Id="rId8" Type="http://schemas.openxmlformats.org/officeDocument/2006/relationships/slideLayout" Target="../slideLayouts/slideLayout300.xml"/><Relationship Id="rId9" Type="http://schemas.openxmlformats.org/officeDocument/2006/relationships/slideLayout" Target="../slideLayouts/slideLayout301.xml"/><Relationship Id="rId10" Type="http://schemas.openxmlformats.org/officeDocument/2006/relationships/slideLayout" Target="../slideLayouts/slideLayout302.xml"/><Relationship Id="rId11" Type="http://schemas.openxmlformats.org/officeDocument/2006/relationships/slideLayout" Target="../slideLayouts/slideLayout303.xml"/><Relationship Id="rId12" Type="http://schemas.openxmlformats.org/officeDocument/2006/relationships/slideLayout" Target="../slideLayouts/slideLayout304.xml"/><Relationship Id="rId13" Type="http://schemas.openxmlformats.org/officeDocument/2006/relationships/tags" Target="../tags/tag1669.xml"/><Relationship Id="rId14" Type="http://schemas.openxmlformats.org/officeDocument/2006/relationships/tags" Target="../tags/tag1670.xml"/><Relationship Id="rId15" Type="http://schemas.openxmlformats.org/officeDocument/2006/relationships/tags" Target="../tags/tag1671.xml"/><Relationship Id="rId16" Type="http://schemas.openxmlformats.org/officeDocument/2006/relationships/tags" Target="../tags/tag1672.xml"/><Relationship Id="rId17" Type="http://schemas.openxmlformats.org/officeDocument/2006/relationships/tags" Target="../tags/tag1673.xml"/><Relationship Id="rId18" Type="http://schemas.openxmlformats.org/officeDocument/2006/relationships/tags" Target="../tags/tag1674.xml"/><Relationship Id="rId19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5.xml"/><Relationship Id="rId2" Type="http://schemas.openxmlformats.org/officeDocument/2006/relationships/slideLayout" Target="../slideLayouts/slideLayout306.xml"/><Relationship Id="rId3" Type="http://schemas.openxmlformats.org/officeDocument/2006/relationships/slideLayout" Target="../slideLayouts/slideLayout307.xml"/><Relationship Id="rId4" Type="http://schemas.openxmlformats.org/officeDocument/2006/relationships/slideLayout" Target="../slideLayouts/slideLayout308.xml"/><Relationship Id="rId5" Type="http://schemas.openxmlformats.org/officeDocument/2006/relationships/slideLayout" Target="../slideLayouts/slideLayout309.xml"/><Relationship Id="rId6" Type="http://schemas.openxmlformats.org/officeDocument/2006/relationships/slideLayout" Target="../slideLayouts/slideLayout310.xml"/><Relationship Id="rId7" Type="http://schemas.openxmlformats.org/officeDocument/2006/relationships/slideLayout" Target="../slideLayouts/slideLayout311.xml"/><Relationship Id="rId8" Type="http://schemas.openxmlformats.org/officeDocument/2006/relationships/slideLayout" Target="../slideLayouts/slideLayout312.xml"/><Relationship Id="rId9" Type="http://schemas.openxmlformats.org/officeDocument/2006/relationships/slideLayout" Target="../slideLayouts/slideLayout313.xml"/><Relationship Id="rId10" Type="http://schemas.openxmlformats.org/officeDocument/2006/relationships/slideLayout" Target="../slideLayouts/slideLayout314.xml"/><Relationship Id="rId11" Type="http://schemas.openxmlformats.org/officeDocument/2006/relationships/slideLayout" Target="../slideLayouts/slideLayout315.xml"/><Relationship Id="rId12" Type="http://schemas.openxmlformats.org/officeDocument/2006/relationships/tags" Target="../tags/tag1731.xml"/><Relationship Id="rId13" Type="http://schemas.openxmlformats.org/officeDocument/2006/relationships/tags" Target="../tags/tag1732.xml"/><Relationship Id="rId14" Type="http://schemas.openxmlformats.org/officeDocument/2006/relationships/tags" Target="../tags/tag1733.xml"/><Relationship Id="rId15" Type="http://schemas.openxmlformats.org/officeDocument/2006/relationships/tags" Target="../tags/tag1734.xml"/><Relationship Id="rId16" Type="http://schemas.openxmlformats.org/officeDocument/2006/relationships/tags" Target="../tags/tag1735.xml"/><Relationship Id="rId17" Type="http://schemas.openxmlformats.org/officeDocument/2006/relationships/tags" Target="../tags/tag1736.xml"/><Relationship Id="rId18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6.xml"/><Relationship Id="rId2" Type="http://schemas.openxmlformats.org/officeDocument/2006/relationships/slideLayout" Target="../slideLayouts/slideLayout317.xml"/><Relationship Id="rId3" Type="http://schemas.openxmlformats.org/officeDocument/2006/relationships/slideLayout" Target="../slideLayouts/slideLayout318.xml"/><Relationship Id="rId4" Type="http://schemas.openxmlformats.org/officeDocument/2006/relationships/slideLayout" Target="../slideLayouts/slideLayout319.xml"/><Relationship Id="rId5" Type="http://schemas.openxmlformats.org/officeDocument/2006/relationships/slideLayout" Target="../slideLayouts/slideLayout320.xml"/><Relationship Id="rId6" Type="http://schemas.openxmlformats.org/officeDocument/2006/relationships/slideLayout" Target="../slideLayouts/slideLayout321.xml"/><Relationship Id="rId7" Type="http://schemas.openxmlformats.org/officeDocument/2006/relationships/slideLayout" Target="../slideLayouts/slideLayout322.xml"/><Relationship Id="rId8" Type="http://schemas.openxmlformats.org/officeDocument/2006/relationships/slideLayout" Target="../slideLayouts/slideLayout323.xml"/><Relationship Id="rId9" Type="http://schemas.openxmlformats.org/officeDocument/2006/relationships/slideLayout" Target="../slideLayouts/slideLayout324.xml"/><Relationship Id="rId10" Type="http://schemas.openxmlformats.org/officeDocument/2006/relationships/slideLayout" Target="../slideLayouts/slideLayout325.xml"/><Relationship Id="rId11" Type="http://schemas.openxmlformats.org/officeDocument/2006/relationships/slideLayout" Target="../slideLayouts/slideLayout326.xml"/><Relationship Id="rId12" Type="http://schemas.openxmlformats.org/officeDocument/2006/relationships/tags" Target="../tags/tag1793.xml"/><Relationship Id="rId13" Type="http://schemas.openxmlformats.org/officeDocument/2006/relationships/tags" Target="../tags/tag1794.xml"/><Relationship Id="rId14" Type="http://schemas.openxmlformats.org/officeDocument/2006/relationships/tags" Target="../tags/tag1795.xml"/><Relationship Id="rId15" Type="http://schemas.openxmlformats.org/officeDocument/2006/relationships/tags" Target="../tags/tag1796.xml"/><Relationship Id="rId16" Type="http://schemas.openxmlformats.org/officeDocument/2006/relationships/tags" Target="../tags/tag1797.xml"/><Relationship Id="rId17" Type="http://schemas.openxmlformats.org/officeDocument/2006/relationships/tags" Target="../tags/tag1798.xml"/><Relationship Id="rId18" Type="http://schemas.openxmlformats.org/officeDocument/2006/relationships/theme" Target="../theme/theme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  <p:sldLayoutId id="214748394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  <p:sldLayoutId id="2147483965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  <p:sldLayoutId id="2147483978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ln>
            <a:noFill/>
          </a:ln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Futura Md BT" panose="020B0602020204020303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  <p:sldLayoutId id="2147483997" r:id="rId6"/>
    <p:sldLayoutId id="2147483998" r:id="rId7"/>
    <p:sldLayoutId id="2147483999" r:id="rId8"/>
    <p:sldLayoutId id="2147484000" r:id="rId9"/>
    <p:sldLayoutId id="2147484001" r:id="rId10"/>
    <p:sldLayoutId id="214748400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Futura Md BT" panose="020B0602020204020303" charset="0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Futura Md BT" panose="020B0602020204020303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799.xml"/><Relationship Id="rId5" Type="http://schemas.openxmlformats.org/officeDocument/2006/relationships/tags" Target="../tags/tag1800.xml"/><Relationship Id="rId6" Type="http://schemas.openxmlformats.org/officeDocument/2006/relationships/tags" Target="../tags/tag1801.xml"/><Relationship Id="rId7" Type="http://schemas.openxmlformats.org/officeDocument/2006/relationships/slideLayout" Target="../slideLayouts/slideLayout3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802.xml"/><Relationship Id="rId3" Type="http://schemas.openxmlformats.org/officeDocument/2006/relationships/tags" Target="../tags/tag1803.xml"/><Relationship Id="rId4" Type="http://schemas.openxmlformats.org/officeDocument/2006/relationships/tags" Target="../tags/tag1804.xml"/><Relationship Id="rId5" Type="http://schemas.openxmlformats.org/officeDocument/2006/relationships/tags" Target="../tags/tag1805.xml"/><Relationship Id="rId6" Type="http://schemas.openxmlformats.org/officeDocument/2006/relationships/tags" Target="../tags/tag1806.xml"/><Relationship Id="rId7" Type="http://schemas.openxmlformats.org/officeDocument/2006/relationships/tags" Target="../tags/tag1807.xml"/><Relationship Id="rId8" Type="http://schemas.openxmlformats.org/officeDocument/2006/relationships/tags" Target="../tags/tag1808.xml"/><Relationship Id="rId9" Type="http://schemas.openxmlformats.org/officeDocument/2006/relationships/tags" Target="../tags/tag1809.xml"/><Relationship Id="rId10" Type="http://schemas.openxmlformats.org/officeDocument/2006/relationships/tags" Target="../tags/tag1810.xml"/><Relationship Id="rId11" Type="http://schemas.openxmlformats.org/officeDocument/2006/relationships/tags" Target="../tags/tag1811.xml"/><Relationship Id="rId12" Type="http://schemas.openxmlformats.org/officeDocument/2006/relationships/slideLayout" Target="../slideLayouts/slideLayout29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812.xml"/><Relationship Id="rId2" Type="http://schemas.openxmlformats.org/officeDocument/2006/relationships/tags" Target="../tags/tag1813.xml"/><Relationship Id="rId3" Type="http://schemas.openxmlformats.org/officeDocument/2006/relationships/tags" Target="../tags/tag1814.xml"/><Relationship Id="rId4" Type="http://schemas.openxmlformats.org/officeDocument/2006/relationships/tags" Target="../tags/tag1815.xml"/><Relationship Id="rId5" Type="http://schemas.openxmlformats.org/officeDocument/2006/relationships/tags" Target="../tags/tag1816.xml"/><Relationship Id="rId6" Type="http://schemas.openxmlformats.org/officeDocument/2006/relationships/tags" Target="../tags/tag1817.xml"/><Relationship Id="rId7" Type="http://schemas.openxmlformats.org/officeDocument/2006/relationships/image" Target="../media/image4.png"/><Relationship Id="rId8" Type="http://schemas.openxmlformats.org/officeDocument/2006/relationships/image" Target="../media/image5.svg"/><Relationship Id="rId9" Type="http://schemas.openxmlformats.org/officeDocument/2006/relationships/tags" Target="../tags/tag1818.xml"/><Relationship Id="rId10" Type="http://schemas.openxmlformats.org/officeDocument/2006/relationships/tags" Target="../tags/tag1819.xml"/><Relationship Id="rId11" Type="http://schemas.openxmlformats.org/officeDocument/2006/relationships/tags" Target="../tags/tag1820.xml"/><Relationship Id="rId12" Type="http://schemas.openxmlformats.org/officeDocument/2006/relationships/tags" Target="../tags/tag1821.xml"/><Relationship Id="rId13" Type="http://schemas.openxmlformats.org/officeDocument/2006/relationships/tags" Target="../tags/tag1822.xml"/><Relationship Id="rId14" Type="http://schemas.openxmlformats.org/officeDocument/2006/relationships/tags" Target="../tags/tag1823.xml"/><Relationship Id="rId15" Type="http://schemas.openxmlformats.org/officeDocument/2006/relationships/tags" Target="../tags/tag1824.xml"/><Relationship Id="rId16" Type="http://schemas.openxmlformats.org/officeDocument/2006/relationships/tags" Target="../tags/tag1825.xml"/><Relationship Id="rId17" Type="http://schemas.openxmlformats.org/officeDocument/2006/relationships/image" Target="../media/image6.png"/><Relationship Id="rId18" Type="http://schemas.openxmlformats.org/officeDocument/2006/relationships/image" Target="../media/image7.svg"/><Relationship Id="rId19" Type="http://schemas.openxmlformats.org/officeDocument/2006/relationships/image" Target="../media/image2.png"/><Relationship Id="rId20" Type="http://schemas.openxmlformats.org/officeDocument/2006/relationships/slideLayout" Target="../slideLayouts/slideLayout29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tags" Target="../tags/tag1826.xml"/><Relationship Id="rId5" Type="http://schemas.openxmlformats.org/officeDocument/2006/relationships/tags" Target="../tags/tag1827.xml"/><Relationship Id="rId6" Type="http://schemas.openxmlformats.org/officeDocument/2006/relationships/tags" Target="../tags/tag1828.xml"/><Relationship Id="rId7" Type="http://schemas.openxmlformats.org/officeDocument/2006/relationships/tags" Target="../tags/tag1829.xml"/><Relationship Id="rId8" Type="http://schemas.openxmlformats.org/officeDocument/2006/relationships/tags" Target="../tags/tag1830.xml"/><Relationship Id="rId9" Type="http://schemas.openxmlformats.org/officeDocument/2006/relationships/tags" Target="../tags/tag1831.xml"/><Relationship Id="rId10" Type="http://schemas.openxmlformats.org/officeDocument/2006/relationships/tags" Target="../tags/tag1832.xml"/><Relationship Id="rId11" Type="http://schemas.openxmlformats.org/officeDocument/2006/relationships/tags" Target="../tags/tag1833.xml"/><Relationship Id="rId12" Type="http://schemas.openxmlformats.org/officeDocument/2006/relationships/image" Target="../media/image6.png"/><Relationship Id="rId13" Type="http://schemas.openxmlformats.org/officeDocument/2006/relationships/image" Target="../media/image7.svg"/><Relationship Id="rId14" Type="http://schemas.openxmlformats.org/officeDocument/2006/relationships/image" Target="../media/image2.png"/><Relationship Id="rId15" Type="http://schemas.openxmlformats.org/officeDocument/2006/relationships/slideLayout" Target="../slideLayouts/slideLayout29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834.xml"/><Relationship Id="rId2" Type="http://schemas.openxmlformats.org/officeDocument/2006/relationships/tags" Target="../tags/tag1835.xml"/><Relationship Id="rId3" Type="http://schemas.openxmlformats.org/officeDocument/2006/relationships/tags" Target="../tags/tag1836.xml"/><Relationship Id="rId4" Type="http://schemas.openxmlformats.org/officeDocument/2006/relationships/tags" Target="../tags/tag1837.xml"/><Relationship Id="rId5" Type="http://schemas.openxmlformats.org/officeDocument/2006/relationships/tags" Target="../tags/tag1838.xml"/><Relationship Id="rId6" Type="http://schemas.openxmlformats.org/officeDocument/2006/relationships/tags" Target="../tags/tag1839.xml"/><Relationship Id="rId7" Type="http://schemas.openxmlformats.org/officeDocument/2006/relationships/tags" Target="../tags/tag1840.xml"/><Relationship Id="rId8" Type="http://schemas.openxmlformats.org/officeDocument/2006/relationships/tags" Target="../tags/tag1841.xml"/><Relationship Id="rId9" Type="http://schemas.openxmlformats.org/officeDocument/2006/relationships/image" Target="../media/image6.png"/><Relationship Id="rId10" Type="http://schemas.openxmlformats.org/officeDocument/2006/relationships/image" Target="../media/image7.svg"/><Relationship Id="rId11" Type="http://schemas.openxmlformats.org/officeDocument/2006/relationships/image" Target="../media/image2.png"/><Relationship Id="rId12" Type="http://schemas.openxmlformats.org/officeDocument/2006/relationships/slideLayout" Target="../slideLayouts/slideLayout29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842.xml"/><Relationship Id="rId2" Type="http://schemas.openxmlformats.org/officeDocument/2006/relationships/tags" Target="../tags/tag1843.xml"/><Relationship Id="rId3" Type="http://schemas.openxmlformats.org/officeDocument/2006/relationships/tags" Target="../tags/tag1844.xml"/><Relationship Id="rId4" Type="http://schemas.openxmlformats.org/officeDocument/2006/relationships/tags" Target="../tags/tag1845.xml"/><Relationship Id="rId5" Type="http://schemas.openxmlformats.org/officeDocument/2006/relationships/tags" Target="../tags/tag1846.xml"/><Relationship Id="rId6" Type="http://schemas.openxmlformats.org/officeDocument/2006/relationships/tags" Target="../tags/tag1847.xml"/><Relationship Id="rId7" Type="http://schemas.openxmlformats.org/officeDocument/2006/relationships/tags" Target="../tags/tag1848.xml"/><Relationship Id="rId8" Type="http://schemas.openxmlformats.org/officeDocument/2006/relationships/tags" Target="../tags/tag1849.xml"/><Relationship Id="rId9" Type="http://schemas.openxmlformats.org/officeDocument/2006/relationships/image" Target="../media/image6.png"/><Relationship Id="rId10" Type="http://schemas.openxmlformats.org/officeDocument/2006/relationships/image" Target="../media/image7.svg"/><Relationship Id="rId11" Type="http://schemas.openxmlformats.org/officeDocument/2006/relationships/image" Target="../media/image2.png"/><Relationship Id="rId12" Type="http://schemas.openxmlformats.org/officeDocument/2006/relationships/slideLayout" Target="../slideLayouts/slideLayout29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850.xml"/><Relationship Id="rId2" Type="http://schemas.openxmlformats.org/officeDocument/2006/relationships/tags" Target="../tags/tag1851.xml"/><Relationship Id="rId3" Type="http://schemas.openxmlformats.org/officeDocument/2006/relationships/tags" Target="../tags/tag1852.xml"/><Relationship Id="rId4" Type="http://schemas.openxmlformats.org/officeDocument/2006/relationships/tags" Target="../tags/tag1853.xml"/><Relationship Id="rId5" Type="http://schemas.openxmlformats.org/officeDocument/2006/relationships/tags" Target="../tags/tag1854.xml"/><Relationship Id="rId6" Type="http://schemas.openxmlformats.org/officeDocument/2006/relationships/tags" Target="../tags/tag1855.xml"/><Relationship Id="rId7" Type="http://schemas.openxmlformats.org/officeDocument/2006/relationships/tags" Target="../tags/tag1856.xml"/><Relationship Id="rId8" Type="http://schemas.openxmlformats.org/officeDocument/2006/relationships/tags" Target="../tags/tag1857.xml"/><Relationship Id="rId9" Type="http://schemas.openxmlformats.org/officeDocument/2006/relationships/image" Target="../media/image6.png"/><Relationship Id="rId10" Type="http://schemas.openxmlformats.org/officeDocument/2006/relationships/image" Target="../media/image7.svg"/><Relationship Id="rId11" Type="http://schemas.openxmlformats.org/officeDocument/2006/relationships/image" Target="../media/image2.png"/><Relationship Id="rId12" Type="http://schemas.openxmlformats.org/officeDocument/2006/relationships/slideLayout" Target="../slideLayouts/slideLayout29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tags" Target="../tags/tag1858.xml"/><Relationship Id="rId4" Type="http://schemas.openxmlformats.org/officeDocument/2006/relationships/tags" Target="../tags/tag1859.xml"/><Relationship Id="rId5" Type="http://schemas.openxmlformats.org/officeDocument/2006/relationships/tags" Target="../tags/tag1860.xml"/><Relationship Id="rId6" Type="http://schemas.openxmlformats.org/officeDocument/2006/relationships/tags" Target="../tags/tag1861.xml"/><Relationship Id="rId7" Type="http://schemas.openxmlformats.org/officeDocument/2006/relationships/tags" Target="../tags/tag1862.xml"/><Relationship Id="rId8" Type="http://schemas.openxmlformats.org/officeDocument/2006/relationships/tags" Target="../tags/tag1863.xml"/><Relationship Id="rId9" Type="http://schemas.openxmlformats.org/officeDocument/2006/relationships/tags" Target="../tags/tag1864.xml"/><Relationship Id="rId10" Type="http://schemas.openxmlformats.org/officeDocument/2006/relationships/tags" Target="../tags/tag1865.xml"/><Relationship Id="rId11" Type="http://schemas.openxmlformats.org/officeDocument/2006/relationships/tags" Target="../tags/tag1866.xml"/><Relationship Id="rId12" Type="http://schemas.openxmlformats.org/officeDocument/2006/relationships/tags" Target="../tags/tag1867.xml"/><Relationship Id="rId13" Type="http://schemas.openxmlformats.org/officeDocument/2006/relationships/tags" Target="../tags/tag1868.xml"/><Relationship Id="rId14" Type="http://schemas.openxmlformats.org/officeDocument/2006/relationships/tags" Target="../tags/tag1869.xml"/><Relationship Id="rId15" Type="http://schemas.openxmlformats.org/officeDocument/2006/relationships/tags" Target="../tags/tag1870.xml"/><Relationship Id="rId16" Type="http://schemas.openxmlformats.org/officeDocument/2006/relationships/tags" Target="../tags/tag1871.xml"/><Relationship Id="rId17" Type="http://schemas.openxmlformats.org/officeDocument/2006/relationships/tags" Target="../tags/tag1872.xml"/><Relationship Id="rId18" Type="http://schemas.openxmlformats.org/officeDocument/2006/relationships/tags" Target="../tags/tag1873.xml"/><Relationship Id="rId19" Type="http://schemas.openxmlformats.org/officeDocument/2006/relationships/tags" Target="../tags/tag1874.xml"/><Relationship Id="rId20" Type="http://schemas.openxmlformats.org/officeDocument/2006/relationships/tags" Target="../tags/tag1875.xml"/><Relationship Id="rId21" Type="http://schemas.openxmlformats.org/officeDocument/2006/relationships/tags" Target="../tags/tag1876.xml"/><Relationship Id="rId22" Type="http://schemas.openxmlformats.org/officeDocument/2006/relationships/tags" Target="../tags/tag1877.xml"/><Relationship Id="rId23" Type="http://schemas.openxmlformats.org/officeDocument/2006/relationships/tags" Target="../tags/tag1878.xml"/><Relationship Id="rId24" Type="http://schemas.openxmlformats.org/officeDocument/2006/relationships/tags" Target="../tags/tag1879.xml"/><Relationship Id="rId25" Type="http://schemas.openxmlformats.org/officeDocument/2006/relationships/tags" Target="../tags/tag1880.xml"/><Relationship Id="rId26" Type="http://schemas.openxmlformats.org/officeDocument/2006/relationships/tags" Target="../tags/tag1881.xml"/><Relationship Id="rId27" Type="http://schemas.openxmlformats.org/officeDocument/2006/relationships/tags" Target="../tags/tag1882.xml"/><Relationship Id="rId28" Type="http://schemas.openxmlformats.org/officeDocument/2006/relationships/tags" Target="../tags/tag1883.xml"/><Relationship Id="rId29" Type="http://schemas.openxmlformats.org/officeDocument/2006/relationships/tags" Target="../tags/tag1884.xml"/><Relationship Id="rId30" Type="http://schemas.openxmlformats.org/officeDocument/2006/relationships/tags" Target="../tags/tag1885.xml"/><Relationship Id="rId31" Type="http://schemas.openxmlformats.org/officeDocument/2006/relationships/tags" Target="../tags/tag1886.xml"/><Relationship Id="rId32" Type="http://schemas.openxmlformats.org/officeDocument/2006/relationships/tags" Target="../tags/tag1887.xml"/><Relationship Id="rId33" Type="http://schemas.openxmlformats.org/officeDocument/2006/relationships/tags" Target="../tags/tag1888.xml"/><Relationship Id="rId34" Type="http://schemas.openxmlformats.org/officeDocument/2006/relationships/image" Target="../media/image6.png"/><Relationship Id="rId35" Type="http://schemas.openxmlformats.org/officeDocument/2006/relationships/image" Target="../media/image7.svg"/><Relationship Id="rId36" Type="http://schemas.openxmlformats.org/officeDocument/2006/relationships/image" Target="../media/image2.png"/><Relationship Id="rId37" Type="http://schemas.openxmlformats.org/officeDocument/2006/relationships/slideLayout" Target="../slideLayouts/slideLayout29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889.xml"/><Relationship Id="rId2" Type="http://schemas.openxmlformats.org/officeDocument/2006/relationships/tags" Target="../tags/tag1890.xml"/><Relationship Id="rId3" Type="http://schemas.openxmlformats.org/officeDocument/2006/relationships/tags" Target="../tags/tag1891.xml"/><Relationship Id="rId4" Type="http://schemas.openxmlformats.org/officeDocument/2006/relationships/tags" Target="../tags/tag1892.xml"/><Relationship Id="rId5" Type="http://schemas.openxmlformats.org/officeDocument/2006/relationships/tags" Target="../tags/tag1893.xml"/><Relationship Id="rId6" Type="http://schemas.openxmlformats.org/officeDocument/2006/relationships/tags" Target="../tags/tag1894.xml"/><Relationship Id="rId7" Type="http://schemas.openxmlformats.org/officeDocument/2006/relationships/tags" Target="../tags/tag1895.xml"/><Relationship Id="rId8" Type="http://schemas.openxmlformats.org/officeDocument/2006/relationships/tags" Target="../tags/tag1896.xml"/><Relationship Id="rId9" Type="http://schemas.openxmlformats.org/officeDocument/2006/relationships/tags" Target="../tags/tag1897.xml"/><Relationship Id="rId10" Type="http://schemas.openxmlformats.org/officeDocument/2006/relationships/image" Target="../media/image6.png"/><Relationship Id="rId11" Type="http://schemas.openxmlformats.org/officeDocument/2006/relationships/image" Target="../media/image7.svg"/><Relationship Id="rId12" Type="http://schemas.openxmlformats.org/officeDocument/2006/relationships/image" Target="../media/image2.png"/><Relationship Id="rId13" Type="http://schemas.openxmlformats.org/officeDocument/2006/relationships/slideLayout" Target="../slideLayouts/slideLayout29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tags" Target="../tags/tag1898.xml"/><Relationship Id="rId3" Type="http://schemas.openxmlformats.org/officeDocument/2006/relationships/tags" Target="../tags/tag1899.xml"/><Relationship Id="rId4" Type="http://schemas.openxmlformats.org/officeDocument/2006/relationships/tags" Target="../tags/tag1900.xml"/><Relationship Id="rId5" Type="http://schemas.openxmlformats.org/officeDocument/2006/relationships/tags" Target="../tags/tag1901.xml"/><Relationship Id="rId6" Type="http://schemas.openxmlformats.org/officeDocument/2006/relationships/tags" Target="../tags/tag1902.xml"/><Relationship Id="rId7" Type="http://schemas.openxmlformats.org/officeDocument/2006/relationships/tags" Target="../tags/tag1903.xml"/><Relationship Id="rId8" Type="http://schemas.openxmlformats.org/officeDocument/2006/relationships/tags" Target="../tags/tag1904.xml"/><Relationship Id="rId9" Type="http://schemas.openxmlformats.org/officeDocument/2006/relationships/tags" Target="../tags/tag1905.xml"/><Relationship Id="rId10" Type="http://schemas.openxmlformats.org/officeDocument/2006/relationships/image" Target="../media/image6.png"/><Relationship Id="rId11" Type="http://schemas.openxmlformats.org/officeDocument/2006/relationships/image" Target="../media/image7.svg"/><Relationship Id="rId12" Type="http://schemas.openxmlformats.org/officeDocument/2006/relationships/image" Target="../media/image2.png"/><Relationship Id="rId13" Type="http://schemas.openxmlformats.org/officeDocument/2006/relationships/slideLayout" Target="../slideLayouts/slideLayout29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tags" Target="../tags/tag1906.xml"/><Relationship Id="rId3" Type="http://schemas.openxmlformats.org/officeDocument/2006/relationships/tags" Target="../tags/tag1907.xml"/><Relationship Id="rId4" Type="http://schemas.openxmlformats.org/officeDocument/2006/relationships/tags" Target="../tags/tag1908.xml"/><Relationship Id="rId5" Type="http://schemas.openxmlformats.org/officeDocument/2006/relationships/tags" Target="../tags/tag1909.xml"/><Relationship Id="rId6" Type="http://schemas.openxmlformats.org/officeDocument/2006/relationships/tags" Target="../tags/tag1910.xml"/><Relationship Id="rId7" Type="http://schemas.openxmlformats.org/officeDocument/2006/relationships/tags" Target="../tags/tag1911.xml"/><Relationship Id="rId8" Type="http://schemas.openxmlformats.org/officeDocument/2006/relationships/tags" Target="../tags/tag1912.xml"/><Relationship Id="rId9" Type="http://schemas.openxmlformats.org/officeDocument/2006/relationships/tags" Target="../tags/tag1913.xml"/><Relationship Id="rId10" Type="http://schemas.openxmlformats.org/officeDocument/2006/relationships/image" Target="../media/image6.png"/><Relationship Id="rId11" Type="http://schemas.openxmlformats.org/officeDocument/2006/relationships/image" Target="../media/image7.svg"/><Relationship Id="rId12" Type="http://schemas.openxmlformats.org/officeDocument/2006/relationships/image" Target="../media/image2.png"/><Relationship Id="rId13" Type="http://schemas.openxmlformats.org/officeDocument/2006/relationships/slideLayout" Target="../slideLayouts/slideLayout29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Relationship Id="rId6" Type="http://schemas.openxmlformats.org/officeDocument/2006/relationships/chart" Target="../charts/chart8.xml"/><Relationship Id="rId7" Type="http://schemas.openxmlformats.org/officeDocument/2006/relationships/tags" Target="../tags/tag1914.xml"/><Relationship Id="rId8" Type="http://schemas.openxmlformats.org/officeDocument/2006/relationships/tags" Target="../tags/tag1915.xml"/><Relationship Id="rId9" Type="http://schemas.openxmlformats.org/officeDocument/2006/relationships/tags" Target="../tags/tag1916.xml"/><Relationship Id="rId10" Type="http://schemas.openxmlformats.org/officeDocument/2006/relationships/tags" Target="../tags/tag1917.xml"/><Relationship Id="rId11" Type="http://schemas.openxmlformats.org/officeDocument/2006/relationships/tags" Target="../tags/tag1918.xml"/><Relationship Id="rId12" Type="http://schemas.openxmlformats.org/officeDocument/2006/relationships/tags" Target="../tags/tag1919.xml"/><Relationship Id="rId13" Type="http://schemas.openxmlformats.org/officeDocument/2006/relationships/tags" Target="../tags/tag1920.xml"/><Relationship Id="rId14" Type="http://schemas.openxmlformats.org/officeDocument/2006/relationships/tags" Target="../tags/tag1921.xml"/><Relationship Id="rId15" Type="http://schemas.openxmlformats.org/officeDocument/2006/relationships/image" Target="../media/image6.png"/><Relationship Id="rId16" Type="http://schemas.openxmlformats.org/officeDocument/2006/relationships/image" Target="../media/image7.svg"/><Relationship Id="rId17" Type="http://schemas.openxmlformats.org/officeDocument/2006/relationships/image" Target="../media/image2.png"/><Relationship Id="rId18" Type="http://schemas.openxmlformats.org/officeDocument/2006/relationships/slideLayout" Target="../slideLayouts/slideLayout299.xml"/><Relationship Id="rId19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tags" Target="../tags/tag1922.xml"/><Relationship Id="rId3" Type="http://schemas.openxmlformats.org/officeDocument/2006/relationships/tags" Target="../tags/tag1923.xml"/><Relationship Id="rId4" Type="http://schemas.openxmlformats.org/officeDocument/2006/relationships/tags" Target="../tags/tag1924.xml"/><Relationship Id="rId5" Type="http://schemas.openxmlformats.org/officeDocument/2006/relationships/tags" Target="../tags/tag1925.xml"/><Relationship Id="rId6" Type="http://schemas.openxmlformats.org/officeDocument/2006/relationships/tags" Target="../tags/tag1926.xml"/><Relationship Id="rId7" Type="http://schemas.openxmlformats.org/officeDocument/2006/relationships/tags" Target="../tags/tag1927.xml"/><Relationship Id="rId8" Type="http://schemas.openxmlformats.org/officeDocument/2006/relationships/tags" Target="../tags/tag1928.xml"/><Relationship Id="rId9" Type="http://schemas.openxmlformats.org/officeDocument/2006/relationships/tags" Target="../tags/tag1929.xml"/><Relationship Id="rId10" Type="http://schemas.openxmlformats.org/officeDocument/2006/relationships/image" Target="../media/image6.png"/><Relationship Id="rId11" Type="http://schemas.openxmlformats.org/officeDocument/2006/relationships/image" Target="../media/image7.svg"/><Relationship Id="rId12" Type="http://schemas.openxmlformats.org/officeDocument/2006/relationships/image" Target="../media/image2.png"/><Relationship Id="rId13" Type="http://schemas.openxmlformats.org/officeDocument/2006/relationships/slideLayout" Target="../slideLayouts/slideLayout299.xml"/><Relationship Id="rId14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930.xml"/><Relationship Id="rId2" Type="http://schemas.openxmlformats.org/officeDocument/2006/relationships/image" Target="../media/image12.png"/><Relationship Id="rId3" Type="http://schemas.openxmlformats.org/officeDocument/2006/relationships/image" Target="../media/image5.svg"/><Relationship Id="rId4" Type="http://schemas.openxmlformats.org/officeDocument/2006/relationships/tags" Target="../tags/tag1931.xml"/><Relationship Id="rId5" Type="http://schemas.openxmlformats.org/officeDocument/2006/relationships/tags" Target="../tags/tag1932.xml"/><Relationship Id="rId6" Type="http://schemas.openxmlformats.org/officeDocument/2006/relationships/tags" Target="../tags/tag1933.xml"/><Relationship Id="rId7" Type="http://schemas.openxmlformats.org/officeDocument/2006/relationships/tags" Target="../tags/tag1934.xml"/><Relationship Id="rId8" Type="http://schemas.openxmlformats.org/officeDocument/2006/relationships/tags" Target="../tags/tag1935.xml"/><Relationship Id="rId9" Type="http://schemas.openxmlformats.org/officeDocument/2006/relationships/tags" Target="../tags/tag1936.xml"/><Relationship Id="rId10" Type="http://schemas.openxmlformats.org/officeDocument/2006/relationships/tags" Target="../tags/tag1937.xml"/><Relationship Id="rId11" Type="http://schemas.openxmlformats.org/officeDocument/2006/relationships/tags" Target="../tags/tag1938.xml"/><Relationship Id="rId12" Type="http://schemas.openxmlformats.org/officeDocument/2006/relationships/image" Target="../media/image6.png"/><Relationship Id="rId13" Type="http://schemas.openxmlformats.org/officeDocument/2006/relationships/image" Target="../media/image7.svg"/><Relationship Id="rId14" Type="http://schemas.openxmlformats.org/officeDocument/2006/relationships/image" Target="../media/image2.png"/><Relationship Id="rId15" Type="http://schemas.openxmlformats.org/officeDocument/2006/relationships/slideLayout" Target="../slideLayouts/slideLayout29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1939.xml"/><Relationship Id="rId2" Type="http://schemas.openxmlformats.org/officeDocument/2006/relationships/tags" Target="../tags/tag1940.xml"/><Relationship Id="rId3" Type="http://schemas.openxmlformats.org/officeDocument/2006/relationships/tags" Target="../tags/tag1941.xml"/><Relationship Id="rId4" Type="http://schemas.openxmlformats.org/officeDocument/2006/relationships/tags" Target="../tags/tag1942.xml"/><Relationship Id="rId5" Type="http://schemas.openxmlformats.org/officeDocument/2006/relationships/tags" Target="../tags/tag1943.xml"/><Relationship Id="rId6" Type="http://schemas.openxmlformats.org/officeDocument/2006/relationships/tags" Target="../tags/tag1944.xml"/><Relationship Id="rId7" Type="http://schemas.openxmlformats.org/officeDocument/2006/relationships/tags" Target="../tags/tag1945.xml"/><Relationship Id="rId8" Type="http://schemas.openxmlformats.org/officeDocument/2006/relationships/tags" Target="../tags/tag1946.xml"/><Relationship Id="rId9" Type="http://schemas.openxmlformats.org/officeDocument/2006/relationships/image" Target="../media/image6.png"/><Relationship Id="rId10" Type="http://schemas.openxmlformats.org/officeDocument/2006/relationships/image" Target="../media/image7.svg"/><Relationship Id="rId11" Type="http://schemas.openxmlformats.org/officeDocument/2006/relationships/image" Target="../media/image2.png"/><Relationship Id="rId12" Type="http://schemas.openxmlformats.org/officeDocument/2006/relationships/slideLayout" Target="../slideLayouts/slideLayout29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1947.xml"/><Relationship Id="rId2" Type="http://schemas.openxmlformats.org/officeDocument/2006/relationships/tags" Target="../tags/tag1948.xml"/><Relationship Id="rId3" Type="http://schemas.openxmlformats.org/officeDocument/2006/relationships/tags" Target="../tags/tag1949.xml"/><Relationship Id="rId4" Type="http://schemas.openxmlformats.org/officeDocument/2006/relationships/tags" Target="../tags/tag1950.xml"/><Relationship Id="rId5" Type="http://schemas.openxmlformats.org/officeDocument/2006/relationships/tags" Target="../tags/tag1951.xml"/><Relationship Id="rId6" Type="http://schemas.openxmlformats.org/officeDocument/2006/relationships/tags" Target="../tags/tag1952.xml"/><Relationship Id="rId7" Type="http://schemas.openxmlformats.org/officeDocument/2006/relationships/tags" Target="../tags/tag1953.xml"/><Relationship Id="rId8" Type="http://schemas.openxmlformats.org/officeDocument/2006/relationships/tags" Target="../tags/tag1954.xml"/><Relationship Id="rId9" Type="http://schemas.openxmlformats.org/officeDocument/2006/relationships/image" Target="../media/image6.png"/><Relationship Id="rId10" Type="http://schemas.openxmlformats.org/officeDocument/2006/relationships/image" Target="../media/image7.svg"/><Relationship Id="rId11" Type="http://schemas.openxmlformats.org/officeDocument/2006/relationships/image" Target="../media/image2.png"/><Relationship Id="rId12" Type="http://schemas.openxmlformats.org/officeDocument/2006/relationships/slideLayout" Target="../slideLayouts/slideLayout29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tags" Target="../tags/tag1955.xml"/><Relationship Id="rId7" Type="http://schemas.openxmlformats.org/officeDocument/2006/relationships/tags" Target="../tags/tag1956.xml"/><Relationship Id="rId8" Type="http://schemas.openxmlformats.org/officeDocument/2006/relationships/tags" Target="../tags/tag1957.xml"/><Relationship Id="rId9" Type="http://schemas.openxmlformats.org/officeDocument/2006/relationships/tags" Target="../tags/tag1958.xml"/><Relationship Id="rId10" Type="http://schemas.openxmlformats.org/officeDocument/2006/relationships/tags" Target="../tags/tag1959.xml"/><Relationship Id="rId11" Type="http://schemas.openxmlformats.org/officeDocument/2006/relationships/tags" Target="../tags/tag1960.xml"/><Relationship Id="rId12" Type="http://schemas.openxmlformats.org/officeDocument/2006/relationships/tags" Target="../tags/tag1961.xml"/><Relationship Id="rId13" Type="http://schemas.openxmlformats.org/officeDocument/2006/relationships/tags" Target="../tags/tag1962.xml"/><Relationship Id="rId14" Type="http://schemas.openxmlformats.org/officeDocument/2006/relationships/image" Target="../media/image6.png"/><Relationship Id="rId15" Type="http://schemas.openxmlformats.org/officeDocument/2006/relationships/image" Target="../media/image7.svg"/><Relationship Id="rId16" Type="http://schemas.openxmlformats.org/officeDocument/2006/relationships/image" Target="../media/image2.png"/><Relationship Id="rId17" Type="http://schemas.openxmlformats.org/officeDocument/2006/relationships/slideLayout" Target="../slideLayouts/slideLayout29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1963.xml"/><Relationship Id="rId2" Type="http://schemas.openxmlformats.org/officeDocument/2006/relationships/image" Target="../media/image13.png"/><Relationship Id="rId3" Type="http://schemas.microsoft.com/office/2007/relationships/hdphoto" Target="../media/image14.jpeg"/><Relationship Id="rId4" Type="http://schemas.openxmlformats.org/officeDocument/2006/relationships/tags" Target="../tags/tag1964.xml"/><Relationship Id="rId5" Type="http://schemas.openxmlformats.org/officeDocument/2006/relationships/image" Target="../media/image15.png"/><Relationship Id="rId6" Type="http://schemas.microsoft.com/office/2007/relationships/hdphoto" Target="../media/image16.jpeg"/><Relationship Id="rId7" Type="http://schemas.openxmlformats.org/officeDocument/2006/relationships/tags" Target="../tags/tag1965.xml"/><Relationship Id="rId8" Type="http://schemas.openxmlformats.org/officeDocument/2006/relationships/image" Target="../media/image17.png"/><Relationship Id="rId9" Type="http://schemas.microsoft.com/office/2007/relationships/hdphoto" Target="../media/image18.jpeg"/><Relationship Id="rId10" Type="http://schemas.openxmlformats.org/officeDocument/2006/relationships/tags" Target="../tags/tag1966.xml"/><Relationship Id="rId11" Type="http://schemas.openxmlformats.org/officeDocument/2006/relationships/image" Target="../media/image19.png"/><Relationship Id="rId12" Type="http://schemas.microsoft.com/office/2007/relationships/hdphoto" Target="../media/image20.jpeg"/><Relationship Id="rId13" Type="http://schemas.openxmlformats.org/officeDocument/2006/relationships/tags" Target="../tags/tag1967.xml"/><Relationship Id="rId14" Type="http://schemas.openxmlformats.org/officeDocument/2006/relationships/tags" Target="../tags/tag1968.xml"/><Relationship Id="rId15" Type="http://schemas.openxmlformats.org/officeDocument/2006/relationships/tags" Target="../tags/tag1969.xml"/><Relationship Id="rId16" Type="http://schemas.openxmlformats.org/officeDocument/2006/relationships/tags" Target="../tags/tag1970.xml"/><Relationship Id="rId17" Type="http://schemas.openxmlformats.org/officeDocument/2006/relationships/tags" Target="../tags/tag1971.xml"/><Relationship Id="rId18" Type="http://schemas.openxmlformats.org/officeDocument/2006/relationships/tags" Target="../tags/tag1972.xml"/><Relationship Id="rId19" Type="http://schemas.openxmlformats.org/officeDocument/2006/relationships/tags" Target="../tags/tag1973.xml"/><Relationship Id="rId20" Type="http://schemas.openxmlformats.org/officeDocument/2006/relationships/tags" Target="../tags/tag1974.xml"/><Relationship Id="rId21" Type="http://schemas.openxmlformats.org/officeDocument/2006/relationships/tags" Target="../tags/tag1975.xml"/><Relationship Id="rId22" Type="http://schemas.openxmlformats.org/officeDocument/2006/relationships/tags" Target="../tags/tag1976.xml"/><Relationship Id="rId23" Type="http://schemas.openxmlformats.org/officeDocument/2006/relationships/tags" Target="../tags/tag1977.xml"/><Relationship Id="rId24" Type="http://schemas.openxmlformats.org/officeDocument/2006/relationships/tags" Target="../tags/tag1978.xml"/><Relationship Id="rId25" Type="http://schemas.openxmlformats.org/officeDocument/2006/relationships/tags" Target="../tags/tag1979.xml"/><Relationship Id="rId26" Type="http://schemas.openxmlformats.org/officeDocument/2006/relationships/tags" Target="../tags/tag1980.xml"/><Relationship Id="rId27" Type="http://schemas.openxmlformats.org/officeDocument/2006/relationships/tags" Target="../tags/tag1981.xml"/><Relationship Id="rId28" Type="http://schemas.openxmlformats.org/officeDocument/2006/relationships/tags" Target="../tags/tag1982.xml"/><Relationship Id="rId29" Type="http://schemas.openxmlformats.org/officeDocument/2006/relationships/tags" Target="../tags/tag1983.xml"/><Relationship Id="rId30" Type="http://schemas.openxmlformats.org/officeDocument/2006/relationships/tags" Target="../tags/tag1984.xml"/><Relationship Id="rId31" Type="http://schemas.openxmlformats.org/officeDocument/2006/relationships/tags" Target="../tags/tag1985.xml"/><Relationship Id="rId32" Type="http://schemas.openxmlformats.org/officeDocument/2006/relationships/tags" Target="../tags/tag1986.xml"/><Relationship Id="rId33" Type="http://schemas.openxmlformats.org/officeDocument/2006/relationships/tags" Target="../tags/tag1987.xml"/><Relationship Id="rId34" Type="http://schemas.openxmlformats.org/officeDocument/2006/relationships/tags" Target="../tags/tag1988.xml"/><Relationship Id="rId35" Type="http://schemas.openxmlformats.org/officeDocument/2006/relationships/tags" Target="../tags/tag1989.xml"/><Relationship Id="rId36" Type="http://schemas.openxmlformats.org/officeDocument/2006/relationships/tags" Target="../tags/tag1990.xml"/><Relationship Id="rId37" Type="http://schemas.openxmlformats.org/officeDocument/2006/relationships/image" Target="../media/image6.png"/><Relationship Id="rId38" Type="http://schemas.openxmlformats.org/officeDocument/2006/relationships/image" Target="../media/image7.svg"/><Relationship Id="rId39" Type="http://schemas.openxmlformats.org/officeDocument/2006/relationships/image" Target="../media/image2.png"/><Relationship Id="rId40" Type="http://schemas.openxmlformats.org/officeDocument/2006/relationships/slideLayout" Target="../slideLayouts/slideLayout29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29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991.xml"/><Relationship Id="rId5" Type="http://schemas.openxmlformats.org/officeDocument/2006/relationships/tags" Target="../tags/tag1992.xml"/><Relationship Id="rId6" Type="http://schemas.openxmlformats.org/officeDocument/2006/relationships/slideLayout" Target="../slideLayouts/slideLayout3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0"/>
            <a:ext cx="4589145" cy="6858000"/>
          </a:xfrm>
          <a:prstGeom prst="rect">
            <a:avLst/>
          </a:prstGeom>
        </p:spPr>
      </p:pic>
      <p:pic>
        <p:nvPicPr>
          <p:cNvPr id="3" name="图片 2" descr="hkutl"/>
          <p:cNvPicPr>
            <a:picLocks noChangeAspect="1"/>
          </p:cNvPicPr>
          <p:nvPr/>
        </p:nvPicPr>
        <p:blipFill>
          <a:blip r:embed="rId2"/>
          <a:srcRect r="87359"/>
          <a:stretch>
            <a:fillRect/>
          </a:stretch>
        </p:blipFill>
        <p:spPr>
          <a:xfrm>
            <a:off x="1464945" y="2091690"/>
            <a:ext cx="1586230" cy="1681480"/>
          </a:xfrm>
          <a:prstGeom prst="rect">
            <a:avLst/>
          </a:prstGeom>
        </p:spPr>
      </p:pic>
      <p:pic>
        <p:nvPicPr>
          <p:cNvPr id="9" name="图片 8" descr="logo_CE_C"/>
          <p:cNvPicPr>
            <a:picLocks noChangeAspect="1"/>
          </p:cNvPicPr>
          <p:nvPr/>
        </p:nvPicPr>
        <p:blipFill>
          <a:blip r:embed="rId3"/>
          <a:srcRect l="22104" r="33639" b="40898"/>
          <a:stretch>
            <a:fillRect/>
          </a:stretch>
        </p:blipFill>
        <p:spPr>
          <a:xfrm>
            <a:off x="1122680" y="3766185"/>
            <a:ext cx="2270760" cy="618490"/>
          </a:xfrm>
          <a:prstGeom prst="rect">
            <a:avLst/>
          </a:prstGeom>
        </p:spPr>
      </p:pic>
      <p:pic>
        <p:nvPicPr>
          <p:cNvPr id="5" name="图片 4" descr="logo_CE_C"/>
          <p:cNvPicPr>
            <a:picLocks noChangeAspect="1"/>
          </p:cNvPicPr>
          <p:nvPr/>
        </p:nvPicPr>
        <p:blipFill>
          <a:blip r:embed="rId3"/>
          <a:srcRect l="22104" t="50668" r="347" b="13228"/>
          <a:stretch>
            <a:fillRect/>
          </a:stretch>
        </p:blipFill>
        <p:spPr>
          <a:xfrm>
            <a:off x="288290" y="4384675"/>
            <a:ext cx="3978910" cy="377825"/>
          </a:xfrm>
          <a:prstGeom prst="rect">
            <a:avLst/>
          </a:prstGeom>
        </p:spPr>
      </p:pic>
      <p:sp>
        <p:nvSpPr>
          <p:cNvPr id="26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0" y="1555115"/>
            <a:ext cx="11304905" cy="134493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CN" sz="2800" b="1">
                <a:solidFill>
                  <a:srgbClr val="275829"/>
                </a:solidFill>
                <a:cs typeface="+mj-lt"/>
              </a:rPr>
              <a:t>Design and Implementation of a</a:t>
            </a:r>
            <a:endParaRPr lang="en-US" altLang="zh-CN" sz="4400" b="1">
              <a:solidFill>
                <a:srgbClr val="275829"/>
              </a:solidFill>
              <a:cs typeface="+mj-lt"/>
            </a:endParaRPr>
          </a:p>
          <a:p>
            <a:pPr algn="r"/>
            <a:r>
              <a:rPr lang="en-US" altLang="zh-CN" sz="2800" b="1">
                <a:solidFill>
                  <a:srgbClr val="275829"/>
                </a:solidFill>
                <a:cs typeface="+mj-lt"/>
              </a:rPr>
              <a:t>RAG-Based Teacher–Student</a:t>
            </a:r>
            <a:endParaRPr lang="en-US" altLang="zh-CN" sz="4400" b="1">
              <a:solidFill>
                <a:srgbClr val="275829"/>
              </a:solidFill>
              <a:cs typeface="+mj-lt"/>
            </a:endParaRPr>
          </a:p>
          <a:p>
            <a:r>
              <a:rPr sz="2800" b="1">
                <a:solidFill>
                  <a:srgbClr val="275829"/>
                </a:solidFill>
              </a:rPr>
              <a:t>Co-Learning System</a:t>
            </a:r>
          </a:p>
        </p:txBody>
      </p:sp>
      <p:sp>
        <p:nvSpPr>
          <p:cNvPr id="6" name="矩形 5"/>
          <p:cNvSpPr/>
          <p:nvPr/>
        </p:nvSpPr>
        <p:spPr>
          <a:xfrm>
            <a:off x="7879715" y="4062730"/>
            <a:ext cx="3425190" cy="41529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副标题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965825" y="4046220"/>
            <a:ext cx="5339080" cy="62992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altLang="zh-CN" b="1" sz="1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Final Defense  |  July 2026  |  Jin Yue (3036494489)</a:t>
            </a:r>
            <a:endParaRPr lang="en-US" altLang="zh-CN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/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/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副标题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157470" y="2900045"/>
            <a:ext cx="6258560" cy="480695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>
                <a:solidFill>
                  <a:srgbClr val="1F2A2E"/>
                </a:solidFill>
                <a:latin typeface="Calibri" panose="020F0502020204030204" charset="0"/>
                <a:cs typeface="Calibri" panose="020F0502020204030204" charset="0"/>
              </a:rPr>
              <a:t>Department of Electrical and Electronic Engineering</a:t>
            </a:r>
            <a:endParaRPr lang="en-US" altLang="zh-CN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sz="1400">
                <a:solidFill>
                  <a:srgbClr val="1F2A2E"/>
                </a:solidFill>
              </a:rPr>
              <a:t>The University of Hong Kong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0"/>
            <a:ext cx="4589145" cy="68580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5876290" y="1730375"/>
            <a:ext cx="100584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765800" y="670560"/>
            <a:ext cx="381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275829"/>
                </a:solidFill>
              </a:rPr>
              <a:t>OVERVIEW</a:t>
            </a:r>
            <a:endParaRPr lang="en-US" altLang="zh-CN" sz="4800" b="1">
              <a:solidFill>
                <a:schemeClr val="accent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5910580" y="3025140"/>
            <a:ext cx="518160" cy="518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2</a:t>
            </a:r>
            <a:endParaRPr lang="en-US" altLang="zh-CN" sz="2000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6682740" y="3025140"/>
            <a:ext cx="2992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Background</a:t>
            </a:r>
            <a:endParaRPr lang="en-US" altLang="zh-CN" sz="2800">
              <a:solidFill>
                <a:schemeClr val="accent1"/>
              </a:solidFill>
            </a:endParaRPr>
          </a:p>
          <a:p>
            <a:r>
              <a:t>Review</a:t>
            </a: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5910580" y="2123440"/>
            <a:ext cx="518160" cy="518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1</a:t>
            </a:r>
            <a:endParaRPr lang="en-US" altLang="zh-CN" sz="2000"/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6682740" y="2123440"/>
            <a:ext cx="2517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Task Scope &amp;</a:t>
            </a:r>
            <a:endParaRPr lang="en-US" altLang="zh-CN" sz="2800">
              <a:solidFill>
                <a:schemeClr val="accent1"/>
              </a:solidFill>
            </a:endParaRPr>
          </a:p>
          <a:p>
            <a:r>
              <a:t>Motivation</a:t>
            </a:r>
          </a:p>
        </p:txBody>
      </p:sp>
      <p:sp>
        <p:nvSpPr>
          <p:cNvPr id="19" name="矩形 18"/>
          <p:cNvSpPr/>
          <p:nvPr>
            <p:custDataLst>
              <p:tags r:id="rId6"/>
            </p:custDataLst>
          </p:nvPr>
        </p:nvSpPr>
        <p:spPr>
          <a:xfrm>
            <a:off x="5910580" y="3926840"/>
            <a:ext cx="518160" cy="518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3</a:t>
            </a:r>
            <a:endParaRPr lang="en-US" altLang="zh-CN" sz="2000"/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6705600" y="3928745"/>
            <a:ext cx="32086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Benchmark &amp;</a:t>
            </a:r>
            <a:r>
              <a:rPr lang="en-US" altLang="zh-CN" sz="2800">
                <a:solidFill>
                  <a:schemeClr val="accent1"/>
                </a:solidFill>
              </a:rPr>
              <a:t/>
            </a:r>
            <a:endParaRPr lang="en-US" altLang="zh-CN" sz="2800">
              <a:solidFill>
                <a:schemeClr val="accent1"/>
              </a:solidFill>
            </a:endParaRPr>
          </a:p>
          <a:p>
            <a:r>
              <a:t>Evaluation</a:t>
            </a: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5910580" y="5734050"/>
            <a:ext cx="518160" cy="518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5</a:t>
            </a:r>
            <a:endParaRPr lang="en-US" altLang="zh-CN" sz="2000"/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6682740" y="5734050"/>
            <a:ext cx="2992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Conclusions &amp;</a:t>
            </a:r>
            <a:endParaRPr lang="en-US" altLang="zh-CN" sz="2800">
              <a:solidFill>
                <a:schemeClr val="accent1"/>
              </a:solidFill>
            </a:endParaRPr>
          </a:p>
          <a:p>
            <a:r>
              <a:t>Future Work</a:t>
            </a:r>
          </a:p>
        </p:txBody>
      </p:sp>
      <p:sp>
        <p:nvSpPr>
          <p:cNvPr id="25" name="矩形 24"/>
          <p:cNvSpPr/>
          <p:nvPr>
            <p:custDataLst>
              <p:tags r:id="rId10"/>
            </p:custDataLst>
          </p:nvPr>
        </p:nvSpPr>
        <p:spPr>
          <a:xfrm>
            <a:off x="5910580" y="4832350"/>
            <a:ext cx="518160" cy="518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4</a:t>
            </a:r>
            <a:endParaRPr lang="en-US" altLang="zh-CN" sz="2000"/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6682740" y="4832350"/>
            <a:ext cx="2517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1"/>
                </a:solidFill>
              </a:rPr>
              <a:t>Visual</a:t>
            </a:r>
            <a:endParaRPr lang="en-US" altLang="zh-CN" sz="2800">
              <a:solidFill>
                <a:schemeClr val="accent1"/>
              </a:solidFill>
            </a:endParaRPr>
          </a:p>
          <a:p>
            <a:r>
              <a:t>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9133840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</a:rPr>
              <a:t>Task Scope: build a course-deployable Teacher–Student Co-Learning (SOLO) Bot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62280" y="2390140"/>
            <a:ext cx="3406775" cy="16751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"/>
            </p:custDataLst>
          </p:nvPr>
        </p:nvSpPr>
        <p:spPr>
          <a:xfrm>
            <a:off x="462280" y="4168140"/>
            <a:ext cx="3406775" cy="5092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rgbClr val="FFFFFF"/>
                </a:solidFill>
              </a:rPr>
              <a:t>Shared Course KB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2"/>
            </p:custDataLst>
          </p:nvPr>
        </p:nvSpPr>
        <p:spPr>
          <a:xfrm>
            <a:off x="386715" y="4836795"/>
            <a:ext cx="36207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rgbClr val="1F2A2E"/>
                </a:solidFill>
              </a:rPr>
              <a:t>One course knowledge base written by teachers and read by students; supports PDF/PPT/Word/Excel/images with OCR.</a:t>
            </a:r>
            <a:r>
              <a:rPr lang="en-US" altLang="zh-CN" sz="1600"/>
              <a:t/>
            </a:r>
            <a:endParaRPr lang="en-US" altLang="zh-CN" sz="1600"/>
          </a:p>
        </p:txBody>
      </p:sp>
      <p:sp>
        <p:nvSpPr>
          <p:cNvPr id="26" name="矩形 25"/>
          <p:cNvSpPr/>
          <p:nvPr/>
        </p:nvSpPr>
        <p:spPr>
          <a:xfrm>
            <a:off x="4387850" y="2390140"/>
            <a:ext cx="3406775" cy="16751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3"/>
            </p:custDataLst>
          </p:nvPr>
        </p:nvSpPr>
        <p:spPr>
          <a:xfrm>
            <a:off x="4387850" y="4168140"/>
            <a:ext cx="3406775" cy="5092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rgbClr val="FFFFFF"/>
                </a:solidFill>
              </a:rPr>
              <a:t>Traceable RAG QA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4"/>
            </p:custDataLst>
          </p:nvPr>
        </p:nvSpPr>
        <p:spPr>
          <a:xfrm>
            <a:off x="4312285" y="4836795"/>
            <a:ext cx="36207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rgbClr val="1F2A2E"/>
                </a:solidFill>
              </a:rPr>
              <a:t>Hybrid retrieval + grounding gate + sentence-level citations linking answers to file and page/slide.</a:t>
            </a:r>
            <a:r>
              <a:rPr lang="en-US" altLang="zh-CN" sz="1600"/>
              <a:t/>
            </a:r>
            <a:endParaRPr lang="en-US" altLang="zh-CN" sz="1600"/>
          </a:p>
        </p:txBody>
      </p:sp>
      <p:sp>
        <p:nvSpPr>
          <p:cNvPr id="29" name="矩形 28"/>
          <p:cNvSpPr/>
          <p:nvPr/>
        </p:nvSpPr>
        <p:spPr>
          <a:xfrm>
            <a:off x="8278495" y="2390140"/>
            <a:ext cx="3406775" cy="167513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5"/>
            </p:custDataLst>
          </p:nvPr>
        </p:nvSpPr>
        <p:spPr>
          <a:xfrm>
            <a:off x="8278495" y="4168140"/>
            <a:ext cx="3406775" cy="5092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rgbClr val="FFFFFF"/>
                </a:solidFill>
              </a:rPr>
              <a:t>SOLO Practice Loop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6"/>
            </p:custDataLst>
          </p:nvPr>
        </p:nvSpPr>
        <p:spPr>
          <a:xfrm>
            <a:off x="8202930" y="4836795"/>
            <a:ext cx="36207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rgbClr val="1F2A2E"/>
                </a:solidFill>
              </a:rPr>
              <a:t>Tiered exercise generation/grading under SOLO, plus teacher export of questions and scores (no full transcripts).</a:t>
            </a:r>
            <a:r>
              <a:rPr lang="en-US" altLang="zh-CN" sz="1600"/>
              <a:t/>
            </a:r>
            <a:endParaRPr lang="en-US" altLang="zh-CN" sz="1600"/>
          </a:p>
        </p:txBody>
      </p:sp>
      <p:pic>
        <p:nvPicPr>
          <p:cNvPr id="18" name="图片 17" descr="图片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0085" y="3083560"/>
            <a:ext cx="401955" cy="401955"/>
          </a:xfrm>
          <a:prstGeom prst="rect">
            <a:avLst/>
          </a:prstGeom>
        </p:spPr>
      </p:pic>
      <p:pic>
        <p:nvPicPr>
          <p:cNvPr id="16" name="图片 15" descr="图片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02325" y="3083560"/>
            <a:ext cx="401955" cy="401955"/>
          </a:xfrm>
          <a:prstGeom prst="rect">
            <a:avLst/>
          </a:prstGeom>
        </p:spPr>
      </p:pic>
      <p:pic>
        <p:nvPicPr>
          <p:cNvPr id="17" name="图片 16" descr="图片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30435" y="3083560"/>
            <a:ext cx="401955" cy="401955"/>
          </a:xfrm>
          <a:prstGeom prst="rect">
            <a:avLst/>
          </a:prstGeom>
        </p:spPr>
      </p:pic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40360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10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11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12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39" name="文本框 38"/>
          <p:cNvSpPr txBox="1"/>
          <p:nvPr>
            <p:custDataLst>
              <p:tags r:id="rId13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14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15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>
            <p:custDataLst>
              <p:tags r:id="rId16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9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Motivation: why a course RAG system is needed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62280" y="2297430"/>
            <a:ext cx="2564130" cy="41001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187065" y="2297430"/>
            <a:ext cx="2564130" cy="41001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10780" y="2527340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6461580" y="4313555"/>
            <a:ext cx="505587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553200" y="2517140"/>
            <a:ext cx="37084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1600" b="1" spc="50" dirty="0">
                <a:solidFill>
                  <a:srgbClr val="27582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Motivation: why a course RAG system is needed</a:t>
            </a:r>
            <a:endParaRPr lang="en-US" altLang="zh-CN" sz="2200" b="1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6410960" y="2954655"/>
            <a:ext cx="516890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300">
                <a:solidFill>
                  <a:srgbClr val="1F2A2E"/>
                </a:solidFill>
                <a:latin typeface="Calibri"/>
              </a:rPr>
              <a:t>General LLMs cannot sync with private course materials</a:t>
            </a:r>
            <a:endParaRPr lang="zh-CN" altLang="en-US" sz="1800" dirty="0">
              <a:latin typeface="+mj-lt"/>
              <a:ea typeface="+mj-ea"/>
              <a:cs typeface="+mj-lt"/>
            </a:endParaRPr>
          </a:p>
          <a:p>
            <a:pPr/>
            <a:r>
              <a:rPr sz="1300">
                <a:solidFill>
                  <a:srgbClr val="1F2A2E"/>
                </a:solidFill>
                <a:latin typeface="Calibri"/>
              </a:rPr>
              <a:t>Answers often lack locatable evidence (hallucination risk)</a:t>
            </a:r>
          </a:p>
          <a:p>
            <a:pPr/>
            <a:r>
              <a:rPr sz="1300">
                <a:solidFill>
                  <a:srgbClr val="1F2A2E"/>
                </a:solidFill>
                <a:latin typeface="Calibri"/>
              </a:rPr>
              <a:t>QA alone does not close the teaching–learning loop</a:t>
            </a:r>
          </a:p>
          <a:p>
            <a:pPr/>
            <a:r>
              <a:rPr sz="1300">
                <a:solidFill>
                  <a:srgbClr val="1F2A2E"/>
                </a:solidFill>
                <a:latin typeface="Calibri"/>
              </a:rPr>
              <a:t>Course corpora are multi-format and bilingual</a:t>
            </a:r>
          </a:p>
        </p:txBody>
      </p:sp>
      <p:sp>
        <p:nvSpPr>
          <p:cNvPr id="23" name="矩形 22"/>
          <p:cNvSpPr/>
          <p:nvPr/>
        </p:nvSpPr>
        <p:spPr>
          <a:xfrm>
            <a:off x="6410780" y="4546640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8" name="内容占位符 2"/>
          <p:cNvSpPr>
            <a:spLocks noGrp="1"/>
          </p:cNvSpPr>
          <p:nvPr/>
        </p:nvSpPr>
        <p:spPr>
          <a:xfrm>
            <a:off x="6410960" y="4973955"/>
            <a:ext cx="510667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300">
                <a:solidFill>
                  <a:srgbClr val="1F2A2E"/>
                </a:solidFill>
                <a:latin typeface="Calibri"/>
              </a:rPr>
              <a:t>Shared KB + hybrid retrieval (dense + BM25 + RRF)</a:t>
            </a:r>
            <a:endParaRPr lang="zh-CN" altLang="en-US" sz="1800" dirty="0">
              <a:latin typeface="+mj-lt"/>
              <a:ea typeface="+mj-ea"/>
              <a:cs typeface="+mj-lt"/>
            </a:endParaRPr>
          </a:p>
          <a:p>
            <a:pPr/>
            <a:r>
              <a:rPr sz="1300">
                <a:solidFill>
                  <a:srgbClr val="1F2A2E"/>
                </a:solidFill>
                <a:latin typeface="Calibri"/>
              </a:rPr>
              <a:t>Three-band grounding gate + citation coverage repair</a:t>
            </a:r>
          </a:p>
          <a:p>
            <a:pPr/>
            <a:r>
              <a:rPr sz="1300">
                <a:solidFill>
                  <a:srgbClr val="1F2A2E"/>
                </a:solidFill>
                <a:latin typeface="Calibri"/>
              </a:rPr>
              <a:t>SOLO-informed practice and feedback export</a:t>
            </a:r>
          </a:p>
          <a:p>
            <a:pPr/>
            <a:r>
              <a:rPr sz="1300">
                <a:solidFill>
                  <a:srgbClr val="1F2A2E"/>
                </a:solidFill>
                <a:latin typeface="Calibri"/>
              </a:rPr>
              <a:t>Single-process FastAPI deployment for one course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553200" y="4514850"/>
            <a:ext cx="320548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1600" b="1" spc="50" dirty="0">
                <a:solidFill>
                  <a:srgbClr val="27582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Motivation: why a course RAG system is needed</a:t>
            </a:r>
            <a:endParaRPr lang="en-US" altLang="zh-CN" sz="2200" b="1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18" name="图片 17" descr="图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3685" y="4021455"/>
            <a:ext cx="401955" cy="401955"/>
          </a:xfrm>
          <a:prstGeom prst="rect">
            <a:avLst/>
          </a:prstGeom>
        </p:spPr>
      </p:pic>
      <p:pic>
        <p:nvPicPr>
          <p:cNvPr id="20" name="图片 19" descr="图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2745" y="4021455"/>
            <a:ext cx="401955" cy="401955"/>
          </a:xfrm>
          <a:prstGeom prst="rect">
            <a:avLst/>
          </a:prstGeom>
        </p:spPr>
      </p:pic>
      <p:sp>
        <p:nvSpPr>
          <p:cNvPr id="22" name="矩形 21"/>
          <p:cNvSpPr/>
          <p:nvPr>
            <p:custDataLst>
              <p:tags r:id="rId4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40360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5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6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7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39" name="文本框 38"/>
          <p:cNvSpPr txBox="1"/>
          <p:nvPr>
            <p:custDataLst>
              <p:tags r:id="rId8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9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10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>
            <p:custDataLst>
              <p:tags r:id="rId11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4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Background Review: RAG for trustworthy course QA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2"/>
          <p:cNvGrpSpPr/>
          <p:nvPr/>
        </p:nvGrpSpPr>
        <p:grpSpPr>
          <a:xfrm>
            <a:off x="1717640" y="2118841"/>
            <a:ext cx="8439328" cy="4597399"/>
            <a:chOff x="815256" y="742950"/>
            <a:chExt cx="6726508" cy="3688771"/>
          </a:xfrm>
          <a:solidFill>
            <a:schemeClr val="bg1">
              <a:lumMod val="50000"/>
            </a:schemeClr>
          </a:solidFill>
        </p:grpSpPr>
        <p:sp>
          <p:nvSpPr>
            <p:cNvPr id="17" name="Freeform 5"/>
            <p:cNvSpPr>
              <a:spLocks noEditPoints="1"/>
            </p:cNvSpPr>
            <p:nvPr/>
          </p:nvSpPr>
          <p:spPr bwMode="auto">
            <a:xfrm>
              <a:off x="1287450" y="2365392"/>
              <a:ext cx="99071" cy="75912"/>
            </a:xfrm>
            <a:custGeom>
              <a:avLst/>
              <a:gdLst>
                <a:gd name="T0" fmla="*/ 0 w 77"/>
                <a:gd name="T1" fmla="*/ 7 h 59"/>
                <a:gd name="T2" fmla="*/ 3 w 77"/>
                <a:gd name="T3" fmla="*/ 3 h 59"/>
                <a:gd name="T4" fmla="*/ 0 w 77"/>
                <a:gd name="T5" fmla="*/ 3 h 59"/>
                <a:gd name="T6" fmla="*/ 0 w 77"/>
                <a:gd name="T7" fmla="*/ 7 h 59"/>
                <a:gd name="T8" fmla="*/ 0 w 77"/>
                <a:gd name="T9" fmla="*/ 7 h 59"/>
                <a:gd name="T10" fmla="*/ 0 w 77"/>
                <a:gd name="T11" fmla="*/ 7 h 59"/>
                <a:gd name="T12" fmla="*/ 14 w 77"/>
                <a:gd name="T13" fmla="*/ 3 h 59"/>
                <a:gd name="T14" fmla="*/ 14 w 77"/>
                <a:gd name="T15" fmla="*/ 0 h 59"/>
                <a:gd name="T16" fmla="*/ 14 w 77"/>
                <a:gd name="T17" fmla="*/ 0 h 59"/>
                <a:gd name="T18" fmla="*/ 11 w 77"/>
                <a:gd name="T19" fmla="*/ 0 h 59"/>
                <a:gd name="T20" fmla="*/ 11 w 77"/>
                <a:gd name="T21" fmla="*/ 3 h 59"/>
                <a:gd name="T22" fmla="*/ 11 w 77"/>
                <a:gd name="T23" fmla="*/ 3 h 59"/>
                <a:gd name="T24" fmla="*/ 14 w 77"/>
                <a:gd name="T25" fmla="*/ 3 h 59"/>
                <a:gd name="T26" fmla="*/ 14 w 77"/>
                <a:gd name="T27" fmla="*/ 3 h 59"/>
                <a:gd name="T28" fmla="*/ 37 w 77"/>
                <a:gd name="T29" fmla="*/ 15 h 59"/>
                <a:gd name="T30" fmla="*/ 37 w 77"/>
                <a:gd name="T31" fmla="*/ 15 h 59"/>
                <a:gd name="T32" fmla="*/ 33 w 77"/>
                <a:gd name="T33" fmla="*/ 11 h 59"/>
                <a:gd name="T34" fmla="*/ 33 w 77"/>
                <a:gd name="T35" fmla="*/ 11 h 59"/>
                <a:gd name="T36" fmla="*/ 29 w 77"/>
                <a:gd name="T37" fmla="*/ 11 h 59"/>
                <a:gd name="T38" fmla="*/ 33 w 77"/>
                <a:gd name="T39" fmla="*/ 15 h 59"/>
                <a:gd name="T40" fmla="*/ 37 w 77"/>
                <a:gd name="T41" fmla="*/ 15 h 59"/>
                <a:gd name="T42" fmla="*/ 37 w 77"/>
                <a:gd name="T43" fmla="*/ 15 h 59"/>
                <a:gd name="T44" fmla="*/ 37 w 77"/>
                <a:gd name="T45" fmla="*/ 15 h 59"/>
                <a:gd name="T46" fmla="*/ 51 w 77"/>
                <a:gd name="T47" fmla="*/ 18 h 59"/>
                <a:gd name="T48" fmla="*/ 48 w 77"/>
                <a:gd name="T49" fmla="*/ 18 h 59"/>
                <a:gd name="T50" fmla="*/ 48 w 77"/>
                <a:gd name="T51" fmla="*/ 18 h 59"/>
                <a:gd name="T52" fmla="*/ 44 w 77"/>
                <a:gd name="T53" fmla="*/ 18 h 59"/>
                <a:gd name="T54" fmla="*/ 48 w 77"/>
                <a:gd name="T55" fmla="*/ 18 h 59"/>
                <a:gd name="T56" fmla="*/ 51 w 77"/>
                <a:gd name="T57" fmla="*/ 18 h 59"/>
                <a:gd name="T58" fmla="*/ 51 w 77"/>
                <a:gd name="T59" fmla="*/ 18 h 59"/>
                <a:gd name="T60" fmla="*/ 51 w 77"/>
                <a:gd name="T61" fmla="*/ 18 h 59"/>
                <a:gd name="T62" fmla="*/ 55 w 77"/>
                <a:gd name="T63" fmla="*/ 26 h 59"/>
                <a:gd name="T64" fmla="*/ 55 w 77"/>
                <a:gd name="T65" fmla="*/ 26 h 59"/>
                <a:gd name="T66" fmla="*/ 51 w 77"/>
                <a:gd name="T67" fmla="*/ 22 h 59"/>
                <a:gd name="T68" fmla="*/ 51 w 77"/>
                <a:gd name="T69" fmla="*/ 22 h 59"/>
                <a:gd name="T70" fmla="*/ 51 w 77"/>
                <a:gd name="T71" fmla="*/ 22 h 59"/>
                <a:gd name="T72" fmla="*/ 55 w 77"/>
                <a:gd name="T73" fmla="*/ 22 h 59"/>
                <a:gd name="T74" fmla="*/ 59 w 77"/>
                <a:gd name="T75" fmla="*/ 22 h 59"/>
                <a:gd name="T76" fmla="*/ 63 w 77"/>
                <a:gd name="T77" fmla="*/ 26 h 59"/>
                <a:gd name="T78" fmla="*/ 59 w 77"/>
                <a:gd name="T79" fmla="*/ 26 h 59"/>
                <a:gd name="T80" fmla="*/ 55 w 77"/>
                <a:gd name="T81" fmla="*/ 26 h 59"/>
                <a:gd name="T82" fmla="*/ 55 w 77"/>
                <a:gd name="T83" fmla="*/ 26 h 59"/>
                <a:gd name="T84" fmla="*/ 59 w 77"/>
                <a:gd name="T85" fmla="*/ 44 h 59"/>
                <a:gd name="T86" fmla="*/ 63 w 77"/>
                <a:gd name="T87" fmla="*/ 48 h 59"/>
                <a:gd name="T88" fmla="*/ 63 w 77"/>
                <a:gd name="T89" fmla="*/ 55 h 59"/>
                <a:gd name="T90" fmla="*/ 66 w 77"/>
                <a:gd name="T91" fmla="*/ 59 h 59"/>
                <a:gd name="T92" fmla="*/ 70 w 77"/>
                <a:gd name="T93" fmla="*/ 52 h 59"/>
                <a:gd name="T94" fmla="*/ 77 w 77"/>
                <a:gd name="T95" fmla="*/ 48 h 59"/>
                <a:gd name="T96" fmla="*/ 77 w 77"/>
                <a:gd name="T97" fmla="*/ 48 h 59"/>
                <a:gd name="T98" fmla="*/ 74 w 77"/>
                <a:gd name="T99" fmla="*/ 44 h 59"/>
                <a:gd name="T100" fmla="*/ 74 w 77"/>
                <a:gd name="T101" fmla="*/ 44 h 59"/>
                <a:gd name="T102" fmla="*/ 74 w 77"/>
                <a:gd name="T103" fmla="*/ 41 h 59"/>
                <a:gd name="T104" fmla="*/ 74 w 77"/>
                <a:gd name="T105" fmla="*/ 41 h 59"/>
                <a:gd name="T106" fmla="*/ 70 w 77"/>
                <a:gd name="T107" fmla="*/ 41 h 59"/>
                <a:gd name="T108" fmla="*/ 66 w 77"/>
                <a:gd name="T109" fmla="*/ 37 h 59"/>
                <a:gd name="T110" fmla="*/ 63 w 77"/>
                <a:gd name="T111" fmla="*/ 33 h 59"/>
                <a:gd name="T112" fmla="*/ 63 w 77"/>
                <a:gd name="T113" fmla="*/ 37 h 59"/>
                <a:gd name="T114" fmla="*/ 63 w 77"/>
                <a:gd name="T115" fmla="*/ 37 h 59"/>
                <a:gd name="T116" fmla="*/ 63 w 77"/>
                <a:gd name="T117" fmla="*/ 41 h 59"/>
                <a:gd name="T118" fmla="*/ 59 w 77"/>
                <a:gd name="T119" fmla="*/ 44 h 59"/>
                <a:gd name="T120" fmla="*/ 59 w 77"/>
                <a:gd name="T121" fmla="*/ 4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7" h="59">
                  <a:moveTo>
                    <a:pt x="0" y="7"/>
                  </a:moveTo>
                  <a:lnTo>
                    <a:pt x="3" y="3"/>
                  </a:lnTo>
                  <a:lnTo>
                    <a:pt x="0" y="3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close/>
                  <a:moveTo>
                    <a:pt x="14" y="3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4" y="3"/>
                  </a:lnTo>
                  <a:lnTo>
                    <a:pt x="14" y="3"/>
                  </a:lnTo>
                  <a:close/>
                  <a:moveTo>
                    <a:pt x="37" y="15"/>
                  </a:moveTo>
                  <a:lnTo>
                    <a:pt x="37" y="15"/>
                  </a:lnTo>
                  <a:lnTo>
                    <a:pt x="33" y="11"/>
                  </a:lnTo>
                  <a:lnTo>
                    <a:pt x="33" y="11"/>
                  </a:lnTo>
                  <a:lnTo>
                    <a:pt x="29" y="11"/>
                  </a:lnTo>
                  <a:lnTo>
                    <a:pt x="33" y="15"/>
                  </a:lnTo>
                  <a:lnTo>
                    <a:pt x="37" y="15"/>
                  </a:lnTo>
                  <a:lnTo>
                    <a:pt x="37" y="15"/>
                  </a:lnTo>
                  <a:lnTo>
                    <a:pt x="37" y="15"/>
                  </a:lnTo>
                  <a:close/>
                  <a:moveTo>
                    <a:pt x="51" y="18"/>
                  </a:moveTo>
                  <a:lnTo>
                    <a:pt x="48" y="18"/>
                  </a:lnTo>
                  <a:lnTo>
                    <a:pt x="48" y="18"/>
                  </a:lnTo>
                  <a:lnTo>
                    <a:pt x="44" y="18"/>
                  </a:lnTo>
                  <a:lnTo>
                    <a:pt x="48" y="18"/>
                  </a:lnTo>
                  <a:lnTo>
                    <a:pt x="51" y="18"/>
                  </a:lnTo>
                  <a:lnTo>
                    <a:pt x="51" y="18"/>
                  </a:lnTo>
                  <a:lnTo>
                    <a:pt x="51" y="18"/>
                  </a:lnTo>
                  <a:close/>
                  <a:moveTo>
                    <a:pt x="55" y="26"/>
                  </a:moveTo>
                  <a:lnTo>
                    <a:pt x="55" y="26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22"/>
                  </a:lnTo>
                  <a:lnTo>
                    <a:pt x="59" y="22"/>
                  </a:lnTo>
                  <a:lnTo>
                    <a:pt x="63" y="26"/>
                  </a:lnTo>
                  <a:lnTo>
                    <a:pt x="59" y="26"/>
                  </a:lnTo>
                  <a:lnTo>
                    <a:pt x="55" y="26"/>
                  </a:lnTo>
                  <a:lnTo>
                    <a:pt x="55" y="26"/>
                  </a:lnTo>
                  <a:close/>
                  <a:moveTo>
                    <a:pt x="59" y="44"/>
                  </a:moveTo>
                  <a:lnTo>
                    <a:pt x="63" y="48"/>
                  </a:lnTo>
                  <a:lnTo>
                    <a:pt x="63" y="55"/>
                  </a:lnTo>
                  <a:lnTo>
                    <a:pt x="66" y="59"/>
                  </a:lnTo>
                  <a:lnTo>
                    <a:pt x="70" y="52"/>
                  </a:lnTo>
                  <a:lnTo>
                    <a:pt x="77" y="48"/>
                  </a:lnTo>
                  <a:lnTo>
                    <a:pt x="77" y="48"/>
                  </a:lnTo>
                  <a:lnTo>
                    <a:pt x="74" y="44"/>
                  </a:lnTo>
                  <a:lnTo>
                    <a:pt x="74" y="44"/>
                  </a:lnTo>
                  <a:lnTo>
                    <a:pt x="74" y="41"/>
                  </a:lnTo>
                  <a:lnTo>
                    <a:pt x="74" y="41"/>
                  </a:lnTo>
                  <a:lnTo>
                    <a:pt x="70" y="41"/>
                  </a:lnTo>
                  <a:lnTo>
                    <a:pt x="66" y="37"/>
                  </a:lnTo>
                  <a:lnTo>
                    <a:pt x="63" y="33"/>
                  </a:lnTo>
                  <a:lnTo>
                    <a:pt x="63" y="37"/>
                  </a:lnTo>
                  <a:lnTo>
                    <a:pt x="63" y="37"/>
                  </a:lnTo>
                  <a:lnTo>
                    <a:pt x="63" y="41"/>
                  </a:lnTo>
                  <a:lnTo>
                    <a:pt x="59" y="44"/>
                  </a:lnTo>
                  <a:lnTo>
                    <a:pt x="59" y="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" name="Freeform 6"/>
            <p:cNvSpPr/>
            <p:nvPr/>
          </p:nvSpPr>
          <p:spPr bwMode="auto">
            <a:xfrm>
              <a:off x="5241266" y="3424288"/>
              <a:ext cx="5147" cy="10293"/>
            </a:xfrm>
            <a:custGeom>
              <a:avLst/>
              <a:gdLst>
                <a:gd name="T0" fmla="*/ 0 w 4"/>
                <a:gd name="T1" fmla="*/ 4 h 8"/>
                <a:gd name="T2" fmla="*/ 0 w 4"/>
                <a:gd name="T3" fmla="*/ 0 h 8"/>
                <a:gd name="T4" fmla="*/ 0 w 4"/>
                <a:gd name="T5" fmla="*/ 0 h 8"/>
                <a:gd name="T6" fmla="*/ 4 w 4"/>
                <a:gd name="T7" fmla="*/ 0 h 8"/>
                <a:gd name="T8" fmla="*/ 4 w 4"/>
                <a:gd name="T9" fmla="*/ 0 h 8"/>
                <a:gd name="T10" fmla="*/ 4 w 4"/>
                <a:gd name="T11" fmla="*/ 8 h 8"/>
                <a:gd name="T12" fmla="*/ 0 w 4"/>
                <a:gd name="T1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8">
                  <a:moveTo>
                    <a:pt x="0" y="4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8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" name="Freeform 7"/>
            <p:cNvSpPr>
              <a:spLocks noEditPoints="1"/>
            </p:cNvSpPr>
            <p:nvPr/>
          </p:nvSpPr>
          <p:spPr bwMode="auto">
            <a:xfrm>
              <a:off x="5202669" y="3395983"/>
              <a:ext cx="28306" cy="24446"/>
            </a:xfrm>
            <a:custGeom>
              <a:avLst/>
              <a:gdLst>
                <a:gd name="T0" fmla="*/ 4 w 22"/>
                <a:gd name="T1" fmla="*/ 11 h 19"/>
                <a:gd name="T2" fmla="*/ 4 w 22"/>
                <a:gd name="T3" fmla="*/ 7 h 19"/>
                <a:gd name="T4" fmla="*/ 4 w 22"/>
                <a:gd name="T5" fmla="*/ 4 h 19"/>
                <a:gd name="T6" fmla="*/ 4 w 22"/>
                <a:gd name="T7" fmla="*/ 4 h 19"/>
                <a:gd name="T8" fmla="*/ 4 w 22"/>
                <a:gd name="T9" fmla="*/ 0 h 19"/>
                <a:gd name="T10" fmla="*/ 0 w 22"/>
                <a:gd name="T11" fmla="*/ 0 h 19"/>
                <a:gd name="T12" fmla="*/ 0 w 22"/>
                <a:gd name="T13" fmla="*/ 4 h 19"/>
                <a:gd name="T14" fmla="*/ 0 w 22"/>
                <a:gd name="T15" fmla="*/ 7 h 19"/>
                <a:gd name="T16" fmla="*/ 0 w 22"/>
                <a:gd name="T17" fmla="*/ 7 h 19"/>
                <a:gd name="T18" fmla="*/ 0 w 22"/>
                <a:gd name="T19" fmla="*/ 11 h 19"/>
                <a:gd name="T20" fmla="*/ 4 w 22"/>
                <a:gd name="T21" fmla="*/ 11 h 19"/>
                <a:gd name="T22" fmla="*/ 4 w 22"/>
                <a:gd name="T23" fmla="*/ 11 h 19"/>
                <a:gd name="T24" fmla="*/ 4 w 22"/>
                <a:gd name="T25" fmla="*/ 15 h 19"/>
                <a:gd name="T26" fmla="*/ 8 w 22"/>
                <a:gd name="T27" fmla="*/ 15 h 19"/>
                <a:gd name="T28" fmla="*/ 8 w 22"/>
                <a:gd name="T29" fmla="*/ 19 h 19"/>
                <a:gd name="T30" fmla="*/ 4 w 22"/>
                <a:gd name="T31" fmla="*/ 19 h 19"/>
                <a:gd name="T32" fmla="*/ 4 w 22"/>
                <a:gd name="T33" fmla="*/ 15 h 19"/>
                <a:gd name="T34" fmla="*/ 4 w 22"/>
                <a:gd name="T35" fmla="*/ 15 h 19"/>
                <a:gd name="T36" fmla="*/ 4 w 22"/>
                <a:gd name="T37" fmla="*/ 15 h 19"/>
                <a:gd name="T38" fmla="*/ 22 w 22"/>
                <a:gd name="T39" fmla="*/ 19 h 19"/>
                <a:gd name="T40" fmla="*/ 22 w 22"/>
                <a:gd name="T41" fmla="*/ 15 h 19"/>
                <a:gd name="T42" fmla="*/ 22 w 22"/>
                <a:gd name="T43" fmla="*/ 11 h 19"/>
                <a:gd name="T44" fmla="*/ 22 w 22"/>
                <a:gd name="T45" fmla="*/ 15 h 19"/>
                <a:gd name="T46" fmla="*/ 19 w 22"/>
                <a:gd name="T47" fmla="*/ 15 h 19"/>
                <a:gd name="T48" fmla="*/ 19 w 22"/>
                <a:gd name="T49" fmla="*/ 15 h 19"/>
                <a:gd name="T50" fmla="*/ 22 w 22"/>
                <a:gd name="T51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9">
                  <a:moveTo>
                    <a:pt x="4" y="11"/>
                  </a:moveTo>
                  <a:lnTo>
                    <a:pt x="4" y="7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4" y="11"/>
                  </a:lnTo>
                  <a:lnTo>
                    <a:pt x="4" y="11"/>
                  </a:lnTo>
                  <a:close/>
                  <a:moveTo>
                    <a:pt x="4" y="15"/>
                  </a:moveTo>
                  <a:lnTo>
                    <a:pt x="8" y="15"/>
                  </a:lnTo>
                  <a:lnTo>
                    <a:pt x="8" y="19"/>
                  </a:lnTo>
                  <a:lnTo>
                    <a:pt x="4" y="19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5"/>
                  </a:lnTo>
                  <a:close/>
                  <a:moveTo>
                    <a:pt x="22" y="19"/>
                  </a:moveTo>
                  <a:lnTo>
                    <a:pt x="22" y="15"/>
                  </a:lnTo>
                  <a:lnTo>
                    <a:pt x="22" y="11"/>
                  </a:lnTo>
                  <a:lnTo>
                    <a:pt x="22" y="15"/>
                  </a:lnTo>
                  <a:lnTo>
                    <a:pt x="19" y="15"/>
                  </a:lnTo>
                  <a:lnTo>
                    <a:pt x="19" y="15"/>
                  </a:lnTo>
                  <a:lnTo>
                    <a:pt x="22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/>
          </p:nvSpPr>
          <p:spPr bwMode="auto">
            <a:xfrm>
              <a:off x="5269572" y="3267319"/>
              <a:ext cx="200714" cy="100357"/>
            </a:xfrm>
            <a:custGeom>
              <a:avLst/>
              <a:gdLst>
                <a:gd name="T0" fmla="*/ 152 w 156"/>
                <a:gd name="T1" fmla="*/ 4 h 78"/>
                <a:gd name="T2" fmla="*/ 156 w 156"/>
                <a:gd name="T3" fmla="*/ 4 h 78"/>
                <a:gd name="T4" fmla="*/ 156 w 156"/>
                <a:gd name="T5" fmla="*/ 4 h 78"/>
                <a:gd name="T6" fmla="*/ 152 w 156"/>
                <a:gd name="T7" fmla="*/ 0 h 78"/>
                <a:gd name="T8" fmla="*/ 152 w 156"/>
                <a:gd name="T9" fmla="*/ 4 h 78"/>
                <a:gd name="T10" fmla="*/ 152 w 156"/>
                <a:gd name="T11" fmla="*/ 4 h 78"/>
                <a:gd name="T12" fmla="*/ 152 w 156"/>
                <a:gd name="T13" fmla="*/ 4 h 78"/>
                <a:gd name="T14" fmla="*/ 4 w 156"/>
                <a:gd name="T15" fmla="*/ 78 h 78"/>
                <a:gd name="T16" fmla="*/ 7 w 156"/>
                <a:gd name="T17" fmla="*/ 78 h 78"/>
                <a:gd name="T18" fmla="*/ 4 w 156"/>
                <a:gd name="T19" fmla="*/ 78 h 78"/>
                <a:gd name="T20" fmla="*/ 4 w 156"/>
                <a:gd name="T21" fmla="*/ 78 h 78"/>
                <a:gd name="T22" fmla="*/ 4 w 156"/>
                <a:gd name="T23" fmla="*/ 78 h 78"/>
                <a:gd name="T24" fmla="*/ 0 w 156"/>
                <a:gd name="T25" fmla="*/ 70 h 78"/>
                <a:gd name="T26" fmla="*/ 4 w 156"/>
                <a:gd name="T27" fmla="*/ 70 h 78"/>
                <a:gd name="T28" fmla="*/ 4 w 156"/>
                <a:gd name="T29" fmla="*/ 70 h 78"/>
                <a:gd name="T30" fmla="*/ 7 w 156"/>
                <a:gd name="T31" fmla="*/ 70 h 78"/>
                <a:gd name="T32" fmla="*/ 4 w 156"/>
                <a:gd name="T33" fmla="*/ 70 h 78"/>
                <a:gd name="T34" fmla="*/ 4 w 156"/>
                <a:gd name="T35" fmla="*/ 74 h 78"/>
                <a:gd name="T36" fmla="*/ 0 w 156"/>
                <a:gd name="T37" fmla="*/ 7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6" h="78">
                  <a:moveTo>
                    <a:pt x="152" y="4"/>
                  </a:moveTo>
                  <a:lnTo>
                    <a:pt x="156" y="4"/>
                  </a:lnTo>
                  <a:lnTo>
                    <a:pt x="156" y="4"/>
                  </a:lnTo>
                  <a:lnTo>
                    <a:pt x="152" y="0"/>
                  </a:lnTo>
                  <a:lnTo>
                    <a:pt x="152" y="4"/>
                  </a:lnTo>
                  <a:lnTo>
                    <a:pt x="152" y="4"/>
                  </a:lnTo>
                  <a:lnTo>
                    <a:pt x="152" y="4"/>
                  </a:lnTo>
                  <a:close/>
                  <a:moveTo>
                    <a:pt x="4" y="78"/>
                  </a:moveTo>
                  <a:lnTo>
                    <a:pt x="7" y="78"/>
                  </a:lnTo>
                  <a:lnTo>
                    <a:pt x="4" y="78"/>
                  </a:lnTo>
                  <a:lnTo>
                    <a:pt x="4" y="78"/>
                  </a:lnTo>
                  <a:lnTo>
                    <a:pt x="4" y="78"/>
                  </a:lnTo>
                  <a:close/>
                  <a:moveTo>
                    <a:pt x="0" y="70"/>
                  </a:moveTo>
                  <a:lnTo>
                    <a:pt x="4" y="70"/>
                  </a:lnTo>
                  <a:lnTo>
                    <a:pt x="4" y="70"/>
                  </a:lnTo>
                  <a:lnTo>
                    <a:pt x="7" y="70"/>
                  </a:lnTo>
                  <a:lnTo>
                    <a:pt x="4" y="70"/>
                  </a:lnTo>
                  <a:lnTo>
                    <a:pt x="4" y="74"/>
                  </a:lnTo>
                  <a:lnTo>
                    <a:pt x="0" y="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" name="Freeform 9"/>
            <p:cNvSpPr>
              <a:spLocks noEditPoints="1"/>
            </p:cNvSpPr>
            <p:nvPr/>
          </p:nvSpPr>
          <p:spPr bwMode="auto">
            <a:xfrm>
              <a:off x="6240979" y="2909636"/>
              <a:ext cx="47606" cy="137670"/>
            </a:xfrm>
            <a:custGeom>
              <a:avLst/>
              <a:gdLst>
                <a:gd name="T0" fmla="*/ 4 w 10"/>
                <a:gd name="T1" fmla="*/ 5 h 29"/>
                <a:gd name="T2" fmla="*/ 4 w 10"/>
                <a:gd name="T3" fmla="*/ 3 h 29"/>
                <a:gd name="T4" fmla="*/ 4 w 10"/>
                <a:gd name="T5" fmla="*/ 1 h 29"/>
                <a:gd name="T6" fmla="*/ 4 w 10"/>
                <a:gd name="T7" fmla="*/ 0 h 29"/>
                <a:gd name="T8" fmla="*/ 3 w 10"/>
                <a:gd name="T9" fmla="*/ 1 h 29"/>
                <a:gd name="T10" fmla="*/ 3 w 10"/>
                <a:gd name="T11" fmla="*/ 3 h 29"/>
                <a:gd name="T12" fmla="*/ 3 w 10"/>
                <a:gd name="T13" fmla="*/ 5 h 29"/>
                <a:gd name="T14" fmla="*/ 3 w 10"/>
                <a:gd name="T15" fmla="*/ 10 h 29"/>
                <a:gd name="T16" fmla="*/ 3 w 10"/>
                <a:gd name="T17" fmla="*/ 8 h 29"/>
                <a:gd name="T18" fmla="*/ 3 w 10"/>
                <a:gd name="T19" fmla="*/ 7 h 29"/>
                <a:gd name="T20" fmla="*/ 4 w 10"/>
                <a:gd name="T21" fmla="*/ 6 h 29"/>
                <a:gd name="T22" fmla="*/ 3 w 10"/>
                <a:gd name="T23" fmla="*/ 7 h 29"/>
                <a:gd name="T24" fmla="*/ 3 w 10"/>
                <a:gd name="T25" fmla="*/ 9 h 29"/>
                <a:gd name="T26" fmla="*/ 3 w 10"/>
                <a:gd name="T27" fmla="*/ 10 h 29"/>
                <a:gd name="T28" fmla="*/ 1 w 10"/>
                <a:gd name="T29" fmla="*/ 9 h 29"/>
                <a:gd name="T30" fmla="*/ 0 w 10"/>
                <a:gd name="T31" fmla="*/ 9 h 29"/>
                <a:gd name="T32" fmla="*/ 3 w 10"/>
                <a:gd name="T33" fmla="*/ 14 h 29"/>
                <a:gd name="T34" fmla="*/ 3 w 10"/>
                <a:gd name="T35" fmla="*/ 12 h 29"/>
                <a:gd name="T36" fmla="*/ 2 w 10"/>
                <a:gd name="T37" fmla="*/ 13 h 29"/>
                <a:gd name="T38" fmla="*/ 5 w 10"/>
                <a:gd name="T39" fmla="*/ 19 h 29"/>
                <a:gd name="T40" fmla="*/ 4 w 10"/>
                <a:gd name="T41" fmla="*/ 19 h 29"/>
                <a:gd name="T42" fmla="*/ 6 w 10"/>
                <a:gd name="T43" fmla="*/ 22 h 29"/>
                <a:gd name="T44" fmla="*/ 7 w 10"/>
                <a:gd name="T45" fmla="*/ 23 h 29"/>
                <a:gd name="T46" fmla="*/ 6 w 10"/>
                <a:gd name="T47" fmla="*/ 22 h 29"/>
                <a:gd name="T48" fmla="*/ 8 w 10"/>
                <a:gd name="T49" fmla="*/ 23 h 29"/>
                <a:gd name="T50" fmla="*/ 8 w 10"/>
                <a:gd name="T51" fmla="*/ 23 h 29"/>
                <a:gd name="T52" fmla="*/ 8 w 10"/>
                <a:gd name="T53" fmla="*/ 22 h 29"/>
                <a:gd name="T54" fmla="*/ 7 w 10"/>
                <a:gd name="T55" fmla="*/ 25 h 29"/>
                <a:gd name="T56" fmla="*/ 7 w 10"/>
                <a:gd name="T57" fmla="*/ 24 h 29"/>
                <a:gd name="T58" fmla="*/ 7 w 10"/>
                <a:gd name="T59" fmla="*/ 24 h 29"/>
                <a:gd name="T60" fmla="*/ 9 w 10"/>
                <a:gd name="T61" fmla="*/ 26 h 29"/>
                <a:gd name="T62" fmla="*/ 8 w 10"/>
                <a:gd name="T63" fmla="*/ 26 h 29"/>
                <a:gd name="T64" fmla="*/ 9 w 10"/>
                <a:gd name="T65" fmla="*/ 27 h 29"/>
                <a:gd name="T66" fmla="*/ 9 w 10"/>
                <a:gd name="T67" fmla="*/ 28 h 29"/>
                <a:gd name="T68" fmla="*/ 9 w 10"/>
                <a:gd name="T69" fmla="*/ 29 h 29"/>
                <a:gd name="T70" fmla="*/ 10 w 10"/>
                <a:gd name="T71" fmla="*/ 28 h 29"/>
                <a:gd name="T72" fmla="*/ 9 w 10"/>
                <a:gd name="T73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" h="29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lose/>
                  <a:moveTo>
                    <a:pt x="3" y="10"/>
                  </a:moveTo>
                  <a:cubicBezTo>
                    <a:pt x="3" y="9"/>
                    <a:pt x="3" y="9"/>
                    <a:pt x="3" y="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10"/>
                    <a:pt x="3" y="10"/>
                    <a:pt x="3" y="10"/>
                  </a:cubicBezTo>
                  <a:close/>
                  <a:moveTo>
                    <a:pt x="0" y="9"/>
                  </a:move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lose/>
                  <a:moveTo>
                    <a:pt x="2" y="14"/>
                  </a:moveTo>
                  <a:cubicBezTo>
                    <a:pt x="3" y="14"/>
                    <a:pt x="3" y="14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4"/>
                    <a:pt x="2" y="14"/>
                  </a:cubicBezTo>
                  <a:close/>
                  <a:moveTo>
                    <a:pt x="5" y="19"/>
                  </a:move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5" y="19"/>
                    <a:pt x="5" y="19"/>
                    <a:pt x="5" y="19"/>
                  </a:cubicBezTo>
                  <a:close/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lose/>
                  <a:moveTo>
                    <a:pt x="8" y="22"/>
                  </a:moveTo>
                  <a:cubicBezTo>
                    <a:pt x="8" y="23"/>
                    <a:pt x="8" y="23"/>
                    <a:pt x="8" y="23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2"/>
                    <a:pt x="8" y="22"/>
                    <a:pt x="8" y="22"/>
                  </a:cubicBezTo>
                  <a:close/>
                  <a:moveTo>
                    <a:pt x="7" y="24"/>
                  </a:moveTo>
                  <a:cubicBezTo>
                    <a:pt x="7" y="25"/>
                    <a:pt x="7" y="25"/>
                    <a:pt x="7" y="25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lose/>
                  <a:moveTo>
                    <a:pt x="8" y="26"/>
                  </a:moveTo>
                  <a:cubicBezTo>
                    <a:pt x="9" y="26"/>
                    <a:pt x="9" y="26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lose/>
                  <a:moveTo>
                    <a:pt x="9" y="27"/>
                  </a:moveTo>
                  <a:cubicBezTo>
                    <a:pt x="8" y="27"/>
                    <a:pt x="8" y="27"/>
                    <a:pt x="8" y="27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9"/>
                    <a:pt x="9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7"/>
                    <a:pt x="10" y="27"/>
                    <a:pt x="10" y="27"/>
                  </a:cubicBezTo>
                  <a:lnTo>
                    <a:pt x="9" y="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39" name="Freeform 10"/>
            <p:cNvSpPr>
              <a:spLocks noEditPoints="1"/>
            </p:cNvSpPr>
            <p:nvPr/>
          </p:nvSpPr>
          <p:spPr bwMode="auto">
            <a:xfrm>
              <a:off x="4760068" y="808568"/>
              <a:ext cx="2781696" cy="1523371"/>
            </a:xfrm>
            <a:custGeom>
              <a:avLst/>
              <a:gdLst>
                <a:gd name="T0" fmla="*/ 447 w 584"/>
                <a:gd name="T1" fmla="*/ 261 h 319"/>
                <a:gd name="T2" fmla="*/ 408 w 584"/>
                <a:gd name="T3" fmla="*/ 228 h 319"/>
                <a:gd name="T4" fmla="*/ 364 w 584"/>
                <a:gd name="T5" fmla="*/ 257 h 319"/>
                <a:gd name="T6" fmla="*/ 283 w 584"/>
                <a:gd name="T7" fmla="*/ 258 h 319"/>
                <a:gd name="T8" fmla="*/ 199 w 584"/>
                <a:gd name="T9" fmla="*/ 245 h 319"/>
                <a:gd name="T10" fmla="*/ 147 w 584"/>
                <a:gd name="T11" fmla="*/ 252 h 319"/>
                <a:gd name="T12" fmla="*/ 99 w 584"/>
                <a:gd name="T13" fmla="*/ 272 h 319"/>
                <a:gd name="T14" fmla="*/ 84 w 584"/>
                <a:gd name="T15" fmla="*/ 318 h 319"/>
                <a:gd name="T16" fmla="*/ 49 w 584"/>
                <a:gd name="T17" fmla="*/ 272 h 319"/>
                <a:gd name="T18" fmla="*/ 8 w 584"/>
                <a:gd name="T19" fmla="*/ 214 h 319"/>
                <a:gd name="T20" fmla="*/ 16 w 584"/>
                <a:gd name="T21" fmla="*/ 152 h 319"/>
                <a:gd name="T22" fmla="*/ 21 w 584"/>
                <a:gd name="T23" fmla="*/ 173 h 319"/>
                <a:gd name="T24" fmla="*/ 59 w 584"/>
                <a:gd name="T25" fmla="*/ 168 h 319"/>
                <a:gd name="T26" fmla="*/ 91 w 584"/>
                <a:gd name="T27" fmla="*/ 153 h 319"/>
                <a:gd name="T28" fmla="*/ 144 w 584"/>
                <a:gd name="T29" fmla="*/ 144 h 319"/>
                <a:gd name="T30" fmla="*/ 160 w 584"/>
                <a:gd name="T31" fmla="*/ 145 h 319"/>
                <a:gd name="T32" fmla="*/ 174 w 584"/>
                <a:gd name="T33" fmla="*/ 141 h 319"/>
                <a:gd name="T34" fmla="*/ 168 w 584"/>
                <a:gd name="T35" fmla="*/ 110 h 319"/>
                <a:gd name="T36" fmla="*/ 175 w 584"/>
                <a:gd name="T37" fmla="*/ 92 h 319"/>
                <a:gd name="T38" fmla="*/ 193 w 584"/>
                <a:gd name="T39" fmla="*/ 62 h 319"/>
                <a:gd name="T40" fmla="*/ 220 w 584"/>
                <a:gd name="T41" fmla="*/ 42 h 319"/>
                <a:gd name="T42" fmla="*/ 257 w 584"/>
                <a:gd name="T43" fmla="*/ 61 h 319"/>
                <a:gd name="T44" fmla="*/ 272 w 584"/>
                <a:gd name="T45" fmla="*/ 73 h 319"/>
                <a:gd name="T46" fmla="*/ 329 w 584"/>
                <a:gd name="T47" fmla="*/ 70 h 319"/>
                <a:gd name="T48" fmla="*/ 371 w 584"/>
                <a:gd name="T49" fmla="*/ 66 h 319"/>
                <a:gd name="T50" fmla="*/ 410 w 584"/>
                <a:gd name="T51" fmla="*/ 59 h 319"/>
                <a:gd name="T52" fmla="*/ 497 w 584"/>
                <a:gd name="T53" fmla="*/ 60 h 319"/>
                <a:gd name="T54" fmla="*/ 553 w 584"/>
                <a:gd name="T55" fmla="*/ 50 h 319"/>
                <a:gd name="T56" fmla="*/ 578 w 584"/>
                <a:gd name="T57" fmla="*/ 63 h 319"/>
                <a:gd name="T58" fmla="*/ 562 w 584"/>
                <a:gd name="T59" fmla="*/ 84 h 319"/>
                <a:gd name="T60" fmla="*/ 565 w 584"/>
                <a:gd name="T61" fmla="*/ 120 h 319"/>
                <a:gd name="T62" fmla="*/ 535 w 584"/>
                <a:gd name="T63" fmla="*/ 159 h 319"/>
                <a:gd name="T64" fmla="*/ 545 w 584"/>
                <a:gd name="T65" fmla="*/ 217 h 319"/>
                <a:gd name="T66" fmla="*/ 523 w 584"/>
                <a:gd name="T67" fmla="*/ 132 h 319"/>
                <a:gd name="T68" fmla="*/ 498 w 584"/>
                <a:gd name="T69" fmla="*/ 147 h 319"/>
                <a:gd name="T70" fmla="*/ 467 w 584"/>
                <a:gd name="T71" fmla="*/ 169 h 319"/>
                <a:gd name="T72" fmla="*/ 460 w 584"/>
                <a:gd name="T73" fmla="*/ 213 h 319"/>
                <a:gd name="T74" fmla="*/ 463 w 584"/>
                <a:gd name="T75" fmla="*/ 290 h 319"/>
                <a:gd name="T76" fmla="*/ 39 w 584"/>
                <a:gd name="T77" fmla="*/ 33 h 319"/>
                <a:gd name="T78" fmla="*/ 54 w 584"/>
                <a:gd name="T79" fmla="*/ 20 h 319"/>
                <a:gd name="T80" fmla="*/ 50 w 584"/>
                <a:gd name="T81" fmla="*/ 33 h 319"/>
                <a:gd name="T82" fmla="*/ 52 w 584"/>
                <a:gd name="T83" fmla="*/ 34 h 319"/>
                <a:gd name="T84" fmla="*/ 65 w 584"/>
                <a:gd name="T85" fmla="*/ 29 h 319"/>
                <a:gd name="T86" fmla="*/ 84 w 584"/>
                <a:gd name="T87" fmla="*/ 110 h 319"/>
                <a:gd name="T88" fmla="*/ 102 w 584"/>
                <a:gd name="T89" fmla="*/ 72 h 319"/>
                <a:gd name="T90" fmla="*/ 80 w 584"/>
                <a:gd name="T91" fmla="*/ 102 h 319"/>
                <a:gd name="T92" fmla="*/ 76 w 584"/>
                <a:gd name="T93" fmla="*/ 115 h 319"/>
                <a:gd name="T94" fmla="*/ 96 w 584"/>
                <a:gd name="T95" fmla="*/ 135 h 319"/>
                <a:gd name="T96" fmla="*/ 187 w 584"/>
                <a:gd name="T97" fmla="*/ 122 h 319"/>
                <a:gd name="T98" fmla="*/ 146 w 584"/>
                <a:gd name="T99" fmla="*/ 106 h 319"/>
                <a:gd name="T100" fmla="*/ 158 w 584"/>
                <a:gd name="T101" fmla="*/ 70 h 319"/>
                <a:gd name="T102" fmla="*/ 190 w 584"/>
                <a:gd name="T103" fmla="*/ 51 h 319"/>
                <a:gd name="T104" fmla="*/ 145 w 584"/>
                <a:gd name="T105" fmla="*/ 6 h 319"/>
                <a:gd name="T106" fmla="*/ 166 w 584"/>
                <a:gd name="T107" fmla="*/ 25 h 319"/>
                <a:gd name="T108" fmla="*/ 360 w 584"/>
                <a:gd name="T109" fmla="*/ 17 h 319"/>
                <a:gd name="T110" fmla="*/ 326 w 584"/>
                <a:gd name="T111" fmla="*/ 25 h 319"/>
                <a:gd name="T112" fmla="*/ 195 w 584"/>
                <a:gd name="T113" fmla="*/ 19 h 319"/>
                <a:gd name="T114" fmla="*/ 265 w 584"/>
                <a:gd name="T115" fmla="*/ 66 h 319"/>
                <a:gd name="T116" fmla="*/ 461 w 584"/>
                <a:gd name="T117" fmla="*/ 63 h 319"/>
                <a:gd name="T118" fmla="*/ 494 w 584"/>
                <a:gd name="T119" fmla="*/ 243 h 319"/>
                <a:gd name="T120" fmla="*/ 490 w 584"/>
                <a:gd name="T121" fmla="*/ 257 h 319"/>
                <a:gd name="T122" fmla="*/ 540 w 584"/>
                <a:gd name="T123" fmla="*/ 162 h 319"/>
                <a:gd name="T124" fmla="*/ 537 w 584"/>
                <a:gd name="T125" fmla="*/ 243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4" h="319">
                  <a:moveTo>
                    <a:pt x="453" y="293"/>
                  </a:moveTo>
                  <a:cubicBezTo>
                    <a:pt x="453" y="293"/>
                    <a:pt x="453" y="293"/>
                    <a:pt x="453" y="293"/>
                  </a:cubicBezTo>
                  <a:cubicBezTo>
                    <a:pt x="452" y="292"/>
                    <a:pt x="452" y="292"/>
                    <a:pt x="452" y="292"/>
                  </a:cubicBezTo>
                  <a:cubicBezTo>
                    <a:pt x="452" y="292"/>
                    <a:pt x="452" y="292"/>
                    <a:pt x="452" y="292"/>
                  </a:cubicBezTo>
                  <a:cubicBezTo>
                    <a:pt x="452" y="292"/>
                    <a:pt x="452" y="292"/>
                    <a:pt x="452" y="292"/>
                  </a:cubicBezTo>
                  <a:cubicBezTo>
                    <a:pt x="452" y="291"/>
                    <a:pt x="452" y="291"/>
                    <a:pt x="452" y="291"/>
                  </a:cubicBezTo>
                  <a:cubicBezTo>
                    <a:pt x="452" y="291"/>
                    <a:pt x="452" y="291"/>
                    <a:pt x="452" y="291"/>
                  </a:cubicBezTo>
                  <a:cubicBezTo>
                    <a:pt x="452" y="290"/>
                    <a:pt x="452" y="290"/>
                    <a:pt x="452" y="290"/>
                  </a:cubicBezTo>
                  <a:cubicBezTo>
                    <a:pt x="452" y="290"/>
                    <a:pt x="452" y="290"/>
                    <a:pt x="452" y="290"/>
                  </a:cubicBezTo>
                  <a:cubicBezTo>
                    <a:pt x="452" y="290"/>
                    <a:pt x="452" y="290"/>
                    <a:pt x="452" y="290"/>
                  </a:cubicBezTo>
                  <a:cubicBezTo>
                    <a:pt x="453" y="290"/>
                    <a:pt x="453" y="290"/>
                    <a:pt x="453" y="290"/>
                  </a:cubicBezTo>
                  <a:cubicBezTo>
                    <a:pt x="454" y="290"/>
                    <a:pt x="454" y="290"/>
                    <a:pt x="454" y="290"/>
                  </a:cubicBezTo>
                  <a:cubicBezTo>
                    <a:pt x="454" y="289"/>
                    <a:pt x="454" y="289"/>
                    <a:pt x="454" y="289"/>
                  </a:cubicBezTo>
                  <a:cubicBezTo>
                    <a:pt x="454" y="289"/>
                    <a:pt x="454" y="289"/>
                    <a:pt x="454" y="289"/>
                  </a:cubicBezTo>
                  <a:cubicBezTo>
                    <a:pt x="454" y="288"/>
                    <a:pt x="454" y="288"/>
                    <a:pt x="454" y="288"/>
                  </a:cubicBezTo>
                  <a:cubicBezTo>
                    <a:pt x="454" y="288"/>
                    <a:pt x="454" y="288"/>
                    <a:pt x="454" y="288"/>
                  </a:cubicBezTo>
                  <a:cubicBezTo>
                    <a:pt x="454" y="287"/>
                    <a:pt x="454" y="287"/>
                    <a:pt x="454" y="287"/>
                  </a:cubicBezTo>
                  <a:cubicBezTo>
                    <a:pt x="454" y="286"/>
                    <a:pt x="454" y="286"/>
                    <a:pt x="454" y="286"/>
                  </a:cubicBezTo>
                  <a:cubicBezTo>
                    <a:pt x="453" y="286"/>
                    <a:pt x="453" y="286"/>
                    <a:pt x="453" y="286"/>
                  </a:cubicBezTo>
                  <a:cubicBezTo>
                    <a:pt x="453" y="285"/>
                    <a:pt x="453" y="285"/>
                    <a:pt x="453" y="285"/>
                  </a:cubicBezTo>
                  <a:cubicBezTo>
                    <a:pt x="453" y="284"/>
                    <a:pt x="453" y="284"/>
                    <a:pt x="453" y="284"/>
                  </a:cubicBezTo>
                  <a:cubicBezTo>
                    <a:pt x="453" y="283"/>
                    <a:pt x="453" y="283"/>
                    <a:pt x="453" y="283"/>
                  </a:cubicBezTo>
                  <a:cubicBezTo>
                    <a:pt x="453" y="282"/>
                    <a:pt x="453" y="282"/>
                    <a:pt x="453" y="282"/>
                  </a:cubicBezTo>
                  <a:cubicBezTo>
                    <a:pt x="452" y="282"/>
                    <a:pt x="452" y="282"/>
                    <a:pt x="452" y="282"/>
                  </a:cubicBezTo>
                  <a:cubicBezTo>
                    <a:pt x="452" y="281"/>
                    <a:pt x="452" y="281"/>
                    <a:pt x="452" y="281"/>
                  </a:cubicBezTo>
                  <a:cubicBezTo>
                    <a:pt x="452" y="280"/>
                    <a:pt x="452" y="280"/>
                    <a:pt x="452" y="280"/>
                  </a:cubicBezTo>
                  <a:cubicBezTo>
                    <a:pt x="451" y="279"/>
                    <a:pt x="451" y="279"/>
                    <a:pt x="451" y="279"/>
                  </a:cubicBezTo>
                  <a:cubicBezTo>
                    <a:pt x="451" y="278"/>
                    <a:pt x="451" y="278"/>
                    <a:pt x="451" y="278"/>
                  </a:cubicBezTo>
                  <a:cubicBezTo>
                    <a:pt x="451" y="278"/>
                    <a:pt x="451" y="278"/>
                    <a:pt x="451" y="278"/>
                  </a:cubicBezTo>
                  <a:cubicBezTo>
                    <a:pt x="451" y="278"/>
                    <a:pt x="451" y="278"/>
                    <a:pt x="451" y="278"/>
                  </a:cubicBezTo>
                  <a:cubicBezTo>
                    <a:pt x="452" y="278"/>
                    <a:pt x="452" y="278"/>
                    <a:pt x="452" y="278"/>
                  </a:cubicBezTo>
                  <a:cubicBezTo>
                    <a:pt x="452" y="277"/>
                    <a:pt x="452" y="277"/>
                    <a:pt x="452" y="277"/>
                  </a:cubicBezTo>
                  <a:cubicBezTo>
                    <a:pt x="452" y="277"/>
                    <a:pt x="452" y="277"/>
                    <a:pt x="452" y="277"/>
                  </a:cubicBezTo>
                  <a:cubicBezTo>
                    <a:pt x="453" y="275"/>
                    <a:pt x="453" y="275"/>
                    <a:pt x="453" y="275"/>
                  </a:cubicBezTo>
                  <a:cubicBezTo>
                    <a:pt x="454" y="275"/>
                    <a:pt x="454" y="275"/>
                    <a:pt x="454" y="275"/>
                  </a:cubicBezTo>
                  <a:cubicBezTo>
                    <a:pt x="454" y="275"/>
                    <a:pt x="454" y="275"/>
                    <a:pt x="454" y="275"/>
                  </a:cubicBezTo>
                  <a:cubicBezTo>
                    <a:pt x="455" y="276"/>
                    <a:pt x="455" y="276"/>
                    <a:pt x="455" y="276"/>
                  </a:cubicBezTo>
                  <a:cubicBezTo>
                    <a:pt x="458" y="276"/>
                    <a:pt x="458" y="276"/>
                    <a:pt x="458" y="276"/>
                  </a:cubicBezTo>
                  <a:cubicBezTo>
                    <a:pt x="458" y="276"/>
                    <a:pt x="458" y="276"/>
                    <a:pt x="458" y="276"/>
                  </a:cubicBezTo>
                  <a:cubicBezTo>
                    <a:pt x="459" y="276"/>
                    <a:pt x="459" y="276"/>
                    <a:pt x="459" y="276"/>
                  </a:cubicBezTo>
                  <a:cubicBezTo>
                    <a:pt x="459" y="276"/>
                    <a:pt x="459" y="276"/>
                    <a:pt x="459" y="276"/>
                  </a:cubicBezTo>
                  <a:cubicBezTo>
                    <a:pt x="459" y="275"/>
                    <a:pt x="459" y="275"/>
                    <a:pt x="459" y="275"/>
                  </a:cubicBezTo>
                  <a:cubicBezTo>
                    <a:pt x="459" y="275"/>
                    <a:pt x="459" y="275"/>
                    <a:pt x="459" y="275"/>
                  </a:cubicBezTo>
                  <a:cubicBezTo>
                    <a:pt x="459" y="274"/>
                    <a:pt x="459" y="274"/>
                    <a:pt x="459" y="274"/>
                  </a:cubicBezTo>
                  <a:cubicBezTo>
                    <a:pt x="459" y="274"/>
                    <a:pt x="459" y="274"/>
                    <a:pt x="459" y="274"/>
                  </a:cubicBezTo>
                  <a:cubicBezTo>
                    <a:pt x="459" y="274"/>
                    <a:pt x="459" y="274"/>
                    <a:pt x="459" y="274"/>
                  </a:cubicBezTo>
                  <a:cubicBezTo>
                    <a:pt x="458" y="273"/>
                    <a:pt x="458" y="273"/>
                    <a:pt x="458" y="273"/>
                  </a:cubicBezTo>
                  <a:cubicBezTo>
                    <a:pt x="459" y="272"/>
                    <a:pt x="459" y="272"/>
                    <a:pt x="459" y="272"/>
                  </a:cubicBezTo>
                  <a:cubicBezTo>
                    <a:pt x="459" y="272"/>
                    <a:pt x="459" y="272"/>
                    <a:pt x="459" y="272"/>
                  </a:cubicBezTo>
                  <a:cubicBezTo>
                    <a:pt x="459" y="272"/>
                    <a:pt x="459" y="272"/>
                    <a:pt x="459" y="272"/>
                  </a:cubicBezTo>
                  <a:cubicBezTo>
                    <a:pt x="459" y="271"/>
                    <a:pt x="459" y="271"/>
                    <a:pt x="459" y="271"/>
                  </a:cubicBezTo>
                  <a:cubicBezTo>
                    <a:pt x="459" y="271"/>
                    <a:pt x="459" y="271"/>
                    <a:pt x="459" y="271"/>
                  </a:cubicBezTo>
                  <a:cubicBezTo>
                    <a:pt x="459" y="271"/>
                    <a:pt x="459" y="271"/>
                    <a:pt x="459" y="271"/>
                  </a:cubicBezTo>
                  <a:cubicBezTo>
                    <a:pt x="459" y="270"/>
                    <a:pt x="459" y="270"/>
                    <a:pt x="459" y="270"/>
                  </a:cubicBezTo>
                  <a:cubicBezTo>
                    <a:pt x="459" y="270"/>
                    <a:pt x="459" y="270"/>
                    <a:pt x="459" y="270"/>
                  </a:cubicBezTo>
                  <a:cubicBezTo>
                    <a:pt x="459" y="269"/>
                    <a:pt x="459" y="269"/>
                    <a:pt x="459" y="269"/>
                  </a:cubicBezTo>
                  <a:cubicBezTo>
                    <a:pt x="459" y="269"/>
                    <a:pt x="459" y="269"/>
                    <a:pt x="459" y="269"/>
                  </a:cubicBezTo>
                  <a:cubicBezTo>
                    <a:pt x="459" y="269"/>
                    <a:pt x="459" y="269"/>
                    <a:pt x="459" y="269"/>
                  </a:cubicBezTo>
                  <a:cubicBezTo>
                    <a:pt x="459" y="268"/>
                    <a:pt x="459" y="268"/>
                    <a:pt x="459" y="268"/>
                  </a:cubicBezTo>
                  <a:cubicBezTo>
                    <a:pt x="459" y="268"/>
                    <a:pt x="459" y="268"/>
                    <a:pt x="459" y="268"/>
                  </a:cubicBezTo>
                  <a:cubicBezTo>
                    <a:pt x="459" y="267"/>
                    <a:pt x="459" y="267"/>
                    <a:pt x="459" y="267"/>
                  </a:cubicBezTo>
                  <a:cubicBezTo>
                    <a:pt x="459" y="266"/>
                    <a:pt x="459" y="266"/>
                    <a:pt x="459" y="266"/>
                  </a:cubicBezTo>
                  <a:cubicBezTo>
                    <a:pt x="459" y="266"/>
                    <a:pt x="459" y="266"/>
                    <a:pt x="459" y="266"/>
                  </a:cubicBezTo>
                  <a:cubicBezTo>
                    <a:pt x="459" y="266"/>
                    <a:pt x="459" y="266"/>
                    <a:pt x="459" y="266"/>
                  </a:cubicBezTo>
                  <a:cubicBezTo>
                    <a:pt x="459" y="265"/>
                    <a:pt x="459" y="265"/>
                    <a:pt x="459" y="265"/>
                  </a:cubicBezTo>
                  <a:cubicBezTo>
                    <a:pt x="459" y="265"/>
                    <a:pt x="459" y="265"/>
                    <a:pt x="459" y="265"/>
                  </a:cubicBezTo>
                  <a:cubicBezTo>
                    <a:pt x="459" y="265"/>
                    <a:pt x="459" y="265"/>
                    <a:pt x="459" y="265"/>
                  </a:cubicBezTo>
                  <a:cubicBezTo>
                    <a:pt x="459" y="264"/>
                    <a:pt x="459" y="264"/>
                    <a:pt x="459" y="264"/>
                  </a:cubicBezTo>
                  <a:cubicBezTo>
                    <a:pt x="458" y="264"/>
                    <a:pt x="458" y="264"/>
                    <a:pt x="458" y="264"/>
                  </a:cubicBezTo>
                  <a:cubicBezTo>
                    <a:pt x="459" y="264"/>
                    <a:pt x="459" y="264"/>
                    <a:pt x="459" y="264"/>
                  </a:cubicBezTo>
                  <a:cubicBezTo>
                    <a:pt x="459" y="263"/>
                    <a:pt x="459" y="263"/>
                    <a:pt x="459" y="263"/>
                  </a:cubicBezTo>
                  <a:cubicBezTo>
                    <a:pt x="459" y="263"/>
                    <a:pt x="459" y="263"/>
                    <a:pt x="459" y="263"/>
                  </a:cubicBezTo>
                  <a:cubicBezTo>
                    <a:pt x="458" y="262"/>
                    <a:pt x="458" y="262"/>
                    <a:pt x="458" y="262"/>
                  </a:cubicBezTo>
                  <a:cubicBezTo>
                    <a:pt x="458" y="262"/>
                    <a:pt x="458" y="262"/>
                    <a:pt x="458" y="262"/>
                  </a:cubicBezTo>
                  <a:cubicBezTo>
                    <a:pt x="459" y="261"/>
                    <a:pt x="459" y="261"/>
                    <a:pt x="459" y="261"/>
                  </a:cubicBezTo>
                  <a:cubicBezTo>
                    <a:pt x="459" y="261"/>
                    <a:pt x="459" y="261"/>
                    <a:pt x="459" y="261"/>
                  </a:cubicBezTo>
                  <a:cubicBezTo>
                    <a:pt x="460" y="261"/>
                    <a:pt x="460" y="261"/>
                    <a:pt x="460" y="261"/>
                  </a:cubicBezTo>
                  <a:cubicBezTo>
                    <a:pt x="460" y="260"/>
                    <a:pt x="460" y="260"/>
                    <a:pt x="460" y="260"/>
                  </a:cubicBezTo>
                  <a:cubicBezTo>
                    <a:pt x="460" y="259"/>
                    <a:pt x="460" y="259"/>
                    <a:pt x="460" y="259"/>
                  </a:cubicBezTo>
                  <a:cubicBezTo>
                    <a:pt x="459" y="259"/>
                    <a:pt x="459" y="259"/>
                    <a:pt x="459" y="259"/>
                  </a:cubicBezTo>
                  <a:cubicBezTo>
                    <a:pt x="459" y="258"/>
                    <a:pt x="459" y="258"/>
                    <a:pt x="459" y="258"/>
                  </a:cubicBezTo>
                  <a:cubicBezTo>
                    <a:pt x="459" y="258"/>
                    <a:pt x="459" y="258"/>
                    <a:pt x="459" y="258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6"/>
                    <a:pt x="458" y="256"/>
                    <a:pt x="458" y="256"/>
                  </a:cubicBezTo>
                  <a:cubicBezTo>
                    <a:pt x="458" y="256"/>
                    <a:pt x="458" y="256"/>
                    <a:pt x="458" y="256"/>
                  </a:cubicBezTo>
                  <a:cubicBezTo>
                    <a:pt x="458" y="255"/>
                    <a:pt x="458" y="255"/>
                    <a:pt x="458" y="255"/>
                  </a:cubicBezTo>
                  <a:cubicBezTo>
                    <a:pt x="457" y="255"/>
                    <a:pt x="457" y="255"/>
                    <a:pt x="457" y="255"/>
                  </a:cubicBezTo>
                  <a:cubicBezTo>
                    <a:pt x="456" y="255"/>
                    <a:pt x="456" y="255"/>
                    <a:pt x="456" y="255"/>
                  </a:cubicBezTo>
                  <a:cubicBezTo>
                    <a:pt x="456" y="255"/>
                    <a:pt x="456" y="255"/>
                    <a:pt x="456" y="255"/>
                  </a:cubicBezTo>
                  <a:cubicBezTo>
                    <a:pt x="455" y="255"/>
                    <a:pt x="455" y="255"/>
                    <a:pt x="455" y="255"/>
                  </a:cubicBezTo>
                  <a:cubicBezTo>
                    <a:pt x="454" y="255"/>
                    <a:pt x="454" y="255"/>
                    <a:pt x="454" y="255"/>
                  </a:cubicBezTo>
                  <a:cubicBezTo>
                    <a:pt x="454" y="255"/>
                    <a:pt x="454" y="255"/>
                    <a:pt x="454" y="255"/>
                  </a:cubicBezTo>
                  <a:cubicBezTo>
                    <a:pt x="454" y="256"/>
                    <a:pt x="454" y="256"/>
                    <a:pt x="454" y="256"/>
                  </a:cubicBezTo>
                  <a:cubicBezTo>
                    <a:pt x="453" y="256"/>
                    <a:pt x="453" y="256"/>
                    <a:pt x="453" y="256"/>
                  </a:cubicBezTo>
                  <a:cubicBezTo>
                    <a:pt x="453" y="256"/>
                    <a:pt x="453" y="256"/>
                    <a:pt x="453" y="256"/>
                  </a:cubicBezTo>
                  <a:cubicBezTo>
                    <a:pt x="453" y="257"/>
                    <a:pt x="453" y="257"/>
                    <a:pt x="453" y="257"/>
                  </a:cubicBezTo>
                  <a:cubicBezTo>
                    <a:pt x="452" y="257"/>
                    <a:pt x="452" y="257"/>
                    <a:pt x="452" y="257"/>
                  </a:cubicBezTo>
                  <a:cubicBezTo>
                    <a:pt x="451" y="257"/>
                    <a:pt x="451" y="257"/>
                    <a:pt x="451" y="257"/>
                  </a:cubicBezTo>
                  <a:cubicBezTo>
                    <a:pt x="451" y="258"/>
                    <a:pt x="451" y="258"/>
                    <a:pt x="451" y="258"/>
                  </a:cubicBezTo>
                  <a:cubicBezTo>
                    <a:pt x="451" y="258"/>
                    <a:pt x="451" y="258"/>
                    <a:pt x="451" y="258"/>
                  </a:cubicBezTo>
                  <a:cubicBezTo>
                    <a:pt x="450" y="259"/>
                    <a:pt x="450" y="259"/>
                    <a:pt x="450" y="259"/>
                  </a:cubicBezTo>
                  <a:cubicBezTo>
                    <a:pt x="450" y="259"/>
                    <a:pt x="450" y="259"/>
                    <a:pt x="450" y="259"/>
                  </a:cubicBezTo>
                  <a:cubicBezTo>
                    <a:pt x="450" y="260"/>
                    <a:pt x="450" y="260"/>
                    <a:pt x="450" y="260"/>
                  </a:cubicBezTo>
                  <a:cubicBezTo>
                    <a:pt x="450" y="260"/>
                    <a:pt x="450" y="260"/>
                    <a:pt x="450" y="260"/>
                  </a:cubicBezTo>
                  <a:cubicBezTo>
                    <a:pt x="449" y="260"/>
                    <a:pt x="449" y="260"/>
                    <a:pt x="449" y="260"/>
                  </a:cubicBezTo>
                  <a:cubicBezTo>
                    <a:pt x="448" y="261"/>
                    <a:pt x="448" y="261"/>
                    <a:pt x="448" y="261"/>
                  </a:cubicBezTo>
                  <a:cubicBezTo>
                    <a:pt x="448" y="261"/>
                    <a:pt x="448" y="261"/>
                    <a:pt x="448" y="261"/>
                  </a:cubicBezTo>
                  <a:cubicBezTo>
                    <a:pt x="447" y="261"/>
                    <a:pt x="447" y="261"/>
                    <a:pt x="447" y="261"/>
                  </a:cubicBezTo>
                  <a:cubicBezTo>
                    <a:pt x="447" y="261"/>
                    <a:pt x="447" y="261"/>
                    <a:pt x="447" y="261"/>
                  </a:cubicBezTo>
                  <a:cubicBezTo>
                    <a:pt x="446" y="261"/>
                    <a:pt x="446" y="261"/>
                    <a:pt x="446" y="261"/>
                  </a:cubicBezTo>
                  <a:cubicBezTo>
                    <a:pt x="446" y="261"/>
                    <a:pt x="446" y="261"/>
                    <a:pt x="446" y="261"/>
                  </a:cubicBezTo>
                  <a:cubicBezTo>
                    <a:pt x="445" y="260"/>
                    <a:pt x="445" y="260"/>
                    <a:pt x="445" y="260"/>
                  </a:cubicBezTo>
                  <a:cubicBezTo>
                    <a:pt x="445" y="260"/>
                    <a:pt x="445" y="260"/>
                    <a:pt x="445" y="260"/>
                  </a:cubicBezTo>
                  <a:cubicBezTo>
                    <a:pt x="444" y="261"/>
                    <a:pt x="444" y="261"/>
                    <a:pt x="444" y="261"/>
                  </a:cubicBezTo>
                  <a:cubicBezTo>
                    <a:pt x="443" y="261"/>
                    <a:pt x="443" y="261"/>
                    <a:pt x="443" y="261"/>
                  </a:cubicBezTo>
                  <a:cubicBezTo>
                    <a:pt x="443" y="260"/>
                    <a:pt x="443" y="260"/>
                    <a:pt x="443" y="260"/>
                  </a:cubicBezTo>
                  <a:cubicBezTo>
                    <a:pt x="443" y="260"/>
                    <a:pt x="443" y="260"/>
                    <a:pt x="443" y="260"/>
                  </a:cubicBezTo>
                  <a:cubicBezTo>
                    <a:pt x="442" y="259"/>
                    <a:pt x="442" y="259"/>
                    <a:pt x="442" y="259"/>
                  </a:cubicBezTo>
                  <a:cubicBezTo>
                    <a:pt x="441" y="258"/>
                    <a:pt x="441" y="258"/>
                    <a:pt x="441" y="258"/>
                  </a:cubicBezTo>
                  <a:cubicBezTo>
                    <a:pt x="441" y="258"/>
                    <a:pt x="441" y="258"/>
                    <a:pt x="441" y="258"/>
                  </a:cubicBezTo>
                  <a:cubicBezTo>
                    <a:pt x="442" y="258"/>
                    <a:pt x="442" y="258"/>
                    <a:pt x="442" y="258"/>
                  </a:cubicBezTo>
                  <a:cubicBezTo>
                    <a:pt x="442" y="257"/>
                    <a:pt x="442" y="257"/>
                    <a:pt x="442" y="257"/>
                  </a:cubicBezTo>
                  <a:cubicBezTo>
                    <a:pt x="441" y="256"/>
                    <a:pt x="441" y="256"/>
                    <a:pt x="441" y="256"/>
                  </a:cubicBezTo>
                  <a:cubicBezTo>
                    <a:pt x="441" y="255"/>
                    <a:pt x="441" y="255"/>
                    <a:pt x="441" y="255"/>
                  </a:cubicBezTo>
                  <a:cubicBezTo>
                    <a:pt x="441" y="255"/>
                    <a:pt x="441" y="255"/>
                    <a:pt x="441" y="255"/>
                  </a:cubicBezTo>
                  <a:cubicBezTo>
                    <a:pt x="440" y="255"/>
                    <a:pt x="440" y="255"/>
                    <a:pt x="440" y="255"/>
                  </a:cubicBezTo>
                  <a:cubicBezTo>
                    <a:pt x="440" y="254"/>
                    <a:pt x="440" y="254"/>
                    <a:pt x="440" y="254"/>
                  </a:cubicBezTo>
                  <a:cubicBezTo>
                    <a:pt x="441" y="254"/>
                    <a:pt x="441" y="254"/>
                    <a:pt x="441" y="254"/>
                  </a:cubicBezTo>
                  <a:cubicBezTo>
                    <a:pt x="441" y="253"/>
                    <a:pt x="441" y="253"/>
                    <a:pt x="441" y="253"/>
                  </a:cubicBezTo>
                  <a:cubicBezTo>
                    <a:pt x="441" y="253"/>
                    <a:pt x="441" y="253"/>
                    <a:pt x="441" y="253"/>
                  </a:cubicBezTo>
                  <a:cubicBezTo>
                    <a:pt x="440" y="253"/>
                    <a:pt x="440" y="253"/>
                    <a:pt x="440" y="253"/>
                  </a:cubicBezTo>
                  <a:cubicBezTo>
                    <a:pt x="440" y="254"/>
                    <a:pt x="440" y="254"/>
                    <a:pt x="440" y="254"/>
                  </a:cubicBezTo>
                  <a:cubicBezTo>
                    <a:pt x="439" y="254"/>
                    <a:pt x="439" y="254"/>
                    <a:pt x="439" y="254"/>
                  </a:cubicBezTo>
                  <a:cubicBezTo>
                    <a:pt x="439" y="254"/>
                    <a:pt x="439" y="254"/>
                    <a:pt x="439" y="254"/>
                  </a:cubicBezTo>
                  <a:cubicBezTo>
                    <a:pt x="438" y="254"/>
                    <a:pt x="438" y="254"/>
                    <a:pt x="438" y="254"/>
                  </a:cubicBezTo>
                  <a:cubicBezTo>
                    <a:pt x="438" y="253"/>
                    <a:pt x="438" y="253"/>
                    <a:pt x="438" y="253"/>
                  </a:cubicBezTo>
                  <a:cubicBezTo>
                    <a:pt x="437" y="253"/>
                    <a:pt x="437" y="253"/>
                    <a:pt x="437" y="253"/>
                  </a:cubicBezTo>
                  <a:cubicBezTo>
                    <a:pt x="437" y="253"/>
                    <a:pt x="437" y="253"/>
                    <a:pt x="437" y="253"/>
                  </a:cubicBezTo>
                  <a:cubicBezTo>
                    <a:pt x="436" y="253"/>
                    <a:pt x="436" y="253"/>
                    <a:pt x="436" y="253"/>
                  </a:cubicBezTo>
                  <a:cubicBezTo>
                    <a:pt x="436" y="252"/>
                    <a:pt x="436" y="252"/>
                    <a:pt x="436" y="252"/>
                  </a:cubicBezTo>
                  <a:cubicBezTo>
                    <a:pt x="436" y="252"/>
                    <a:pt x="436" y="252"/>
                    <a:pt x="436" y="252"/>
                  </a:cubicBezTo>
                  <a:cubicBezTo>
                    <a:pt x="435" y="252"/>
                    <a:pt x="435" y="252"/>
                    <a:pt x="435" y="252"/>
                  </a:cubicBezTo>
                  <a:cubicBezTo>
                    <a:pt x="435" y="252"/>
                    <a:pt x="435" y="252"/>
                    <a:pt x="435" y="252"/>
                  </a:cubicBezTo>
                  <a:cubicBezTo>
                    <a:pt x="435" y="251"/>
                    <a:pt x="435" y="251"/>
                    <a:pt x="435" y="251"/>
                  </a:cubicBezTo>
                  <a:cubicBezTo>
                    <a:pt x="434" y="251"/>
                    <a:pt x="434" y="251"/>
                    <a:pt x="434" y="251"/>
                  </a:cubicBezTo>
                  <a:cubicBezTo>
                    <a:pt x="434" y="251"/>
                    <a:pt x="434" y="251"/>
                    <a:pt x="434" y="251"/>
                  </a:cubicBezTo>
                  <a:cubicBezTo>
                    <a:pt x="434" y="250"/>
                    <a:pt x="434" y="250"/>
                    <a:pt x="434" y="250"/>
                  </a:cubicBezTo>
                  <a:cubicBezTo>
                    <a:pt x="433" y="250"/>
                    <a:pt x="433" y="250"/>
                    <a:pt x="433" y="250"/>
                  </a:cubicBezTo>
                  <a:cubicBezTo>
                    <a:pt x="433" y="250"/>
                    <a:pt x="433" y="250"/>
                    <a:pt x="433" y="250"/>
                  </a:cubicBezTo>
                  <a:cubicBezTo>
                    <a:pt x="433" y="251"/>
                    <a:pt x="433" y="251"/>
                    <a:pt x="433" y="251"/>
                  </a:cubicBezTo>
                  <a:cubicBezTo>
                    <a:pt x="432" y="250"/>
                    <a:pt x="432" y="250"/>
                    <a:pt x="432" y="250"/>
                  </a:cubicBezTo>
                  <a:cubicBezTo>
                    <a:pt x="432" y="251"/>
                    <a:pt x="432" y="251"/>
                    <a:pt x="432" y="251"/>
                  </a:cubicBezTo>
                  <a:cubicBezTo>
                    <a:pt x="432" y="251"/>
                    <a:pt x="432" y="251"/>
                    <a:pt x="432" y="251"/>
                  </a:cubicBezTo>
                  <a:cubicBezTo>
                    <a:pt x="431" y="251"/>
                    <a:pt x="431" y="251"/>
                    <a:pt x="431" y="251"/>
                  </a:cubicBezTo>
                  <a:cubicBezTo>
                    <a:pt x="431" y="250"/>
                    <a:pt x="431" y="250"/>
                    <a:pt x="431" y="250"/>
                  </a:cubicBezTo>
                  <a:cubicBezTo>
                    <a:pt x="430" y="250"/>
                    <a:pt x="430" y="250"/>
                    <a:pt x="430" y="250"/>
                  </a:cubicBezTo>
                  <a:cubicBezTo>
                    <a:pt x="429" y="250"/>
                    <a:pt x="429" y="250"/>
                    <a:pt x="429" y="250"/>
                  </a:cubicBezTo>
                  <a:cubicBezTo>
                    <a:pt x="429" y="250"/>
                    <a:pt x="429" y="250"/>
                    <a:pt x="429" y="250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29" y="249"/>
                    <a:pt x="429" y="249"/>
                    <a:pt x="429" y="249"/>
                  </a:cubicBezTo>
                  <a:cubicBezTo>
                    <a:pt x="428" y="250"/>
                    <a:pt x="428" y="250"/>
                    <a:pt x="428" y="250"/>
                  </a:cubicBezTo>
                  <a:cubicBezTo>
                    <a:pt x="427" y="249"/>
                    <a:pt x="427" y="249"/>
                    <a:pt x="427" y="249"/>
                  </a:cubicBezTo>
                  <a:cubicBezTo>
                    <a:pt x="427" y="250"/>
                    <a:pt x="427" y="250"/>
                    <a:pt x="427" y="250"/>
                  </a:cubicBezTo>
                  <a:cubicBezTo>
                    <a:pt x="427" y="249"/>
                    <a:pt x="427" y="249"/>
                    <a:pt x="427" y="249"/>
                  </a:cubicBezTo>
                  <a:cubicBezTo>
                    <a:pt x="426" y="250"/>
                    <a:pt x="426" y="250"/>
                    <a:pt x="426" y="250"/>
                  </a:cubicBezTo>
                  <a:cubicBezTo>
                    <a:pt x="426" y="249"/>
                    <a:pt x="426" y="249"/>
                    <a:pt x="426" y="249"/>
                  </a:cubicBezTo>
                  <a:cubicBezTo>
                    <a:pt x="425" y="249"/>
                    <a:pt x="425" y="249"/>
                    <a:pt x="425" y="249"/>
                  </a:cubicBezTo>
                  <a:cubicBezTo>
                    <a:pt x="425" y="249"/>
                    <a:pt x="425" y="249"/>
                    <a:pt x="425" y="249"/>
                  </a:cubicBezTo>
                  <a:cubicBezTo>
                    <a:pt x="424" y="248"/>
                    <a:pt x="424" y="248"/>
                    <a:pt x="424" y="248"/>
                  </a:cubicBezTo>
                  <a:cubicBezTo>
                    <a:pt x="423" y="247"/>
                    <a:pt x="423" y="247"/>
                    <a:pt x="423" y="247"/>
                  </a:cubicBezTo>
                  <a:cubicBezTo>
                    <a:pt x="423" y="246"/>
                    <a:pt x="423" y="246"/>
                    <a:pt x="423" y="246"/>
                  </a:cubicBezTo>
                  <a:cubicBezTo>
                    <a:pt x="423" y="246"/>
                    <a:pt x="423" y="246"/>
                    <a:pt x="423" y="246"/>
                  </a:cubicBezTo>
                  <a:cubicBezTo>
                    <a:pt x="422" y="246"/>
                    <a:pt x="422" y="246"/>
                    <a:pt x="422" y="246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4"/>
                    <a:pt x="422" y="244"/>
                    <a:pt x="422" y="244"/>
                  </a:cubicBezTo>
                  <a:cubicBezTo>
                    <a:pt x="421" y="244"/>
                    <a:pt x="421" y="244"/>
                    <a:pt x="421" y="244"/>
                  </a:cubicBezTo>
                  <a:cubicBezTo>
                    <a:pt x="421" y="243"/>
                    <a:pt x="421" y="243"/>
                    <a:pt x="421" y="243"/>
                  </a:cubicBezTo>
                  <a:cubicBezTo>
                    <a:pt x="420" y="242"/>
                    <a:pt x="420" y="242"/>
                    <a:pt x="420" y="242"/>
                  </a:cubicBezTo>
                  <a:cubicBezTo>
                    <a:pt x="419" y="241"/>
                    <a:pt x="419" y="241"/>
                    <a:pt x="419" y="241"/>
                  </a:cubicBezTo>
                  <a:cubicBezTo>
                    <a:pt x="419" y="240"/>
                    <a:pt x="419" y="240"/>
                    <a:pt x="419" y="240"/>
                  </a:cubicBezTo>
                  <a:cubicBezTo>
                    <a:pt x="418" y="240"/>
                    <a:pt x="418" y="240"/>
                    <a:pt x="418" y="240"/>
                  </a:cubicBezTo>
                  <a:cubicBezTo>
                    <a:pt x="418" y="240"/>
                    <a:pt x="418" y="240"/>
                    <a:pt x="418" y="240"/>
                  </a:cubicBezTo>
                  <a:cubicBezTo>
                    <a:pt x="417" y="240"/>
                    <a:pt x="417" y="240"/>
                    <a:pt x="417" y="240"/>
                  </a:cubicBezTo>
                  <a:cubicBezTo>
                    <a:pt x="418" y="239"/>
                    <a:pt x="418" y="239"/>
                    <a:pt x="418" y="239"/>
                  </a:cubicBezTo>
                  <a:cubicBezTo>
                    <a:pt x="418" y="239"/>
                    <a:pt x="418" y="239"/>
                    <a:pt x="418" y="239"/>
                  </a:cubicBezTo>
                  <a:cubicBezTo>
                    <a:pt x="417" y="239"/>
                    <a:pt x="417" y="239"/>
                    <a:pt x="417" y="239"/>
                  </a:cubicBezTo>
                  <a:cubicBezTo>
                    <a:pt x="417" y="238"/>
                    <a:pt x="417" y="238"/>
                    <a:pt x="417" y="238"/>
                  </a:cubicBezTo>
                  <a:cubicBezTo>
                    <a:pt x="416" y="238"/>
                    <a:pt x="416" y="238"/>
                    <a:pt x="416" y="238"/>
                  </a:cubicBezTo>
                  <a:cubicBezTo>
                    <a:pt x="416" y="237"/>
                    <a:pt x="416" y="237"/>
                    <a:pt x="416" y="237"/>
                  </a:cubicBezTo>
                  <a:cubicBezTo>
                    <a:pt x="416" y="237"/>
                    <a:pt x="416" y="237"/>
                    <a:pt x="416" y="237"/>
                  </a:cubicBezTo>
                  <a:cubicBezTo>
                    <a:pt x="415" y="236"/>
                    <a:pt x="415" y="236"/>
                    <a:pt x="415" y="236"/>
                  </a:cubicBezTo>
                  <a:cubicBezTo>
                    <a:pt x="414" y="235"/>
                    <a:pt x="414" y="235"/>
                    <a:pt x="414" y="235"/>
                  </a:cubicBezTo>
                  <a:cubicBezTo>
                    <a:pt x="414" y="235"/>
                    <a:pt x="414" y="235"/>
                    <a:pt x="414" y="235"/>
                  </a:cubicBezTo>
                  <a:cubicBezTo>
                    <a:pt x="414" y="234"/>
                    <a:pt x="414" y="234"/>
                    <a:pt x="414" y="234"/>
                  </a:cubicBezTo>
                  <a:cubicBezTo>
                    <a:pt x="414" y="234"/>
                    <a:pt x="414" y="234"/>
                    <a:pt x="414" y="234"/>
                  </a:cubicBezTo>
                  <a:cubicBezTo>
                    <a:pt x="413" y="234"/>
                    <a:pt x="413" y="234"/>
                    <a:pt x="413" y="234"/>
                  </a:cubicBezTo>
                  <a:cubicBezTo>
                    <a:pt x="413" y="234"/>
                    <a:pt x="413" y="234"/>
                    <a:pt x="413" y="234"/>
                  </a:cubicBezTo>
                  <a:cubicBezTo>
                    <a:pt x="413" y="233"/>
                    <a:pt x="413" y="233"/>
                    <a:pt x="413" y="233"/>
                  </a:cubicBezTo>
                  <a:cubicBezTo>
                    <a:pt x="413" y="233"/>
                    <a:pt x="413" y="233"/>
                    <a:pt x="413" y="233"/>
                  </a:cubicBezTo>
                  <a:cubicBezTo>
                    <a:pt x="413" y="232"/>
                    <a:pt x="413" y="232"/>
                    <a:pt x="413" y="232"/>
                  </a:cubicBezTo>
                  <a:cubicBezTo>
                    <a:pt x="412" y="232"/>
                    <a:pt x="412" y="232"/>
                    <a:pt x="412" y="232"/>
                  </a:cubicBezTo>
                  <a:cubicBezTo>
                    <a:pt x="412" y="231"/>
                    <a:pt x="412" y="231"/>
                    <a:pt x="412" y="231"/>
                  </a:cubicBezTo>
                  <a:cubicBezTo>
                    <a:pt x="412" y="231"/>
                    <a:pt x="412" y="231"/>
                    <a:pt x="412" y="231"/>
                  </a:cubicBezTo>
                  <a:cubicBezTo>
                    <a:pt x="412" y="231"/>
                    <a:pt x="412" y="231"/>
                    <a:pt x="412" y="231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10" y="231"/>
                    <a:pt x="410" y="231"/>
                    <a:pt x="410" y="231"/>
                  </a:cubicBezTo>
                  <a:cubicBezTo>
                    <a:pt x="410" y="230"/>
                    <a:pt x="410" y="230"/>
                    <a:pt x="410" y="230"/>
                  </a:cubicBezTo>
                  <a:cubicBezTo>
                    <a:pt x="410" y="230"/>
                    <a:pt x="410" y="230"/>
                    <a:pt x="410" y="230"/>
                  </a:cubicBezTo>
                  <a:cubicBezTo>
                    <a:pt x="410" y="230"/>
                    <a:pt x="410" y="230"/>
                    <a:pt x="410" y="230"/>
                  </a:cubicBezTo>
                  <a:cubicBezTo>
                    <a:pt x="410" y="229"/>
                    <a:pt x="410" y="229"/>
                    <a:pt x="410" y="229"/>
                  </a:cubicBezTo>
                  <a:cubicBezTo>
                    <a:pt x="409" y="230"/>
                    <a:pt x="409" y="230"/>
                    <a:pt x="409" y="230"/>
                  </a:cubicBezTo>
                  <a:cubicBezTo>
                    <a:pt x="409" y="229"/>
                    <a:pt x="409" y="229"/>
                    <a:pt x="409" y="229"/>
                  </a:cubicBezTo>
                  <a:cubicBezTo>
                    <a:pt x="409" y="229"/>
                    <a:pt x="409" y="229"/>
                    <a:pt x="409" y="229"/>
                  </a:cubicBezTo>
                  <a:cubicBezTo>
                    <a:pt x="408" y="229"/>
                    <a:pt x="408" y="229"/>
                    <a:pt x="408" y="229"/>
                  </a:cubicBezTo>
                  <a:cubicBezTo>
                    <a:pt x="409" y="229"/>
                    <a:pt x="409" y="229"/>
                    <a:pt x="409" y="229"/>
                  </a:cubicBezTo>
                  <a:cubicBezTo>
                    <a:pt x="408" y="228"/>
                    <a:pt x="408" y="228"/>
                    <a:pt x="408" y="228"/>
                  </a:cubicBezTo>
                  <a:cubicBezTo>
                    <a:pt x="408" y="228"/>
                    <a:pt x="408" y="228"/>
                    <a:pt x="408" y="228"/>
                  </a:cubicBezTo>
                  <a:cubicBezTo>
                    <a:pt x="407" y="228"/>
                    <a:pt x="407" y="228"/>
                    <a:pt x="407" y="228"/>
                  </a:cubicBezTo>
                  <a:cubicBezTo>
                    <a:pt x="407" y="228"/>
                    <a:pt x="407" y="228"/>
                    <a:pt x="407" y="228"/>
                  </a:cubicBezTo>
                  <a:cubicBezTo>
                    <a:pt x="406" y="228"/>
                    <a:pt x="406" y="228"/>
                    <a:pt x="406" y="228"/>
                  </a:cubicBezTo>
                  <a:cubicBezTo>
                    <a:pt x="406" y="228"/>
                    <a:pt x="406" y="228"/>
                    <a:pt x="406" y="228"/>
                  </a:cubicBezTo>
                  <a:cubicBezTo>
                    <a:pt x="405" y="228"/>
                    <a:pt x="405" y="228"/>
                    <a:pt x="405" y="228"/>
                  </a:cubicBezTo>
                  <a:cubicBezTo>
                    <a:pt x="405" y="228"/>
                    <a:pt x="405" y="228"/>
                    <a:pt x="405" y="228"/>
                  </a:cubicBezTo>
                  <a:cubicBezTo>
                    <a:pt x="405" y="228"/>
                    <a:pt x="405" y="228"/>
                    <a:pt x="405" y="228"/>
                  </a:cubicBezTo>
                  <a:cubicBezTo>
                    <a:pt x="405" y="229"/>
                    <a:pt x="405" y="229"/>
                    <a:pt x="405" y="229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03" y="228"/>
                    <a:pt x="403" y="228"/>
                    <a:pt x="403" y="228"/>
                  </a:cubicBezTo>
                  <a:cubicBezTo>
                    <a:pt x="402" y="228"/>
                    <a:pt x="402" y="228"/>
                    <a:pt x="402" y="228"/>
                  </a:cubicBezTo>
                  <a:cubicBezTo>
                    <a:pt x="402" y="228"/>
                    <a:pt x="402" y="228"/>
                    <a:pt x="402" y="228"/>
                  </a:cubicBezTo>
                  <a:cubicBezTo>
                    <a:pt x="401" y="227"/>
                    <a:pt x="401" y="227"/>
                    <a:pt x="401" y="227"/>
                  </a:cubicBezTo>
                  <a:cubicBezTo>
                    <a:pt x="400" y="227"/>
                    <a:pt x="400" y="227"/>
                    <a:pt x="400" y="227"/>
                  </a:cubicBezTo>
                  <a:cubicBezTo>
                    <a:pt x="399" y="227"/>
                    <a:pt x="399" y="227"/>
                    <a:pt x="399" y="227"/>
                  </a:cubicBezTo>
                  <a:cubicBezTo>
                    <a:pt x="399" y="227"/>
                    <a:pt x="399" y="227"/>
                    <a:pt x="399" y="227"/>
                  </a:cubicBezTo>
                  <a:cubicBezTo>
                    <a:pt x="398" y="227"/>
                    <a:pt x="398" y="227"/>
                    <a:pt x="398" y="227"/>
                  </a:cubicBezTo>
                  <a:cubicBezTo>
                    <a:pt x="398" y="227"/>
                    <a:pt x="398" y="227"/>
                    <a:pt x="398" y="227"/>
                  </a:cubicBezTo>
                  <a:cubicBezTo>
                    <a:pt x="397" y="227"/>
                    <a:pt x="397" y="227"/>
                    <a:pt x="397" y="227"/>
                  </a:cubicBezTo>
                  <a:cubicBezTo>
                    <a:pt x="396" y="227"/>
                    <a:pt x="396" y="227"/>
                    <a:pt x="396" y="227"/>
                  </a:cubicBezTo>
                  <a:cubicBezTo>
                    <a:pt x="396" y="227"/>
                    <a:pt x="396" y="227"/>
                    <a:pt x="396" y="227"/>
                  </a:cubicBezTo>
                  <a:cubicBezTo>
                    <a:pt x="396" y="228"/>
                    <a:pt x="396" y="228"/>
                    <a:pt x="396" y="228"/>
                  </a:cubicBezTo>
                  <a:cubicBezTo>
                    <a:pt x="395" y="228"/>
                    <a:pt x="395" y="228"/>
                    <a:pt x="395" y="228"/>
                  </a:cubicBezTo>
                  <a:cubicBezTo>
                    <a:pt x="394" y="228"/>
                    <a:pt x="394" y="228"/>
                    <a:pt x="394" y="228"/>
                  </a:cubicBezTo>
                  <a:cubicBezTo>
                    <a:pt x="393" y="228"/>
                    <a:pt x="393" y="228"/>
                    <a:pt x="393" y="228"/>
                  </a:cubicBezTo>
                  <a:cubicBezTo>
                    <a:pt x="393" y="228"/>
                    <a:pt x="393" y="228"/>
                    <a:pt x="393" y="228"/>
                  </a:cubicBezTo>
                  <a:cubicBezTo>
                    <a:pt x="392" y="228"/>
                    <a:pt x="392" y="228"/>
                    <a:pt x="392" y="228"/>
                  </a:cubicBezTo>
                  <a:cubicBezTo>
                    <a:pt x="392" y="229"/>
                    <a:pt x="392" y="229"/>
                    <a:pt x="392" y="229"/>
                  </a:cubicBezTo>
                  <a:cubicBezTo>
                    <a:pt x="391" y="229"/>
                    <a:pt x="391" y="229"/>
                    <a:pt x="391" y="229"/>
                  </a:cubicBezTo>
                  <a:cubicBezTo>
                    <a:pt x="390" y="229"/>
                    <a:pt x="390" y="229"/>
                    <a:pt x="390" y="229"/>
                  </a:cubicBezTo>
                  <a:cubicBezTo>
                    <a:pt x="390" y="229"/>
                    <a:pt x="390" y="229"/>
                    <a:pt x="390" y="229"/>
                  </a:cubicBezTo>
                  <a:cubicBezTo>
                    <a:pt x="390" y="229"/>
                    <a:pt x="390" y="229"/>
                    <a:pt x="390" y="229"/>
                  </a:cubicBezTo>
                  <a:cubicBezTo>
                    <a:pt x="389" y="229"/>
                    <a:pt x="389" y="229"/>
                    <a:pt x="389" y="229"/>
                  </a:cubicBezTo>
                  <a:cubicBezTo>
                    <a:pt x="388" y="230"/>
                    <a:pt x="388" y="230"/>
                    <a:pt x="388" y="230"/>
                  </a:cubicBezTo>
                  <a:cubicBezTo>
                    <a:pt x="387" y="230"/>
                    <a:pt x="387" y="230"/>
                    <a:pt x="387" y="230"/>
                  </a:cubicBezTo>
                  <a:cubicBezTo>
                    <a:pt x="387" y="230"/>
                    <a:pt x="387" y="230"/>
                    <a:pt x="387" y="230"/>
                  </a:cubicBezTo>
                  <a:cubicBezTo>
                    <a:pt x="387" y="231"/>
                    <a:pt x="387" y="231"/>
                    <a:pt x="387" y="231"/>
                  </a:cubicBezTo>
                  <a:cubicBezTo>
                    <a:pt x="386" y="232"/>
                    <a:pt x="386" y="232"/>
                    <a:pt x="386" y="232"/>
                  </a:cubicBezTo>
                  <a:cubicBezTo>
                    <a:pt x="386" y="232"/>
                    <a:pt x="386" y="232"/>
                    <a:pt x="386" y="232"/>
                  </a:cubicBezTo>
                  <a:cubicBezTo>
                    <a:pt x="386" y="233"/>
                    <a:pt x="386" y="233"/>
                    <a:pt x="386" y="233"/>
                  </a:cubicBezTo>
                  <a:cubicBezTo>
                    <a:pt x="386" y="233"/>
                    <a:pt x="386" y="233"/>
                    <a:pt x="386" y="233"/>
                  </a:cubicBezTo>
                  <a:cubicBezTo>
                    <a:pt x="386" y="234"/>
                    <a:pt x="386" y="234"/>
                    <a:pt x="386" y="234"/>
                  </a:cubicBezTo>
                  <a:cubicBezTo>
                    <a:pt x="386" y="234"/>
                    <a:pt x="386" y="234"/>
                    <a:pt x="386" y="234"/>
                  </a:cubicBezTo>
                  <a:cubicBezTo>
                    <a:pt x="387" y="234"/>
                    <a:pt x="387" y="234"/>
                    <a:pt x="387" y="234"/>
                  </a:cubicBezTo>
                  <a:cubicBezTo>
                    <a:pt x="388" y="234"/>
                    <a:pt x="388" y="234"/>
                    <a:pt x="388" y="234"/>
                  </a:cubicBezTo>
                  <a:cubicBezTo>
                    <a:pt x="388" y="234"/>
                    <a:pt x="388" y="234"/>
                    <a:pt x="388" y="234"/>
                  </a:cubicBezTo>
                  <a:cubicBezTo>
                    <a:pt x="389" y="234"/>
                    <a:pt x="389" y="234"/>
                    <a:pt x="389" y="234"/>
                  </a:cubicBezTo>
                  <a:cubicBezTo>
                    <a:pt x="389" y="235"/>
                    <a:pt x="389" y="235"/>
                    <a:pt x="389" y="235"/>
                  </a:cubicBezTo>
                  <a:cubicBezTo>
                    <a:pt x="390" y="235"/>
                    <a:pt x="390" y="235"/>
                    <a:pt x="390" y="235"/>
                  </a:cubicBezTo>
                  <a:cubicBezTo>
                    <a:pt x="390" y="236"/>
                    <a:pt x="390" y="236"/>
                    <a:pt x="390" y="236"/>
                  </a:cubicBezTo>
                  <a:cubicBezTo>
                    <a:pt x="390" y="236"/>
                    <a:pt x="390" y="236"/>
                    <a:pt x="390" y="236"/>
                  </a:cubicBezTo>
                  <a:cubicBezTo>
                    <a:pt x="391" y="237"/>
                    <a:pt x="391" y="237"/>
                    <a:pt x="391" y="237"/>
                  </a:cubicBezTo>
                  <a:cubicBezTo>
                    <a:pt x="390" y="238"/>
                    <a:pt x="390" y="238"/>
                    <a:pt x="390" y="238"/>
                  </a:cubicBezTo>
                  <a:cubicBezTo>
                    <a:pt x="390" y="238"/>
                    <a:pt x="390" y="238"/>
                    <a:pt x="390" y="238"/>
                  </a:cubicBezTo>
                  <a:cubicBezTo>
                    <a:pt x="389" y="239"/>
                    <a:pt x="389" y="239"/>
                    <a:pt x="389" y="239"/>
                  </a:cubicBezTo>
                  <a:cubicBezTo>
                    <a:pt x="389" y="240"/>
                    <a:pt x="389" y="240"/>
                    <a:pt x="389" y="240"/>
                  </a:cubicBezTo>
                  <a:cubicBezTo>
                    <a:pt x="389" y="240"/>
                    <a:pt x="389" y="240"/>
                    <a:pt x="389" y="240"/>
                  </a:cubicBezTo>
                  <a:cubicBezTo>
                    <a:pt x="388" y="241"/>
                    <a:pt x="388" y="241"/>
                    <a:pt x="388" y="241"/>
                  </a:cubicBezTo>
                  <a:cubicBezTo>
                    <a:pt x="388" y="242"/>
                    <a:pt x="388" y="242"/>
                    <a:pt x="388" y="242"/>
                  </a:cubicBezTo>
                  <a:cubicBezTo>
                    <a:pt x="388" y="242"/>
                    <a:pt x="388" y="242"/>
                    <a:pt x="388" y="242"/>
                  </a:cubicBezTo>
                  <a:cubicBezTo>
                    <a:pt x="388" y="243"/>
                    <a:pt x="388" y="243"/>
                    <a:pt x="388" y="243"/>
                  </a:cubicBezTo>
                  <a:cubicBezTo>
                    <a:pt x="388" y="244"/>
                    <a:pt x="388" y="244"/>
                    <a:pt x="388" y="244"/>
                  </a:cubicBezTo>
                  <a:cubicBezTo>
                    <a:pt x="389" y="244"/>
                    <a:pt x="389" y="244"/>
                    <a:pt x="389" y="244"/>
                  </a:cubicBezTo>
                  <a:cubicBezTo>
                    <a:pt x="389" y="245"/>
                    <a:pt x="389" y="245"/>
                    <a:pt x="389" y="245"/>
                  </a:cubicBezTo>
                  <a:cubicBezTo>
                    <a:pt x="388" y="245"/>
                    <a:pt x="388" y="245"/>
                    <a:pt x="388" y="245"/>
                  </a:cubicBezTo>
                  <a:cubicBezTo>
                    <a:pt x="388" y="246"/>
                    <a:pt x="388" y="246"/>
                    <a:pt x="388" y="246"/>
                  </a:cubicBezTo>
                  <a:cubicBezTo>
                    <a:pt x="389" y="246"/>
                    <a:pt x="389" y="246"/>
                    <a:pt x="389" y="246"/>
                  </a:cubicBezTo>
                  <a:cubicBezTo>
                    <a:pt x="389" y="248"/>
                    <a:pt x="389" y="248"/>
                    <a:pt x="389" y="248"/>
                  </a:cubicBezTo>
                  <a:cubicBezTo>
                    <a:pt x="388" y="248"/>
                    <a:pt x="388" y="248"/>
                    <a:pt x="388" y="248"/>
                  </a:cubicBezTo>
                  <a:cubicBezTo>
                    <a:pt x="388" y="249"/>
                    <a:pt x="388" y="249"/>
                    <a:pt x="388" y="249"/>
                  </a:cubicBezTo>
                  <a:cubicBezTo>
                    <a:pt x="389" y="249"/>
                    <a:pt x="389" y="249"/>
                    <a:pt x="389" y="249"/>
                  </a:cubicBezTo>
                  <a:cubicBezTo>
                    <a:pt x="389" y="249"/>
                    <a:pt x="389" y="249"/>
                    <a:pt x="389" y="249"/>
                  </a:cubicBezTo>
                  <a:cubicBezTo>
                    <a:pt x="389" y="249"/>
                    <a:pt x="389" y="249"/>
                    <a:pt x="389" y="249"/>
                  </a:cubicBezTo>
                  <a:cubicBezTo>
                    <a:pt x="390" y="249"/>
                    <a:pt x="390" y="249"/>
                    <a:pt x="390" y="249"/>
                  </a:cubicBezTo>
                  <a:cubicBezTo>
                    <a:pt x="390" y="250"/>
                    <a:pt x="390" y="250"/>
                    <a:pt x="390" y="250"/>
                  </a:cubicBezTo>
                  <a:cubicBezTo>
                    <a:pt x="390" y="251"/>
                    <a:pt x="390" y="251"/>
                    <a:pt x="390" y="251"/>
                  </a:cubicBezTo>
                  <a:cubicBezTo>
                    <a:pt x="389" y="252"/>
                    <a:pt x="389" y="252"/>
                    <a:pt x="389" y="252"/>
                  </a:cubicBezTo>
                  <a:cubicBezTo>
                    <a:pt x="387" y="252"/>
                    <a:pt x="387" y="252"/>
                    <a:pt x="387" y="252"/>
                  </a:cubicBezTo>
                  <a:cubicBezTo>
                    <a:pt x="386" y="252"/>
                    <a:pt x="386" y="252"/>
                    <a:pt x="386" y="252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383" y="254"/>
                    <a:pt x="383" y="254"/>
                    <a:pt x="383" y="254"/>
                  </a:cubicBezTo>
                  <a:cubicBezTo>
                    <a:pt x="382" y="254"/>
                    <a:pt x="382" y="254"/>
                    <a:pt x="382" y="254"/>
                  </a:cubicBezTo>
                  <a:cubicBezTo>
                    <a:pt x="381" y="254"/>
                    <a:pt x="381" y="254"/>
                    <a:pt x="381" y="254"/>
                  </a:cubicBezTo>
                  <a:cubicBezTo>
                    <a:pt x="381" y="254"/>
                    <a:pt x="381" y="254"/>
                    <a:pt x="381" y="254"/>
                  </a:cubicBezTo>
                  <a:cubicBezTo>
                    <a:pt x="380" y="253"/>
                    <a:pt x="380" y="253"/>
                    <a:pt x="380" y="253"/>
                  </a:cubicBezTo>
                  <a:cubicBezTo>
                    <a:pt x="380" y="254"/>
                    <a:pt x="380" y="254"/>
                    <a:pt x="380" y="254"/>
                  </a:cubicBezTo>
                  <a:cubicBezTo>
                    <a:pt x="379" y="253"/>
                    <a:pt x="379" y="253"/>
                    <a:pt x="379" y="253"/>
                  </a:cubicBezTo>
                  <a:cubicBezTo>
                    <a:pt x="378" y="253"/>
                    <a:pt x="378" y="253"/>
                    <a:pt x="378" y="253"/>
                  </a:cubicBezTo>
                  <a:cubicBezTo>
                    <a:pt x="376" y="253"/>
                    <a:pt x="376" y="253"/>
                    <a:pt x="376" y="253"/>
                  </a:cubicBezTo>
                  <a:cubicBezTo>
                    <a:pt x="376" y="253"/>
                    <a:pt x="376" y="253"/>
                    <a:pt x="376" y="253"/>
                  </a:cubicBezTo>
                  <a:cubicBezTo>
                    <a:pt x="375" y="254"/>
                    <a:pt x="375" y="254"/>
                    <a:pt x="375" y="254"/>
                  </a:cubicBezTo>
                  <a:cubicBezTo>
                    <a:pt x="374" y="254"/>
                    <a:pt x="374" y="254"/>
                    <a:pt x="374" y="254"/>
                  </a:cubicBezTo>
                  <a:cubicBezTo>
                    <a:pt x="374" y="254"/>
                    <a:pt x="374" y="254"/>
                    <a:pt x="374" y="254"/>
                  </a:cubicBezTo>
                  <a:cubicBezTo>
                    <a:pt x="373" y="254"/>
                    <a:pt x="373" y="254"/>
                    <a:pt x="373" y="254"/>
                  </a:cubicBezTo>
                  <a:cubicBezTo>
                    <a:pt x="373" y="254"/>
                    <a:pt x="373" y="254"/>
                    <a:pt x="373" y="254"/>
                  </a:cubicBezTo>
                  <a:cubicBezTo>
                    <a:pt x="372" y="253"/>
                    <a:pt x="372" y="253"/>
                    <a:pt x="372" y="253"/>
                  </a:cubicBezTo>
                  <a:cubicBezTo>
                    <a:pt x="371" y="252"/>
                    <a:pt x="371" y="252"/>
                    <a:pt x="371" y="252"/>
                  </a:cubicBezTo>
                  <a:cubicBezTo>
                    <a:pt x="370" y="252"/>
                    <a:pt x="370" y="252"/>
                    <a:pt x="370" y="252"/>
                  </a:cubicBezTo>
                  <a:cubicBezTo>
                    <a:pt x="369" y="253"/>
                    <a:pt x="369" y="253"/>
                    <a:pt x="369" y="253"/>
                  </a:cubicBezTo>
                  <a:cubicBezTo>
                    <a:pt x="369" y="252"/>
                    <a:pt x="369" y="252"/>
                    <a:pt x="369" y="252"/>
                  </a:cubicBezTo>
                  <a:cubicBezTo>
                    <a:pt x="368" y="252"/>
                    <a:pt x="368" y="252"/>
                    <a:pt x="368" y="252"/>
                  </a:cubicBezTo>
                  <a:cubicBezTo>
                    <a:pt x="367" y="253"/>
                    <a:pt x="367" y="253"/>
                    <a:pt x="367" y="253"/>
                  </a:cubicBezTo>
                  <a:cubicBezTo>
                    <a:pt x="367" y="254"/>
                    <a:pt x="367" y="254"/>
                    <a:pt x="367" y="254"/>
                  </a:cubicBezTo>
                  <a:cubicBezTo>
                    <a:pt x="366" y="254"/>
                    <a:pt x="366" y="254"/>
                    <a:pt x="366" y="254"/>
                  </a:cubicBezTo>
                  <a:cubicBezTo>
                    <a:pt x="365" y="255"/>
                    <a:pt x="365" y="255"/>
                    <a:pt x="365" y="255"/>
                  </a:cubicBezTo>
                  <a:cubicBezTo>
                    <a:pt x="365" y="256"/>
                    <a:pt x="365" y="256"/>
                    <a:pt x="365" y="256"/>
                  </a:cubicBezTo>
                  <a:cubicBezTo>
                    <a:pt x="365" y="256"/>
                    <a:pt x="365" y="256"/>
                    <a:pt x="365" y="256"/>
                  </a:cubicBezTo>
                  <a:cubicBezTo>
                    <a:pt x="364" y="257"/>
                    <a:pt x="364" y="257"/>
                    <a:pt x="364" y="257"/>
                  </a:cubicBezTo>
                  <a:cubicBezTo>
                    <a:pt x="363" y="257"/>
                    <a:pt x="363" y="257"/>
                    <a:pt x="363" y="257"/>
                  </a:cubicBezTo>
                  <a:cubicBezTo>
                    <a:pt x="361" y="257"/>
                    <a:pt x="361" y="257"/>
                    <a:pt x="361" y="257"/>
                  </a:cubicBezTo>
                  <a:cubicBezTo>
                    <a:pt x="361" y="258"/>
                    <a:pt x="361" y="258"/>
                    <a:pt x="361" y="258"/>
                  </a:cubicBezTo>
                  <a:cubicBezTo>
                    <a:pt x="360" y="258"/>
                    <a:pt x="360" y="258"/>
                    <a:pt x="360" y="258"/>
                  </a:cubicBezTo>
                  <a:cubicBezTo>
                    <a:pt x="359" y="258"/>
                    <a:pt x="359" y="258"/>
                    <a:pt x="359" y="258"/>
                  </a:cubicBezTo>
                  <a:cubicBezTo>
                    <a:pt x="357" y="259"/>
                    <a:pt x="357" y="259"/>
                    <a:pt x="357" y="259"/>
                  </a:cubicBezTo>
                  <a:cubicBezTo>
                    <a:pt x="357" y="260"/>
                    <a:pt x="357" y="260"/>
                    <a:pt x="357" y="260"/>
                  </a:cubicBezTo>
                  <a:cubicBezTo>
                    <a:pt x="356" y="260"/>
                    <a:pt x="356" y="260"/>
                    <a:pt x="356" y="260"/>
                  </a:cubicBezTo>
                  <a:cubicBezTo>
                    <a:pt x="355" y="260"/>
                    <a:pt x="355" y="260"/>
                    <a:pt x="355" y="260"/>
                  </a:cubicBezTo>
                  <a:cubicBezTo>
                    <a:pt x="354" y="260"/>
                    <a:pt x="354" y="260"/>
                    <a:pt x="354" y="260"/>
                  </a:cubicBezTo>
                  <a:cubicBezTo>
                    <a:pt x="354" y="260"/>
                    <a:pt x="354" y="260"/>
                    <a:pt x="354" y="260"/>
                  </a:cubicBezTo>
                  <a:cubicBezTo>
                    <a:pt x="353" y="260"/>
                    <a:pt x="353" y="260"/>
                    <a:pt x="353" y="260"/>
                  </a:cubicBezTo>
                  <a:cubicBezTo>
                    <a:pt x="350" y="260"/>
                    <a:pt x="350" y="260"/>
                    <a:pt x="350" y="260"/>
                  </a:cubicBezTo>
                  <a:cubicBezTo>
                    <a:pt x="348" y="260"/>
                    <a:pt x="348" y="260"/>
                    <a:pt x="348" y="260"/>
                  </a:cubicBezTo>
                  <a:cubicBezTo>
                    <a:pt x="346" y="260"/>
                    <a:pt x="346" y="260"/>
                    <a:pt x="346" y="260"/>
                  </a:cubicBezTo>
                  <a:cubicBezTo>
                    <a:pt x="346" y="260"/>
                    <a:pt x="346" y="260"/>
                    <a:pt x="346" y="260"/>
                  </a:cubicBezTo>
                  <a:cubicBezTo>
                    <a:pt x="345" y="259"/>
                    <a:pt x="345" y="259"/>
                    <a:pt x="345" y="259"/>
                  </a:cubicBezTo>
                  <a:cubicBezTo>
                    <a:pt x="344" y="259"/>
                    <a:pt x="344" y="259"/>
                    <a:pt x="344" y="259"/>
                  </a:cubicBezTo>
                  <a:cubicBezTo>
                    <a:pt x="344" y="259"/>
                    <a:pt x="344" y="259"/>
                    <a:pt x="344" y="259"/>
                  </a:cubicBezTo>
                  <a:cubicBezTo>
                    <a:pt x="343" y="258"/>
                    <a:pt x="343" y="258"/>
                    <a:pt x="343" y="258"/>
                  </a:cubicBezTo>
                  <a:cubicBezTo>
                    <a:pt x="342" y="257"/>
                    <a:pt x="342" y="257"/>
                    <a:pt x="342" y="257"/>
                  </a:cubicBezTo>
                  <a:cubicBezTo>
                    <a:pt x="342" y="257"/>
                    <a:pt x="342" y="257"/>
                    <a:pt x="342" y="257"/>
                  </a:cubicBezTo>
                  <a:cubicBezTo>
                    <a:pt x="341" y="257"/>
                    <a:pt x="341" y="257"/>
                    <a:pt x="341" y="257"/>
                  </a:cubicBezTo>
                  <a:cubicBezTo>
                    <a:pt x="340" y="257"/>
                    <a:pt x="340" y="257"/>
                    <a:pt x="340" y="257"/>
                  </a:cubicBezTo>
                  <a:cubicBezTo>
                    <a:pt x="338" y="256"/>
                    <a:pt x="338" y="256"/>
                    <a:pt x="338" y="256"/>
                  </a:cubicBezTo>
                  <a:cubicBezTo>
                    <a:pt x="337" y="255"/>
                    <a:pt x="337" y="255"/>
                    <a:pt x="337" y="255"/>
                  </a:cubicBezTo>
                  <a:cubicBezTo>
                    <a:pt x="336" y="255"/>
                    <a:pt x="336" y="255"/>
                    <a:pt x="336" y="255"/>
                  </a:cubicBezTo>
                  <a:cubicBezTo>
                    <a:pt x="334" y="255"/>
                    <a:pt x="334" y="255"/>
                    <a:pt x="334" y="255"/>
                  </a:cubicBezTo>
                  <a:cubicBezTo>
                    <a:pt x="333" y="255"/>
                    <a:pt x="333" y="255"/>
                    <a:pt x="333" y="255"/>
                  </a:cubicBezTo>
                  <a:cubicBezTo>
                    <a:pt x="332" y="255"/>
                    <a:pt x="332" y="255"/>
                    <a:pt x="332" y="255"/>
                  </a:cubicBezTo>
                  <a:cubicBezTo>
                    <a:pt x="331" y="255"/>
                    <a:pt x="331" y="255"/>
                    <a:pt x="331" y="255"/>
                  </a:cubicBezTo>
                  <a:cubicBezTo>
                    <a:pt x="330" y="255"/>
                    <a:pt x="330" y="255"/>
                    <a:pt x="330" y="255"/>
                  </a:cubicBezTo>
                  <a:cubicBezTo>
                    <a:pt x="328" y="255"/>
                    <a:pt x="328" y="255"/>
                    <a:pt x="328" y="255"/>
                  </a:cubicBezTo>
                  <a:cubicBezTo>
                    <a:pt x="327" y="256"/>
                    <a:pt x="327" y="256"/>
                    <a:pt x="327" y="256"/>
                  </a:cubicBezTo>
                  <a:cubicBezTo>
                    <a:pt x="326" y="257"/>
                    <a:pt x="326" y="257"/>
                    <a:pt x="326" y="257"/>
                  </a:cubicBezTo>
                  <a:cubicBezTo>
                    <a:pt x="326" y="257"/>
                    <a:pt x="326" y="257"/>
                    <a:pt x="326" y="257"/>
                  </a:cubicBezTo>
                  <a:cubicBezTo>
                    <a:pt x="325" y="257"/>
                    <a:pt x="325" y="257"/>
                    <a:pt x="325" y="257"/>
                  </a:cubicBezTo>
                  <a:cubicBezTo>
                    <a:pt x="324" y="257"/>
                    <a:pt x="324" y="257"/>
                    <a:pt x="324" y="257"/>
                  </a:cubicBezTo>
                  <a:cubicBezTo>
                    <a:pt x="324" y="257"/>
                    <a:pt x="324" y="257"/>
                    <a:pt x="324" y="257"/>
                  </a:cubicBezTo>
                  <a:cubicBezTo>
                    <a:pt x="323" y="257"/>
                    <a:pt x="323" y="257"/>
                    <a:pt x="323" y="257"/>
                  </a:cubicBezTo>
                  <a:cubicBezTo>
                    <a:pt x="322" y="257"/>
                    <a:pt x="322" y="257"/>
                    <a:pt x="322" y="257"/>
                  </a:cubicBezTo>
                  <a:cubicBezTo>
                    <a:pt x="322" y="257"/>
                    <a:pt x="322" y="257"/>
                    <a:pt x="322" y="257"/>
                  </a:cubicBezTo>
                  <a:cubicBezTo>
                    <a:pt x="320" y="256"/>
                    <a:pt x="320" y="256"/>
                    <a:pt x="320" y="256"/>
                  </a:cubicBezTo>
                  <a:cubicBezTo>
                    <a:pt x="319" y="256"/>
                    <a:pt x="319" y="256"/>
                    <a:pt x="319" y="256"/>
                  </a:cubicBezTo>
                  <a:cubicBezTo>
                    <a:pt x="319" y="256"/>
                    <a:pt x="319" y="256"/>
                    <a:pt x="319" y="256"/>
                  </a:cubicBezTo>
                  <a:cubicBezTo>
                    <a:pt x="318" y="255"/>
                    <a:pt x="318" y="255"/>
                    <a:pt x="318" y="255"/>
                  </a:cubicBezTo>
                  <a:cubicBezTo>
                    <a:pt x="317" y="255"/>
                    <a:pt x="317" y="255"/>
                    <a:pt x="317" y="255"/>
                  </a:cubicBezTo>
                  <a:cubicBezTo>
                    <a:pt x="317" y="255"/>
                    <a:pt x="317" y="255"/>
                    <a:pt x="317" y="255"/>
                  </a:cubicBezTo>
                  <a:cubicBezTo>
                    <a:pt x="317" y="254"/>
                    <a:pt x="317" y="254"/>
                    <a:pt x="317" y="254"/>
                  </a:cubicBezTo>
                  <a:cubicBezTo>
                    <a:pt x="316" y="253"/>
                    <a:pt x="316" y="253"/>
                    <a:pt x="316" y="253"/>
                  </a:cubicBezTo>
                  <a:cubicBezTo>
                    <a:pt x="316" y="253"/>
                    <a:pt x="316" y="253"/>
                    <a:pt x="316" y="253"/>
                  </a:cubicBezTo>
                  <a:cubicBezTo>
                    <a:pt x="316" y="252"/>
                    <a:pt x="316" y="252"/>
                    <a:pt x="316" y="252"/>
                  </a:cubicBezTo>
                  <a:cubicBezTo>
                    <a:pt x="315" y="251"/>
                    <a:pt x="315" y="251"/>
                    <a:pt x="315" y="251"/>
                  </a:cubicBezTo>
                  <a:cubicBezTo>
                    <a:pt x="315" y="251"/>
                    <a:pt x="315" y="251"/>
                    <a:pt x="315" y="251"/>
                  </a:cubicBezTo>
                  <a:cubicBezTo>
                    <a:pt x="315" y="250"/>
                    <a:pt x="315" y="250"/>
                    <a:pt x="315" y="250"/>
                  </a:cubicBezTo>
                  <a:cubicBezTo>
                    <a:pt x="314" y="250"/>
                    <a:pt x="314" y="250"/>
                    <a:pt x="314" y="250"/>
                  </a:cubicBezTo>
                  <a:cubicBezTo>
                    <a:pt x="313" y="250"/>
                    <a:pt x="313" y="250"/>
                    <a:pt x="313" y="250"/>
                  </a:cubicBezTo>
                  <a:cubicBezTo>
                    <a:pt x="312" y="250"/>
                    <a:pt x="312" y="250"/>
                    <a:pt x="312" y="250"/>
                  </a:cubicBezTo>
                  <a:cubicBezTo>
                    <a:pt x="311" y="250"/>
                    <a:pt x="311" y="250"/>
                    <a:pt x="311" y="250"/>
                  </a:cubicBezTo>
                  <a:cubicBezTo>
                    <a:pt x="310" y="250"/>
                    <a:pt x="310" y="250"/>
                    <a:pt x="310" y="250"/>
                  </a:cubicBezTo>
                  <a:cubicBezTo>
                    <a:pt x="310" y="249"/>
                    <a:pt x="310" y="249"/>
                    <a:pt x="310" y="249"/>
                  </a:cubicBezTo>
                  <a:cubicBezTo>
                    <a:pt x="309" y="249"/>
                    <a:pt x="309" y="249"/>
                    <a:pt x="309" y="249"/>
                  </a:cubicBezTo>
                  <a:cubicBezTo>
                    <a:pt x="307" y="249"/>
                    <a:pt x="307" y="249"/>
                    <a:pt x="307" y="249"/>
                  </a:cubicBezTo>
                  <a:cubicBezTo>
                    <a:pt x="306" y="249"/>
                    <a:pt x="306" y="249"/>
                    <a:pt x="306" y="249"/>
                  </a:cubicBezTo>
                  <a:cubicBezTo>
                    <a:pt x="305" y="248"/>
                    <a:pt x="305" y="248"/>
                    <a:pt x="305" y="248"/>
                  </a:cubicBezTo>
                  <a:cubicBezTo>
                    <a:pt x="305" y="248"/>
                    <a:pt x="305" y="248"/>
                    <a:pt x="305" y="248"/>
                  </a:cubicBezTo>
                  <a:cubicBezTo>
                    <a:pt x="304" y="248"/>
                    <a:pt x="304" y="248"/>
                    <a:pt x="304" y="248"/>
                  </a:cubicBezTo>
                  <a:cubicBezTo>
                    <a:pt x="303" y="247"/>
                    <a:pt x="303" y="247"/>
                    <a:pt x="303" y="247"/>
                  </a:cubicBezTo>
                  <a:cubicBezTo>
                    <a:pt x="302" y="247"/>
                    <a:pt x="302" y="247"/>
                    <a:pt x="302" y="247"/>
                  </a:cubicBezTo>
                  <a:cubicBezTo>
                    <a:pt x="301" y="247"/>
                    <a:pt x="301" y="247"/>
                    <a:pt x="301" y="247"/>
                  </a:cubicBezTo>
                  <a:cubicBezTo>
                    <a:pt x="301" y="247"/>
                    <a:pt x="301" y="247"/>
                    <a:pt x="301" y="247"/>
                  </a:cubicBezTo>
                  <a:cubicBezTo>
                    <a:pt x="301" y="248"/>
                    <a:pt x="301" y="248"/>
                    <a:pt x="301" y="248"/>
                  </a:cubicBezTo>
                  <a:cubicBezTo>
                    <a:pt x="301" y="249"/>
                    <a:pt x="301" y="249"/>
                    <a:pt x="301" y="249"/>
                  </a:cubicBezTo>
                  <a:cubicBezTo>
                    <a:pt x="301" y="249"/>
                    <a:pt x="301" y="249"/>
                    <a:pt x="301" y="249"/>
                  </a:cubicBezTo>
                  <a:cubicBezTo>
                    <a:pt x="300" y="249"/>
                    <a:pt x="300" y="249"/>
                    <a:pt x="300" y="249"/>
                  </a:cubicBezTo>
                  <a:cubicBezTo>
                    <a:pt x="299" y="249"/>
                    <a:pt x="299" y="249"/>
                    <a:pt x="299" y="249"/>
                  </a:cubicBezTo>
                  <a:cubicBezTo>
                    <a:pt x="299" y="250"/>
                    <a:pt x="299" y="250"/>
                    <a:pt x="299" y="250"/>
                  </a:cubicBezTo>
                  <a:cubicBezTo>
                    <a:pt x="299" y="251"/>
                    <a:pt x="299" y="251"/>
                    <a:pt x="299" y="251"/>
                  </a:cubicBezTo>
                  <a:cubicBezTo>
                    <a:pt x="298" y="252"/>
                    <a:pt x="298" y="252"/>
                    <a:pt x="298" y="252"/>
                  </a:cubicBezTo>
                  <a:cubicBezTo>
                    <a:pt x="298" y="254"/>
                    <a:pt x="298" y="254"/>
                    <a:pt x="298" y="254"/>
                  </a:cubicBezTo>
                  <a:cubicBezTo>
                    <a:pt x="298" y="255"/>
                    <a:pt x="298" y="255"/>
                    <a:pt x="298" y="255"/>
                  </a:cubicBezTo>
                  <a:cubicBezTo>
                    <a:pt x="300" y="255"/>
                    <a:pt x="300" y="255"/>
                    <a:pt x="300" y="255"/>
                  </a:cubicBezTo>
                  <a:cubicBezTo>
                    <a:pt x="300" y="255"/>
                    <a:pt x="300" y="255"/>
                    <a:pt x="300" y="255"/>
                  </a:cubicBezTo>
                  <a:cubicBezTo>
                    <a:pt x="301" y="256"/>
                    <a:pt x="301" y="256"/>
                    <a:pt x="301" y="256"/>
                  </a:cubicBezTo>
                  <a:cubicBezTo>
                    <a:pt x="301" y="256"/>
                    <a:pt x="301" y="256"/>
                    <a:pt x="301" y="256"/>
                  </a:cubicBezTo>
                  <a:cubicBezTo>
                    <a:pt x="301" y="258"/>
                    <a:pt x="301" y="258"/>
                    <a:pt x="301" y="258"/>
                  </a:cubicBezTo>
                  <a:cubicBezTo>
                    <a:pt x="301" y="259"/>
                    <a:pt x="301" y="259"/>
                    <a:pt x="301" y="259"/>
                  </a:cubicBezTo>
                  <a:cubicBezTo>
                    <a:pt x="302" y="259"/>
                    <a:pt x="302" y="259"/>
                    <a:pt x="302" y="259"/>
                  </a:cubicBezTo>
                  <a:cubicBezTo>
                    <a:pt x="302" y="260"/>
                    <a:pt x="302" y="260"/>
                    <a:pt x="302" y="260"/>
                  </a:cubicBezTo>
                  <a:cubicBezTo>
                    <a:pt x="301" y="261"/>
                    <a:pt x="301" y="261"/>
                    <a:pt x="301" y="261"/>
                  </a:cubicBezTo>
                  <a:cubicBezTo>
                    <a:pt x="300" y="261"/>
                    <a:pt x="300" y="261"/>
                    <a:pt x="300" y="261"/>
                  </a:cubicBezTo>
                  <a:cubicBezTo>
                    <a:pt x="299" y="261"/>
                    <a:pt x="299" y="261"/>
                    <a:pt x="299" y="261"/>
                  </a:cubicBezTo>
                  <a:cubicBezTo>
                    <a:pt x="299" y="261"/>
                    <a:pt x="299" y="261"/>
                    <a:pt x="299" y="261"/>
                  </a:cubicBezTo>
                  <a:cubicBezTo>
                    <a:pt x="298" y="261"/>
                    <a:pt x="298" y="261"/>
                    <a:pt x="298" y="261"/>
                  </a:cubicBezTo>
                  <a:cubicBezTo>
                    <a:pt x="297" y="261"/>
                    <a:pt x="297" y="261"/>
                    <a:pt x="297" y="261"/>
                  </a:cubicBezTo>
                  <a:cubicBezTo>
                    <a:pt x="295" y="261"/>
                    <a:pt x="295" y="261"/>
                    <a:pt x="295" y="261"/>
                  </a:cubicBezTo>
                  <a:cubicBezTo>
                    <a:pt x="295" y="261"/>
                    <a:pt x="295" y="261"/>
                    <a:pt x="295" y="261"/>
                  </a:cubicBezTo>
                  <a:cubicBezTo>
                    <a:pt x="294" y="261"/>
                    <a:pt x="294" y="261"/>
                    <a:pt x="294" y="261"/>
                  </a:cubicBezTo>
                  <a:cubicBezTo>
                    <a:pt x="293" y="261"/>
                    <a:pt x="293" y="261"/>
                    <a:pt x="293" y="261"/>
                  </a:cubicBezTo>
                  <a:cubicBezTo>
                    <a:pt x="292" y="261"/>
                    <a:pt x="292" y="261"/>
                    <a:pt x="292" y="261"/>
                  </a:cubicBezTo>
                  <a:cubicBezTo>
                    <a:pt x="291" y="261"/>
                    <a:pt x="291" y="261"/>
                    <a:pt x="291" y="261"/>
                  </a:cubicBezTo>
                  <a:cubicBezTo>
                    <a:pt x="290" y="262"/>
                    <a:pt x="290" y="262"/>
                    <a:pt x="290" y="262"/>
                  </a:cubicBezTo>
                  <a:cubicBezTo>
                    <a:pt x="290" y="262"/>
                    <a:pt x="290" y="262"/>
                    <a:pt x="290" y="262"/>
                  </a:cubicBezTo>
                  <a:cubicBezTo>
                    <a:pt x="288" y="261"/>
                    <a:pt x="288" y="261"/>
                    <a:pt x="288" y="261"/>
                  </a:cubicBezTo>
                  <a:cubicBezTo>
                    <a:pt x="287" y="261"/>
                    <a:pt x="287" y="261"/>
                    <a:pt x="287" y="261"/>
                  </a:cubicBezTo>
                  <a:cubicBezTo>
                    <a:pt x="285" y="259"/>
                    <a:pt x="285" y="259"/>
                    <a:pt x="285" y="259"/>
                  </a:cubicBezTo>
                  <a:cubicBezTo>
                    <a:pt x="285" y="259"/>
                    <a:pt x="285" y="259"/>
                    <a:pt x="285" y="259"/>
                  </a:cubicBezTo>
                  <a:cubicBezTo>
                    <a:pt x="285" y="258"/>
                    <a:pt x="285" y="258"/>
                    <a:pt x="285" y="258"/>
                  </a:cubicBezTo>
                  <a:cubicBezTo>
                    <a:pt x="285" y="258"/>
                    <a:pt x="285" y="258"/>
                    <a:pt x="285" y="258"/>
                  </a:cubicBezTo>
                  <a:cubicBezTo>
                    <a:pt x="283" y="258"/>
                    <a:pt x="283" y="258"/>
                    <a:pt x="283" y="258"/>
                  </a:cubicBezTo>
                  <a:cubicBezTo>
                    <a:pt x="283" y="258"/>
                    <a:pt x="283" y="258"/>
                    <a:pt x="283" y="258"/>
                  </a:cubicBezTo>
                  <a:cubicBezTo>
                    <a:pt x="282" y="258"/>
                    <a:pt x="282" y="258"/>
                    <a:pt x="282" y="258"/>
                  </a:cubicBezTo>
                  <a:cubicBezTo>
                    <a:pt x="281" y="258"/>
                    <a:pt x="281" y="258"/>
                    <a:pt x="281" y="258"/>
                  </a:cubicBezTo>
                  <a:cubicBezTo>
                    <a:pt x="280" y="258"/>
                    <a:pt x="280" y="258"/>
                    <a:pt x="280" y="258"/>
                  </a:cubicBezTo>
                  <a:cubicBezTo>
                    <a:pt x="280" y="258"/>
                    <a:pt x="280" y="258"/>
                    <a:pt x="280" y="258"/>
                  </a:cubicBezTo>
                  <a:cubicBezTo>
                    <a:pt x="280" y="257"/>
                    <a:pt x="280" y="257"/>
                    <a:pt x="280" y="257"/>
                  </a:cubicBezTo>
                  <a:cubicBezTo>
                    <a:pt x="279" y="257"/>
                    <a:pt x="279" y="257"/>
                    <a:pt x="279" y="257"/>
                  </a:cubicBezTo>
                  <a:cubicBezTo>
                    <a:pt x="279" y="257"/>
                    <a:pt x="279" y="257"/>
                    <a:pt x="279" y="257"/>
                  </a:cubicBezTo>
                  <a:cubicBezTo>
                    <a:pt x="278" y="257"/>
                    <a:pt x="278" y="257"/>
                    <a:pt x="278" y="257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76" y="257"/>
                    <a:pt x="276" y="257"/>
                    <a:pt x="276" y="257"/>
                  </a:cubicBezTo>
                  <a:cubicBezTo>
                    <a:pt x="274" y="257"/>
                    <a:pt x="274" y="257"/>
                    <a:pt x="274" y="257"/>
                  </a:cubicBezTo>
                  <a:cubicBezTo>
                    <a:pt x="273" y="258"/>
                    <a:pt x="273" y="258"/>
                    <a:pt x="273" y="258"/>
                  </a:cubicBezTo>
                  <a:cubicBezTo>
                    <a:pt x="273" y="259"/>
                    <a:pt x="273" y="259"/>
                    <a:pt x="273" y="259"/>
                  </a:cubicBezTo>
                  <a:cubicBezTo>
                    <a:pt x="272" y="259"/>
                    <a:pt x="272" y="259"/>
                    <a:pt x="272" y="259"/>
                  </a:cubicBezTo>
                  <a:cubicBezTo>
                    <a:pt x="271" y="259"/>
                    <a:pt x="271" y="259"/>
                    <a:pt x="271" y="259"/>
                  </a:cubicBezTo>
                  <a:cubicBezTo>
                    <a:pt x="271" y="259"/>
                    <a:pt x="271" y="259"/>
                    <a:pt x="271" y="259"/>
                  </a:cubicBezTo>
                  <a:cubicBezTo>
                    <a:pt x="271" y="259"/>
                    <a:pt x="271" y="259"/>
                    <a:pt x="271" y="259"/>
                  </a:cubicBezTo>
                  <a:cubicBezTo>
                    <a:pt x="271" y="260"/>
                    <a:pt x="271" y="260"/>
                    <a:pt x="271" y="260"/>
                  </a:cubicBezTo>
                  <a:cubicBezTo>
                    <a:pt x="271" y="260"/>
                    <a:pt x="271" y="260"/>
                    <a:pt x="271" y="260"/>
                  </a:cubicBezTo>
                  <a:cubicBezTo>
                    <a:pt x="270" y="261"/>
                    <a:pt x="270" y="261"/>
                    <a:pt x="270" y="261"/>
                  </a:cubicBezTo>
                  <a:cubicBezTo>
                    <a:pt x="269" y="261"/>
                    <a:pt x="269" y="261"/>
                    <a:pt x="269" y="261"/>
                  </a:cubicBezTo>
                  <a:cubicBezTo>
                    <a:pt x="269" y="262"/>
                    <a:pt x="269" y="262"/>
                    <a:pt x="269" y="262"/>
                  </a:cubicBezTo>
                  <a:cubicBezTo>
                    <a:pt x="269" y="262"/>
                    <a:pt x="269" y="262"/>
                    <a:pt x="269" y="262"/>
                  </a:cubicBezTo>
                  <a:cubicBezTo>
                    <a:pt x="267" y="263"/>
                    <a:pt x="267" y="263"/>
                    <a:pt x="267" y="263"/>
                  </a:cubicBezTo>
                  <a:cubicBezTo>
                    <a:pt x="267" y="264"/>
                    <a:pt x="267" y="264"/>
                    <a:pt x="267" y="264"/>
                  </a:cubicBezTo>
                  <a:cubicBezTo>
                    <a:pt x="267" y="264"/>
                    <a:pt x="267" y="264"/>
                    <a:pt x="267" y="264"/>
                  </a:cubicBezTo>
                  <a:cubicBezTo>
                    <a:pt x="266" y="265"/>
                    <a:pt x="266" y="265"/>
                    <a:pt x="266" y="265"/>
                  </a:cubicBezTo>
                  <a:cubicBezTo>
                    <a:pt x="265" y="266"/>
                    <a:pt x="265" y="266"/>
                    <a:pt x="265" y="266"/>
                  </a:cubicBezTo>
                  <a:cubicBezTo>
                    <a:pt x="265" y="266"/>
                    <a:pt x="265" y="266"/>
                    <a:pt x="265" y="266"/>
                  </a:cubicBezTo>
                  <a:cubicBezTo>
                    <a:pt x="263" y="266"/>
                    <a:pt x="263" y="266"/>
                    <a:pt x="263" y="266"/>
                  </a:cubicBezTo>
                  <a:cubicBezTo>
                    <a:pt x="262" y="266"/>
                    <a:pt x="262" y="266"/>
                    <a:pt x="262" y="266"/>
                  </a:cubicBezTo>
                  <a:cubicBezTo>
                    <a:pt x="261" y="268"/>
                    <a:pt x="261" y="268"/>
                    <a:pt x="261" y="268"/>
                  </a:cubicBezTo>
                  <a:cubicBezTo>
                    <a:pt x="261" y="268"/>
                    <a:pt x="261" y="268"/>
                    <a:pt x="261" y="268"/>
                  </a:cubicBezTo>
                  <a:cubicBezTo>
                    <a:pt x="261" y="268"/>
                    <a:pt x="261" y="268"/>
                    <a:pt x="261" y="268"/>
                  </a:cubicBezTo>
                  <a:cubicBezTo>
                    <a:pt x="260" y="268"/>
                    <a:pt x="260" y="268"/>
                    <a:pt x="260" y="268"/>
                  </a:cubicBezTo>
                  <a:cubicBezTo>
                    <a:pt x="259" y="268"/>
                    <a:pt x="259" y="268"/>
                    <a:pt x="259" y="268"/>
                  </a:cubicBezTo>
                  <a:cubicBezTo>
                    <a:pt x="259" y="267"/>
                    <a:pt x="259" y="267"/>
                    <a:pt x="259" y="267"/>
                  </a:cubicBezTo>
                  <a:cubicBezTo>
                    <a:pt x="258" y="267"/>
                    <a:pt x="258" y="267"/>
                    <a:pt x="258" y="267"/>
                  </a:cubicBezTo>
                  <a:cubicBezTo>
                    <a:pt x="257" y="266"/>
                    <a:pt x="257" y="266"/>
                    <a:pt x="257" y="266"/>
                  </a:cubicBezTo>
                  <a:cubicBezTo>
                    <a:pt x="256" y="266"/>
                    <a:pt x="256" y="266"/>
                    <a:pt x="256" y="266"/>
                  </a:cubicBezTo>
                  <a:cubicBezTo>
                    <a:pt x="256" y="265"/>
                    <a:pt x="256" y="265"/>
                    <a:pt x="256" y="265"/>
                  </a:cubicBezTo>
                  <a:cubicBezTo>
                    <a:pt x="256" y="264"/>
                    <a:pt x="256" y="264"/>
                    <a:pt x="256" y="264"/>
                  </a:cubicBezTo>
                  <a:cubicBezTo>
                    <a:pt x="256" y="264"/>
                    <a:pt x="256" y="264"/>
                    <a:pt x="256" y="264"/>
                  </a:cubicBezTo>
                  <a:cubicBezTo>
                    <a:pt x="255" y="265"/>
                    <a:pt x="255" y="265"/>
                    <a:pt x="255" y="265"/>
                  </a:cubicBezTo>
                  <a:cubicBezTo>
                    <a:pt x="254" y="265"/>
                    <a:pt x="254" y="265"/>
                    <a:pt x="254" y="265"/>
                  </a:cubicBezTo>
                  <a:cubicBezTo>
                    <a:pt x="253" y="265"/>
                    <a:pt x="253" y="265"/>
                    <a:pt x="253" y="265"/>
                  </a:cubicBezTo>
                  <a:cubicBezTo>
                    <a:pt x="251" y="266"/>
                    <a:pt x="251" y="266"/>
                    <a:pt x="251" y="266"/>
                  </a:cubicBezTo>
                  <a:cubicBezTo>
                    <a:pt x="251" y="266"/>
                    <a:pt x="251" y="266"/>
                    <a:pt x="251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6"/>
                    <a:pt x="249" y="266"/>
                    <a:pt x="249" y="266"/>
                  </a:cubicBezTo>
                  <a:cubicBezTo>
                    <a:pt x="248" y="266"/>
                    <a:pt x="248" y="266"/>
                    <a:pt x="248" y="266"/>
                  </a:cubicBezTo>
                  <a:cubicBezTo>
                    <a:pt x="248" y="266"/>
                    <a:pt x="248" y="266"/>
                    <a:pt x="248" y="266"/>
                  </a:cubicBezTo>
                  <a:cubicBezTo>
                    <a:pt x="248" y="265"/>
                    <a:pt x="248" y="265"/>
                    <a:pt x="248" y="265"/>
                  </a:cubicBezTo>
                  <a:cubicBezTo>
                    <a:pt x="248" y="265"/>
                    <a:pt x="248" y="265"/>
                    <a:pt x="248" y="265"/>
                  </a:cubicBezTo>
                  <a:cubicBezTo>
                    <a:pt x="248" y="264"/>
                    <a:pt x="248" y="264"/>
                    <a:pt x="248" y="264"/>
                  </a:cubicBezTo>
                  <a:cubicBezTo>
                    <a:pt x="248" y="264"/>
                    <a:pt x="248" y="264"/>
                    <a:pt x="248" y="264"/>
                  </a:cubicBezTo>
                  <a:cubicBezTo>
                    <a:pt x="248" y="263"/>
                    <a:pt x="248" y="263"/>
                    <a:pt x="248" y="263"/>
                  </a:cubicBezTo>
                  <a:cubicBezTo>
                    <a:pt x="247" y="263"/>
                    <a:pt x="247" y="263"/>
                    <a:pt x="247" y="263"/>
                  </a:cubicBezTo>
                  <a:cubicBezTo>
                    <a:pt x="247" y="263"/>
                    <a:pt x="247" y="263"/>
                    <a:pt x="247" y="263"/>
                  </a:cubicBezTo>
                  <a:cubicBezTo>
                    <a:pt x="246" y="262"/>
                    <a:pt x="246" y="262"/>
                    <a:pt x="246" y="262"/>
                  </a:cubicBezTo>
                  <a:cubicBezTo>
                    <a:pt x="245" y="262"/>
                    <a:pt x="245" y="262"/>
                    <a:pt x="245" y="262"/>
                  </a:cubicBezTo>
                  <a:cubicBezTo>
                    <a:pt x="244" y="262"/>
                    <a:pt x="244" y="262"/>
                    <a:pt x="244" y="262"/>
                  </a:cubicBezTo>
                  <a:cubicBezTo>
                    <a:pt x="244" y="261"/>
                    <a:pt x="244" y="261"/>
                    <a:pt x="244" y="261"/>
                  </a:cubicBezTo>
                  <a:cubicBezTo>
                    <a:pt x="243" y="260"/>
                    <a:pt x="243" y="260"/>
                    <a:pt x="243" y="260"/>
                  </a:cubicBezTo>
                  <a:cubicBezTo>
                    <a:pt x="242" y="259"/>
                    <a:pt x="242" y="259"/>
                    <a:pt x="242" y="259"/>
                  </a:cubicBezTo>
                  <a:cubicBezTo>
                    <a:pt x="240" y="259"/>
                    <a:pt x="240" y="259"/>
                    <a:pt x="240" y="259"/>
                  </a:cubicBezTo>
                  <a:cubicBezTo>
                    <a:pt x="239" y="259"/>
                    <a:pt x="239" y="259"/>
                    <a:pt x="239" y="259"/>
                  </a:cubicBezTo>
                  <a:cubicBezTo>
                    <a:pt x="237" y="259"/>
                    <a:pt x="237" y="259"/>
                    <a:pt x="237" y="259"/>
                  </a:cubicBezTo>
                  <a:cubicBezTo>
                    <a:pt x="237" y="259"/>
                    <a:pt x="237" y="259"/>
                    <a:pt x="237" y="259"/>
                  </a:cubicBezTo>
                  <a:cubicBezTo>
                    <a:pt x="238" y="260"/>
                    <a:pt x="238" y="260"/>
                    <a:pt x="238" y="260"/>
                  </a:cubicBezTo>
                  <a:cubicBezTo>
                    <a:pt x="237" y="260"/>
                    <a:pt x="237" y="260"/>
                    <a:pt x="237" y="260"/>
                  </a:cubicBezTo>
                  <a:cubicBezTo>
                    <a:pt x="236" y="260"/>
                    <a:pt x="236" y="260"/>
                    <a:pt x="236" y="260"/>
                  </a:cubicBezTo>
                  <a:cubicBezTo>
                    <a:pt x="236" y="260"/>
                    <a:pt x="236" y="260"/>
                    <a:pt x="236" y="260"/>
                  </a:cubicBezTo>
                  <a:cubicBezTo>
                    <a:pt x="235" y="261"/>
                    <a:pt x="235" y="261"/>
                    <a:pt x="235" y="261"/>
                  </a:cubicBezTo>
                  <a:cubicBezTo>
                    <a:pt x="234" y="260"/>
                    <a:pt x="234" y="260"/>
                    <a:pt x="234" y="260"/>
                  </a:cubicBezTo>
                  <a:cubicBezTo>
                    <a:pt x="233" y="260"/>
                    <a:pt x="233" y="260"/>
                    <a:pt x="233" y="260"/>
                  </a:cubicBezTo>
                  <a:cubicBezTo>
                    <a:pt x="232" y="261"/>
                    <a:pt x="232" y="261"/>
                    <a:pt x="232" y="261"/>
                  </a:cubicBezTo>
                  <a:cubicBezTo>
                    <a:pt x="232" y="261"/>
                    <a:pt x="232" y="261"/>
                    <a:pt x="232" y="261"/>
                  </a:cubicBezTo>
                  <a:cubicBezTo>
                    <a:pt x="231" y="260"/>
                    <a:pt x="231" y="260"/>
                    <a:pt x="231" y="260"/>
                  </a:cubicBezTo>
                  <a:cubicBezTo>
                    <a:pt x="230" y="260"/>
                    <a:pt x="230" y="260"/>
                    <a:pt x="230" y="260"/>
                  </a:cubicBezTo>
                  <a:cubicBezTo>
                    <a:pt x="230" y="259"/>
                    <a:pt x="230" y="259"/>
                    <a:pt x="230" y="259"/>
                  </a:cubicBezTo>
                  <a:cubicBezTo>
                    <a:pt x="230" y="259"/>
                    <a:pt x="230" y="259"/>
                    <a:pt x="230" y="259"/>
                  </a:cubicBezTo>
                  <a:cubicBezTo>
                    <a:pt x="229" y="258"/>
                    <a:pt x="229" y="258"/>
                    <a:pt x="229" y="258"/>
                  </a:cubicBezTo>
                  <a:cubicBezTo>
                    <a:pt x="228" y="258"/>
                    <a:pt x="228" y="258"/>
                    <a:pt x="228" y="258"/>
                  </a:cubicBezTo>
                  <a:cubicBezTo>
                    <a:pt x="228" y="259"/>
                    <a:pt x="228" y="259"/>
                    <a:pt x="228" y="259"/>
                  </a:cubicBezTo>
                  <a:cubicBezTo>
                    <a:pt x="228" y="259"/>
                    <a:pt x="228" y="259"/>
                    <a:pt x="228" y="259"/>
                  </a:cubicBezTo>
                  <a:cubicBezTo>
                    <a:pt x="228" y="260"/>
                    <a:pt x="228" y="260"/>
                    <a:pt x="228" y="260"/>
                  </a:cubicBezTo>
                  <a:cubicBezTo>
                    <a:pt x="227" y="260"/>
                    <a:pt x="227" y="260"/>
                    <a:pt x="227" y="260"/>
                  </a:cubicBezTo>
                  <a:cubicBezTo>
                    <a:pt x="226" y="260"/>
                    <a:pt x="226" y="260"/>
                    <a:pt x="226" y="260"/>
                  </a:cubicBezTo>
                  <a:cubicBezTo>
                    <a:pt x="215" y="248"/>
                    <a:pt x="215" y="248"/>
                    <a:pt x="215" y="248"/>
                  </a:cubicBezTo>
                  <a:cubicBezTo>
                    <a:pt x="207" y="243"/>
                    <a:pt x="207" y="243"/>
                    <a:pt x="207" y="243"/>
                  </a:cubicBezTo>
                  <a:cubicBezTo>
                    <a:pt x="207" y="242"/>
                    <a:pt x="207" y="242"/>
                    <a:pt x="207" y="242"/>
                  </a:cubicBezTo>
                  <a:cubicBezTo>
                    <a:pt x="208" y="242"/>
                    <a:pt x="208" y="242"/>
                    <a:pt x="208" y="242"/>
                  </a:cubicBezTo>
                  <a:cubicBezTo>
                    <a:pt x="208" y="241"/>
                    <a:pt x="208" y="241"/>
                    <a:pt x="208" y="241"/>
                  </a:cubicBezTo>
                  <a:cubicBezTo>
                    <a:pt x="208" y="241"/>
                    <a:pt x="208" y="241"/>
                    <a:pt x="208" y="241"/>
                  </a:cubicBezTo>
                  <a:cubicBezTo>
                    <a:pt x="208" y="240"/>
                    <a:pt x="208" y="240"/>
                    <a:pt x="208" y="240"/>
                  </a:cubicBezTo>
                  <a:cubicBezTo>
                    <a:pt x="207" y="241"/>
                    <a:pt x="207" y="241"/>
                    <a:pt x="207" y="241"/>
                  </a:cubicBezTo>
                  <a:cubicBezTo>
                    <a:pt x="206" y="241"/>
                    <a:pt x="206" y="241"/>
                    <a:pt x="206" y="241"/>
                  </a:cubicBezTo>
                  <a:cubicBezTo>
                    <a:pt x="205" y="241"/>
                    <a:pt x="205" y="241"/>
                    <a:pt x="205" y="241"/>
                  </a:cubicBezTo>
                  <a:cubicBezTo>
                    <a:pt x="205" y="242"/>
                    <a:pt x="205" y="242"/>
                    <a:pt x="205" y="242"/>
                  </a:cubicBezTo>
                  <a:cubicBezTo>
                    <a:pt x="204" y="243"/>
                    <a:pt x="204" y="243"/>
                    <a:pt x="204" y="243"/>
                  </a:cubicBezTo>
                  <a:cubicBezTo>
                    <a:pt x="203" y="243"/>
                    <a:pt x="203" y="243"/>
                    <a:pt x="203" y="243"/>
                  </a:cubicBezTo>
                  <a:cubicBezTo>
                    <a:pt x="203" y="244"/>
                    <a:pt x="203" y="244"/>
                    <a:pt x="203" y="244"/>
                  </a:cubicBezTo>
                  <a:cubicBezTo>
                    <a:pt x="202" y="244"/>
                    <a:pt x="202" y="244"/>
                    <a:pt x="202" y="244"/>
                  </a:cubicBezTo>
                  <a:cubicBezTo>
                    <a:pt x="202" y="245"/>
                    <a:pt x="202" y="245"/>
                    <a:pt x="202" y="245"/>
                  </a:cubicBezTo>
                  <a:cubicBezTo>
                    <a:pt x="200" y="245"/>
                    <a:pt x="200" y="245"/>
                    <a:pt x="200" y="245"/>
                  </a:cubicBezTo>
                  <a:cubicBezTo>
                    <a:pt x="199" y="245"/>
                    <a:pt x="199" y="245"/>
                    <a:pt x="199" y="245"/>
                  </a:cubicBezTo>
                  <a:cubicBezTo>
                    <a:pt x="200" y="246"/>
                    <a:pt x="200" y="246"/>
                    <a:pt x="200" y="246"/>
                  </a:cubicBezTo>
                  <a:cubicBezTo>
                    <a:pt x="199" y="247"/>
                    <a:pt x="199" y="247"/>
                    <a:pt x="199" y="247"/>
                  </a:cubicBezTo>
                  <a:cubicBezTo>
                    <a:pt x="199" y="246"/>
                    <a:pt x="199" y="246"/>
                    <a:pt x="199" y="246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96" y="246"/>
                    <a:pt x="196" y="246"/>
                    <a:pt x="196" y="246"/>
                  </a:cubicBezTo>
                  <a:cubicBezTo>
                    <a:pt x="195" y="247"/>
                    <a:pt x="195" y="247"/>
                    <a:pt x="195" y="247"/>
                  </a:cubicBezTo>
                  <a:cubicBezTo>
                    <a:pt x="195" y="247"/>
                    <a:pt x="195" y="247"/>
                    <a:pt x="195" y="247"/>
                  </a:cubicBezTo>
                  <a:cubicBezTo>
                    <a:pt x="194" y="246"/>
                    <a:pt x="194" y="246"/>
                    <a:pt x="194" y="246"/>
                  </a:cubicBezTo>
                  <a:cubicBezTo>
                    <a:pt x="194" y="245"/>
                    <a:pt x="194" y="245"/>
                    <a:pt x="194" y="245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195" y="244"/>
                    <a:pt x="195" y="244"/>
                    <a:pt x="195" y="244"/>
                  </a:cubicBezTo>
                  <a:cubicBezTo>
                    <a:pt x="195" y="244"/>
                    <a:pt x="195" y="244"/>
                    <a:pt x="195" y="244"/>
                  </a:cubicBezTo>
                  <a:cubicBezTo>
                    <a:pt x="194" y="244"/>
                    <a:pt x="194" y="244"/>
                    <a:pt x="194" y="244"/>
                  </a:cubicBezTo>
                  <a:cubicBezTo>
                    <a:pt x="193" y="244"/>
                    <a:pt x="193" y="244"/>
                    <a:pt x="193" y="244"/>
                  </a:cubicBezTo>
                  <a:cubicBezTo>
                    <a:pt x="192" y="243"/>
                    <a:pt x="192" y="243"/>
                    <a:pt x="192" y="243"/>
                  </a:cubicBezTo>
                  <a:cubicBezTo>
                    <a:pt x="191" y="243"/>
                    <a:pt x="191" y="243"/>
                    <a:pt x="191" y="243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1" y="245"/>
                    <a:pt x="191" y="245"/>
                    <a:pt x="191" y="245"/>
                  </a:cubicBezTo>
                  <a:cubicBezTo>
                    <a:pt x="190" y="245"/>
                    <a:pt x="190" y="245"/>
                    <a:pt x="190" y="245"/>
                  </a:cubicBezTo>
                  <a:cubicBezTo>
                    <a:pt x="190" y="244"/>
                    <a:pt x="190" y="244"/>
                    <a:pt x="190" y="244"/>
                  </a:cubicBezTo>
                  <a:cubicBezTo>
                    <a:pt x="190" y="243"/>
                    <a:pt x="190" y="243"/>
                    <a:pt x="190" y="243"/>
                  </a:cubicBezTo>
                  <a:cubicBezTo>
                    <a:pt x="188" y="242"/>
                    <a:pt x="188" y="242"/>
                    <a:pt x="188" y="242"/>
                  </a:cubicBezTo>
                  <a:cubicBezTo>
                    <a:pt x="188" y="242"/>
                    <a:pt x="188" y="242"/>
                    <a:pt x="188" y="242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7" y="243"/>
                    <a:pt x="187" y="243"/>
                    <a:pt x="187" y="243"/>
                  </a:cubicBezTo>
                  <a:cubicBezTo>
                    <a:pt x="187" y="242"/>
                    <a:pt x="187" y="242"/>
                    <a:pt x="187" y="242"/>
                  </a:cubicBezTo>
                  <a:cubicBezTo>
                    <a:pt x="187" y="243"/>
                    <a:pt x="187" y="243"/>
                    <a:pt x="187" y="243"/>
                  </a:cubicBezTo>
                  <a:cubicBezTo>
                    <a:pt x="186" y="243"/>
                    <a:pt x="186" y="243"/>
                    <a:pt x="186" y="243"/>
                  </a:cubicBezTo>
                  <a:cubicBezTo>
                    <a:pt x="186" y="243"/>
                    <a:pt x="186" y="243"/>
                    <a:pt x="186" y="243"/>
                  </a:cubicBezTo>
                  <a:cubicBezTo>
                    <a:pt x="185" y="243"/>
                    <a:pt x="185" y="243"/>
                    <a:pt x="185" y="243"/>
                  </a:cubicBezTo>
                  <a:cubicBezTo>
                    <a:pt x="184" y="243"/>
                    <a:pt x="184" y="243"/>
                    <a:pt x="184" y="243"/>
                  </a:cubicBezTo>
                  <a:cubicBezTo>
                    <a:pt x="184" y="243"/>
                    <a:pt x="184" y="243"/>
                    <a:pt x="184" y="243"/>
                  </a:cubicBezTo>
                  <a:cubicBezTo>
                    <a:pt x="183" y="242"/>
                    <a:pt x="183" y="242"/>
                    <a:pt x="183" y="242"/>
                  </a:cubicBezTo>
                  <a:cubicBezTo>
                    <a:pt x="184" y="242"/>
                    <a:pt x="184" y="242"/>
                    <a:pt x="184" y="242"/>
                  </a:cubicBezTo>
                  <a:cubicBezTo>
                    <a:pt x="184" y="242"/>
                    <a:pt x="184" y="242"/>
                    <a:pt x="184" y="242"/>
                  </a:cubicBezTo>
                  <a:cubicBezTo>
                    <a:pt x="184" y="241"/>
                    <a:pt x="184" y="241"/>
                    <a:pt x="184" y="241"/>
                  </a:cubicBezTo>
                  <a:cubicBezTo>
                    <a:pt x="184" y="240"/>
                    <a:pt x="184" y="240"/>
                    <a:pt x="184" y="240"/>
                  </a:cubicBezTo>
                  <a:cubicBezTo>
                    <a:pt x="184" y="240"/>
                    <a:pt x="184" y="240"/>
                    <a:pt x="184" y="240"/>
                  </a:cubicBezTo>
                  <a:cubicBezTo>
                    <a:pt x="183" y="240"/>
                    <a:pt x="183" y="240"/>
                    <a:pt x="183" y="240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182" y="237"/>
                    <a:pt x="182" y="237"/>
                    <a:pt x="182" y="237"/>
                  </a:cubicBezTo>
                  <a:cubicBezTo>
                    <a:pt x="181" y="237"/>
                    <a:pt x="181" y="237"/>
                    <a:pt x="181" y="237"/>
                  </a:cubicBezTo>
                  <a:cubicBezTo>
                    <a:pt x="180" y="237"/>
                    <a:pt x="180" y="237"/>
                    <a:pt x="180" y="237"/>
                  </a:cubicBezTo>
                  <a:cubicBezTo>
                    <a:pt x="179" y="237"/>
                    <a:pt x="179" y="237"/>
                    <a:pt x="179" y="237"/>
                  </a:cubicBezTo>
                  <a:cubicBezTo>
                    <a:pt x="178" y="237"/>
                    <a:pt x="178" y="237"/>
                    <a:pt x="178" y="237"/>
                  </a:cubicBezTo>
                  <a:cubicBezTo>
                    <a:pt x="177" y="237"/>
                    <a:pt x="177" y="237"/>
                    <a:pt x="177" y="237"/>
                  </a:cubicBezTo>
                  <a:cubicBezTo>
                    <a:pt x="175" y="236"/>
                    <a:pt x="175" y="236"/>
                    <a:pt x="175" y="236"/>
                  </a:cubicBezTo>
                  <a:cubicBezTo>
                    <a:pt x="175" y="237"/>
                    <a:pt x="175" y="237"/>
                    <a:pt x="175" y="237"/>
                  </a:cubicBezTo>
                  <a:cubicBezTo>
                    <a:pt x="174" y="236"/>
                    <a:pt x="174" y="236"/>
                    <a:pt x="174" y="236"/>
                  </a:cubicBezTo>
                  <a:cubicBezTo>
                    <a:pt x="173" y="237"/>
                    <a:pt x="173" y="237"/>
                    <a:pt x="173" y="237"/>
                  </a:cubicBezTo>
                  <a:cubicBezTo>
                    <a:pt x="173" y="238"/>
                    <a:pt x="173" y="238"/>
                    <a:pt x="173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9"/>
                    <a:pt x="172" y="239"/>
                    <a:pt x="172" y="239"/>
                  </a:cubicBezTo>
                  <a:cubicBezTo>
                    <a:pt x="172" y="239"/>
                    <a:pt x="172" y="239"/>
                    <a:pt x="172" y="239"/>
                  </a:cubicBezTo>
                  <a:cubicBezTo>
                    <a:pt x="171" y="239"/>
                    <a:pt x="171" y="239"/>
                    <a:pt x="171" y="239"/>
                  </a:cubicBezTo>
                  <a:cubicBezTo>
                    <a:pt x="170" y="239"/>
                    <a:pt x="170" y="239"/>
                    <a:pt x="170" y="239"/>
                  </a:cubicBezTo>
                  <a:cubicBezTo>
                    <a:pt x="170" y="240"/>
                    <a:pt x="170" y="240"/>
                    <a:pt x="170" y="240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68" y="240"/>
                    <a:pt x="168" y="240"/>
                    <a:pt x="168" y="240"/>
                  </a:cubicBezTo>
                  <a:cubicBezTo>
                    <a:pt x="168" y="240"/>
                    <a:pt x="168" y="240"/>
                    <a:pt x="168" y="240"/>
                  </a:cubicBezTo>
                  <a:cubicBezTo>
                    <a:pt x="166" y="242"/>
                    <a:pt x="166" y="242"/>
                    <a:pt x="166" y="242"/>
                  </a:cubicBezTo>
                  <a:cubicBezTo>
                    <a:pt x="165" y="242"/>
                    <a:pt x="165" y="242"/>
                    <a:pt x="165" y="242"/>
                  </a:cubicBezTo>
                  <a:cubicBezTo>
                    <a:pt x="164" y="242"/>
                    <a:pt x="164" y="242"/>
                    <a:pt x="164" y="242"/>
                  </a:cubicBezTo>
                  <a:cubicBezTo>
                    <a:pt x="163" y="242"/>
                    <a:pt x="163" y="242"/>
                    <a:pt x="163" y="242"/>
                  </a:cubicBezTo>
                  <a:cubicBezTo>
                    <a:pt x="163" y="242"/>
                    <a:pt x="163" y="242"/>
                    <a:pt x="163" y="242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43"/>
                    <a:pt x="162" y="243"/>
                    <a:pt x="162" y="243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61" y="244"/>
                    <a:pt x="161" y="244"/>
                    <a:pt x="161" y="244"/>
                  </a:cubicBezTo>
                  <a:cubicBezTo>
                    <a:pt x="160" y="244"/>
                    <a:pt x="160" y="244"/>
                    <a:pt x="160" y="244"/>
                  </a:cubicBezTo>
                  <a:cubicBezTo>
                    <a:pt x="160" y="244"/>
                    <a:pt x="160" y="244"/>
                    <a:pt x="160" y="244"/>
                  </a:cubicBezTo>
                  <a:cubicBezTo>
                    <a:pt x="159" y="244"/>
                    <a:pt x="159" y="244"/>
                    <a:pt x="159" y="244"/>
                  </a:cubicBezTo>
                  <a:cubicBezTo>
                    <a:pt x="158" y="244"/>
                    <a:pt x="158" y="244"/>
                    <a:pt x="158" y="244"/>
                  </a:cubicBezTo>
                  <a:cubicBezTo>
                    <a:pt x="157" y="245"/>
                    <a:pt x="157" y="245"/>
                    <a:pt x="157" y="245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6" y="246"/>
                    <a:pt x="156" y="246"/>
                    <a:pt x="156" y="246"/>
                  </a:cubicBezTo>
                  <a:cubicBezTo>
                    <a:pt x="155" y="246"/>
                    <a:pt x="155" y="246"/>
                    <a:pt x="155" y="246"/>
                  </a:cubicBezTo>
                  <a:cubicBezTo>
                    <a:pt x="154" y="246"/>
                    <a:pt x="154" y="246"/>
                    <a:pt x="154" y="246"/>
                  </a:cubicBezTo>
                  <a:cubicBezTo>
                    <a:pt x="153" y="246"/>
                    <a:pt x="153" y="246"/>
                    <a:pt x="153" y="246"/>
                  </a:cubicBezTo>
                  <a:cubicBezTo>
                    <a:pt x="151" y="247"/>
                    <a:pt x="151" y="247"/>
                    <a:pt x="151" y="247"/>
                  </a:cubicBezTo>
                  <a:cubicBezTo>
                    <a:pt x="151" y="247"/>
                    <a:pt x="151" y="247"/>
                    <a:pt x="151" y="247"/>
                  </a:cubicBezTo>
                  <a:cubicBezTo>
                    <a:pt x="151" y="248"/>
                    <a:pt x="151" y="248"/>
                    <a:pt x="151" y="248"/>
                  </a:cubicBezTo>
                  <a:cubicBezTo>
                    <a:pt x="150" y="247"/>
                    <a:pt x="150" y="247"/>
                    <a:pt x="150" y="247"/>
                  </a:cubicBezTo>
                  <a:cubicBezTo>
                    <a:pt x="149" y="247"/>
                    <a:pt x="149" y="247"/>
                    <a:pt x="149" y="247"/>
                  </a:cubicBezTo>
                  <a:cubicBezTo>
                    <a:pt x="149" y="247"/>
                    <a:pt x="149" y="247"/>
                    <a:pt x="149" y="247"/>
                  </a:cubicBezTo>
                  <a:cubicBezTo>
                    <a:pt x="149" y="248"/>
                    <a:pt x="149" y="248"/>
                    <a:pt x="149" y="248"/>
                  </a:cubicBezTo>
                  <a:cubicBezTo>
                    <a:pt x="148" y="248"/>
                    <a:pt x="148" y="248"/>
                    <a:pt x="148" y="248"/>
                  </a:cubicBezTo>
                  <a:cubicBezTo>
                    <a:pt x="147" y="248"/>
                    <a:pt x="147" y="248"/>
                    <a:pt x="147" y="248"/>
                  </a:cubicBezTo>
                  <a:cubicBezTo>
                    <a:pt x="146" y="248"/>
                    <a:pt x="146" y="248"/>
                    <a:pt x="146" y="248"/>
                  </a:cubicBezTo>
                  <a:cubicBezTo>
                    <a:pt x="146" y="247"/>
                    <a:pt x="146" y="247"/>
                    <a:pt x="146" y="247"/>
                  </a:cubicBezTo>
                  <a:cubicBezTo>
                    <a:pt x="145" y="247"/>
                    <a:pt x="145" y="247"/>
                    <a:pt x="145" y="247"/>
                  </a:cubicBezTo>
                  <a:cubicBezTo>
                    <a:pt x="145" y="248"/>
                    <a:pt x="145" y="248"/>
                    <a:pt x="145" y="248"/>
                  </a:cubicBezTo>
                  <a:cubicBezTo>
                    <a:pt x="144" y="248"/>
                    <a:pt x="144" y="248"/>
                    <a:pt x="144" y="248"/>
                  </a:cubicBezTo>
                  <a:cubicBezTo>
                    <a:pt x="144" y="248"/>
                    <a:pt x="144" y="248"/>
                    <a:pt x="144" y="248"/>
                  </a:cubicBezTo>
                  <a:cubicBezTo>
                    <a:pt x="144" y="249"/>
                    <a:pt x="144" y="249"/>
                    <a:pt x="144" y="249"/>
                  </a:cubicBezTo>
                  <a:cubicBezTo>
                    <a:pt x="144" y="250"/>
                    <a:pt x="144" y="250"/>
                    <a:pt x="144" y="250"/>
                  </a:cubicBezTo>
                  <a:cubicBezTo>
                    <a:pt x="145" y="250"/>
                    <a:pt x="145" y="250"/>
                    <a:pt x="145" y="250"/>
                  </a:cubicBezTo>
                  <a:cubicBezTo>
                    <a:pt x="146" y="250"/>
                    <a:pt x="146" y="250"/>
                    <a:pt x="146" y="250"/>
                  </a:cubicBezTo>
                  <a:cubicBezTo>
                    <a:pt x="146" y="251"/>
                    <a:pt x="146" y="251"/>
                    <a:pt x="146" y="251"/>
                  </a:cubicBezTo>
                  <a:cubicBezTo>
                    <a:pt x="145" y="251"/>
                    <a:pt x="145" y="251"/>
                    <a:pt x="145" y="251"/>
                  </a:cubicBezTo>
                  <a:cubicBezTo>
                    <a:pt x="144" y="251"/>
                    <a:pt x="144" y="251"/>
                    <a:pt x="144" y="251"/>
                  </a:cubicBezTo>
                  <a:cubicBezTo>
                    <a:pt x="145" y="251"/>
                    <a:pt x="145" y="251"/>
                    <a:pt x="145" y="251"/>
                  </a:cubicBezTo>
                  <a:cubicBezTo>
                    <a:pt x="146" y="251"/>
                    <a:pt x="146" y="251"/>
                    <a:pt x="146" y="251"/>
                  </a:cubicBezTo>
                  <a:cubicBezTo>
                    <a:pt x="147" y="252"/>
                    <a:pt x="147" y="252"/>
                    <a:pt x="147" y="252"/>
                  </a:cubicBezTo>
                  <a:cubicBezTo>
                    <a:pt x="147" y="251"/>
                    <a:pt x="147" y="251"/>
                    <a:pt x="147" y="251"/>
                  </a:cubicBezTo>
                  <a:cubicBezTo>
                    <a:pt x="148" y="251"/>
                    <a:pt x="148" y="251"/>
                    <a:pt x="148" y="251"/>
                  </a:cubicBezTo>
                  <a:cubicBezTo>
                    <a:pt x="149" y="252"/>
                    <a:pt x="149" y="252"/>
                    <a:pt x="149" y="252"/>
                  </a:cubicBezTo>
                  <a:cubicBezTo>
                    <a:pt x="149" y="252"/>
                    <a:pt x="149" y="252"/>
                    <a:pt x="149" y="252"/>
                  </a:cubicBezTo>
                  <a:cubicBezTo>
                    <a:pt x="149" y="253"/>
                    <a:pt x="149" y="253"/>
                    <a:pt x="149" y="253"/>
                  </a:cubicBezTo>
                  <a:cubicBezTo>
                    <a:pt x="149" y="253"/>
                    <a:pt x="149" y="253"/>
                    <a:pt x="149" y="253"/>
                  </a:cubicBezTo>
                  <a:cubicBezTo>
                    <a:pt x="148" y="253"/>
                    <a:pt x="148" y="253"/>
                    <a:pt x="148" y="253"/>
                  </a:cubicBezTo>
                  <a:cubicBezTo>
                    <a:pt x="146" y="253"/>
                    <a:pt x="146" y="253"/>
                    <a:pt x="146" y="253"/>
                  </a:cubicBezTo>
                  <a:cubicBezTo>
                    <a:pt x="145" y="254"/>
                    <a:pt x="145" y="254"/>
                    <a:pt x="145" y="254"/>
                  </a:cubicBezTo>
                  <a:cubicBezTo>
                    <a:pt x="144" y="255"/>
                    <a:pt x="144" y="255"/>
                    <a:pt x="144" y="255"/>
                  </a:cubicBezTo>
                  <a:cubicBezTo>
                    <a:pt x="144" y="256"/>
                    <a:pt x="144" y="256"/>
                    <a:pt x="144" y="256"/>
                  </a:cubicBezTo>
                  <a:cubicBezTo>
                    <a:pt x="145" y="256"/>
                    <a:pt x="145" y="256"/>
                    <a:pt x="145" y="256"/>
                  </a:cubicBezTo>
                  <a:cubicBezTo>
                    <a:pt x="145" y="257"/>
                    <a:pt x="145" y="257"/>
                    <a:pt x="145" y="257"/>
                  </a:cubicBezTo>
                  <a:cubicBezTo>
                    <a:pt x="145" y="258"/>
                    <a:pt x="145" y="258"/>
                    <a:pt x="145" y="258"/>
                  </a:cubicBezTo>
                  <a:cubicBezTo>
                    <a:pt x="144" y="259"/>
                    <a:pt x="144" y="259"/>
                    <a:pt x="144" y="259"/>
                  </a:cubicBezTo>
                  <a:cubicBezTo>
                    <a:pt x="144" y="259"/>
                    <a:pt x="144" y="259"/>
                    <a:pt x="144" y="259"/>
                  </a:cubicBezTo>
                  <a:cubicBezTo>
                    <a:pt x="143" y="259"/>
                    <a:pt x="143" y="259"/>
                    <a:pt x="143" y="259"/>
                  </a:cubicBezTo>
                  <a:cubicBezTo>
                    <a:pt x="144" y="260"/>
                    <a:pt x="144" y="260"/>
                    <a:pt x="144" y="260"/>
                  </a:cubicBezTo>
                  <a:cubicBezTo>
                    <a:pt x="144" y="260"/>
                    <a:pt x="144" y="260"/>
                    <a:pt x="144" y="260"/>
                  </a:cubicBezTo>
                  <a:cubicBezTo>
                    <a:pt x="145" y="260"/>
                    <a:pt x="145" y="260"/>
                    <a:pt x="145" y="260"/>
                  </a:cubicBezTo>
                  <a:cubicBezTo>
                    <a:pt x="145" y="261"/>
                    <a:pt x="145" y="261"/>
                    <a:pt x="145" y="261"/>
                  </a:cubicBezTo>
                  <a:cubicBezTo>
                    <a:pt x="146" y="261"/>
                    <a:pt x="146" y="261"/>
                    <a:pt x="146" y="261"/>
                  </a:cubicBezTo>
                  <a:cubicBezTo>
                    <a:pt x="147" y="262"/>
                    <a:pt x="147" y="262"/>
                    <a:pt x="147" y="262"/>
                  </a:cubicBezTo>
                  <a:cubicBezTo>
                    <a:pt x="147" y="262"/>
                    <a:pt x="147" y="262"/>
                    <a:pt x="147" y="262"/>
                  </a:cubicBezTo>
                  <a:cubicBezTo>
                    <a:pt x="149" y="262"/>
                    <a:pt x="149" y="262"/>
                    <a:pt x="149" y="262"/>
                  </a:cubicBezTo>
                  <a:cubicBezTo>
                    <a:pt x="149" y="262"/>
                    <a:pt x="149" y="262"/>
                    <a:pt x="149" y="262"/>
                  </a:cubicBezTo>
                  <a:cubicBezTo>
                    <a:pt x="149" y="266"/>
                    <a:pt x="149" y="266"/>
                    <a:pt x="149" y="266"/>
                  </a:cubicBezTo>
                  <a:cubicBezTo>
                    <a:pt x="149" y="266"/>
                    <a:pt x="149" y="266"/>
                    <a:pt x="149" y="266"/>
                  </a:cubicBezTo>
                  <a:cubicBezTo>
                    <a:pt x="147" y="267"/>
                    <a:pt x="147" y="267"/>
                    <a:pt x="147" y="267"/>
                  </a:cubicBezTo>
                  <a:cubicBezTo>
                    <a:pt x="146" y="267"/>
                    <a:pt x="146" y="267"/>
                    <a:pt x="146" y="267"/>
                  </a:cubicBezTo>
                  <a:cubicBezTo>
                    <a:pt x="145" y="266"/>
                    <a:pt x="145" y="266"/>
                    <a:pt x="145" y="266"/>
                  </a:cubicBezTo>
                  <a:cubicBezTo>
                    <a:pt x="144" y="266"/>
                    <a:pt x="144" y="266"/>
                    <a:pt x="144" y="266"/>
                  </a:cubicBezTo>
                  <a:cubicBezTo>
                    <a:pt x="144" y="267"/>
                    <a:pt x="144" y="267"/>
                    <a:pt x="144" y="267"/>
                  </a:cubicBezTo>
                  <a:cubicBezTo>
                    <a:pt x="144" y="268"/>
                    <a:pt x="144" y="268"/>
                    <a:pt x="144" y="268"/>
                  </a:cubicBezTo>
                  <a:cubicBezTo>
                    <a:pt x="143" y="268"/>
                    <a:pt x="143" y="268"/>
                    <a:pt x="143" y="268"/>
                  </a:cubicBezTo>
                  <a:cubicBezTo>
                    <a:pt x="141" y="267"/>
                    <a:pt x="141" y="267"/>
                    <a:pt x="141" y="267"/>
                  </a:cubicBezTo>
                  <a:cubicBezTo>
                    <a:pt x="140" y="267"/>
                    <a:pt x="140" y="267"/>
                    <a:pt x="140" y="267"/>
                  </a:cubicBezTo>
                  <a:cubicBezTo>
                    <a:pt x="139" y="267"/>
                    <a:pt x="139" y="267"/>
                    <a:pt x="139" y="267"/>
                  </a:cubicBezTo>
                  <a:cubicBezTo>
                    <a:pt x="139" y="267"/>
                    <a:pt x="139" y="267"/>
                    <a:pt x="139" y="267"/>
                  </a:cubicBezTo>
                  <a:cubicBezTo>
                    <a:pt x="138" y="267"/>
                    <a:pt x="138" y="267"/>
                    <a:pt x="138" y="267"/>
                  </a:cubicBezTo>
                  <a:cubicBezTo>
                    <a:pt x="137" y="266"/>
                    <a:pt x="137" y="266"/>
                    <a:pt x="137" y="266"/>
                  </a:cubicBezTo>
                  <a:cubicBezTo>
                    <a:pt x="138" y="266"/>
                    <a:pt x="138" y="266"/>
                    <a:pt x="138" y="266"/>
                  </a:cubicBezTo>
                  <a:cubicBezTo>
                    <a:pt x="138" y="265"/>
                    <a:pt x="138" y="265"/>
                    <a:pt x="138" y="265"/>
                  </a:cubicBezTo>
                  <a:cubicBezTo>
                    <a:pt x="138" y="265"/>
                    <a:pt x="138" y="265"/>
                    <a:pt x="138" y="265"/>
                  </a:cubicBezTo>
                  <a:cubicBezTo>
                    <a:pt x="137" y="264"/>
                    <a:pt x="137" y="264"/>
                    <a:pt x="137" y="264"/>
                  </a:cubicBezTo>
                  <a:cubicBezTo>
                    <a:pt x="136" y="265"/>
                    <a:pt x="136" y="265"/>
                    <a:pt x="136" y="265"/>
                  </a:cubicBezTo>
                  <a:cubicBezTo>
                    <a:pt x="135" y="265"/>
                    <a:pt x="135" y="265"/>
                    <a:pt x="135" y="265"/>
                  </a:cubicBezTo>
                  <a:cubicBezTo>
                    <a:pt x="134" y="265"/>
                    <a:pt x="134" y="265"/>
                    <a:pt x="134" y="265"/>
                  </a:cubicBezTo>
                  <a:cubicBezTo>
                    <a:pt x="135" y="266"/>
                    <a:pt x="135" y="266"/>
                    <a:pt x="135" y="266"/>
                  </a:cubicBezTo>
                  <a:cubicBezTo>
                    <a:pt x="133" y="266"/>
                    <a:pt x="133" y="266"/>
                    <a:pt x="133" y="266"/>
                  </a:cubicBezTo>
                  <a:cubicBezTo>
                    <a:pt x="133" y="266"/>
                    <a:pt x="133" y="266"/>
                    <a:pt x="133" y="266"/>
                  </a:cubicBezTo>
                  <a:cubicBezTo>
                    <a:pt x="132" y="265"/>
                    <a:pt x="132" y="265"/>
                    <a:pt x="132" y="265"/>
                  </a:cubicBezTo>
                  <a:cubicBezTo>
                    <a:pt x="131" y="265"/>
                    <a:pt x="131" y="265"/>
                    <a:pt x="131" y="265"/>
                  </a:cubicBezTo>
                  <a:cubicBezTo>
                    <a:pt x="130" y="265"/>
                    <a:pt x="130" y="265"/>
                    <a:pt x="130" y="265"/>
                  </a:cubicBezTo>
                  <a:cubicBezTo>
                    <a:pt x="130" y="265"/>
                    <a:pt x="130" y="265"/>
                    <a:pt x="130" y="265"/>
                  </a:cubicBezTo>
                  <a:cubicBezTo>
                    <a:pt x="129" y="265"/>
                    <a:pt x="129" y="265"/>
                    <a:pt x="129" y="265"/>
                  </a:cubicBezTo>
                  <a:cubicBezTo>
                    <a:pt x="129" y="266"/>
                    <a:pt x="129" y="266"/>
                    <a:pt x="129" y="266"/>
                  </a:cubicBezTo>
                  <a:cubicBezTo>
                    <a:pt x="128" y="266"/>
                    <a:pt x="128" y="266"/>
                    <a:pt x="128" y="266"/>
                  </a:cubicBezTo>
                  <a:cubicBezTo>
                    <a:pt x="128" y="267"/>
                    <a:pt x="128" y="267"/>
                    <a:pt x="128" y="267"/>
                  </a:cubicBezTo>
                  <a:cubicBezTo>
                    <a:pt x="127" y="268"/>
                    <a:pt x="127" y="268"/>
                    <a:pt x="127" y="268"/>
                  </a:cubicBezTo>
                  <a:cubicBezTo>
                    <a:pt x="126" y="268"/>
                    <a:pt x="126" y="268"/>
                    <a:pt x="126" y="268"/>
                  </a:cubicBezTo>
                  <a:cubicBezTo>
                    <a:pt x="126" y="267"/>
                    <a:pt x="126" y="267"/>
                    <a:pt x="126" y="267"/>
                  </a:cubicBezTo>
                  <a:cubicBezTo>
                    <a:pt x="124" y="267"/>
                    <a:pt x="124" y="267"/>
                    <a:pt x="124" y="267"/>
                  </a:cubicBezTo>
                  <a:cubicBezTo>
                    <a:pt x="124" y="266"/>
                    <a:pt x="124" y="266"/>
                    <a:pt x="124" y="266"/>
                  </a:cubicBezTo>
                  <a:cubicBezTo>
                    <a:pt x="123" y="267"/>
                    <a:pt x="123" y="267"/>
                    <a:pt x="123" y="267"/>
                  </a:cubicBezTo>
                  <a:cubicBezTo>
                    <a:pt x="123" y="268"/>
                    <a:pt x="123" y="268"/>
                    <a:pt x="123" y="268"/>
                  </a:cubicBezTo>
                  <a:cubicBezTo>
                    <a:pt x="122" y="268"/>
                    <a:pt x="122" y="268"/>
                    <a:pt x="122" y="268"/>
                  </a:cubicBezTo>
                  <a:cubicBezTo>
                    <a:pt x="122" y="268"/>
                    <a:pt x="122" y="268"/>
                    <a:pt x="122" y="268"/>
                  </a:cubicBezTo>
                  <a:cubicBezTo>
                    <a:pt x="122" y="267"/>
                    <a:pt x="122" y="267"/>
                    <a:pt x="122" y="267"/>
                  </a:cubicBezTo>
                  <a:cubicBezTo>
                    <a:pt x="121" y="267"/>
                    <a:pt x="121" y="267"/>
                    <a:pt x="121" y="267"/>
                  </a:cubicBezTo>
                  <a:cubicBezTo>
                    <a:pt x="121" y="267"/>
                    <a:pt x="121" y="267"/>
                    <a:pt x="121" y="267"/>
                  </a:cubicBezTo>
                  <a:cubicBezTo>
                    <a:pt x="119" y="266"/>
                    <a:pt x="119" y="266"/>
                    <a:pt x="119" y="266"/>
                  </a:cubicBezTo>
                  <a:cubicBezTo>
                    <a:pt x="119" y="265"/>
                    <a:pt x="119" y="265"/>
                    <a:pt x="119" y="265"/>
                  </a:cubicBezTo>
                  <a:cubicBezTo>
                    <a:pt x="118" y="265"/>
                    <a:pt x="118" y="265"/>
                    <a:pt x="118" y="265"/>
                  </a:cubicBezTo>
                  <a:cubicBezTo>
                    <a:pt x="117" y="264"/>
                    <a:pt x="117" y="264"/>
                    <a:pt x="117" y="264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6" y="263"/>
                    <a:pt x="116" y="263"/>
                    <a:pt x="116" y="263"/>
                  </a:cubicBezTo>
                  <a:cubicBezTo>
                    <a:pt x="115" y="263"/>
                    <a:pt x="115" y="263"/>
                    <a:pt x="115" y="263"/>
                  </a:cubicBezTo>
                  <a:cubicBezTo>
                    <a:pt x="113" y="264"/>
                    <a:pt x="113" y="264"/>
                    <a:pt x="113" y="264"/>
                  </a:cubicBezTo>
                  <a:cubicBezTo>
                    <a:pt x="112" y="263"/>
                    <a:pt x="112" y="263"/>
                    <a:pt x="112" y="263"/>
                  </a:cubicBezTo>
                  <a:cubicBezTo>
                    <a:pt x="112" y="262"/>
                    <a:pt x="112" y="262"/>
                    <a:pt x="112" y="262"/>
                  </a:cubicBezTo>
                  <a:cubicBezTo>
                    <a:pt x="111" y="262"/>
                    <a:pt x="111" y="262"/>
                    <a:pt x="111" y="262"/>
                  </a:cubicBezTo>
                  <a:cubicBezTo>
                    <a:pt x="110" y="263"/>
                    <a:pt x="110" y="263"/>
                    <a:pt x="110" y="263"/>
                  </a:cubicBezTo>
                  <a:cubicBezTo>
                    <a:pt x="109" y="263"/>
                    <a:pt x="109" y="263"/>
                    <a:pt x="109" y="263"/>
                  </a:cubicBezTo>
                  <a:cubicBezTo>
                    <a:pt x="109" y="263"/>
                    <a:pt x="109" y="263"/>
                    <a:pt x="109" y="263"/>
                  </a:cubicBezTo>
                  <a:cubicBezTo>
                    <a:pt x="109" y="264"/>
                    <a:pt x="109" y="264"/>
                    <a:pt x="109" y="264"/>
                  </a:cubicBezTo>
                  <a:cubicBezTo>
                    <a:pt x="109" y="263"/>
                    <a:pt x="109" y="263"/>
                    <a:pt x="109" y="263"/>
                  </a:cubicBezTo>
                  <a:cubicBezTo>
                    <a:pt x="108" y="263"/>
                    <a:pt x="108" y="263"/>
                    <a:pt x="108" y="263"/>
                  </a:cubicBezTo>
                  <a:cubicBezTo>
                    <a:pt x="108" y="264"/>
                    <a:pt x="108" y="264"/>
                    <a:pt x="108" y="264"/>
                  </a:cubicBezTo>
                  <a:cubicBezTo>
                    <a:pt x="107" y="265"/>
                    <a:pt x="107" y="265"/>
                    <a:pt x="107" y="265"/>
                  </a:cubicBezTo>
                  <a:cubicBezTo>
                    <a:pt x="107" y="264"/>
                    <a:pt x="107" y="264"/>
                    <a:pt x="107" y="264"/>
                  </a:cubicBezTo>
                  <a:cubicBezTo>
                    <a:pt x="107" y="263"/>
                    <a:pt x="107" y="263"/>
                    <a:pt x="107" y="263"/>
                  </a:cubicBezTo>
                  <a:cubicBezTo>
                    <a:pt x="107" y="263"/>
                    <a:pt x="107" y="263"/>
                    <a:pt x="107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5" y="262"/>
                    <a:pt x="105" y="262"/>
                    <a:pt x="105" y="262"/>
                  </a:cubicBezTo>
                  <a:cubicBezTo>
                    <a:pt x="105" y="262"/>
                    <a:pt x="105" y="262"/>
                    <a:pt x="105" y="262"/>
                  </a:cubicBezTo>
                  <a:cubicBezTo>
                    <a:pt x="105" y="263"/>
                    <a:pt x="105" y="263"/>
                    <a:pt x="105" y="263"/>
                  </a:cubicBezTo>
                  <a:cubicBezTo>
                    <a:pt x="105" y="264"/>
                    <a:pt x="105" y="264"/>
                    <a:pt x="105" y="264"/>
                  </a:cubicBezTo>
                  <a:cubicBezTo>
                    <a:pt x="104" y="264"/>
                    <a:pt x="104" y="264"/>
                    <a:pt x="104" y="264"/>
                  </a:cubicBezTo>
                  <a:cubicBezTo>
                    <a:pt x="103" y="264"/>
                    <a:pt x="103" y="264"/>
                    <a:pt x="103" y="264"/>
                  </a:cubicBezTo>
                  <a:cubicBezTo>
                    <a:pt x="103" y="265"/>
                    <a:pt x="103" y="265"/>
                    <a:pt x="103" y="265"/>
                  </a:cubicBezTo>
                  <a:cubicBezTo>
                    <a:pt x="102" y="265"/>
                    <a:pt x="102" y="265"/>
                    <a:pt x="102" y="265"/>
                  </a:cubicBezTo>
                  <a:cubicBezTo>
                    <a:pt x="101" y="266"/>
                    <a:pt x="101" y="266"/>
                    <a:pt x="101" y="266"/>
                  </a:cubicBezTo>
                  <a:cubicBezTo>
                    <a:pt x="101" y="267"/>
                    <a:pt x="101" y="267"/>
                    <a:pt x="101" y="267"/>
                  </a:cubicBezTo>
                  <a:cubicBezTo>
                    <a:pt x="101" y="268"/>
                    <a:pt x="101" y="268"/>
                    <a:pt x="101" y="268"/>
                  </a:cubicBezTo>
                  <a:cubicBezTo>
                    <a:pt x="101" y="268"/>
                    <a:pt x="101" y="268"/>
                    <a:pt x="101" y="268"/>
                  </a:cubicBezTo>
                  <a:cubicBezTo>
                    <a:pt x="100" y="268"/>
                    <a:pt x="100" y="268"/>
                    <a:pt x="100" y="268"/>
                  </a:cubicBezTo>
                  <a:cubicBezTo>
                    <a:pt x="98" y="269"/>
                    <a:pt x="98" y="269"/>
                    <a:pt x="98" y="269"/>
                  </a:cubicBezTo>
                  <a:cubicBezTo>
                    <a:pt x="99" y="272"/>
                    <a:pt x="99" y="272"/>
                    <a:pt x="99" y="272"/>
                  </a:cubicBezTo>
                  <a:cubicBezTo>
                    <a:pt x="99" y="272"/>
                    <a:pt x="99" y="272"/>
                    <a:pt x="99" y="272"/>
                  </a:cubicBezTo>
                  <a:cubicBezTo>
                    <a:pt x="99" y="273"/>
                    <a:pt x="99" y="273"/>
                    <a:pt x="99" y="273"/>
                  </a:cubicBezTo>
                  <a:cubicBezTo>
                    <a:pt x="98" y="274"/>
                    <a:pt x="98" y="274"/>
                    <a:pt x="98" y="274"/>
                  </a:cubicBezTo>
                  <a:cubicBezTo>
                    <a:pt x="96" y="273"/>
                    <a:pt x="96" y="273"/>
                    <a:pt x="96" y="273"/>
                  </a:cubicBezTo>
                  <a:cubicBezTo>
                    <a:pt x="96" y="272"/>
                    <a:pt x="96" y="272"/>
                    <a:pt x="96" y="272"/>
                  </a:cubicBezTo>
                  <a:cubicBezTo>
                    <a:pt x="94" y="270"/>
                    <a:pt x="94" y="270"/>
                    <a:pt x="94" y="270"/>
                  </a:cubicBezTo>
                  <a:cubicBezTo>
                    <a:pt x="93" y="271"/>
                    <a:pt x="93" y="271"/>
                    <a:pt x="93" y="271"/>
                  </a:cubicBezTo>
                  <a:cubicBezTo>
                    <a:pt x="93" y="272"/>
                    <a:pt x="93" y="272"/>
                    <a:pt x="93" y="272"/>
                  </a:cubicBezTo>
                  <a:cubicBezTo>
                    <a:pt x="92" y="273"/>
                    <a:pt x="92" y="273"/>
                    <a:pt x="92" y="273"/>
                  </a:cubicBezTo>
                  <a:cubicBezTo>
                    <a:pt x="91" y="274"/>
                    <a:pt x="91" y="274"/>
                    <a:pt x="91" y="274"/>
                  </a:cubicBezTo>
                  <a:cubicBezTo>
                    <a:pt x="91" y="276"/>
                    <a:pt x="91" y="276"/>
                    <a:pt x="91" y="276"/>
                  </a:cubicBezTo>
                  <a:cubicBezTo>
                    <a:pt x="92" y="276"/>
                    <a:pt x="92" y="276"/>
                    <a:pt x="92" y="276"/>
                  </a:cubicBezTo>
                  <a:cubicBezTo>
                    <a:pt x="91" y="279"/>
                    <a:pt x="91" y="279"/>
                    <a:pt x="91" y="279"/>
                  </a:cubicBezTo>
                  <a:cubicBezTo>
                    <a:pt x="91" y="280"/>
                    <a:pt x="91" y="280"/>
                    <a:pt x="91" y="280"/>
                  </a:cubicBezTo>
                  <a:cubicBezTo>
                    <a:pt x="93" y="281"/>
                    <a:pt x="93" y="281"/>
                    <a:pt x="93" y="281"/>
                  </a:cubicBezTo>
                  <a:cubicBezTo>
                    <a:pt x="93" y="282"/>
                    <a:pt x="93" y="282"/>
                    <a:pt x="93" y="282"/>
                  </a:cubicBezTo>
                  <a:cubicBezTo>
                    <a:pt x="93" y="282"/>
                    <a:pt x="93" y="282"/>
                    <a:pt x="93" y="282"/>
                  </a:cubicBezTo>
                  <a:cubicBezTo>
                    <a:pt x="95" y="284"/>
                    <a:pt x="95" y="284"/>
                    <a:pt x="95" y="284"/>
                  </a:cubicBezTo>
                  <a:cubicBezTo>
                    <a:pt x="95" y="283"/>
                    <a:pt x="95" y="283"/>
                    <a:pt x="95" y="283"/>
                  </a:cubicBezTo>
                  <a:cubicBezTo>
                    <a:pt x="98" y="284"/>
                    <a:pt x="98" y="284"/>
                    <a:pt x="98" y="284"/>
                  </a:cubicBezTo>
                  <a:cubicBezTo>
                    <a:pt x="100" y="285"/>
                    <a:pt x="100" y="285"/>
                    <a:pt x="100" y="285"/>
                  </a:cubicBezTo>
                  <a:cubicBezTo>
                    <a:pt x="102" y="288"/>
                    <a:pt x="102" y="288"/>
                    <a:pt x="102" y="288"/>
                  </a:cubicBezTo>
                  <a:cubicBezTo>
                    <a:pt x="100" y="288"/>
                    <a:pt x="100" y="288"/>
                    <a:pt x="100" y="288"/>
                  </a:cubicBezTo>
                  <a:cubicBezTo>
                    <a:pt x="100" y="289"/>
                    <a:pt x="100" y="289"/>
                    <a:pt x="100" y="289"/>
                  </a:cubicBezTo>
                  <a:cubicBezTo>
                    <a:pt x="101" y="290"/>
                    <a:pt x="101" y="290"/>
                    <a:pt x="101" y="290"/>
                  </a:cubicBezTo>
                  <a:cubicBezTo>
                    <a:pt x="103" y="289"/>
                    <a:pt x="103" y="289"/>
                    <a:pt x="103" y="289"/>
                  </a:cubicBezTo>
                  <a:cubicBezTo>
                    <a:pt x="104" y="290"/>
                    <a:pt x="104" y="290"/>
                    <a:pt x="104" y="290"/>
                  </a:cubicBezTo>
                  <a:cubicBezTo>
                    <a:pt x="104" y="290"/>
                    <a:pt x="104" y="290"/>
                    <a:pt x="104" y="290"/>
                  </a:cubicBezTo>
                  <a:cubicBezTo>
                    <a:pt x="104" y="290"/>
                    <a:pt x="104" y="290"/>
                    <a:pt x="104" y="290"/>
                  </a:cubicBezTo>
                  <a:cubicBezTo>
                    <a:pt x="104" y="290"/>
                    <a:pt x="104" y="290"/>
                    <a:pt x="104" y="290"/>
                  </a:cubicBezTo>
                  <a:cubicBezTo>
                    <a:pt x="104" y="291"/>
                    <a:pt x="104" y="291"/>
                    <a:pt x="104" y="291"/>
                  </a:cubicBezTo>
                  <a:cubicBezTo>
                    <a:pt x="103" y="291"/>
                    <a:pt x="103" y="291"/>
                    <a:pt x="103" y="291"/>
                  </a:cubicBezTo>
                  <a:cubicBezTo>
                    <a:pt x="103" y="291"/>
                    <a:pt x="103" y="291"/>
                    <a:pt x="103" y="291"/>
                  </a:cubicBezTo>
                  <a:cubicBezTo>
                    <a:pt x="103" y="292"/>
                    <a:pt x="103" y="292"/>
                    <a:pt x="103" y="292"/>
                  </a:cubicBezTo>
                  <a:cubicBezTo>
                    <a:pt x="103" y="292"/>
                    <a:pt x="103" y="292"/>
                    <a:pt x="103" y="292"/>
                  </a:cubicBezTo>
                  <a:cubicBezTo>
                    <a:pt x="103" y="292"/>
                    <a:pt x="103" y="292"/>
                    <a:pt x="103" y="292"/>
                  </a:cubicBezTo>
                  <a:cubicBezTo>
                    <a:pt x="103" y="292"/>
                    <a:pt x="103" y="292"/>
                    <a:pt x="103" y="292"/>
                  </a:cubicBezTo>
                  <a:cubicBezTo>
                    <a:pt x="103" y="292"/>
                    <a:pt x="103" y="292"/>
                    <a:pt x="103" y="292"/>
                  </a:cubicBezTo>
                  <a:cubicBezTo>
                    <a:pt x="102" y="292"/>
                    <a:pt x="102" y="292"/>
                    <a:pt x="102" y="292"/>
                  </a:cubicBezTo>
                  <a:cubicBezTo>
                    <a:pt x="101" y="292"/>
                    <a:pt x="101" y="292"/>
                    <a:pt x="101" y="292"/>
                  </a:cubicBezTo>
                  <a:cubicBezTo>
                    <a:pt x="101" y="292"/>
                    <a:pt x="101" y="292"/>
                    <a:pt x="101" y="292"/>
                  </a:cubicBezTo>
                  <a:cubicBezTo>
                    <a:pt x="102" y="293"/>
                    <a:pt x="102" y="293"/>
                    <a:pt x="102" y="293"/>
                  </a:cubicBezTo>
                  <a:cubicBezTo>
                    <a:pt x="102" y="293"/>
                    <a:pt x="102" y="293"/>
                    <a:pt x="102" y="293"/>
                  </a:cubicBezTo>
                  <a:cubicBezTo>
                    <a:pt x="102" y="294"/>
                    <a:pt x="102" y="294"/>
                    <a:pt x="102" y="294"/>
                  </a:cubicBezTo>
                  <a:cubicBezTo>
                    <a:pt x="102" y="293"/>
                    <a:pt x="102" y="293"/>
                    <a:pt x="102" y="293"/>
                  </a:cubicBezTo>
                  <a:cubicBezTo>
                    <a:pt x="102" y="293"/>
                    <a:pt x="101" y="293"/>
                    <a:pt x="101" y="293"/>
                  </a:cubicBezTo>
                  <a:cubicBezTo>
                    <a:pt x="101" y="293"/>
                    <a:pt x="100" y="293"/>
                    <a:pt x="100" y="293"/>
                  </a:cubicBezTo>
                  <a:cubicBezTo>
                    <a:pt x="100" y="293"/>
                    <a:pt x="100" y="293"/>
                    <a:pt x="100" y="293"/>
                  </a:cubicBezTo>
                  <a:cubicBezTo>
                    <a:pt x="101" y="293"/>
                    <a:pt x="101" y="293"/>
                    <a:pt x="101" y="293"/>
                  </a:cubicBezTo>
                  <a:cubicBezTo>
                    <a:pt x="101" y="294"/>
                    <a:pt x="101" y="294"/>
                    <a:pt x="101" y="294"/>
                  </a:cubicBezTo>
                  <a:cubicBezTo>
                    <a:pt x="100" y="294"/>
                    <a:pt x="100" y="294"/>
                    <a:pt x="100" y="294"/>
                  </a:cubicBezTo>
                  <a:cubicBezTo>
                    <a:pt x="100" y="294"/>
                    <a:pt x="100" y="294"/>
                    <a:pt x="100" y="294"/>
                  </a:cubicBezTo>
                  <a:cubicBezTo>
                    <a:pt x="99" y="295"/>
                    <a:pt x="99" y="295"/>
                    <a:pt x="99" y="295"/>
                  </a:cubicBezTo>
                  <a:cubicBezTo>
                    <a:pt x="99" y="294"/>
                    <a:pt x="99" y="294"/>
                    <a:pt x="99" y="294"/>
                  </a:cubicBezTo>
                  <a:cubicBezTo>
                    <a:pt x="99" y="295"/>
                    <a:pt x="99" y="295"/>
                    <a:pt x="99" y="295"/>
                  </a:cubicBezTo>
                  <a:cubicBezTo>
                    <a:pt x="98" y="295"/>
                    <a:pt x="98" y="295"/>
                    <a:pt x="98" y="295"/>
                  </a:cubicBezTo>
                  <a:cubicBezTo>
                    <a:pt x="98" y="295"/>
                    <a:pt x="98" y="295"/>
                    <a:pt x="98" y="295"/>
                  </a:cubicBezTo>
                  <a:cubicBezTo>
                    <a:pt x="97" y="294"/>
                    <a:pt x="97" y="294"/>
                    <a:pt x="97" y="294"/>
                  </a:cubicBezTo>
                  <a:cubicBezTo>
                    <a:pt x="97" y="295"/>
                    <a:pt x="97" y="295"/>
                    <a:pt x="97" y="295"/>
                  </a:cubicBezTo>
                  <a:cubicBezTo>
                    <a:pt x="97" y="296"/>
                    <a:pt x="97" y="296"/>
                    <a:pt x="97" y="296"/>
                  </a:cubicBezTo>
                  <a:cubicBezTo>
                    <a:pt x="97" y="296"/>
                    <a:pt x="97" y="296"/>
                    <a:pt x="97" y="296"/>
                  </a:cubicBezTo>
                  <a:cubicBezTo>
                    <a:pt x="96" y="297"/>
                    <a:pt x="96" y="297"/>
                    <a:pt x="96" y="297"/>
                  </a:cubicBezTo>
                  <a:cubicBezTo>
                    <a:pt x="96" y="298"/>
                    <a:pt x="96" y="298"/>
                    <a:pt x="96" y="298"/>
                  </a:cubicBezTo>
                  <a:cubicBezTo>
                    <a:pt x="96" y="298"/>
                    <a:pt x="96" y="298"/>
                    <a:pt x="96" y="298"/>
                  </a:cubicBezTo>
                  <a:cubicBezTo>
                    <a:pt x="96" y="300"/>
                    <a:pt x="96" y="300"/>
                    <a:pt x="96" y="300"/>
                  </a:cubicBezTo>
                  <a:cubicBezTo>
                    <a:pt x="95" y="300"/>
                    <a:pt x="95" y="300"/>
                    <a:pt x="95" y="300"/>
                  </a:cubicBezTo>
                  <a:cubicBezTo>
                    <a:pt x="95" y="301"/>
                    <a:pt x="95" y="301"/>
                    <a:pt x="95" y="301"/>
                  </a:cubicBezTo>
                  <a:cubicBezTo>
                    <a:pt x="95" y="302"/>
                    <a:pt x="95" y="302"/>
                    <a:pt x="95" y="302"/>
                  </a:cubicBezTo>
                  <a:cubicBezTo>
                    <a:pt x="96" y="302"/>
                    <a:pt x="96" y="302"/>
                    <a:pt x="96" y="302"/>
                  </a:cubicBezTo>
                  <a:cubicBezTo>
                    <a:pt x="97" y="302"/>
                    <a:pt x="97" y="302"/>
                    <a:pt x="97" y="302"/>
                  </a:cubicBezTo>
                  <a:cubicBezTo>
                    <a:pt x="97" y="303"/>
                    <a:pt x="97" y="303"/>
                    <a:pt x="97" y="303"/>
                  </a:cubicBezTo>
                  <a:cubicBezTo>
                    <a:pt x="98" y="303"/>
                    <a:pt x="98" y="303"/>
                    <a:pt x="98" y="303"/>
                  </a:cubicBezTo>
                  <a:cubicBezTo>
                    <a:pt x="98" y="304"/>
                    <a:pt x="98" y="304"/>
                    <a:pt x="98" y="304"/>
                  </a:cubicBezTo>
                  <a:cubicBezTo>
                    <a:pt x="99" y="305"/>
                    <a:pt x="99" y="305"/>
                    <a:pt x="99" y="305"/>
                  </a:cubicBezTo>
                  <a:cubicBezTo>
                    <a:pt x="99" y="304"/>
                    <a:pt x="99" y="304"/>
                    <a:pt x="99" y="304"/>
                  </a:cubicBezTo>
                  <a:cubicBezTo>
                    <a:pt x="100" y="304"/>
                    <a:pt x="100" y="304"/>
                    <a:pt x="100" y="304"/>
                  </a:cubicBezTo>
                  <a:cubicBezTo>
                    <a:pt x="100" y="305"/>
                    <a:pt x="100" y="305"/>
                    <a:pt x="100" y="305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100" y="307"/>
                    <a:pt x="100" y="307"/>
                    <a:pt x="100" y="307"/>
                  </a:cubicBezTo>
                  <a:cubicBezTo>
                    <a:pt x="100" y="307"/>
                    <a:pt x="100" y="307"/>
                    <a:pt x="100" y="307"/>
                  </a:cubicBezTo>
                  <a:cubicBezTo>
                    <a:pt x="100" y="308"/>
                    <a:pt x="100" y="308"/>
                    <a:pt x="100" y="308"/>
                  </a:cubicBezTo>
                  <a:cubicBezTo>
                    <a:pt x="101" y="309"/>
                    <a:pt x="101" y="309"/>
                    <a:pt x="101" y="309"/>
                  </a:cubicBezTo>
                  <a:cubicBezTo>
                    <a:pt x="101" y="310"/>
                    <a:pt x="101" y="310"/>
                    <a:pt x="101" y="310"/>
                  </a:cubicBezTo>
                  <a:cubicBezTo>
                    <a:pt x="103" y="312"/>
                    <a:pt x="103" y="312"/>
                    <a:pt x="103" y="312"/>
                  </a:cubicBezTo>
                  <a:cubicBezTo>
                    <a:pt x="105" y="314"/>
                    <a:pt x="105" y="314"/>
                    <a:pt x="105" y="314"/>
                  </a:cubicBezTo>
                  <a:cubicBezTo>
                    <a:pt x="105" y="314"/>
                    <a:pt x="105" y="314"/>
                    <a:pt x="105" y="314"/>
                  </a:cubicBezTo>
                  <a:cubicBezTo>
                    <a:pt x="105" y="314"/>
                    <a:pt x="105" y="314"/>
                    <a:pt x="105" y="314"/>
                  </a:cubicBezTo>
                  <a:cubicBezTo>
                    <a:pt x="104" y="316"/>
                    <a:pt x="104" y="316"/>
                    <a:pt x="104" y="316"/>
                  </a:cubicBezTo>
                  <a:cubicBezTo>
                    <a:pt x="102" y="316"/>
                    <a:pt x="102" y="316"/>
                    <a:pt x="102" y="316"/>
                  </a:cubicBezTo>
                  <a:cubicBezTo>
                    <a:pt x="102" y="317"/>
                    <a:pt x="102" y="317"/>
                    <a:pt x="102" y="317"/>
                  </a:cubicBezTo>
                  <a:cubicBezTo>
                    <a:pt x="100" y="317"/>
                    <a:pt x="100" y="317"/>
                    <a:pt x="100" y="317"/>
                  </a:cubicBezTo>
                  <a:cubicBezTo>
                    <a:pt x="99" y="316"/>
                    <a:pt x="99" y="316"/>
                    <a:pt x="99" y="316"/>
                  </a:cubicBezTo>
                  <a:cubicBezTo>
                    <a:pt x="97" y="315"/>
                    <a:pt x="97" y="315"/>
                    <a:pt x="97" y="315"/>
                  </a:cubicBezTo>
                  <a:cubicBezTo>
                    <a:pt x="96" y="314"/>
                    <a:pt x="96" y="314"/>
                    <a:pt x="96" y="314"/>
                  </a:cubicBezTo>
                  <a:cubicBezTo>
                    <a:pt x="96" y="316"/>
                    <a:pt x="96" y="316"/>
                    <a:pt x="96" y="316"/>
                  </a:cubicBezTo>
                  <a:cubicBezTo>
                    <a:pt x="97" y="316"/>
                    <a:pt x="97" y="316"/>
                    <a:pt x="97" y="316"/>
                  </a:cubicBezTo>
                  <a:cubicBezTo>
                    <a:pt x="97" y="317"/>
                    <a:pt x="97" y="317"/>
                    <a:pt x="97" y="317"/>
                  </a:cubicBezTo>
                  <a:cubicBezTo>
                    <a:pt x="97" y="319"/>
                    <a:pt x="97" y="319"/>
                    <a:pt x="97" y="319"/>
                  </a:cubicBezTo>
                  <a:cubicBezTo>
                    <a:pt x="96" y="318"/>
                    <a:pt x="96" y="318"/>
                    <a:pt x="96" y="318"/>
                  </a:cubicBezTo>
                  <a:cubicBezTo>
                    <a:pt x="94" y="318"/>
                    <a:pt x="94" y="318"/>
                    <a:pt x="94" y="318"/>
                  </a:cubicBezTo>
                  <a:cubicBezTo>
                    <a:pt x="91" y="317"/>
                    <a:pt x="91" y="317"/>
                    <a:pt x="91" y="317"/>
                  </a:cubicBezTo>
                  <a:cubicBezTo>
                    <a:pt x="90" y="317"/>
                    <a:pt x="90" y="317"/>
                    <a:pt x="90" y="317"/>
                  </a:cubicBezTo>
                  <a:cubicBezTo>
                    <a:pt x="90" y="318"/>
                    <a:pt x="90" y="318"/>
                    <a:pt x="90" y="318"/>
                  </a:cubicBezTo>
                  <a:cubicBezTo>
                    <a:pt x="91" y="319"/>
                    <a:pt x="91" y="319"/>
                    <a:pt x="91" y="319"/>
                  </a:cubicBezTo>
                  <a:cubicBezTo>
                    <a:pt x="90" y="318"/>
                    <a:pt x="90" y="318"/>
                    <a:pt x="90" y="318"/>
                  </a:cubicBezTo>
                  <a:cubicBezTo>
                    <a:pt x="87" y="318"/>
                    <a:pt x="87" y="318"/>
                    <a:pt x="87" y="318"/>
                  </a:cubicBezTo>
                  <a:cubicBezTo>
                    <a:pt x="86" y="318"/>
                    <a:pt x="86" y="318"/>
                    <a:pt x="86" y="318"/>
                  </a:cubicBezTo>
                  <a:cubicBezTo>
                    <a:pt x="84" y="318"/>
                    <a:pt x="84" y="318"/>
                    <a:pt x="84" y="318"/>
                  </a:cubicBezTo>
                  <a:cubicBezTo>
                    <a:pt x="83" y="318"/>
                    <a:pt x="83" y="318"/>
                    <a:pt x="83" y="318"/>
                  </a:cubicBezTo>
                  <a:cubicBezTo>
                    <a:pt x="83" y="318"/>
                    <a:pt x="83" y="318"/>
                    <a:pt x="83" y="318"/>
                  </a:cubicBezTo>
                  <a:cubicBezTo>
                    <a:pt x="82" y="318"/>
                    <a:pt x="82" y="318"/>
                    <a:pt x="82" y="318"/>
                  </a:cubicBezTo>
                  <a:cubicBezTo>
                    <a:pt x="80" y="317"/>
                    <a:pt x="80" y="317"/>
                    <a:pt x="80" y="317"/>
                  </a:cubicBezTo>
                  <a:cubicBezTo>
                    <a:pt x="80" y="317"/>
                    <a:pt x="80" y="317"/>
                    <a:pt x="80" y="317"/>
                  </a:cubicBezTo>
                  <a:cubicBezTo>
                    <a:pt x="79" y="317"/>
                    <a:pt x="79" y="317"/>
                    <a:pt x="79" y="317"/>
                  </a:cubicBezTo>
                  <a:cubicBezTo>
                    <a:pt x="78" y="317"/>
                    <a:pt x="78" y="317"/>
                    <a:pt x="78" y="317"/>
                  </a:cubicBezTo>
                  <a:cubicBezTo>
                    <a:pt x="77" y="317"/>
                    <a:pt x="77" y="317"/>
                    <a:pt x="77" y="317"/>
                  </a:cubicBezTo>
                  <a:cubicBezTo>
                    <a:pt x="77" y="317"/>
                    <a:pt x="77" y="317"/>
                    <a:pt x="77" y="317"/>
                  </a:cubicBezTo>
                  <a:cubicBezTo>
                    <a:pt x="76" y="317"/>
                    <a:pt x="76" y="317"/>
                    <a:pt x="76" y="317"/>
                  </a:cubicBezTo>
                  <a:cubicBezTo>
                    <a:pt x="76" y="316"/>
                    <a:pt x="76" y="316"/>
                    <a:pt x="76" y="316"/>
                  </a:cubicBezTo>
                  <a:cubicBezTo>
                    <a:pt x="76" y="316"/>
                    <a:pt x="76" y="316"/>
                    <a:pt x="76" y="316"/>
                  </a:cubicBezTo>
                  <a:cubicBezTo>
                    <a:pt x="76" y="316"/>
                    <a:pt x="76" y="316"/>
                    <a:pt x="76" y="316"/>
                  </a:cubicBezTo>
                  <a:cubicBezTo>
                    <a:pt x="76" y="316"/>
                    <a:pt x="76" y="316"/>
                    <a:pt x="76" y="316"/>
                  </a:cubicBezTo>
                  <a:cubicBezTo>
                    <a:pt x="76" y="316"/>
                    <a:pt x="76" y="316"/>
                    <a:pt x="76" y="316"/>
                  </a:cubicBezTo>
                  <a:cubicBezTo>
                    <a:pt x="76" y="315"/>
                    <a:pt x="76" y="315"/>
                    <a:pt x="76" y="315"/>
                  </a:cubicBezTo>
                  <a:cubicBezTo>
                    <a:pt x="75" y="314"/>
                    <a:pt x="75" y="314"/>
                    <a:pt x="75" y="314"/>
                  </a:cubicBezTo>
                  <a:cubicBezTo>
                    <a:pt x="75" y="312"/>
                    <a:pt x="75" y="312"/>
                    <a:pt x="75" y="312"/>
                  </a:cubicBezTo>
                  <a:cubicBezTo>
                    <a:pt x="74" y="312"/>
                    <a:pt x="74" y="312"/>
                    <a:pt x="74" y="312"/>
                  </a:cubicBezTo>
                  <a:cubicBezTo>
                    <a:pt x="73" y="310"/>
                    <a:pt x="73" y="310"/>
                    <a:pt x="73" y="310"/>
                  </a:cubicBezTo>
                  <a:cubicBezTo>
                    <a:pt x="72" y="310"/>
                    <a:pt x="72" y="310"/>
                    <a:pt x="72" y="310"/>
                  </a:cubicBezTo>
                  <a:cubicBezTo>
                    <a:pt x="72" y="310"/>
                    <a:pt x="72" y="310"/>
                    <a:pt x="72" y="310"/>
                  </a:cubicBezTo>
                  <a:cubicBezTo>
                    <a:pt x="71" y="309"/>
                    <a:pt x="71" y="309"/>
                    <a:pt x="71" y="309"/>
                  </a:cubicBezTo>
                  <a:cubicBezTo>
                    <a:pt x="71" y="309"/>
                    <a:pt x="71" y="309"/>
                    <a:pt x="71" y="309"/>
                  </a:cubicBezTo>
                  <a:cubicBezTo>
                    <a:pt x="70" y="309"/>
                    <a:pt x="70" y="309"/>
                    <a:pt x="70" y="309"/>
                  </a:cubicBezTo>
                  <a:cubicBezTo>
                    <a:pt x="69" y="309"/>
                    <a:pt x="69" y="309"/>
                    <a:pt x="69" y="309"/>
                  </a:cubicBezTo>
                  <a:cubicBezTo>
                    <a:pt x="69" y="308"/>
                    <a:pt x="69" y="308"/>
                    <a:pt x="69" y="308"/>
                  </a:cubicBezTo>
                  <a:cubicBezTo>
                    <a:pt x="68" y="308"/>
                    <a:pt x="68" y="308"/>
                    <a:pt x="68" y="308"/>
                  </a:cubicBezTo>
                  <a:cubicBezTo>
                    <a:pt x="67" y="307"/>
                    <a:pt x="67" y="307"/>
                    <a:pt x="67" y="307"/>
                  </a:cubicBezTo>
                  <a:cubicBezTo>
                    <a:pt x="67" y="307"/>
                    <a:pt x="67" y="307"/>
                    <a:pt x="67" y="307"/>
                  </a:cubicBezTo>
                  <a:cubicBezTo>
                    <a:pt x="66" y="307"/>
                    <a:pt x="66" y="307"/>
                    <a:pt x="66" y="307"/>
                  </a:cubicBezTo>
                  <a:cubicBezTo>
                    <a:pt x="66" y="306"/>
                    <a:pt x="66" y="306"/>
                    <a:pt x="66" y="306"/>
                  </a:cubicBezTo>
                  <a:cubicBezTo>
                    <a:pt x="65" y="306"/>
                    <a:pt x="65" y="306"/>
                    <a:pt x="65" y="306"/>
                  </a:cubicBezTo>
                  <a:cubicBezTo>
                    <a:pt x="65" y="306"/>
                    <a:pt x="65" y="306"/>
                    <a:pt x="65" y="306"/>
                  </a:cubicBezTo>
                  <a:cubicBezTo>
                    <a:pt x="64" y="305"/>
                    <a:pt x="64" y="305"/>
                    <a:pt x="64" y="305"/>
                  </a:cubicBezTo>
                  <a:cubicBezTo>
                    <a:pt x="61" y="303"/>
                    <a:pt x="61" y="303"/>
                    <a:pt x="61" y="303"/>
                  </a:cubicBezTo>
                  <a:cubicBezTo>
                    <a:pt x="60" y="302"/>
                    <a:pt x="60" y="302"/>
                    <a:pt x="60" y="302"/>
                  </a:cubicBezTo>
                  <a:cubicBezTo>
                    <a:pt x="58" y="301"/>
                    <a:pt x="58" y="301"/>
                    <a:pt x="58" y="301"/>
                  </a:cubicBezTo>
                  <a:cubicBezTo>
                    <a:pt x="57" y="302"/>
                    <a:pt x="57" y="302"/>
                    <a:pt x="57" y="302"/>
                  </a:cubicBezTo>
                  <a:cubicBezTo>
                    <a:pt x="56" y="301"/>
                    <a:pt x="56" y="301"/>
                    <a:pt x="56" y="301"/>
                  </a:cubicBezTo>
                  <a:cubicBezTo>
                    <a:pt x="56" y="300"/>
                    <a:pt x="56" y="300"/>
                    <a:pt x="56" y="300"/>
                  </a:cubicBezTo>
                  <a:cubicBezTo>
                    <a:pt x="54" y="299"/>
                    <a:pt x="54" y="299"/>
                    <a:pt x="54" y="299"/>
                  </a:cubicBezTo>
                  <a:cubicBezTo>
                    <a:pt x="54" y="299"/>
                    <a:pt x="54" y="299"/>
                    <a:pt x="54" y="299"/>
                  </a:cubicBezTo>
                  <a:cubicBezTo>
                    <a:pt x="53" y="299"/>
                    <a:pt x="53" y="299"/>
                    <a:pt x="53" y="299"/>
                  </a:cubicBezTo>
                  <a:cubicBezTo>
                    <a:pt x="53" y="299"/>
                    <a:pt x="53" y="299"/>
                    <a:pt x="53" y="299"/>
                  </a:cubicBezTo>
                  <a:cubicBezTo>
                    <a:pt x="54" y="298"/>
                    <a:pt x="54" y="298"/>
                    <a:pt x="54" y="298"/>
                  </a:cubicBezTo>
                  <a:cubicBezTo>
                    <a:pt x="54" y="298"/>
                    <a:pt x="54" y="298"/>
                    <a:pt x="54" y="298"/>
                  </a:cubicBezTo>
                  <a:cubicBezTo>
                    <a:pt x="54" y="297"/>
                    <a:pt x="54" y="297"/>
                    <a:pt x="54" y="297"/>
                  </a:cubicBezTo>
                  <a:cubicBezTo>
                    <a:pt x="55" y="298"/>
                    <a:pt x="55" y="298"/>
                    <a:pt x="55" y="298"/>
                  </a:cubicBezTo>
                  <a:cubicBezTo>
                    <a:pt x="55" y="298"/>
                    <a:pt x="55" y="298"/>
                    <a:pt x="55" y="298"/>
                  </a:cubicBezTo>
                  <a:cubicBezTo>
                    <a:pt x="56" y="298"/>
                    <a:pt x="56" y="298"/>
                    <a:pt x="56" y="298"/>
                  </a:cubicBezTo>
                  <a:cubicBezTo>
                    <a:pt x="57" y="298"/>
                    <a:pt x="57" y="298"/>
                    <a:pt x="57" y="298"/>
                  </a:cubicBezTo>
                  <a:cubicBezTo>
                    <a:pt x="57" y="297"/>
                    <a:pt x="57" y="297"/>
                    <a:pt x="57" y="297"/>
                  </a:cubicBezTo>
                  <a:cubicBezTo>
                    <a:pt x="56" y="297"/>
                    <a:pt x="56" y="297"/>
                    <a:pt x="56" y="297"/>
                  </a:cubicBezTo>
                  <a:cubicBezTo>
                    <a:pt x="56" y="296"/>
                    <a:pt x="56" y="296"/>
                    <a:pt x="56" y="296"/>
                  </a:cubicBezTo>
                  <a:cubicBezTo>
                    <a:pt x="57" y="295"/>
                    <a:pt x="57" y="295"/>
                    <a:pt x="57" y="295"/>
                  </a:cubicBezTo>
                  <a:cubicBezTo>
                    <a:pt x="57" y="295"/>
                    <a:pt x="57" y="295"/>
                    <a:pt x="57" y="295"/>
                  </a:cubicBezTo>
                  <a:cubicBezTo>
                    <a:pt x="58" y="294"/>
                    <a:pt x="58" y="294"/>
                    <a:pt x="58" y="294"/>
                  </a:cubicBezTo>
                  <a:cubicBezTo>
                    <a:pt x="58" y="294"/>
                    <a:pt x="58" y="294"/>
                    <a:pt x="58" y="294"/>
                  </a:cubicBezTo>
                  <a:cubicBezTo>
                    <a:pt x="59" y="294"/>
                    <a:pt x="59" y="294"/>
                    <a:pt x="59" y="294"/>
                  </a:cubicBezTo>
                  <a:cubicBezTo>
                    <a:pt x="59" y="294"/>
                    <a:pt x="59" y="294"/>
                    <a:pt x="59" y="294"/>
                  </a:cubicBezTo>
                  <a:cubicBezTo>
                    <a:pt x="59" y="294"/>
                    <a:pt x="59" y="294"/>
                    <a:pt x="59" y="294"/>
                  </a:cubicBezTo>
                  <a:cubicBezTo>
                    <a:pt x="58" y="293"/>
                    <a:pt x="58" y="293"/>
                    <a:pt x="58" y="293"/>
                  </a:cubicBezTo>
                  <a:cubicBezTo>
                    <a:pt x="58" y="293"/>
                    <a:pt x="58" y="293"/>
                    <a:pt x="58" y="293"/>
                  </a:cubicBezTo>
                  <a:cubicBezTo>
                    <a:pt x="58" y="293"/>
                    <a:pt x="58" y="293"/>
                    <a:pt x="58" y="293"/>
                  </a:cubicBezTo>
                  <a:cubicBezTo>
                    <a:pt x="57" y="293"/>
                    <a:pt x="57" y="293"/>
                    <a:pt x="57" y="293"/>
                  </a:cubicBezTo>
                  <a:cubicBezTo>
                    <a:pt x="56" y="291"/>
                    <a:pt x="56" y="291"/>
                    <a:pt x="56" y="291"/>
                  </a:cubicBezTo>
                  <a:cubicBezTo>
                    <a:pt x="58" y="291"/>
                    <a:pt x="58" y="291"/>
                    <a:pt x="58" y="291"/>
                  </a:cubicBezTo>
                  <a:cubicBezTo>
                    <a:pt x="59" y="291"/>
                    <a:pt x="59" y="291"/>
                    <a:pt x="59" y="291"/>
                  </a:cubicBezTo>
                  <a:cubicBezTo>
                    <a:pt x="59" y="291"/>
                    <a:pt x="59" y="291"/>
                    <a:pt x="59" y="291"/>
                  </a:cubicBezTo>
                  <a:cubicBezTo>
                    <a:pt x="59" y="291"/>
                    <a:pt x="59" y="291"/>
                    <a:pt x="59" y="291"/>
                  </a:cubicBezTo>
                  <a:cubicBezTo>
                    <a:pt x="58" y="291"/>
                    <a:pt x="58" y="291"/>
                    <a:pt x="58" y="291"/>
                  </a:cubicBezTo>
                  <a:cubicBezTo>
                    <a:pt x="59" y="290"/>
                    <a:pt x="59" y="290"/>
                    <a:pt x="59" y="290"/>
                  </a:cubicBezTo>
                  <a:cubicBezTo>
                    <a:pt x="62" y="289"/>
                    <a:pt x="62" y="289"/>
                    <a:pt x="62" y="289"/>
                  </a:cubicBezTo>
                  <a:cubicBezTo>
                    <a:pt x="62" y="288"/>
                    <a:pt x="62" y="288"/>
                    <a:pt x="62" y="288"/>
                  </a:cubicBezTo>
                  <a:cubicBezTo>
                    <a:pt x="62" y="288"/>
                    <a:pt x="62" y="288"/>
                    <a:pt x="62" y="288"/>
                  </a:cubicBezTo>
                  <a:cubicBezTo>
                    <a:pt x="61" y="288"/>
                    <a:pt x="61" y="288"/>
                    <a:pt x="61" y="288"/>
                  </a:cubicBezTo>
                  <a:cubicBezTo>
                    <a:pt x="60" y="288"/>
                    <a:pt x="60" y="288"/>
                    <a:pt x="60" y="288"/>
                  </a:cubicBezTo>
                  <a:cubicBezTo>
                    <a:pt x="59" y="288"/>
                    <a:pt x="59" y="288"/>
                    <a:pt x="59" y="288"/>
                  </a:cubicBezTo>
                  <a:cubicBezTo>
                    <a:pt x="58" y="288"/>
                    <a:pt x="58" y="288"/>
                    <a:pt x="58" y="288"/>
                  </a:cubicBezTo>
                  <a:cubicBezTo>
                    <a:pt x="58" y="288"/>
                    <a:pt x="58" y="288"/>
                    <a:pt x="58" y="288"/>
                  </a:cubicBezTo>
                  <a:cubicBezTo>
                    <a:pt x="59" y="287"/>
                    <a:pt x="59" y="287"/>
                    <a:pt x="59" y="287"/>
                  </a:cubicBezTo>
                  <a:cubicBezTo>
                    <a:pt x="59" y="286"/>
                    <a:pt x="59" y="286"/>
                    <a:pt x="59" y="286"/>
                  </a:cubicBezTo>
                  <a:cubicBezTo>
                    <a:pt x="60" y="285"/>
                    <a:pt x="60" y="285"/>
                    <a:pt x="60" y="285"/>
                  </a:cubicBezTo>
                  <a:cubicBezTo>
                    <a:pt x="62" y="285"/>
                    <a:pt x="62" y="285"/>
                    <a:pt x="62" y="285"/>
                  </a:cubicBezTo>
                  <a:cubicBezTo>
                    <a:pt x="63" y="284"/>
                    <a:pt x="63" y="284"/>
                    <a:pt x="63" y="284"/>
                  </a:cubicBezTo>
                  <a:cubicBezTo>
                    <a:pt x="63" y="283"/>
                    <a:pt x="63" y="283"/>
                    <a:pt x="63" y="283"/>
                  </a:cubicBezTo>
                  <a:cubicBezTo>
                    <a:pt x="64" y="282"/>
                    <a:pt x="64" y="282"/>
                    <a:pt x="64" y="282"/>
                  </a:cubicBezTo>
                  <a:cubicBezTo>
                    <a:pt x="63" y="281"/>
                    <a:pt x="63" y="281"/>
                    <a:pt x="63" y="281"/>
                  </a:cubicBezTo>
                  <a:cubicBezTo>
                    <a:pt x="62" y="280"/>
                    <a:pt x="62" y="280"/>
                    <a:pt x="62" y="280"/>
                  </a:cubicBezTo>
                  <a:cubicBezTo>
                    <a:pt x="62" y="278"/>
                    <a:pt x="62" y="278"/>
                    <a:pt x="62" y="278"/>
                  </a:cubicBezTo>
                  <a:cubicBezTo>
                    <a:pt x="63" y="278"/>
                    <a:pt x="63" y="278"/>
                    <a:pt x="63" y="278"/>
                  </a:cubicBezTo>
                  <a:cubicBezTo>
                    <a:pt x="64" y="277"/>
                    <a:pt x="64" y="277"/>
                    <a:pt x="64" y="277"/>
                  </a:cubicBezTo>
                  <a:cubicBezTo>
                    <a:pt x="64" y="276"/>
                    <a:pt x="64" y="276"/>
                    <a:pt x="64" y="276"/>
                  </a:cubicBezTo>
                  <a:cubicBezTo>
                    <a:pt x="63" y="276"/>
                    <a:pt x="63" y="276"/>
                    <a:pt x="63" y="276"/>
                  </a:cubicBezTo>
                  <a:cubicBezTo>
                    <a:pt x="63" y="275"/>
                    <a:pt x="63" y="275"/>
                    <a:pt x="63" y="275"/>
                  </a:cubicBezTo>
                  <a:cubicBezTo>
                    <a:pt x="62" y="275"/>
                    <a:pt x="62" y="275"/>
                    <a:pt x="62" y="275"/>
                  </a:cubicBezTo>
                  <a:cubicBezTo>
                    <a:pt x="61" y="275"/>
                    <a:pt x="61" y="275"/>
                    <a:pt x="61" y="275"/>
                  </a:cubicBezTo>
                  <a:cubicBezTo>
                    <a:pt x="60" y="274"/>
                    <a:pt x="60" y="274"/>
                    <a:pt x="60" y="274"/>
                  </a:cubicBezTo>
                  <a:cubicBezTo>
                    <a:pt x="59" y="275"/>
                    <a:pt x="59" y="275"/>
                    <a:pt x="59" y="275"/>
                  </a:cubicBezTo>
                  <a:cubicBezTo>
                    <a:pt x="58" y="274"/>
                    <a:pt x="58" y="274"/>
                    <a:pt x="58" y="274"/>
                  </a:cubicBezTo>
                  <a:cubicBezTo>
                    <a:pt x="57" y="274"/>
                    <a:pt x="57" y="274"/>
                    <a:pt x="57" y="274"/>
                  </a:cubicBezTo>
                  <a:cubicBezTo>
                    <a:pt x="55" y="274"/>
                    <a:pt x="55" y="274"/>
                    <a:pt x="55" y="274"/>
                  </a:cubicBezTo>
                  <a:cubicBezTo>
                    <a:pt x="55" y="274"/>
                    <a:pt x="55" y="274"/>
                    <a:pt x="55" y="274"/>
                  </a:cubicBezTo>
                  <a:cubicBezTo>
                    <a:pt x="54" y="274"/>
                    <a:pt x="54" y="274"/>
                    <a:pt x="54" y="274"/>
                  </a:cubicBezTo>
                  <a:cubicBezTo>
                    <a:pt x="53" y="273"/>
                    <a:pt x="53" y="273"/>
                    <a:pt x="53" y="273"/>
                  </a:cubicBezTo>
                  <a:cubicBezTo>
                    <a:pt x="52" y="271"/>
                    <a:pt x="52" y="271"/>
                    <a:pt x="52" y="271"/>
                  </a:cubicBezTo>
                  <a:cubicBezTo>
                    <a:pt x="51" y="271"/>
                    <a:pt x="51" y="271"/>
                    <a:pt x="51" y="271"/>
                  </a:cubicBezTo>
                  <a:cubicBezTo>
                    <a:pt x="50" y="272"/>
                    <a:pt x="50" y="272"/>
                    <a:pt x="50" y="272"/>
                  </a:cubicBezTo>
                  <a:cubicBezTo>
                    <a:pt x="49" y="272"/>
                    <a:pt x="49" y="272"/>
                    <a:pt x="49" y="272"/>
                  </a:cubicBezTo>
                  <a:cubicBezTo>
                    <a:pt x="48" y="272"/>
                    <a:pt x="48" y="272"/>
                    <a:pt x="48" y="272"/>
                  </a:cubicBezTo>
                  <a:cubicBezTo>
                    <a:pt x="46" y="271"/>
                    <a:pt x="46" y="271"/>
                    <a:pt x="46" y="271"/>
                  </a:cubicBezTo>
                  <a:cubicBezTo>
                    <a:pt x="46" y="272"/>
                    <a:pt x="46" y="272"/>
                    <a:pt x="46" y="272"/>
                  </a:cubicBezTo>
                  <a:cubicBezTo>
                    <a:pt x="44" y="270"/>
                    <a:pt x="44" y="270"/>
                    <a:pt x="44" y="270"/>
                  </a:cubicBezTo>
                  <a:cubicBezTo>
                    <a:pt x="43" y="269"/>
                    <a:pt x="43" y="269"/>
                    <a:pt x="43" y="269"/>
                  </a:cubicBezTo>
                  <a:cubicBezTo>
                    <a:pt x="43" y="268"/>
                    <a:pt x="43" y="268"/>
                    <a:pt x="43" y="268"/>
                  </a:cubicBezTo>
                  <a:cubicBezTo>
                    <a:pt x="42" y="268"/>
                    <a:pt x="42" y="268"/>
                    <a:pt x="42" y="268"/>
                  </a:cubicBezTo>
                  <a:cubicBezTo>
                    <a:pt x="42" y="267"/>
                    <a:pt x="42" y="267"/>
                    <a:pt x="42" y="267"/>
                  </a:cubicBezTo>
                  <a:cubicBezTo>
                    <a:pt x="41" y="266"/>
                    <a:pt x="41" y="266"/>
                    <a:pt x="41" y="266"/>
                  </a:cubicBezTo>
                  <a:cubicBezTo>
                    <a:pt x="39" y="267"/>
                    <a:pt x="39" y="267"/>
                    <a:pt x="39" y="267"/>
                  </a:cubicBezTo>
                  <a:cubicBezTo>
                    <a:pt x="38" y="265"/>
                    <a:pt x="38" y="265"/>
                    <a:pt x="38" y="265"/>
                  </a:cubicBezTo>
                  <a:cubicBezTo>
                    <a:pt x="38" y="264"/>
                    <a:pt x="38" y="264"/>
                    <a:pt x="38" y="264"/>
                  </a:cubicBezTo>
                  <a:cubicBezTo>
                    <a:pt x="37" y="264"/>
                    <a:pt x="37" y="264"/>
                    <a:pt x="37" y="264"/>
                  </a:cubicBezTo>
                  <a:cubicBezTo>
                    <a:pt x="37" y="262"/>
                    <a:pt x="37" y="262"/>
                    <a:pt x="37" y="262"/>
                  </a:cubicBezTo>
                  <a:cubicBezTo>
                    <a:pt x="36" y="262"/>
                    <a:pt x="36" y="262"/>
                    <a:pt x="36" y="262"/>
                  </a:cubicBezTo>
                  <a:cubicBezTo>
                    <a:pt x="34" y="262"/>
                    <a:pt x="34" y="262"/>
                    <a:pt x="34" y="262"/>
                  </a:cubicBezTo>
                  <a:cubicBezTo>
                    <a:pt x="32" y="262"/>
                    <a:pt x="32" y="262"/>
                    <a:pt x="32" y="262"/>
                  </a:cubicBezTo>
                  <a:cubicBezTo>
                    <a:pt x="30" y="262"/>
                    <a:pt x="30" y="262"/>
                    <a:pt x="30" y="262"/>
                  </a:cubicBezTo>
                  <a:cubicBezTo>
                    <a:pt x="29" y="262"/>
                    <a:pt x="29" y="262"/>
                    <a:pt x="29" y="262"/>
                  </a:cubicBezTo>
                  <a:cubicBezTo>
                    <a:pt x="29" y="263"/>
                    <a:pt x="29" y="263"/>
                    <a:pt x="29" y="263"/>
                  </a:cubicBezTo>
                  <a:cubicBezTo>
                    <a:pt x="28" y="263"/>
                    <a:pt x="28" y="263"/>
                    <a:pt x="28" y="263"/>
                  </a:cubicBezTo>
                  <a:cubicBezTo>
                    <a:pt x="28" y="263"/>
                    <a:pt x="28" y="263"/>
                    <a:pt x="28" y="263"/>
                  </a:cubicBezTo>
                  <a:cubicBezTo>
                    <a:pt x="28" y="262"/>
                    <a:pt x="28" y="262"/>
                    <a:pt x="28" y="262"/>
                  </a:cubicBezTo>
                  <a:cubicBezTo>
                    <a:pt x="27" y="261"/>
                    <a:pt x="27" y="261"/>
                    <a:pt x="27" y="261"/>
                  </a:cubicBezTo>
                  <a:cubicBezTo>
                    <a:pt x="27" y="260"/>
                    <a:pt x="27" y="260"/>
                    <a:pt x="27" y="260"/>
                  </a:cubicBezTo>
                  <a:cubicBezTo>
                    <a:pt x="26" y="259"/>
                    <a:pt x="26" y="259"/>
                    <a:pt x="26" y="259"/>
                  </a:cubicBezTo>
                  <a:cubicBezTo>
                    <a:pt x="26" y="258"/>
                    <a:pt x="26" y="258"/>
                    <a:pt x="26" y="258"/>
                  </a:cubicBezTo>
                  <a:cubicBezTo>
                    <a:pt x="26" y="257"/>
                    <a:pt x="26" y="257"/>
                    <a:pt x="26" y="257"/>
                  </a:cubicBezTo>
                  <a:cubicBezTo>
                    <a:pt x="27" y="258"/>
                    <a:pt x="27" y="258"/>
                    <a:pt x="27" y="258"/>
                  </a:cubicBezTo>
                  <a:cubicBezTo>
                    <a:pt x="29" y="258"/>
                    <a:pt x="29" y="258"/>
                    <a:pt x="29" y="258"/>
                  </a:cubicBezTo>
                  <a:cubicBezTo>
                    <a:pt x="30" y="256"/>
                    <a:pt x="30" y="256"/>
                    <a:pt x="30" y="256"/>
                  </a:cubicBezTo>
                  <a:cubicBezTo>
                    <a:pt x="31" y="256"/>
                    <a:pt x="31" y="256"/>
                    <a:pt x="31" y="256"/>
                  </a:cubicBezTo>
                  <a:cubicBezTo>
                    <a:pt x="30" y="255"/>
                    <a:pt x="30" y="255"/>
                    <a:pt x="30" y="255"/>
                  </a:cubicBezTo>
                  <a:cubicBezTo>
                    <a:pt x="30" y="254"/>
                    <a:pt x="30" y="254"/>
                    <a:pt x="30" y="254"/>
                  </a:cubicBezTo>
                  <a:cubicBezTo>
                    <a:pt x="28" y="253"/>
                    <a:pt x="28" y="253"/>
                    <a:pt x="28" y="253"/>
                  </a:cubicBezTo>
                  <a:cubicBezTo>
                    <a:pt x="26" y="253"/>
                    <a:pt x="26" y="253"/>
                    <a:pt x="26" y="253"/>
                  </a:cubicBezTo>
                  <a:cubicBezTo>
                    <a:pt x="26" y="251"/>
                    <a:pt x="26" y="251"/>
                    <a:pt x="26" y="251"/>
                  </a:cubicBezTo>
                  <a:cubicBezTo>
                    <a:pt x="25" y="251"/>
                    <a:pt x="25" y="251"/>
                    <a:pt x="25" y="251"/>
                  </a:cubicBezTo>
                  <a:cubicBezTo>
                    <a:pt x="24" y="249"/>
                    <a:pt x="24" y="249"/>
                    <a:pt x="24" y="249"/>
                  </a:cubicBezTo>
                  <a:cubicBezTo>
                    <a:pt x="23" y="248"/>
                    <a:pt x="23" y="248"/>
                    <a:pt x="23" y="248"/>
                  </a:cubicBezTo>
                  <a:cubicBezTo>
                    <a:pt x="22" y="247"/>
                    <a:pt x="22" y="247"/>
                    <a:pt x="22" y="247"/>
                  </a:cubicBezTo>
                  <a:cubicBezTo>
                    <a:pt x="22" y="246"/>
                    <a:pt x="22" y="246"/>
                    <a:pt x="22" y="246"/>
                  </a:cubicBezTo>
                  <a:cubicBezTo>
                    <a:pt x="22" y="245"/>
                    <a:pt x="22" y="245"/>
                    <a:pt x="22" y="245"/>
                  </a:cubicBezTo>
                  <a:cubicBezTo>
                    <a:pt x="22" y="244"/>
                    <a:pt x="22" y="244"/>
                    <a:pt x="22" y="244"/>
                  </a:cubicBezTo>
                  <a:cubicBezTo>
                    <a:pt x="22" y="243"/>
                    <a:pt x="22" y="243"/>
                    <a:pt x="22" y="243"/>
                  </a:cubicBezTo>
                  <a:cubicBezTo>
                    <a:pt x="20" y="243"/>
                    <a:pt x="20" y="243"/>
                    <a:pt x="20" y="243"/>
                  </a:cubicBezTo>
                  <a:cubicBezTo>
                    <a:pt x="19" y="243"/>
                    <a:pt x="19" y="243"/>
                    <a:pt x="19" y="243"/>
                  </a:cubicBezTo>
                  <a:cubicBezTo>
                    <a:pt x="19" y="242"/>
                    <a:pt x="19" y="242"/>
                    <a:pt x="19" y="242"/>
                  </a:cubicBezTo>
                  <a:cubicBezTo>
                    <a:pt x="17" y="242"/>
                    <a:pt x="17" y="242"/>
                    <a:pt x="17" y="242"/>
                  </a:cubicBezTo>
                  <a:cubicBezTo>
                    <a:pt x="16" y="243"/>
                    <a:pt x="16" y="243"/>
                    <a:pt x="16" y="243"/>
                  </a:cubicBezTo>
                  <a:cubicBezTo>
                    <a:pt x="15" y="242"/>
                    <a:pt x="15" y="242"/>
                    <a:pt x="15" y="242"/>
                  </a:cubicBezTo>
                  <a:cubicBezTo>
                    <a:pt x="14" y="242"/>
                    <a:pt x="14" y="242"/>
                    <a:pt x="14" y="242"/>
                  </a:cubicBezTo>
                  <a:cubicBezTo>
                    <a:pt x="13" y="242"/>
                    <a:pt x="13" y="242"/>
                    <a:pt x="13" y="242"/>
                  </a:cubicBezTo>
                  <a:cubicBezTo>
                    <a:pt x="12" y="241"/>
                    <a:pt x="12" y="241"/>
                    <a:pt x="12" y="241"/>
                  </a:cubicBezTo>
                  <a:cubicBezTo>
                    <a:pt x="12" y="242"/>
                    <a:pt x="12" y="242"/>
                    <a:pt x="12" y="242"/>
                  </a:cubicBezTo>
                  <a:cubicBezTo>
                    <a:pt x="11" y="241"/>
                    <a:pt x="11" y="241"/>
                    <a:pt x="11" y="241"/>
                  </a:cubicBezTo>
                  <a:cubicBezTo>
                    <a:pt x="10" y="241"/>
                    <a:pt x="10" y="241"/>
                    <a:pt x="10" y="241"/>
                  </a:cubicBezTo>
                  <a:cubicBezTo>
                    <a:pt x="10" y="240"/>
                    <a:pt x="10" y="240"/>
                    <a:pt x="10" y="240"/>
                  </a:cubicBezTo>
                  <a:cubicBezTo>
                    <a:pt x="10" y="239"/>
                    <a:pt x="10" y="239"/>
                    <a:pt x="10" y="239"/>
                  </a:cubicBezTo>
                  <a:cubicBezTo>
                    <a:pt x="9" y="238"/>
                    <a:pt x="9" y="238"/>
                    <a:pt x="9" y="238"/>
                  </a:cubicBezTo>
                  <a:cubicBezTo>
                    <a:pt x="9" y="238"/>
                    <a:pt x="9" y="238"/>
                    <a:pt x="9" y="238"/>
                  </a:cubicBezTo>
                  <a:cubicBezTo>
                    <a:pt x="8" y="237"/>
                    <a:pt x="8" y="237"/>
                    <a:pt x="8" y="237"/>
                  </a:cubicBezTo>
                  <a:cubicBezTo>
                    <a:pt x="8" y="236"/>
                    <a:pt x="8" y="236"/>
                    <a:pt x="8" y="236"/>
                  </a:cubicBezTo>
                  <a:cubicBezTo>
                    <a:pt x="8" y="236"/>
                    <a:pt x="8" y="236"/>
                    <a:pt x="8" y="236"/>
                  </a:cubicBezTo>
                  <a:cubicBezTo>
                    <a:pt x="8" y="235"/>
                    <a:pt x="8" y="235"/>
                    <a:pt x="8" y="235"/>
                  </a:cubicBezTo>
                  <a:cubicBezTo>
                    <a:pt x="8" y="235"/>
                    <a:pt x="8" y="235"/>
                    <a:pt x="8" y="235"/>
                  </a:cubicBezTo>
                  <a:cubicBezTo>
                    <a:pt x="8" y="234"/>
                    <a:pt x="8" y="234"/>
                    <a:pt x="8" y="234"/>
                  </a:cubicBezTo>
                  <a:cubicBezTo>
                    <a:pt x="7" y="234"/>
                    <a:pt x="7" y="234"/>
                    <a:pt x="7" y="234"/>
                  </a:cubicBezTo>
                  <a:cubicBezTo>
                    <a:pt x="8" y="233"/>
                    <a:pt x="8" y="233"/>
                    <a:pt x="8" y="233"/>
                  </a:cubicBezTo>
                  <a:cubicBezTo>
                    <a:pt x="7" y="232"/>
                    <a:pt x="7" y="232"/>
                    <a:pt x="7" y="232"/>
                  </a:cubicBezTo>
                  <a:cubicBezTo>
                    <a:pt x="8" y="232"/>
                    <a:pt x="8" y="232"/>
                    <a:pt x="8" y="232"/>
                  </a:cubicBezTo>
                  <a:cubicBezTo>
                    <a:pt x="8" y="231"/>
                    <a:pt x="8" y="231"/>
                    <a:pt x="8" y="231"/>
                  </a:cubicBezTo>
                  <a:cubicBezTo>
                    <a:pt x="6" y="228"/>
                    <a:pt x="6" y="228"/>
                    <a:pt x="6" y="228"/>
                  </a:cubicBezTo>
                  <a:cubicBezTo>
                    <a:pt x="6" y="225"/>
                    <a:pt x="6" y="225"/>
                    <a:pt x="6" y="225"/>
                  </a:cubicBezTo>
                  <a:cubicBezTo>
                    <a:pt x="7" y="224"/>
                    <a:pt x="7" y="224"/>
                    <a:pt x="7" y="224"/>
                  </a:cubicBezTo>
                  <a:cubicBezTo>
                    <a:pt x="7" y="223"/>
                    <a:pt x="7" y="223"/>
                    <a:pt x="7" y="223"/>
                  </a:cubicBezTo>
                  <a:cubicBezTo>
                    <a:pt x="8" y="222"/>
                    <a:pt x="8" y="222"/>
                    <a:pt x="8" y="222"/>
                  </a:cubicBezTo>
                  <a:cubicBezTo>
                    <a:pt x="8" y="222"/>
                    <a:pt x="8" y="222"/>
                    <a:pt x="8" y="222"/>
                  </a:cubicBezTo>
                  <a:cubicBezTo>
                    <a:pt x="8" y="222"/>
                    <a:pt x="8" y="222"/>
                    <a:pt x="8" y="222"/>
                  </a:cubicBezTo>
                  <a:cubicBezTo>
                    <a:pt x="8" y="221"/>
                    <a:pt x="8" y="221"/>
                    <a:pt x="8" y="221"/>
                  </a:cubicBezTo>
                  <a:cubicBezTo>
                    <a:pt x="8" y="221"/>
                    <a:pt x="8" y="221"/>
                    <a:pt x="8" y="221"/>
                  </a:cubicBezTo>
                  <a:cubicBezTo>
                    <a:pt x="8" y="220"/>
                    <a:pt x="8" y="220"/>
                    <a:pt x="8" y="220"/>
                  </a:cubicBezTo>
                  <a:cubicBezTo>
                    <a:pt x="7" y="220"/>
                    <a:pt x="7" y="220"/>
                    <a:pt x="7" y="220"/>
                  </a:cubicBezTo>
                  <a:cubicBezTo>
                    <a:pt x="7" y="219"/>
                    <a:pt x="7" y="219"/>
                    <a:pt x="7" y="219"/>
                  </a:cubicBezTo>
                  <a:cubicBezTo>
                    <a:pt x="8" y="219"/>
                    <a:pt x="8" y="219"/>
                    <a:pt x="8" y="219"/>
                  </a:cubicBezTo>
                  <a:cubicBezTo>
                    <a:pt x="8" y="220"/>
                    <a:pt x="8" y="220"/>
                    <a:pt x="8" y="220"/>
                  </a:cubicBezTo>
                  <a:cubicBezTo>
                    <a:pt x="9" y="220"/>
                    <a:pt x="9" y="220"/>
                    <a:pt x="9" y="220"/>
                  </a:cubicBezTo>
                  <a:cubicBezTo>
                    <a:pt x="9" y="219"/>
                    <a:pt x="9" y="219"/>
                    <a:pt x="9" y="219"/>
                  </a:cubicBezTo>
                  <a:cubicBezTo>
                    <a:pt x="10" y="219"/>
                    <a:pt x="10" y="219"/>
                    <a:pt x="10" y="219"/>
                  </a:cubicBezTo>
                  <a:cubicBezTo>
                    <a:pt x="10" y="219"/>
                    <a:pt x="10" y="219"/>
                    <a:pt x="10" y="219"/>
                  </a:cubicBezTo>
                  <a:cubicBezTo>
                    <a:pt x="11" y="218"/>
                    <a:pt x="11" y="218"/>
                    <a:pt x="11" y="218"/>
                  </a:cubicBezTo>
                  <a:cubicBezTo>
                    <a:pt x="12" y="218"/>
                    <a:pt x="12" y="218"/>
                    <a:pt x="12" y="218"/>
                  </a:cubicBezTo>
                  <a:cubicBezTo>
                    <a:pt x="12" y="217"/>
                    <a:pt x="12" y="217"/>
                    <a:pt x="12" y="217"/>
                  </a:cubicBezTo>
                  <a:cubicBezTo>
                    <a:pt x="14" y="218"/>
                    <a:pt x="14" y="218"/>
                    <a:pt x="14" y="218"/>
                  </a:cubicBezTo>
                  <a:cubicBezTo>
                    <a:pt x="14" y="217"/>
                    <a:pt x="14" y="217"/>
                    <a:pt x="14" y="217"/>
                  </a:cubicBezTo>
                  <a:cubicBezTo>
                    <a:pt x="13" y="216"/>
                    <a:pt x="13" y="216"/>
                    <a:pt x="13" y="216"/>
                  </a:cubicBezTo>
                  <a:cubicBezTo>
                    <a:pt x="13" y="216"/>
                    <a:pt x="13" y="216"/>
                    <a:pt x="13" y="216"/>
                  </a:cubicBezTo>
                  <a:cubicBezTo>
                    <a:pt x="12" y="216"/>
                    <a:pt x="12" y="216"/>
                    <a:pt x="12" y="216"/>
                  </a:cubicBezTo>
                  <a:cubicBezTo>
                    <a:pt x="11" y="216"/>
                    <a:pt x="11" y="216"/>
                    <a:pt x="11" y="216"/>
                  </a:cubicBezTo>
                  <a:cubicBezTo>
                    <a:pt x="11" y="216"/>
                    <a:pt x="11" y="216"/>
                    <a:pt x="11" y="216"/>
                  </a:cubicBezTo>
                  <a:cubicBezTo>
                    <a:pt x="10" y="216"/>
                    <a:pt x="10" y="216"/>
                    <a:pt x="10" y="216"/>
                  </a:cubicBezTo>
                  <a:cubicBezTo>
                    <a:pt x="9" y="215"/>
                    <a:pt x="9" y="215"/>
                    <a:pt x="9" y="215"/>
                  </a:cubicBezTo>
                  <a:cubicBezTo>
                    <a:pt x="9" y="214"/>
                    <a:pt x="9" y="214"/>
                    <a:pt x="9" y="214"/>
                  </a:cubicBezTo>
                  <a:cubicBezTo>
                    <a:pt x="10" y="215"/>
                    <a:pt x="10" y="215"/>
                    <a:pt x="10" y="215"/>
                  </a:cubicBezTo>
                  <a:cubicBezTo>
                    <a:pt x="10" y="214"/>
                    <a:pt x="10" y="214"/>
                    <a:pt x="10" y="214"/>
                  </a:cubicBezTo>
                  <a:cubicBezTo>
                    <a:pt x="9" y="214"/>
                    <a:pt x="9" y="214"/>
                    <a:pt x="9" y="214"/>
                  </a:cubicBezTo>
                  <a:cubicBezTo>
                    <a:pt x="10" y="213"/>
                    <a:pt x="10" y="213"/>
                    <a:pt x="10" y="213"/>
                  </a:cubicBezTo>
                  <a:cubicBezTo>
                    <a:pt x="9" y="213"/>
                    <a:pt x="9" y="213"/>
                    <a:pt x="9" y="213"/>
                  </a:cubicBezTo>
                  <a:cubicBezTo>
                    <a:pt x="9" y="213"/>
                    <a:pt x="8" y="214"/>
                    <a:pt x="8" y="214"/>
                  </a:cubicBezTo>
                  <a:cubicBezTo>
                    <a:pt x="8" y="214"/>
                    <a:pt x="8" y="214"/>
                    <a:pt x="8" y="214"/>
                  </a:cubicBezTo>
                  <a:cubicBezTo>
                    <a:pt x="8" y="214"/>
                    <a:pt x="8" y="214"/>
                    <a:pt x="8" y="214"/>
                  </a:cubicBezTo>
                  <a:cubicBezTo>
                    <a:pt x="7" y="213"/>
                    <a:pt x="7" y="213"/>
                    <a:pt x="7" y="213"/>
                  </a:cubicBezTo>
                  <a:cubicBezTo>
                    <a:pt x="9" y="211"/>
                    <a:pt x="9" y="211"/>
                    <a:pt x="9" y="211"/>
                  </a:cubicBezTo>
                  <a:cubicBezTo>
                    <a:pt x="11" y="211"/>
                    <a:pt x="11" y="211"/>
                    <a:pt x="11" y="211"/>
                  </a:cubicBezTo>
                  <a:cubicBezTo>
                    <a:pt x="12" y="209"/>
                    <a:pt x="12" y="209"/>
                    <a:pt x="12" y="209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4" y="205"/>
                    <a:pt x="14" y="205"/>
                    <a:pt x="14" y="205"/>
                  </a:cubicBezTo>
                  <a:cubicBezTo>
                    <a:pt x="16" y="202"/>
                    <a:pt x="16" y="202"/>
                    <a:pt x="16" y="202"/>
                  </a:cubicBezTo>
                  <a:cubicBezTo>
                    <a:pt x="17" y="200"/>
                    <a:pt x="17" y="200"/>
                    <a:pt x="17" y="200"/>
                  </a:cubicBezTo>
                  <a:cubicBezTo>
                    <a:pt x="17" y="198"/>
                    <a:pt x="17" y="198"/>
                    <a:pt x="17" y="198"/>
                  </a:cubicBezTo>
                  <a:cubicBezTo>
                    <a:pt x="15" y="196"/>
                    <a:pt x="15" y="196"/>
                    <a:pt x="15" y="196"/>
                  </a:cubicBezTo>
                  <a:cubicBezTo>
                    <a:pt x="14" y="196"/>
                    <a:pt x="14" y="196"/>
                    <a:pt x="14" y="196"/>
                  </a:cubicBezTo>
                  <a:cubicBezTo>
                    <a:pt x="12" y="193"/>
                    <a:pt x="12" y="193"/>
                    <a:pt x="12" y="193"/>
                  </a:cubicBezTo>
                  <a:cubicBezTo>
                    <a:pt x="12" y="192"/>
                    <a:pt x="12" y="192"/>
                    <a:pt x="12" y="192"/>
                  </a:cubicBezTo>
                  <a:cubicBezTo>
                    <a:pt x="13" y="191"/>
                    <a:pt x="13" y="191"/>
                    <a:pt x="13" y="191"/>
                  </a:cubicBezTo>
                  <a:cubicBezTo>
                    <a:pt x="13" y="190"/>
                    <a:pt x="13" y="190"/>
                    <a:pt x="13" y="190"/>
                  </a:cubicBezTo>
                  <a:cubicBezTo>
                    <a:pt x="11" y="189"/>
                    <a:pt x="11" y="189"/>
                    <a:pt x="11" y="189"/>
                  </a:cubicBezTo>
                  <a:cubicBezTo>
                    <a:pt x="11" y="188"/>
                    <a:pt x="11" y="188"/>
                    <a:pt x="11" y="188"/>
                  </a:cubicBezTo>
                  <a:cubicBezTo>
                    <a:pt x="11" y="187"/>
                    <a:pt x="11" y="187"/>
                    <a:pt x="11" y="187"/>
                  </a:cubicBezTo>
                  <a:cubicBezTo>
                    <a:pt x="11" y="186"/>
                    <a:pt x="11" y="186"/>
                    <a:pt x="11" y="186"/>
                  </a:cubicBezTo>
                  <a:cubicBezTo>
                    <a:pt x="11" y="186"/>
                    <a:pt x="11" y="186"/>
                    <a:pt x="11" y="186"/>
                  </a:cubicBezTo>
                  <a:cubicBezTo>
                    <a:pt x="10" y="185"/>
                    <a:pt x="10" y="185"/>
                    <a:pt x="10" y="185"/>
                  </a:cubicBezTo>
                  <a:cubicBezTo>
                    <a:pt x="9" y="185"/>
                    <a:pt x="9" y="185"/>
                    <a:pt x="9" y="185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0" y="183"/>
                    <a:pt x="10" y="183"/>
                    <a:pt x="10" y="183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9" y="182"/>
                    <a:pt x="9" y="182"/>
                    <a:pt x="9" y="182"/>
                  </a:cubicBezTo>
                  <a:cubicBezTo>
                    <a:pt x="9" y="179"/>
                    <a:pt x="9" y="179"/>
                    <a:pt x="9" y="179"/>
                  </a:cubicBezTo>
                  <a:cubicBezTo>
                    <a:pt x="10" y="179"/>
                    <a:pt x="10" y="179"/>
                    <a:pt x="10" y="179"/>
                  </a:cubicBezTo>
                  <a:cubicBezTo>
                    <a:pt x="8" y="175"/>
                    <a:pt x="8" y="175"/>
                    <a:pt x="8" y="175"/>
                  </a:cubicBezTo>
                  <a:cubicBezTo>
                    <a:pt x="6" y="172"/>
                    <a:pt x="6" y="172"/>
                    <a:pt x="6" y="172"/>
                  </a:cubicBezTo>
                  <a:cubicBezTo>
                    <a:pt x="6" y="171"/>
                    <a:pt x="6" y="171"/>
                    <a:pt x="6" y="171"/>
                  </a:cubicBezTo>
                  <a:cubicBezTo>
                    <a:pt x="5" y="170"/>
                    <a:pt x="5" y="170"/>
                    <a:pt x="5" y="170"/>
                  </a:cubicBezTo>
                  <a:cubicBezTo>
                    <a:pt x="5" y="168"/>
                    <a:pt x="5" y="168"/>
                    <a:pt x="5" y="168"/>
                  </a:cubicBezTo>
                  <a:cubicBezTo>
                    <a:pt x="6" y="166"/>
                    <a:pt x="6" y="166"/>
                    <a:pt x="6" y="166"/>
                  </a:cubicBezTo>
                  <a:cubicBezTo>
                    <a:pt x="7" y="165"/>
                    <a:pt x="7" y="165"/>
                    <a:pt x="7" y="165"/>
                  </a:cubicBezTo>
                  <a:cubicBezTo>
                    <a:pt x="6" y="165"/>
                    <a:pt x="6" y="165"/>
                    <a:pt x="6" y="165"/>
                  </a:cubicBezTo>
                  <a:cubicBezTo>
                    <a:pt x="4" y="164"/>
                    <a:pt x="4" y="164"/>
                    <a:pt x="4" y="164"/>
                  </a:cubicBezTo>
                  <a:cubicBezTo>
                    <a:pt x="4" y="163"/>
                    <a:pt x="4" y="163"/>
                    <a:pt x="4" y="163"/>
                  </a:cubicBezTo>
                  <a:cubicBezTo>
                    <a:pt x="3" y="162"/>
                    <a:pt x="3" y="162"/>
                    <a:pt x="3" y="162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1" y="161"/>
                    <a:pt x="1" y="161"/>
                    <a:pt x="1" y="161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1" y="155"/>
                    <a:pt x="1" y="155"/>
                    <a:pt x="1" y="155"/>
                  </a:cubicBezTo>
                  <a:cubicBezTo>
                    <a:pt x="1" y="155"/>
                    <a:pt x="1" y="155"/>
                    <a:pt x="1" y="155"/>
                  </a:cubicBezTo>
                  <a:cubicBezTo>
                    <a:pt x="2" y="155"/>
                    <a:pt x="2" y="155"/>
                    <a:pt x="2" y="155"/>
                  </a:cubicBezTo>
                  <a:cubicBezTo>
                    <a:pt x="2" y="154"/>
                    <a:pt x="2" y="154"/>
                    <a:pt x="2" y="154"/>
                  </a:cubicBezTo>
                  <a:cubicBezTo>
                    <a:pt x="3" y="153"/>
                    <a:pt x="3" y="153"/>
                    <a:pt x="3" y="153"/>
                  </a:cubicBezTo>
                  <a:cubicBezTo>
                    <a:pt x="4" y="153"/>
                    <a:pt x="4" y="153"/>
                    <a:pt x="4" y="153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5" y="151"/>
                    <a:pt x="5" y="151"/>
                    <a:pt x="5" y="151"/>
                  </a:cubicBezTo>
                  <a:cubicBezTo>
                    <a:pt x="6" y="151"/>
                    <a:pt x="6" y="151"/>
                    <a:pt x="6" y="151"/>
                  </a:cubicBezTo>
                  <a:cubicBezTo>
                    <a:pt x="7" y="151"/>
                    <a:pt x="7" y="151"/>
                    <a:pt x="7" y="151"/>
                  </a:cubicBezTo>
                  <a:cubicBezTo>
                    <a:pt x="7" y="150"/>
                    <a:pt x="7" y="150"/>
                    <a:pt x="7" y="150"/>
                  </a:cubicBezTo>
                  <a:cubicBezTo>
                    <a:pt x="7" y="149"/>
                    <a:pt x="7" y="149"/>
                    <a:pt x="7" y="149"/>
                  </a:cubicBezTo>
                  <a:cubicBezTo>
                    <a:pt x="7" y="149"/>
                    <a:pt x="7" y="149"/>
                    <a:pt x="7" y="149"/>
                  </a:cubicBezTo>
                  <a:cubicBezTo>
                    <a:pt x="8" y="150"/>
                    <a:pt x="8" y="150"/>
                    <a:pt x="8" y="150"/>
                  </a:cubicBezTo>
                  <a:cubicBezTo>
                    <a:pt x="8" y="150"/>
                    <a:pt x="8" y="150"/>
                    <a:pt x="8" y="150"/>
                  </a:cubicBezTo>
                  <a:cubicBezTo>
                    <a:pt x="8" y="151"/>
                    <a:pt x="8" y="151"/>
                    <a:pt x="8" y="151"/>
                  </a:cubicBezTo>
                  <a:cubicBezTo>
                    <a:pt x="9" y="151"/>
                    <a:pt x="9" y="151"/>
                    <a:pt x="9" y="151"/>
                  </a:cubicBezTo>
                  <a:cubicBezTo>
                    <a:pt x="9" y="150"/>
                    <a:pt x="9" y="150"/>
                    <a:pt x="9" y="150"/>
                  </a:cubicBezTo>
                  <a:cubicBezTo>
                    <a:pt x="9" y="150"/>
                    <a:pt x="9" y="150"/>
                    <a:pt x="9" y="150"/>
                  </a:cubicBezTo>
                  <a:cubicBezTo>
                    <a:pt x="10" y="150"/>
                    <a:pt x="10" y="150"/>
                    <a:pt x="10" y="150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9" y="149"/>
                    <a:pt x="9" y="149"/>
                    <a:pt x="9" y="149"/>
                  </a:cubicBezTo>
                  <a:cubicBezTo>
                    <a:pt x="9" y="149"/>
                    <a:pt x="9" y="149"/>
                    <a:pt x="9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1" y="148"/>
                    <a:pt x="11" y="148"/>
                    <a:pt x="11" y="148"/>
                  </a:cubicBezTo>
                  <a:cubicBezTo>
                    <a:pt x="12" y="148"/>
                    <a:pt x="12" y="148"/>
                    <a:pt x="12" y="148"/>
                  </a:cubicBezTo>
                  <a:cubicBezTo>
                    <a:pt x="12" y="149"/>
                    <a:pt x="12" y="149"/>
                    <a:pt x="12" y="149"/>
                  </a:cubicBezTo>
                  <a:cubicBezTo>
                    <a:pt x="13" y="149"/>
                    <a:pt x="13" y="149"/>
                    <a:pt x="13" y="149"/>
                  </a:cubicBezTo>
                  <a:cubicBezTo>
                    <a:pt x="13" y="149"/>
                    <a:pt x="13" y="149"/>
                    <a:pt x="13" y="149"/>
                  </a:cubicBezTo>
                  <a:cubicBezTo>
                    <a:pt x="14" y="149"/>
                    <a:pt x="14" y="149"/>
                    <a:pt x="14" y="149"/>
                  </a:cubicBezTo>
                  <a:cubicBezTo>
                    <a:pt x="14" y="149"/>
                    <a:pt x="14" y="149"/>
                    <a:pt x="14" y="149"/>
                  </a:cubicBezTo>
                  <a:cubicBezTo>
                    <a:pt x="15" y="150"/>
                    <a:pt x="15" y="150"/>
                    <a:pt x="15" y="150"/>
                  </a:cubicBezTo>
                  <a:cubicBezTo>
                    <a:pt x="15" y="150"/>
                    <a:pt x="15" y="150"/>
                    <a:pt x="15" y="150"/>
                  </a:cubicBezTo>
                  <a:cubicBezTo>
                    <a:pt x="14" y="151"/>
                    <a:pt x="14" y="151"/>
                    <a:pt x="14" y="151"/>
                  </a:cubicBezTo>
                  <a:cubicBezTo>
                    <a:pt x="13" y="150"/>
                    <a:pt x="13" y="150"/>
                    <a:pt x="13" y="150"/>
                  </a:cubicBezTo>
                  <a:cubicBezTo>
                    <a:pt x="12" y="150"/>
                    <a:pt x="12" y="150"/>
                    <a:pt x="12" y="150"/>
                  </a:cubicBezTo>
                  <a:cubicBezTo>
                    <a:pt x="11" y="150"/>
                    <a:pt x="11" y="150"/>
                    <a:pt x="11" y="150"/>
                  </a:cubicBezTo>
                  <a:cubicBezTo>
                    <a:pt x="11" y="149"/>
                    <a:pt x="11" y="149"/>
                    <a:pt x="11" y="149"/>
                  </a:cubicBezTo>
                  <a:cubicBezTo>
                    <a:pt x="11" y="150"/>
                    <a:pt x="11" y="150"/>
                    <a:pt x="11" y="150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2" y="151"/>
                    <a:pt x="12" y="151"/>
                    <a:pt x="12" y="151"/>
                  </a:cubicBezTo>
                  <a:cubicBezTo>
                    <a:pt x="12" y="151"/>
                    <a:pt x="12" y="151"/>
                    <a:pt x="12" y="151"/>
                  </a:cubicBezTo>
                  <a:cubicBezTo>
                    <a:pt x="12" y="152"/>
                    <a:pt x="12" y="152"/>
                    <a:pt x="12" y="152"/>
                  </a:cubicBezTo>
                  <a:cubicBezTo>
                    <a:pt x="13" y="151"/>
                    <a:pt x="13" y="151"/>
                    <a:pt x="13" y="151"/>
                  </a:cubicBezTo>
                  <a:cubicBezTo>
                    <a:pt x="14" y="151"/>
                    <a:pt x="14" y="151"/>
                    <a:pt x="14" y="151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4" y="152"/>
                    <a:pt x="14" y="152"/>
                    <a:pt x="14" y="152"/>
                  </a:cubicBezTo>
                  <a:cubicBezTo>
                    <a:pt x="15" y="152"/>
                    <a:pt x="15" y="152"/>
                    <a:pt x="15" y="152"/>
                  </a:cubicBezTo>
                  <a:cubicBezTo>
                    <a:pt x="15" y="152"/>
                    <a:pt x="15" y="152"/>
                    <a:pt x="15" y="152"/>
                  </a:cubicBezTo>
                  <a:cubicBezTo>
                    <a:pt x="15" y="153"/>
                    <a:pt x="15" y="153"/>
                    <a:pt x="15" y="153"/>
                  </a:cubicBezTo>
                  <a:cubicBezTo>
                    <a:pt x="15" y="152"/>
                    <a:pt x="15" y="152"/>
                    <a:pt x="15" y="152"/>
                  </a:cubicBezTo>
                  <a:cubicBezTo>
                    <a:pt x="16" y="151"/>
                    <a:pt x="16" y="151"/>
                    <a:pt x="16" y="151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7" y="153"/>
                    <a:pt x="17" y="153"/>
                    <a:pt x="17" y="153"/>
                  </a:cubicBezTo>
                  <a:cubicBezTo>
                    <a:pt x="16" y="153"/>
                    <a:pt x="16" y="153"/>
                    <a:pt x="16" y="153"/>
                  </a:cubicBezTo>
                  <a:cubicBezTo>
                    <a:pt x="16" y="154"/>
                    <a:pt x="16" y="154"/>
                    <a:pt x="16" y="154"/>
                  </a:cubicBezTo>
                  <a:cubicBezTo>
                    <a:pt x="17" y="154"/>
                    <a:pt x="17" y="154"/>
                    <a:pt x="17" y="154"/>
                  </a:cubicBezTo>
                  <a:cubicBezTo>
                    <a:pt x="17" y="153"/>
                    <a:pt x="17" y="153"/>
                    <a:pt x="17" y="153"/>
                  </a:cubicBezTo>
                  <a:cubicBezTo>
                    <a:pt x="17" y="152"/>
                    <a:pt x="17" y="152"/>
                    <a:pt x="17" y="152"/>
                  </a:cubicBezTo>
                  <a:cubicBezTo>
                    <a:pt x="17" y="152"/>
                    <a:pt x="17" y="152"/>
                    <a:pt x="17" y="152"/>
                  </a:cubicBezTo>
                  <a:cubicBezTo>
                    <a:pt x="18" y="152"/>
                    <a:pt x="18" y="152"/>
                    <a:pt x="18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9" y="152"/>
                    <a:pt x="19" y="152"/>
                    <a:pt x="19" y="152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8" y="151"/>
                    <a:pt x="18" y="151"/>
                    <a:pt x="18" y="151"/>
                  </a:cubicBezTo>
                  <a:cubicBezTo>
                    <a:pt x="19" y="151"/>
                    <a:pt x="19" y="151"/>
                    <a:pt x="19" y="151"/>
                  </a:cubicBezTo>
                  <a:cubicBezTo>
                    <a:pt x="20" y="152"/>
                    <a:pt x="20" y="152"/>
                    <a:pt x="20" y="152"/>
                  </a:cubicBezTo>
                  <a:cubicBezTo>
                    <a:pt x="21" y="152"/>
                    <a:pt x="21" y="152"/>
                    <a:pt x="21" y="152"/>
                  </a:cubicBezTo>
                  <a:cubicBezTo>
                    <a:pt x="22" y="152"/>
                    <a:pt x="22" y="152"/>
                    <a:pt x="22" y="152"/>
                  </a:cubicBezTo>
                  <a:cubicBezTo>
                    <a:pt x="23" y="152"/>
                    <a:pt x="23" y="152"/>
                    <a:pt x="23" y="152"/>
                  </a:cubicBezTo>
                  <a:cubicBezTo>
                    <a:pt x="23" y="152"/>
                    <a:pt x="23" y="152"/>
                    <a:pt x="23" y="152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5" y="152"/>
                    <a:pt x="25" y="152"/>
                    <a:pt x="25" y="152"/>
                  </a:cubicBezTo>
                  <a:cubicBezTo>
                    <a:pt x="25" y="152"/>
                    <a:pt x="25" y="152"/>
                    <a:pt x="25" y="152"/>
                  </a:cubicBezTo>
                  <a:cubicBezTo>
                    <a:pt x="26" y="152"/>
                    <a:pt x="26" y="152"/>
                    <a:pt x="26" y="152"/>
                  </a:cubicBezTo>
                  <a:cubicBezTo>
                    <a:pt x="30" y="155"/>
                    <a:pt x="30" y="155"/>
                    <a:pt x="30" y="155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4" y="157"/>
                    <a:pt x="34" y="157"/>
                    <a:pt x="34" y="157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37" y="159"/>
                    <a:pt x="37" y="159"/>
                    <a:pt x="37" y="159"/>
                  </a:cubicBezTo>
                  <a:cubicBezTo>
                    <a:pt x="36" y="158"/>
                    <a:pt x="36" y="158"/>
                    <a:pt x="36" y="158"/>
                  </a:cubicBezTo>
                  <a:cubicBezTo>
                    <a:pt x="36" y="158"/>
                    <a:pt x="36" y="158"/>
                    <a:pt x="36" y="158"/>
                  </a:cubicBezTo>
                  <a:cubicBezTo>
                    <a:pt x="37" y="158"/>
                    <a:pt x="37" y="158"/>
                    <a:pt x="37" y="158"/>
                  </a:cubicBezTo>
                  <a:cubicBezTo>
                    <a:pt x="38" y="159"/>
                    <a:pt x="38" y="159"/>
                    <a:pt x="38" y="159"/>
                  </a:cubicBezTo>
                  <a:cubicBezTo>
                    <a:pt x="39" y="159"/>
                    <a:pt x="39" y="159"/>
                    <a:pt x="39" y="159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1" y="160"/>
                    <a:pt x="41" y="160"/>
                    <a:pt x="41" y="160"/>
                  </a:cubicBezTo>
                  <a:cubicBezTo>
                    <a:pt x="40" y="159"/>
                    <a:pt x="40" y="159"/>
                    <a:pt x="40" y="159"/>
                  </a:cubicBezTo>
                  <a:cubicBezTo>
                    <a:pt x="40" y="159"/>
                    <a:pt x="40" y="159"/>
                    <a:pt x="40" y="159"/>
                  </a:cubicBezTo>
                  <a:cubicBezTo>
                    <a:pt x="40" y="159"/>
                    <a:pt x="40" y="159"/>
                    <a:pt x="40" y="159"/>
                  </a:cubicBezTo>
                  <a:cubicBezTo>
                    <a:pt x="41" y="159"/>
                    <a:pt x="41" y="159"/>
                    <a:pt x="41" y="159"/>
                  </a:cubicBezTo>
                  <a:cubicBezTo>
                    <a:pt x="41" y="160"/>
                    <a:pt x="41" y="160"/>
                    <a:pt x="41" y="160"/>
                  </a:cubicBezTo>
                  <a:cubicBezTo>
                    <a:pt x="43" y="161"/>
                    <a:pt x="43" y="161"/>
                    <a:pt x="43" y="161"/>
                  </a:cubicBezTo>
                  <a:cubicBezTo>
                    <a:pt x="43" y="162"/>
                    <a:pt x="43" y="162"/>
                    <a:pt x="43" y="162"/>
                  </a:cubicBezTo>
                  <a:cubicBezTo>
                    <a:pt x="44" y="162"/>
                    <a:pt x="44" y="162"/>
                    <a:pt x="44" y="162"/>
                  </a:cubicBezTo>
                  <a:cubicBezTo>
                    <a:pt x="44" y="162"/>
                    <a:pt x="44" y="162"/>
                    <a:pt x="44" y="162"/>
                  </a:cubicBezTo>
                  <a:cubicBezTo>
                    <a:pt x="45" y="162"/>
                    <a:pt x="45" y="162"/>
                    <a:pt x="45" y="162"/>
                  </a:cubicBezTo>
                  <a:cubicBezTo>
                    <a:pt x="46" y="163"/>
                    <a:pt x="46" y="163"/>
                    <a:pt x="46" y="163"/>
                  </a:cubicBezTo>
                  <a:cubicBezTo>
                    <a:pt x="46" y="164"/>
                    <a:pt x="46" y="164"/>
                    <a:pt x="46" y="164"/>
                  </a:cubicBezTo>
                  <a:cubicBezTo>
                    <a:pt x="46" y="164"/>
                    <a:pt x="46" y="164"/>
                    <a:pt x="46" y="164"/>
                  </a:cubicBezTo>
                  <a:cubicBezTo>
                    <a:pt x="47" y="165"/>
                    <a:pt x="47" y="165"/>
                    <a:pt x="47" y="165"/>
                  </a:cubicBezTo>
                  <a:cubicBezTo>
                    <a:pt x="47" y="165"/>
                    <a:pt x="47" y="165"/>
                    <a:pt x="47" y="165"/>
                  </a:cubicBezTo>
                  <a:cubicBezTo>
                    <a:pt x="48" y="165"/>
                    <a:pt x="48" y="165"/>
                    <a:pt x="48" y="165"/>
                  </a:cubicBezTo>
                  <a:cubicBezTo>
                    <a:pt x="48" y="166"/>
                    <a:pt x="48" y="166"/>
                    <a:pt x="48" y="166"/>
                  </a:cubicBezTo>
                  <a:cubicBezTo>
                    <a:pt x="48" y="167"/>
                    <a:pt x="48" y="167"/>
                    <a:pt x="48" y="167"/>
                  </a:cubicBezTo>
                  <a:cubicBezTo>
                    <a:pt x="48" y="169"/>
                    <a:pt x="48" y="169"/>
                    <a:pt x="48" y="169"/>
                  </a:cubicBezTo>
                  <a:cubicBezTo>
                    <a:pt x="47" y="169"/>
                    <a:pt x="47" y="169"/>
                    <a:pt x="47" y="169"/>
                  </a:cubicBezTo>
                  <a:cubicBezTo>
                    <a:pt x="47" y="170"/>
                    <a:pt x="47" y="170"/>
                    <a:pt x="47" y="170"/>
                  </a:cubicBezTo>
                  <a:cubicBezTo>
                    <a:pt x="46" y="171"/>
                    <a:pt x="46" y="171"/>
                    <a:pt x="46" y="171"/>
                  </a:cubicBezTo>
                  <a:cubicBezTo>
                    <a:pt x="46" y="171"/>
                    <a:pt x="46" y="171"/>
                    <a:pt x="46" y="171"/>
                  </a:cubicBezTo>
                  <a:cubicBezTo>
                    <a:pt x="45" y="173"/>
                    <a:pt x="45" y="173"/>
                    <a:pt x="45" y="173"/>
                  </a:cubicBezTo>
                  <a:cubicBezTo>
                    <a:pt x="43" y="174"/>
                    <a:pt x="43" y="174"/>
                    <a:pt x="43" y="174"/>
                  </a:cubicBezTo>
                  <a:cubicBezTo>
                    <a:pt x="42" y="174"/>
                    <a:pt x="42" y="174"/>
                    <a:pt x="42" y="174"/>
                  </a:cubicBezTo>
                  <a:cubicBezTo>
                    <a:pt x="41" y="175"/>
                    <a:pt x="41" y="175"/>
                    <a:pt x="41" y="175"/>
                  </a:cubicBezTo>
                  <a:cubicBezTo>
                    <a:pt x="40" y="175"/>
                    <a:pt x="40" y="175"/>
                    <a:pt x="40" y="175"/>
                  </a:cubicBezTo>
                  <a:cubicBezTo>
                    <a:pt x="40" y="175"/>
                    <a:pt x="40" y="175"/>
                    <a:pt x="40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5" y="175"/>
                    <a:pt x="35" y="175"/>
                    <a:pt x="35" y="175"/>
                  </a:cubicBezTo>
                  <a:cubicBezTo>
                    <a:pt x="34" y="175"/>
                    <a:pt x="34" y="175"/>
                    <a:pt x="34" y="175"/>
                  </a:cubicBezTo>
                  <a:cubicBezTo>
                    <a:pt x="33" y="174"/>
                    <a:pt x="33" y="174"/>
                    <a:pt x="33" y="174"/>
                  </a:cubicBezTo>
                  <a:cubicBezTo>
                    <a:pt x="32" y="174"/>
                    <a:pt x="32" y="174"/>
                    <a:pt x="32" y="174"/>
                  </a:cubicBezTo>
                  <a:cubicBezTo>
                    <a:pt x="31" y="174"/>
                    <a:pt x="31" y="174"/>
                    <a:pt x="31" y="174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29" y="174"/>
                    <a:pt x="29" y="174"/>
                    <a:pt x="29" y="174"/>
                  </a:cubicBezTo>
                  <a:cubicBezTo>
                    <a:pt x="28" y="174"/>
                    <a:pt x="28" y="174"/>
                    <a:pt x="28" y="174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6" y="173"/>
                    <a:pt x="26" y="173"/>
                    <a:pt x="26" y="173"/>
                  </a:cubicBezTo>
                  <a:cubicBezTo>
                    <a:pt x="26" y="173"/>
                    <a:pt x="26" y="173"/>
                    <a:pt x="26" y="173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5" y="172"/>
                    <a:pt x="25" y="172"/>
                    <a:pt x="25" y="172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4" y="172"/>
                    <a:pt x="24" y="172"/>
                    <a:pt x="24" y="172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21" y="171"/>
                    <a:pt x="21" y="171"/>
                    <a:pt x="21" y="171"/>
                  </a:cubicBezTo>
                  <a:cubicBezTo>
                    <a:pt x="20" y="171"/>
                    <a:pt x="20" y="171"/>
                    <a:pt x="20" y="171"/>
                  </a:cubicBezTo>
                  <a:cubicBezTo>
                    <a:pt x="20" y="171"/>
                    <a:pt x="20" y="171"/>
                    <a:pt x="20" y="171"/>
                  </a:cubicBezTo>
                  <a:cubicBezTo>
                    <a:pt x="18" y="170"/>
                    <a:pt x="18" y="170"/>
                    <a:pt x="18" y="170"/>
                  </a:cubicBezTo>
                  <a:cubicBezTo>
                    <a:pt x="18" y="169"/>
                    <a:pt x="18" y="169"/>
                    <a:pt x="18" y="169"/>
                  </a:cubicBezTo>
                  <a:cubicBezTo>
                    <a:pt x="17" y="169"/>
                    <a:pt x="17" y="169"/>
                    <a:pt x="17" y="169"/>
                  </a:cubicBezTo>
                  <a:cubicBezTo>
                    <a:pt x="16" y="169"/>
                    <a:pt x="16" y="169"/>
                    <a:pt x="16" y="169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16" y="170"/>
                    <a:pt x="16" y="170"/>
                    <a:pt x="16" y="170"/>
                  </a:cubicBezTo>
                  <a:cubicBezTo>
                    <a:pt x="16" y="171"/>
                    <a:pt x="16" y="171"/>
                    <a:pt x="16" y="171"/>
                  </a:cubicBezTo>
                  <a:cubicBezTo>
                    <a:pt x="17" y="171"/>
                    <a:pt x="17" y="171"/>
                    <a:pt x="17" y="171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19" y="172"/>
                    <a:pt x="19" y="172"/>
                    <a:pt x="19" y="172"/>
                  </a:cubicBezTo>
                  <a:cubicBezTo>
                    <a:pt x="19" y="172"/>
                    <a:pt x="19" y="172"/>
                    <a:pt x="19" y="172"/>
                  </a:cubicBezTo>
                  <a:cubicBezTo>
                    <a:pt x="18" y="173"/>
                    <a:pt x="18" y="173"/>
                    <a:pt x="18" y="173"/>
                  </a:cubicBezTo>
                  <a:cubicBezTo>
                    <a:pt x="18" y="173"/>
                    <a:pt x="18" y="173"/>
                    <a:pt x="18" y="173"/>
                  </a:cubicBezTo>
                  <a:cubicBezTo>
                    <a:pt x="18" y="174"/>
                    <a:pt x="18" y="174"/>
                    <a:pt x="18" y="174"/>
                  </a:cubicBezTo>
                  <a:cubicBezTo>
                    <a:pt x="20" y="173"/>
                    <a:pt x="20" y="173"/>
                    <a:pt x="20" y="173"/>
                  </a:cubicBezTo>
                  <a:cubicBezTo>
                    <a:pt x="20" y="173"/>
                    <a:pt x="20" y="173"/>
                    <a:pt x="20" y="173"/>
                  </a:cubicBezTo>
                  <a:cubicBezTo>
                    <a:pt x="21" y="173"/>
                    <a:pt x="21" y="173"/>
                    <a:pt x="21" y="173"/>
                  </a:cubicBezTo>
                  <a:cubicBezTo>
                    <a:pt x="20" y="173"/>
                    <a:pt x="20" y="173"/>
                    <a:pt x="20" y="173"/>
                  </a:cubicBezTo>
                  <a:cubicBezTo>
                    <a:pt x="20" y="174"/>
                    <a:pt x="20" y="174"/>
                    <a:pt x="20" y="174"/>
                  </a:cubicBezTo>
                  <a:cubicBezTo>
                    <a:pt x="21" y="174"/>
                    <a:pt x="21" y="174"/>
                    <a:pt x="21" y="174"/>
                  </a:cubicBezTo>
                  <a:cubicBezTo>
                    <a:pt x="21" y="174"/>
                    <a:pt x="21" y="174"/>
                    <a:pt x="21" y="174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20" y="175"/>
                    <a:pt x="20" y="175"/>
                    <a:pt x="20" y="175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2" y="175"/>
                    <a:pt x="22" y="175"/>
                    <a:pt x="22" y="175"/>
                  </a:cubicBezTo>
                  <a:cubicBezTo>
                    <a:pt x="22" y="175"/>
                    <a:pt x="22" y="175"/>
                    <a:pt x="22" y="175"/>
                  </a:cubicBezTo>
                  <a:cubicBezTo>
                    <a:pt x="23" y="175"/>
                    <a:pt x="23" y="175"/>
                    <a:pt x="23" y="175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8"/>
                    <a:pt x="26" y="178"/>
                    <a:pt x="26" y="178"/>
                  </a:cubicBezTo>
                  <a:cubicBezTo>
                    <a:pt x="26" y="178"/>
                    <a:pt x="26" y="178"/>
                    <a:pt x="26" y="178"/>
                  </a:cubicBezTo>
                  <a:cubicBezTo>
                    <a:pt x="26" y="179"/>
                    <a:pt x="26" y="179"/>
                    <a:pt x="26" y="179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25" y="181"/>
                    <a:pt x="25" y="181"/>
                    <a:pt x="25" y="181"/>
                  </a:cubicBezTo>
                  <a:cubicBezTo>
                    <a:pt x="26" y="181"/>
                    <a:pt x="26" y="181"/>
                    <a:pt x="26" y="181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7" y="183"/>
                    <a:pt x="27" y="183"/>
                    <a:pt x="27" y="183"/>
                  </a:cubicBezTo>
                  <a:cubicBezTo>
                    <a:pt x="27" y="184"/>
                    <a:pt x="27" y="184"/>
                    <a:pt x="27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8" y="185"/>
                    <a:pt x="28" y="185"/>
                    <a:pt x="28" y="185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8" y="187"/>
                    <a:pt x="28" y="187"/>
                    <a:pt x="28" y="187"/>
                  </a:cubicBezTo>
                  <a:cubicBezTo>
                    <a:pt x="28" y="187"/>
                    <a:pt x="28" y="187"/>
                    <a:pt x="28" y="187"/>
                  </a:cubicBezTo>
                  <a:cubicBezTo>
                    <a:pt x="29" y="188"/>
                    <a:pt x="29" y="188"/>
                    <a:pt x="29" y="188"/>
                  </a:cubicBezTo>
                  <a:cubicBezTo>
                    <a:pt x="30" y="188"/>
                    <a:pt x="30" y="188"/>
                    <a:pt x="30" y="188"/>
                  </a:cubicBezTo>
                  <a:cubicBezTo>
                    <a:pt x="31" y="188"/>
                    <a:pt x="31" y="188"/>
                    <a:pt x="31" y="188"/>
                  </a:cubicBezTo>
                  <a:cubicBezTo>
                    <a:pt x="32" y="188"/>
                    <a:pt x="32" y="188"/>
                    <a:pt x="32" y="188"/>
                  </a:cubicBezTo>
                  <a:cubicBezTo>
                    <a:pt x="32" y="189"/>
                    <a:pt x="32" y="189"/>
                    <a:pt x="32" y="189"/>
                  </a:cubicBezTo>
                  <a:cubicBezTo>
                    <a:pt x="33" y="189"/>
                    <a:pt x="33" y="189"/>
                    <a:pt x="33" y="189"/>
                  </a:cubicBezTo>
                  <a:cubicBezTo>
                    <a:pt x="33" y="190"/>
                    <a:pt x="33" y="190"/>
                    <a:pt x="33" y="190"/>
                  </a:cubicBezTo>
                  <a:cubicBezTo>
                    <a:pt x="34" y="190"/>
                    <a:pt x="34" y="190"/>
                    <a:pt x="34" y="190"/>
                  </a:cubicBezTo>
                  <a:cubicBezTo>
                    <a:pt x="35" y="190"/>
                    <a:pt x="35" y="190"/>
                    <a:pt x="35" y="190"/>
                  </a:cubicBezTo>
                  <a:cubicBezTo>
                    <a:pt x="35" y="191"/>
                    <a:pt x="35" y="191"/>
                    <a:pt x="35" y="191"/>
                  </a:cubicBezTo>
                  <a:cubicBezTo>
                    <a:pt x="37" y="191"/>
                    <a:pt x="37" y="191"/>
                    <a:pt x="37" y="191"/>
                  </a:cubicBezTo>
                  <a:cubicBezTo>
                    <a:pt x="38" y="191"/>
                    <a:pt x="38" y="191"/>
                    <a:pt x="38" y="191"/>
                  </a:cubicBezTo>
                  <a:cubicBezTo>
                    <a:pt x="38" y="192"/>
                    <a:pt x="38" y="192"/>
                    <a:pt x="38" y="192"/>
                  </a:cubicBezTo>
                  <a:cubicBezTo>
                    <a:pt x="39" y="191"/>
                    <a:pt x="39" y="191"/>
                    <a:pt x="39" y="191"/>
                  </a:cubicBezTo>
                  <a:cubicBezTo>
                    <a:pt x="40" y="191"/>
                    <a:pt x="40" y="191"/>
                    <a:pt x="40" y="191"/>
                  </a:cubicBezTo>
                  <a:cubicBezTo>
                    <a:pt x="40" y="190"/>
                    <a:pt x="40" y="190"/>
                    <a:pt x="40" y="190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40" y="188"/>
                    <a:pt x="40" y="188"/>
                    <a:pt x="40" y="188"/>
                  </a:cubicBezTo>
                  <a:cubicBezTo>
                    <a:pt x="40" y="188"/>
                    <a:pt x="40" y="188"/>
                    <a:pt x="40" y="188"/>
                  </a:cubicBezTo>
                  <a:cubicBezTo>
                    <a:pt x="39" y="187"/>
                    <a:pt x="39" y="187"/>
                    <a:pt x="39" y="187"/>
                  </a:cubicBezTo>
                  <a:cubicBezTo>
                    <a:pt x="39" y="187"/>
                    <a:pt x="39" y="187"/>
                    <a:pt x="39" y="187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7" y="188"/>
                    <a:pt x="37" y="188"/>
                    <a:pt x="37" y="188"/>
                  </a:cubicBezTo>
                  <a:cubicBezTo>
                    <a:pt x="36" y="187"/>
                    <a:pt x="36" y="187"/>
                    <a:pt x="36" y="18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4" y="186"/>
                    <a:pt x="34" y="186"/>
                    <a:pt x="34" y="186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3" y="184"/>
                    <a:pt x="33" y="184"/>
                    <a:pt x="33" y="184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4" y="183"/>
                    <a:pt x="34" y="183"/>
                    <a:pt x="34" y="183"/>
                  </a:cubicBezTo>
                  <a:cubicBezTo>
                    <a:pt x="34" y="183"/>
                    <a:pt x="34" y="183"/>
                    <a:pt x="34" y="183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1"/>
                    <a:pt x="34" y="181"/>
                    <a:pt x="34" y="181"/>
                  </a:cubicBezTo>
                  <a:cubicBezTo>
                    <a:pt x="35" y="181"/>
                    <a:pt x="35" y="181"/>
                    <a:pt x="35" y="181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7" y="182"/>
                    <a:pt x="37" y="182"/>
                    <a:pt x="37" y="182"/>
                  </a:cubicBezTo>
                  <a:cubicBezTo>
                    <a:pt x="38" y="183"/>
                    <a:pt x="38" y="183"/>
                    <a:pt x="38" y="183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40" y="184"/>
                    <a:pt x="40" y="184"/>
                    <a:pt x="40" y="184"/>
                  </a:cubicBezTo>
                  <a:cubicBezTo>
                    <a:pt x="41" y="184"/>
                    <a:pt x="41" y="184"/>
                    <a:pt x="41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4" y="185"/>
                    <a:pt x="44" y="185"/>
                    <a:pt x="44" y="185"/>
                  </a:cubicBezTo>
                  <a:cubicBezTo>
                    <a:pt x="46" y="186"/>
                    <a:pt x="46" y="186"/>
                    <a:pt x="46" y="186"/>
                  </a:cubicBezTo>
                  <a:cubicBezTo>
                    <a:pt x="46" y="186"/>
                    <a:pt x="46" y="186"/>
                    <a:pt x="46" y="186"/>
                  </a:cubicBezTo>
                  <a:cubicBezTo>
                    <a:pt x="47" y="185"/>
                    <a:pt x="47" y="185"/>
                    <a:pt x="47" y="185"/>
                  </a:cubicBezTo>
                  <a:cubicBezTo>
                    <a:pt x="47" y="184"/>
                    <a:pt x="47" y="184"/>
                    <a:pt x="47" y="184"/>
                  </a:cubicBezTo>
                  <a:cubicBezTo>
                    <a:pt x="47" y="184"/>
                    <a:pt x="47" y="184"/>
                    <a:pt x="47" y="184"/>
                  </a:cubicBezTo>
                  <a:cubicBezTo>
                    <a:pt x="48" y="184"/>
                    <a:pt x="48" y="184"/>
                    <a:pt x="48" y="184"/>
                  </a:cubicBezTo>
                  <a:cubicBezTo>
                    <a:pt x="47" y="182"/>
                    <a:pt x="47" y="182"/>
                    <a:pt x="47" y="182"/>
                  </a:cubicBezTo>
                  <a:cubicBezTo>
                    <a:pt x="45" y="180"/>
                    <a:pt x="45" y="180"/>
                    <a:pt x="45" y="180"/>
                  </a:cubicBezTo>
                  <a:cubicBezTo>
                    <a:pt x="45" y="179"/>
                    <a:pt x="45" y="179"/>
                    <a:pt x="45" y="179"/>
                  </a:cubicBezTo>
                  <a:cubicBezTo>
                    <a:pt x="45" y="178"/>
                    <a:pt x="45" y="178"/>
                    <a:pt x="45" y="178"/>
                  </a:cubicBezTo>
                  <a:cubicBezTo>
                    <a:pt x="46" y="178"/>
                    <a:pt x="46" y="178"/>
                    <a:pt x="46" y="178"/>
                  </a:cubicBezTo>
                  <a:cubicBezTo>
                    <a:pt x="47" y="176"/>
                    <a:pt x="47" y="176"/>
                    <a:pt x="47" y="176"/>
                  </a:cubicBezTo>
                  <a:cubicBezTo>
                    <a:pt x="47" y="175"/>
                    <a:pt x="47" y="175"/>
                    <a:pt x="47" y="175"/>
                  </a:cubicBezTo>
                  <a:cubicBezTo>
                    <a:pt x="48" y="175"/>
                    <a:pt x="48" y="175"/>
                    <a:pt x="48" y="175"/>
                  </a:cubicBezTo>
                  <a:cubicBezTo>
                    <a:pt x="49" y="174"/>
                    <a:pt x="49" y="174"/>
                    <a:pt x="49" y="174"/>
                  </a:cubicBezTo>
                  <a:cubicBezTo>
                    <a:pt x="50" y="173"/>
                    <a:pt x="50" y="173"/>
                    <a:pt x="50" y="173"/>
                  </a:cubicBezTo>
                  <a:cubicBezTo>
                    <a:pt x="51" y="171"/>
                    <a:pt x="51" y="171"/>
                    <a:pt x="51" y="171"/>
                  </a:cubicBezTo>
                  <a:cubicBezTo>
                    <a:pt x="52" y="171"/>
                    <a:pt x="52" y="171"/>
                    <a:pt x="52" y="171"/>
                  </a:cubicBezTo>
                  <a:cubicBezTo>
                    <a:pt x="53" y="171"/>
                    <a:pt x="53" y="171"/>
                    <a:pt x="53" y="171"/>
                  </a:cubicBezTo>
                  <a:cubicBezTo>
                    <a:pt x="54" y="172"/>
                    <a:pt x="54" y="172"/>
                    <a:pt x="54" y="172"/>
                  </a:cubicBezTo>
                  <a:cubicBezTo>
                    <a:pt x="55" y="172"/>
                    <a:pt x="55" y="172"/>
                    <a:pt x="55" y="172"/>
                  </a:cubicBezTo>
                  <a:cubicBezTo>
                    <a:pt x="57" y="172"/>
                    <a:pt x="57" y="172"/>
                    <a:pt x="57" y="172"/>
                  </a:cubicBezTo>
                  <a:cubicBezTo>
                    <a:pt x="57" y="172"/>
                    <a:pt x="57" y="172"/>
                    <a:pt x="57" y="172"/>
                  </a:cubicBezTo>
                  <a:cubicBezTo>
                    <a:pt x="57" y="173"/>
                    <a:pt x="57" y="173"/>
                    <a:pt x="57" y="173"/>
                  </a:cubicBezTo>
                  <a:cubicBezTo>
                    <a:pt x="58" y="172"/>
                    <a:pt x="58" y="172"/>
                    <a:pt x="58" y="172"/>
                  </a:cubicBezTo>
                  <a:cubicBezTo>
                    <a:pt x="59" y="173"/>
                    <a:pt x="59" y="173"/>
                    <a:pt x="59" y="173"/>
                  </a:cubicBezTo>
                  <a:cubicBezTo>
                    <a:pt x="59" y="174"/>
                    <a:pt x="59" y="174"/>
                    <a:pt x="59" y="174"/>
                  </a:cubicBezTo>
                  <a:cubicBezTo>
                    <a:pt x="60" y="175"/>
                    <a:pt x="60" y="175"/>
                    <a:pt x="60" y="175"/>
                  </a:cubicBezTo>
                  <a:cubicBezTo>
                    <a:pt x="60" y="173"/>
                    <a:pt x="60" y="173"/>
                    <a:pt x="60" y="173"/>
                  </a:cubicBezTo>
                  <a:cubicBezTo>
                    <a:pt x="59" y="172"/>
                    <a:pt x="59" y="172"/>
                    <a:pt x="59" y="172"/>
                  </a:cubicBezTo>
                  <a:cubicBezTo>
                    <a:pt x="60" y="172"/>
                    <a:pt x="60" y="172"/>
                    <a:pt x="60" y="172"/>
                  </a:cubicBezTo>
                  <a:cubicBezTo>
                    <a:pt x="60" y="170"/>
                    <a:pt x="60" y="170"/>
                    <a:pt x="60" y="170"/>
                  </a:cubicBezTo>
                  <a:cubicBezTo>
                    <a:pt x="60" y="169"/>
                    <a:pt x="60" y="169"/>
                    <a:pt x="60" y="169"/>
                  </a:cubicBezTo>
                  <a:cubicBezTo>
                    <a:pt x="59" y="169"/>
                    <a:pt x="59" y="169"/>
                    <a:pt x="59" y="169"/>
                  </a:cubicBezTo>
                  <a:cubicBezTo>
                    <a:pt x="59" y="168"/>
                    <a:pt x="59" y="168"/>
                    <a:pt x="59" y="168"/>
                  </a:cubicBezTo>
                  <a:cubicBezTo>
                    <a:pt x="60" y="168"/>
                    <a:pt x="60" y="168"/>
                    <a:pt x="60" y="168"/>
                  </a:cubicBezTo>
                  <a:cubicBezTo>
                    <a:pt x="59" y="167"/>
                    <a:pt x="59" y="167"/>
                    <a:pt x="59" y="167"/>
                  </a:cubicBezTo>
                  <a:cubicBezTo>
                    <a:pt x="60" y="167"/>
                    <a:pt x="60" y="167"/>
                    <a:pt x="60" y="167"/>
                  </a:cubicBezTo>
                  <a:cubicBezTo>
                    <a:pt x="59" y="166"/>
                    <a:pt x="59" y="166"/>
                    <a:pt x="59" y="166"/>
                  </a:cubicBezTo>
                  <a:cubicBezTo>
                    <a:pt x="58" y="166"/>
                    <a:pt x="58" y="166"/>
                    <a:pt x="58" y="166"/>
                  </a:cubicBezTo>
                  <a:cubicBezTo>
                    <a:pt x="57" y="166"/>
                    <a:pt x="57" y="166"/>
                    <a:pt x="57" y="166"/>
                  </a:cubicBezTo>
                  <a:cubicBezTo>
                    <a:pt x="56" y="165"/>
                    <a:pt x="56" y="165"/>
                    <a:pt x="56" y="165"/>
                  </a:cubicBezTo>
                  <a:cubicBezTo>
                    <a:pt x="57" y="164"/>
                    <a:pt x="57" y="164"/>
                    <a:pt x="57" y="164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7" y="162"/>
                    <a:pt x="57" y="162"/>
                    <a:pt x="57" y="162"/>
                  </a:cubicBezTo>
                  <a:cubicBezTo>
                    <a:pt x="57" y="161"/>
                    <a:pt x="57" y="161"/>
                    <a:pt x="57" y="161"/>
                  </a:cubicBezTo>
                  <a:cubicBezTo>
                    <a:pt x="57" y="161"/>
                    <a:pt x="57" y="161"/>
                    <a:pt x="57" y="161"/>
                  </a:cubicBezTo>
                  <a:cubicBezTo>
                    <a:pt x="57" y="160"/>
                    <a:pt x="57" y="160"/>
                    <a:pt x="57" y="160"/>
                  </a:cubicBezTo>
                  <a:cubicBezTo>
                    <a:pt x="57" y="160"/>
                    <a:pt x="57" y="160"/>
                    <a:pt x="57" y="160"/>
                  </a:cubicBezTo>
                  <a:cubicBezTo>
                    <a:pt x="57" y="159"/>
                    <a:pt x="57" y="159"/>
                    <a:pt x="57" y="159"/>
                  </a:cubicBezTo>
                  <a:cubicBezTo>
                    <a:pt x="56" y="157"/>
                    <a:pt x="56" y="157"/>
                    <a:pt x="56" y="157"/>
                  </a:cubicBezTo>
                  <a:cubicBezTo>
                    <a:pt x="55" y="156"/>
                    <a:pt x="55" y="156"/>
                    <a:pt x="55" y="156"/>
                  </a:cubicBezTo>
                  <a:cubicBezTo>
                    <a:pt x="53" y="155"/>
                    <a:pt x="53" y="155"/>
                    <a:pt x="53" y="155"/>
                  </a:cubicBezTo>
                  <a:cubicBezTo>
                    <a:pt x="53" y="154"/>
                    <a:pt x="53" y="154"/>
                    <a:pt x="53" y="154"/>
                  </a:cubicBezTo>
                  <a:cubicBezTo>
                    <a:pt x="54" y="154"/>
                    <a:pt x="54" y="154"/>
                    <a:pt x="54" y="154"/>
                  </a:cubicBezTo>
                  <a:cubicBezTo>
                    <a:pt x="55" y="155"/>
                    <a:pt x="55" y="155"/>
                    <a:pt x="55" y="155"/>
                  </a:cubicBezTo>
                  <a:cubicBezTo>
                    <a:pt x="56" y="155"/>
                    <a:pt x="56" y="155"/>
                    <a:pt x="56" y="155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59" y="155"/>
                    <a:pt x="59" y="155"/>
                    <a:pt x="59" y="155"/>
                  </a:cubicBezTo>
                  <a:cubicBezTo>
                    <a:pt x="61" y="155"/>
                    <a:pt x="61" y="155"/>
                    <a:pt x="61" y="155"/>
                  </a:cubicBezTo>
                  <a:cubicBezTo>
                    <a:pt x="62" y="156"/>
                    <a:pt x="62" y="156"/>
                    <a:pt x="62" y="156"/>
                  </a:cubicBezTo>
                  <a:cubicBezTo>
                    <a:pt x="62" y="156"/>
                    <a:pt x="62" y="156"/>
                    <a:pt x="62" y="156"/>
                  </a:cubicBezTo>
                  <a:cubicBezTo>
                    <a:pt x="63" y="157"/>
                    <a:pt x="63" y="157"/>
                    <a:pt x="63" y="157"/>
                  </a:cubicBezTo>
                  <a:cubicBezTo>
                    <a:pt x="64" y="158"/>
                    <a:pt x="64" y="158"/>
                    <a:pt x="64" y="158"/>
                  </a:cubicBezTo>
                  <a:cubicBezTo>
                    <a:pt x="64" y="158"/>
                    <a:pt x="64" y="158"/>
                    <a:pt x="64" y="158"/>
                  </a:cubicBezTo>
                  <a:cubicBezTo>
                    <a:pt x="66" y="160"/>
                    <a:pt x="66" y="160"/>
                    <a:pt x="66" y="160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3" y="161"/>
                    <a:pt x="63" y="161"/>
                    <a:pt x="63" y="161"/>
                  </a:cubicBezTo>
                  <a:cubicBezTo>
                    <a:pt x="62" y="161"/>
                    <a:pt x="62" y="161"/>
                    <a:pt x="62" y="161"/>
                  </a:cubicBezTo>
                  <a:cubicBezTo>
                    <a:pt x="62" y="161"/>
                    <a:pt x="62" y="161"/>
                    <a:pt x="62" y="161"/>
                  </a:cubicBezTo>
                  <a:cubicBezTo>
                    <a:pt x="62" y="162"/>
                    <a:pt x="62" y="162"/>
                    <a:pt x="62" y="162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2"/>
                    <a:pt x="61" y="162"/>
                    <a:pt x="61" y="162"/>
                  </a:cubicBezTo>
                  <a:cubicBezTo>
                    <a:pt x="61" y="164"/>
                    <a:pt x="61" y="164"/>
                    <a:pt x="61" y="164"/>
                  </a:cubicBezTo>
                  <a:cubicBezTo>
                    <a:pt x="61" y="164"/>
                    <a:pt x="61" y="164"/>
                    <a:pt x="61" y="164"/>
                  </a:cubicBezTo>
                  <a:cubicBezTo>
                    <a:pt x="63" y="165"/>
                    <a:pt x="63" y="165"/>
                    <a:pt x="63" y="165"/>
                  </a:cubicBezTo>
                  <a:cubicBezTo>
                    <a:pt x="65" y="167"/>
                    <a:pt x="65" y="167"/>
                    <a:pt x="65" y="167"/>
                  </a:cubicBezTo>
                  <a:cubicBezTo>
                    <a:pt x="66" y="167"/>
                    <a:pt x="66" y="167"/>
                    <a:pt x="66" y="167"/>
                  </a:cubicBezTo>
                  <a:cubicBezTo>
                    <a:pt x="67" y="167"/>
                    <a:pt x="67" y="167"/>
                    <a:pt x="67" y="167"/>
                  </a:cubicBezTo>
                  <a:cubicBezTo>
                    <a:pt x="67" y="168"/>
                    <a:pt x="67" y="168"/>
                    <a:pt x="67" y="168"/>
                  </a:cubicBezTo>
                  <a:cubicBezTo>
                    <a:pt x="68" y="167"/>
                    <a:pt x="68" y="167"/>
                    <a:pt x="68" y="167"/>
                  </a:cubicBezTo>
                  <a:cubicBezTo>
                    <a:pt x="69" y="167"/>
                    <a:pt x="69" y="167"/>
                    <a:pt x="69" y="167"/>
                  </a:cubicBezTo>
                  <a:cubicBezTo>
                    <a:pt x="69" y="167"/>
                    <a:pt x="69" y="167"/>
                    <a:pt x="69" y="167"/>
                  </a:cubicBezTo>
                  <a:cubicBezTo>
                    <a:pt x="71" y="166"/>
                    <a:pt x="71" y="166"/>
                    <a:pt x="71" y="166"/>
                  </a:cubicBezTo>
                  <a:cubicBezTo>
                    <a:pt x="71" y="165"/>
                    <a:pt x="71" y="165"/>
                    <a:pt x="71" y="165"/>
                  </a:cubicBezTo>
                  <a:cubicBezTo>
                    <a:pt x="70" y="164"/>
                    <a:pt x="70" y="164"/>
                    <a:pt x="70" y="164"/>
                  </a:cubicBezTo>
                  <a:cubicBezTo>
                    <a:pt x="71" y="163"/>
                    <a:pt x="71" y="163"/>
                    <a:pt x="71" y="163"/>
                  </a:cubicBezTo>
                  <a:cubicBezTo>
                    <a:pt x="71" y="162"/>
                    <a:pt x="71" y="162"/>
                    <a:pt x="71" y="162"/>
                  </a:cubicBezTo>
                  <a:cubicBezTo>
                    <a:pt x="70" y="162"/>
                    <a:pt x="70" y="162"/>
                    <a:pt x="70" y="162"/>
                  </a:cubicBezTo>
                  <a:cubicBezTo>
                    <a:pt x="71" y="161"/>
                    <a:pt x="71" y="161"/>
                    <a:pt x="71" y="161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5" y="161"/>
                    <a:pt x="75" y="161"/>
                    <a:pt x="75" y="161"/>
                  </a:cubicBezTo>
                  <a:cubicBezTo>
                    <a:pt x="75" y="160"/>
                    <a:pt x="75" y="160"/>
                    <a:pt x="75" y="160"/>
                  </a:cubicBezTo>
                  <a:cubicBezTo>
                    <a:pt x="74" y="160"/>
                    <a:pt x="74" y="160"/>
                    <a:pt x="74" y="160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4" y="159"/>
                    <a:pt x="74" y="159"/>
                    <a:pt x="74" y="159"/>
                  </a:cubicBezTo>
                  <a:cubicBezTo>
                    <a:pt x="74" y="159"/>
                    <a:pt x="74" y="159"/>
                    <a:pt x="74" y="159"/>
                  </a:cubicBezTo>
                  <a:cubicBezTo>
                    <a:pt x="75" y="159"/>
                    <a:pt x="75" y="159"/>
                    <a:pt x="75" y="159"/>
                  </a:cubicBezTo>
                  <a:cubicBezTo>
                    <a:pt x="77" y="157"/>
                    <a:pt x="77" y="157"/>
                    <a:pt x="77" y="157"/>
                  </a:cubicBezTo>
                  <a:cubicBezTo>
                    <a:pt x="77" y="157"/>
                    <a:pt x="77" y="157"/>
                    <a:pt x="77" y="157"/>
                  </a:cubicBezTo>
                  <a:cubicBezTo>
                    <a:pt x="79" y="155"/>
                    <a:pt x="79" y="155"/>
                    <a:pt x="79" y="155"/>
                  </a:cubicBezTo>
                  <a:cubicBezTo>
                    <a:pt x="79" y="155"/>
                    <a:pt x="79" y="155"/>
                    <a:pt x="79" y="155"/>
                  </a:cubicBezTo>
                  <a:cubicBezTo>
                    <a:pt x="80" y="154"/>
                    <a:pt x="80" y="154"/>
                    <a:pt x="80" y="154"/>
                  </a:cubicBezTo>
                  <a:cubicBezTo>
                    <a:pt x="81" y="155"/>
                    <a:pt x="81" y="155"/>
                    <a:pt x="81" y="155"/>
                  </a:cubicBezTo>
                  <a:cubicBezTo>
                    <a:pt x="82" y="154"/>
                    <a:pt x="82" y="154"/>
                    <a:pt x="82" y="154"/>
                  </a:cubicBezTo>
                  <a:cubicBezTo>
                    <a:pt x="82" y="154"/>
                    <a:pt x="82" y="154"/>
                    <a:pt x="82" y="154"/>
                  </a:cubicBezTo>
                  <a:cubicBezTo>
                    <a:pt x="84" y="153"/>
                    <a:pt x="84" y="153"/>
                    <a:pt x="84" y="153"/>
                  </a:cubicBezTo>
                  <a:cubicBezTo>
                    <a:pt x="84" y="154"/>
                    <a:pt x="84" y="154"/>
                    <a:pt x="84" y="154"/>
                  </a:cubicBezTo>
                  <a:cubicBezTo>
                    <a:pt x="84" y="154"/>
                    <a:pt x="84" y="154"/>
                    <a:pt x="84" y="154"/>
                  </a:cubicBezTo>
                  <a:cubicBezTo>
                    <a:pt x="84" y="154"/>
                    <a:pt x="84" y="154"/>
                    <a:pt x="84" y="154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4" y="155"/>
                    <a:pt x="84" y="155"/>
                    <a:pt x="84" y="155"/>
                  </a:cubicBezTo>
                  <a:cubicBezTo>
                    <a:pt x="85" y="154"/>
                    <a:pt x="85" y="154"/>
                    <a:pt x="85" y="154"/>
                  </a:cubicBezTo>
                  <a:cubicBezTo>
                    <a:pt x="86" y="154"/>
                    <a:pt x="86" y="154"/>
                    <a:pt x="86" y="154"/>
                  </a:cubicBezTo>
                  <a:cubicBezTo>
                    <a:pt x="85" y="153"/>
                    <a:pt x="85" y="153"/>
                    <a:pt x="85" y="153"/>
                  </a:cubicBezTo>
                  <a:cubicBezTo>
                    <a:pt x="84" y="153"/>
                    <a:pt x="84" y="153"/>
                    <a:pt x="84" y="153"/>
                  </a:cubicBezTo>
                  <a:cubicBezTo>
                    <a:pt x="84" y="152"/>
                    <a:pt x="84" y="152"/>
                    <a:pt x="84" y="152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8" y="152"/>
                    <a:pt x="88" y="152"/>
                    <a:pt x="88" y="152"/>
                  </a:cubicBezTo>
                  <a:cubicBezTo>
                    <a:pt x="87" y="152"/>
                    <a:pt x="87" y="152"/>
                    <a:pt x="87" y="152"/>
                  </a:cubicBezTo>
                  <a:cubicBezTo>
                    <a:pt x="87" y="151"/>
                    <a:pt x="87" y="151"/>
                    <a:pt x="87" y="151"/>
                  </a:cubicBezTo>
                  <a:cubicBezTo>
                    <a:pt x="87" y="150"/>
                    <a:pt x="87" y="150"/>
                    <a:pt x="87" y="150"/>
                  </a:cubicBezTo>
                  <a:cubicBezTo>
                    <a:pt x="87" y="150"/>
                    <a:pt x="87" y="150"/>
                    <a:pt x="87" y="150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91" y="149"/>
                    <a:pt x="91" y="149"/>
                    <a:pt x="91" y="149"/>
                  </a:cubicBezTo>
                  <a:cubicBezTo>
                    <a:pt x="92" y="149"/>
                    <a:pt x="92" y="149"/>
                    <a:pt x="92" y="149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0" y="150"/>
                    <a:pt x="90" y="150"/>
                    <a:pt x="90" y="150"/>
                  </a:cubicBezTo>
                  <a:cubicBezTo>
                    <a:pt x="88" y="150"/>
                    <a:pt x="88" y="150"/>
                    <a:pt x="88" y="150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90" y="151"/>
                    <a:pt x="90" y="151"/>
                    <a:pt x="90" y="151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91" y="153"/>
                    <a:pt x="91" y="153"/>
                    <a:pt x="91" y="153"/>
                  </a:cubicBezTo>
                  <a:cubicBezTo>
                    <a:pt x="90" y="153"/>
                    <a:pt x="90" y="153"/>
                    <a:pt x="90" y="153"/>
                  </a:cubicBezTo>
                  <a:cubicBezTo>
                    <a:pt x="89" y="153"/>
                    <a:pt x="89" y="153"/>
                    <a:pt x="89" y="153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90" y="155"/>
                    <a:pt x="90" y="155"/>
                    <a:pt x="90" y="155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2" y="156"/>
                    <a:pt x="92" y="156"/>
                    <a:pt x="92" y="156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3" y="154"/>
                    <a:pt x="93" y="154"/>
                    <a:pt x="93" y="154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5" y="155"/>
                    <a:pt x="95" y="155"/>
                    <a:pt x="95" y="155"/>
                  </a:cubicBezTo>
                  <a:cubicBezTo>
                    <a:pt x="95" y="155"/>
                    <a:pt x="95" y="155"/>
                    <a:pt x="95" y="155"/>
                  </a:cubicBezTo>
                  <a:cubicBezTo>
                    <a:pt x="95" y="154"/>
                    <a:pt x="95" y="154"/>
                    <a:pt x="95" y="154"/>
                  </a:cubicBezTo>
                  <a:cubicBezTo>
                    <a:pt x="95" y="154"/>
                    <a:pt x="95" y="154"/>
                    <a:pt x="95" y="154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3"/>
                    <a:pt x="95" y="153"/>
                    <a:pt x="95" y="153"/>
                  </a:cubicBezTo>
                  <a:cubicBezTo>
                    <a:pt x="95" y="152"/>
                    <a:pt x="95" y="152"/>
                    <a:pt x="95" y="152"/>
                  </a:cubicBezTo>
                  <a:cubicBezTo>
                    <a:pt x="96" y="152"/>
                    <a:pt x="96" y="152"/>
                    <a:pt x="96" y="152"/>
                  </a:cubicBezTo>
                  <a:cubicBezTo>
                    <a:pt x="97" y="151"/>
                    <a:pt x="97" y="151"/>
                    <a:pt x="97" y="151"/>
                  </a:cubicBezTo>
                  <a:cubicBezTo>
                    <a:pt x="98" y="151"/>
                    <a:pt x="98" y="151"/>
                    <a:pt x="98" y="151"/>
                  </a:cubicBezTo>
                  <a:cubicBezTo>
                    <a:pt x="98" y="151"/>
                    <a:pt x="98" y="151"/>
                    <a:pt x="98" y="151"/>
                  </a:cubicBezTo>
                  <a:cubicBezTo>
                    <a:pt x="99" y="151"/>
                    <a:pt x="99" y="151"/>
                    <a:pt x="99" y="151"/>
                  </a:cubicBezTo>
                  <a:cubicBezTo>
                    <a:pt x="99" y="151"/>
                    <a:pt x="99" y="151"/>
                    <a:pt x="99" y="151"/>
                  </a:cubicBezTo>
                  <a:cubicBezTo>
                    <a:pt x="100" y="151"/>
                    <a:pt x="100" y="151"/>
                    <a:pt x="100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2" y="150"/>
                    <a:pt x="102" y="150"/>
                    <a:pt x="102" y="150"/>
                  </a:cubicBezTo>
                  <a:cubicBezTo>
                    <a:pt x="103" y="150"/>
                    <a:pt x="103" y="150"/>
                    <a:pt x="103" y="150"/>
                  </a:cubicBezTo>
                  <a:cubicBezTo>
                    <a:pt x="104" y="150"/>
                    <a:pt x="104" y="150"/>
                    <a:pt x="104" y="150"/>
                  </a:cubicBezTo>
                  <a:cubicBezTo>
                    <a:pt x="104" y="149"/>
                    <a:pt x="104" y="149"/>
                    <a:pt x="104" y="149"/>
                  </a:cubicBezTo>
                  <a:cubicBezTo>
                    <a:pt x="105" y="149"/>
                    <a:pt x="105" y="149"/>
                    <a:pt x="105" y="149"/>
                  </a:cubicBezTo>
                  <a:cubicBezTo>
                    <a:pt x="106" y="148"/>
                    <a:pt x="106" y="148"/>
                    <a:pt x="106" y="148"/>
                  </a:cubicBezTo>
                  <a:cubicBezTo>
                    <a:pt x="107" y="147"/>
                    <a:pt x="107" y="147"/>
                    <a:pt x="107" y="147"/>
                  </a:cubicBezTo>
                  <a:cubicBezTo>
                    <a:pt x="107" y="147"/>
                    <a:pt x="107" y="147"/>
                    <a:pt x="107" y="147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7" y="148"/>
                    <a:pt x="107" y="148"/>
                    <a:pt x="107" y="148"/>
                  </a:cubicBezTo>
                  <a:cubicBezTo>
                    <a:pt x="108" y="148"/>
                    <a:pt x="108" y="148"/>
                    <a:pt x="108" y="148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08" y="150"/>
                    <a:pt x="108" y="150"/>
                    <a:pt x="108" y="150"/>
                  </a:cubicBezTo>
                  <a:cubicBezTo>
                    <a:pt x="109" y="151"/>
                    <a:pt x="109" y="151"/>
                    <a:pt x="109" y="151"/>
                  </a:cubicBezTo>
                  <a:cubicBezTo>
                    <a:pt x="109" y="152"/>
                    <a:pt x="109" y="152"/>
                    <a:pt x="109" y="152"/>
                  </a:cubicBezTo>
                  <a:cubicBezTo>
                    <a:pt x="109" y="152"/>
                    <a:pt x="109" y="152"/>
                    <a:pt x="109" y="152"/>
                  </a:cubicBezTo>
                  <a:cubicBezTo>
                    <a:pt x="111" y="152"/>
                    <a:pt x="111" y="152"/>
                    <a:pt x="111" y="152"/>
                  </a:cubicBezTo>
                  <a:cubicBezTo>
                    <a:pt x="112" y="152"/>
                    <a:pt x="112" y="152"/>
                    <a:pt x="112" y="152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1" y="151"/>
                    <a:pt x="111" y="151"/>
                    <a:pt x="111" y="151"/>
                  </a:cubicBezTo>
                  <a:cubicBezTo>
                    <a:pt x="110" y="150"/>
                    <a:pt x="110" y="150"/>
                    <a:pt x="110" y="150"/>
                  </a:cubicBezTo>
                  <a:cubicBezTo>
                    <a:pt x="111" y="150"/>
                    <a:pt x="111" y="150"/>
                    <a:pt x="111" y="150"/>
                  </a:cubicBezTo>
                  <a:cubicBezTo>
                    <a:pt x="111" y="149"/>
                    <a:pt x="111" y="149"/>
                    <a:pt x="111" y="149"/>
                  </a:cubicBezTo>
                  <a:cubicBezTo>
                    <a:pt x="112" y="150"/>
                    <a:pt x="112" y="150"/>
                    <a:pt x="112" y="150"/>
                  </a:cubicBezTo>
                  <a:cubicBezTo>
                    <a:pt x="113" y="149"/>
                    <a:pt x="113" y="149"/>
                    <a:pt x="113" y="149"/>
                  </a:cubicBezTo>
                  <a:cubicBezTo>
                    <a:pt x="114" y="148"/>
                    <a:pt x="114" y="148"/>
                    <a:pt x="114" y="148"/>
                  </a:cubicBezTo>
                  <a:cubicBezTo>
                    <a:pt x="114" y="148"/>
                    <a:pt x="114" y="148"/>
                    <a:pt x="114" y="148"/>
                  </a:cubicBezTo>
                  <a:cubicBezTo>
                    <a:pt x="115" y="148"/>
                    <a:pt x="115" y="148"/>
                    <a:pt x="115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4" y="147"/>
                    <a:pt x="114" y="147"/>
                    <a:pt x="114" y="147"/>
                  </a:cubicBezTo>
                  <a:cubicBezTo>
                    <a:pt x="114" y="146"/>
                    <a:pt x="114" y="146"/>
                    <a:pt x="114" y="146"/>
                  </a:cubicBezTo>
                  <a:cubicBezTo>
                    <a:pt x="113" y="145"/>
                    <a:pt x="113" y="145"/>
                    <a:pt x="113" y="145"/>
                  </a:cubicBezTo>
                  <a:cubicBezTo>
                    <a:pt x="112" y="145"/>
                    <a:pt x="112" y="145"/>
                    <a:pt x="112" y="145"/>
                  </a:cubicBezTo>
                  <a:cubicBezTo>
                    <a:pt x="112" y="145"/>
                    <a:pt x="112" y="145"/>
                    <a:pt x="112" y="145"/>
                  </a:cubicBezTo>
                  <a:cubicBezTo>
                    <a:pt x="112" y="145"/>
                    <a:pt x="112" y="145"/>
                    <a:pt x="112" y="145"/>
                  </a:cubicBezTo>
                  <a:cubicBezTo>
                    <a:pt x="111" y="143"/>
                    <a:pt x="111" y="143"/>
                    <a:pt x="111" y="143"/>
                  </a:cubicBezTo>
                  <a:cubicBezTo>
                    <a:pt x="111" y="143"/>
                    <a:pt x="111" y="143"/>
                    <a:pt x="111" y="143"/>
                  </a:cubicBezTo>
                  <a:cubicBezTo>
                    <a:pt x="110" y="142"/>
                    <a:pt x="110" y="142"/>
                    <a:pt x="110" y="142"/>
                  </a:cubicBezTo>
                  <a:cubicBezTo>
                    <a:pt x="110" y="142"/>
                    <a:pt x="110" y="142"/>
                    <a:pt x="110" y="142"/>
                  </a:cubicBezTo>
                  <a:cubicBezTo>
                    <a:pt x="111" y="141"/>
                    <a:pt x="111" y="141"/>
                    <a:pt x="111" y="141"/>
                  </a:cubicBezTo>
                  <a:cubicBezTo>
                    <a:pt x="111" y="141"/>
                    <a:pt x="111" y="141"/>
                    <a:pt x="111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1" y="139"/>
                    <a:pt x="111" y="139"/>
                    <a:pt x="111" y="139"/>
                  </a:cubicBezTo>
                  <a:cubicBezTo>
                    <a:pt x="112" y="140"/>
                    <a:pt x="112" y="140"/>
                    <a:pt x="112" y="140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14" y="140"/>
                    <a:pt x="114" y="140"/>
                    <a:pt x="114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8" y="140"/>
                    <a:pt x="118" y="140"/>
                    <a:pt x="118" y="140"/>
                  </a:cubicBezTo>
                  <a:cubicBezTo>
                    <a:pt x="122" y="140"/>
                    <a:pt x="122" y="140"/>
                    <a:pt x="122" y="140"/>
                  </a:cubicBezTo>
                  <a:cubicBezTo>
                    <a:pt x="123" y="141"/>
                    <a:pt x="123" y="141"/>
                    <a:pt x="123" y="141"/>
                  </a:cubicBezTo>
                  <a:cubicBezTo>
                    <a:pt x="126" y="141"/>
                    <a:pt x="126" y="141"/>
                    <a:pt x="126" y="141"/>
                  </a:cubicBezTo>
                  <a:cubicBezTo>
                    <a:pt x="126" y="142"/>
                    <a:pt x="126" y="142"/>
                    <a:pt x="126" y="142"/>
                  </a:cubicBezTo>
                  <a:cubicBezTo>
                    <a:pt x="126" y="142"/>
                    <a:pt x="126" y="142"/>
                    <a:pt x="126" y="142"/>
                  </a:cubicBezTo>
                  <a:cubicBezTo>
                    <a:pt x="127" y="143"/>
                    <a:pt x="127" y="143"/>
                    <a:pt x="127" y="143"/>
                  </a:cubicBezTo>
                  <a:cubicBezTo>
                    <a:pt x="127" y="143"/>
                    <a:pt x="127" y="143"/>
                    <a:pt x="127" y="143"/>
                  </a:cubicBezTo>
                  <a:cubicBezTo>
                    <a:pt x="129" y="142"/>
                    <a:pt x="129" y="142"/>
                    <a:pt x="129" y="142"/>
                  </a:cubicBezTo>
                  <a:cubicBezTo>
                    <a:pt x="129" y="143"/>
                    <a:pt x="129" y="143"/>
                    <a:pt x="129" y="143"/>
                  </a:cubicBezTo>
                  <a:cubicBezTo>
                    <a:pt x="130" y="143"/>
                    <a:pt x="130" y="143"/>
                    <a:pt x="130" y="143"/>
                  </a:cubicBezTo>
                  <a:cubicBezTo>
                    <a:pt x="130" y="144"/>
                    <a:pt x="130" y="144"/>
                    <a:pt x="130" y="144"/>
                  </a:cubicBezTo>
                  <a:cubicBezTo>
                    <a:pt x="132" y="144"/>
                    <a:pt x="132" y="144"/>
                    <a:pt x="132" y="144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6"/>
                    <a:pt x="137" y="146"/>
                    <a:pt x="137" y="146"/>
                  </a:cubicBezTo>
                  <a:cubicBezTo>
                    <a:pt x="138" y="147"/>
                    <a:pt x="138" y="147"/>
                    <a:pt x="138" y="147"/>
                  </a:cubicBezTo>
                  <a:cubicBezTo>
                    <a:pt x="139" y="147"/>
                    <a:pt x="139" y="147"/>
                    <a:pt x="139" y="147"/>
                  </a:cubicBezTo>
                  <a:cubicBezTo>
                    <a:pt x="141" y="148"/>
                    <a:pt x="141" y="148"/>
                    <a:pt x="141" y="148"/>
                  </a:cubicBezTo>
                  <a:cubicBezTo>
                    <a:pt x="142" y="150"/>
                    <a:pt x="142" y="150"/>
                    <a:pt x="142" y="150"/>
                  </a:cubicBezTo>
                  <a:cubicBezTo>
                    <a:pt x="143" y="150"/>
                    <a:pt x="143" y="150"/>
                    <a:pt x="143" y="150"/>
                  </a:cubicBezTo>
                  <a:cubicBezTo>
                    <a:pt x="143" y="150"/>
                    <a:pt x="143" y="150"/>
                    <a:pt x="143" y="150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3" y="148"/>
                    <a:pt x="143" y="148"/>
                    <a:pt x="143" y="148"/>
                  </a:cubicBezTo>
                  <a:cubicBezTo>
                    <a:pt x="143" y="148"/>
                    <a:pt x="143" y="148"/>
                    <a:pt x="143" y="148"/>
                  </a:cubicBezTo>
                  <a:cubicBezTo>
                    <a:pt x="143" y="147"/>
                    <a:pt x="143" y="147"/>
                    <a:pt x="143" y="147"/>
                  </a:cubicBezTo>
                  <a:cubicBezTo>
                    <a:pt x="143" y="147"/>
                    <a:pt x="143" y="147"/>
                    <a:pt x="143" y="147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1" y="144"/>
                    <a:pt x="141" y="144"/>
                    <a:pt x="141" y="144"/>
                  </a:cubicBezTo>
                  <a:cubicBezTo>
                    <a:pt x="140" y="144"/>
                    <a:pt x="140" y="144"/>
                    <a:pt x="140" y="144"/>
                  </a:cubicBezTo>
                  <a:cubicBezTo>
                    <a:pt x="138" y="142"/>
                    <a:pt x="138" y="142"/>
                    <a:pt x="138" y="142"/>
                  </a:cubicBezTo>
                  <a:cubicBezTo>
                    <a:pt x="138" y="142"/>
                    <a:pt x="138" y="142"/>
                    <a:pt x="138" y="142"/>
                  </a:cubicBezTo>
                  <a:cubicBezTo>
                    <a:pt x="137" y="141"/>
                    <a:pt x="137" y="141"/>
                    <a:pt x="137" y="141"/>
                  </a:cubicBezTo>
                  <a:cubicBezTo>
                    <a:pt x="137" y="140"/>
                    <a:pt x="137" y="140"/>
                    <a:pt x="137" y="140"/>
                  </a:cubicBezTo>
                  <a:cubicBezTo>
                    <a:pt x="137" y="139"/>
                    <a:pt x="137" y="139"/>
                    <a:pt x="137" y="139"/>
                  </a:cubicBezTo>
                  <a:cubicBezTo>
                    <a:pt x="136" y="140"/>
                    <a:pt x="136" y="140"/>
                    <a:pt x="136" y="140"/>
                  </a:cubicBezTo>
                  <a:cubicBezTo>
                    <a:pt x="135" y="140"/>
                    <a:pt x="135" y="140"/>
                    <a:pt x="135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3" y="140"/>
                    <a:pt x="133" y="140"/>
                    <a:pt x="133" y="140"/>
                  </a:cubicBezTo>
                  <a:cubicBezTo>
                    <a:pt x="132" y="138"/>
                    <a:pt x="132" y="138"/>
                    <a:pt x="132" y="138"/>
                  </a:cubicBezTo>
                  <a:cubicBezTo>
                    <a:pt x="132" y="138"/>
                    <a:pt x="132" y="138"/>
                    <a:pt x="132" y="138"/>
                  </a:cubicBezTo>
                  <a:cubicBezTo>
                    <a:pt x="131" y="136"/>
                    <a:pt x="131" y="136"/>
                    <a:pt x="131" y="136"/>
                  </a:cubicBezTo>
                  <a:cubicBezTo>
                    <a:pt x="131" y="136"/>
                    <a:pt x="131" y="136"/>
                    <a:pt x="131" y="136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4"/>
                    <a:pt x="132" y="134"/>
                    <a:pt x="132" y="134"/>
                  </a:cubicBezTo>
                  <a:cubicBezTo>
                    <a:pt x="131" y="134"/>
                    <a:pt x="131" y="134"/>
                    <a:pt x="131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2" y="132"/>
                    <a:pt x="132" y="132"/>
                    <a:pt x="132" y="132"/>
                  </a:cubicBezTo>
                  <a:cubicBezTo>
                    <a:pt x="132" y="132"/>
                    <a:pt x="132" y="132"/>
                    <a:pt x="132" y="132"/>
                  </a:cubicBezTo>
                  <a:cubicBezTo>
                    <a:pt x="131" y="131"/>
                    <a:pt x="131" y="131"/>
                    <a:pt x="131" y="131"/>
                  </a:cubicBezTo>
                  <a:cubicBezTo>
                    <a:pt x="130" y="131"/>
                    <a:pt x="130" y="131"/>
                    <a:pt x="130" y="131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29" y="129"/>
                    <a:pt x="129" y="129"/>
                    <a:pt x="129" y="129"/>
                  </a:cubicBezTo>
                  <a:cubicBezTo>
                    <a:pt x="129" y="130"/>
                    <a:pt x="129" y="130"/>
                    <a:pt x="129" y="130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7"/>
                    <a:pt x="128" y="127"/>
                    <a:pt x="128" y="127"/>
                  </a:cubicBezTo>
                  <a:cubicBezTo>
                    <a:pt x="128" y="127"/>
                    <a:pt x="128" y="127"/>
                    <a:pt x="128" y="127"/>
                  </a:cubicBezTo>
                  <a:cubicBezTo>
                    <a:pt x="128" y="126"/>
                    <a:pt x="128" y="126"/>
                    <a:pt x="128" y="126"/>
                  </a:cubicBezTo>
                  <a:cubicBezTo>
                    <a:pt x="127" y="125"/>
                    <a:pt x="127" y="125"/>
                    <a:pt x="127" y="125"/>
                  </a:cubicBezTo>
                  <a:cubicBezTo>
                    <a:pt x="128" y="125"/>
                    <a:pt x="128" y="125"/>
                    <a:pt x="128" y="125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1" y="122"/>
                    <a:pt x="131" y="122"/>
                    <a:pt x="131" y="122"/>
                  </a:cubicBezTo>
                  <a:cubicBezTo>
                    <a:pt x="131" y="122"/>
                    <a:pt x="131" y="122"/>
                    <a:pt x="131" y="122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1" y="119"/>
                    <a:pt x="131" y="119"/>
                    <a:pt x="131" y="119"/>
                  </a:cubicBezTo>
                  <a:cubicBezTo>
                    <a:pt x="130" y="118"/>
                    <a:pt x="130" y="118"/>
                    <a:pt x="130" y="118"/>
                  </a:cubicBezTo>
                  <a:cubicBezTo>
                    <a:pt x="130" y="117"/>
                    <a:pt x="130" y="117"/>
                    <a:pt x="130" y="117"/>
                  </a:cubicBezTo>
                  <a:cubicBezTo>
                    <a:pt x="130" y="116"/>
                    <a:pt x="130" y="116"/>
                    <a:pt x="130" y="116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15"/>
                    <a:pt x="130" y="115"/>
                    <a:pt x="130" y="115"/>
                  </a:cubicBezTo>
                  <a:cubicBezTo>
                    <a:pt x="130" y="114"/>
                    <a:pt x="130" y="114"/>
                    <a:pt x="130" y="114"/>
                  </a:cubicBezTo>
                  <a:cubicBezTo>
                    <a:pt x="130" y="113"/>
                    <a:pt x="130" y="113"/>
                    <a:pt x="130" y="113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0" y="111"/>
                    <a:pt x="130" y="111"/>
                    <a:pt x="130" y="111"/>
                  </a:cubicBezTo>
                  <a:cubicBezTo>
                    <a:pt x="130" y="110"/>
                    <a:pt x="130" y="110"/>
                    <a:pt x="130" y="110"/>
                  </a:cubicBezTo>
                  <a:cubicBezTo>
                    <a:pt x="130" y="108"/>
                    <a:pt x="130" y="108"/>
                    <a:pt x="130" y="108"/>
                  </a:cubicBezTo>
                  <a:cubicBezTo>
                    <a:pt x="130" y="108"/>
                    <a:pt x="130" y="108"/>
                    <a:pt x="130" y="108"/>
                  </a:cubicBezTo>
                  <a:cubicBezTo>
                    <a:pt x="131" y="108"/>
                    <a:pt x="131" y="108"/>
                    <a:pt x="131" y="108"/>
                  </a:cubicBezTo>
                  <a:cubicBezTo>
                    <a:pt x="131" y="109"/>
                    <a:pt x="131" y="109"/>
                    <a:pt x="131" y="109"/>
                  </a:cubicBezTo>
                  <a:cubicBezTo>
                    <a:pt x="131" y="109"/>
                    <a:pt x="131" y="109"/>
                    <a:pt x="131" y="109"/>
                  </a:cubicBezTo>
                  <a:cubicBezTo>
                    <a:pt x="132" y="109"/>
                    <a:pt x="132" y="109"/>
                    <a:pt x="132" y="109"/>
                  </a:cubicBezTo>
                  <a:cubicBezTo>
                    <a:pt x="133" y="109"/>
                    <a:pt x="133" y="109"/>
                    <a:pt x="133" y="109"/>
                  </a:cubicBezTo>
                  <a:cubicBezTo>
                    <a:pt x="135" y="108"/>
                    <a:pt x="135" y="108"/>
                    <a:pt x="135" y="108"/>
                  </a:cubicBezTo>
                  <a:cubicBezTo>
                    <a:pt x="135" y="108"/>
                    <a:pt x="135" y="108"/>
                    <a:pt x="135" y="108"/>
                  </a:cubicBezTo>
                  <a:cubicBezTo>
                    <a:pt x="136" y="109"/>
                    <a:pt x="136" y="109"/>
                    <a:pt x="136" y="109"/>
                  </a:cubicBezTo>
                  <a:cubicBezTo>
                    <a:pt x="137" y="108"/>
                    <a:pt x="137" y="108"/>
                    <a:pt x="137" y="108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40" y="109"/>
                    <a:pt x="140" y="109"/>
                    <a:pt x="140" y="109"/>
                  </a:cubicBezTo>
                  <a:cubicBezTo>
                    <a:pt x="142" y="109"/>
                    <a:pt x="142" y="109"/>
                    <a:pt x="142" y="109"/>
                  </a:cubicBezTo>
                  <a:cubicBezTo>
                    <a:pt x="142" y="109"/>
                    <a:pt x="142" y="109"/>
                    <a:pt x="142" y="109"/>
                  </a:cubicBezTo>
                  <a:cubicBezTo>
                    <a:pt x="143" y="110"/>
                    <a:pt x="143" y="110"/>
                    <a:pt x="143" y="110"/>
                  </a:cubicBezTo>
                  <a:cubicBezTo>
                    <a:pt x="142" y="110"/>
                    <a:pt x="142" y="110"/>
                    <a:pt x="142" y="110"/>
                  </a:cubicBezTo>
                  <a:cubicBezTo>
                    <a:pt x="143" y="111"/>
                    <a:pt x="143" y="111"/>
                    <a:pt x="143" y="111"/>
                  </a:cubicBezTo>
                  <a:cubicBezTo>
                    <a:pt x="143" y="112"/>
                    <a:pt x="143" y="112"/>
                    <a:pt x="143" y="112"/>
                  </a:cubicBezTo>
                  <a:cubicBezTo>
                    <a:pt x="143" y="113"/>
                    <a:pt x="143" y="113"/>
                    <a:pt x="143" y="113"/>
                  </a:cubicBezTo>
                  <a:cubicBezTo>
                    <a:pt x="143" y="114"/>
                    <a:pt x="143" y="114"/>
                    <a:pt x="143" y="114"/>
                  </a:cubicBezTo>
                  <a:cubicBezTo>
                    <a:pt x="144" y="115"/>
                    <a:pt x="144" y="115"/>
                    <a:pt x="144" y="115"/>
                  </a:cubicBezTo>
                  <a:cubicBezTo>
                    <a:pt x="143" y="118"/>
                    <a:pt x="143" y="118"/>
                    <a:pt x="143" y="118"/>
                  </a:cubicBezTo>
                  <a:cubicBezTo>
                    <a:pt x="144" y="118"/>
                    <a:pt x="144" y="118"/>
                    <a:pt x="144" y="118"/>
                  </a:cubicBezTo>
                  <a:cubicBezTo>
                    <a:pt x="144" y="119"/>
                    <a:pt x="144" y="119"/>
                    <a:pt x="144" y="119"/>
                  </a:cubicBezTo>
                  <a:cubicBezTo>
                    <a:pt x="144" y="119"/>
                    <a:pt x="144" y="119"/>
                    <a:pt x="144" y="119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143" y="120"/>
                    <a:pt x="143" y="120"/>
                    <a:pt x="143" y="120"/>
                  </a:cubicBezTo>
                  <a:cubicBezTo>
                    <a:pt x="144" y="121"/>
                    <a:pt x="144" y="121"/>
                    <a:pt x="144" y="121"/>
                  </a:cubicBezTo>
                  <a:cubicBezTo>
                    <a:pt x="144" y="122"/>
                    <a:pt x="144" y="122"/>
                    <a:pt x="144" y="122"/>
                  </a:cubicBezTo>
                  <a:cubicBezTo>
                    <a:pt x="145" y="123"/>
                    <a:pt x="145" y="123"/>
                    <a:pt x="145" y="12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6" y="124"/>
                    <a:pt x="146" y="124"/>
                    <a:pt x="146" y="124"/>
                  </a:cubicBezTo>
                  <a:cubicBezTo>
                    <a:pt x="147" y="123"/>
                    <a:pt x="147" y="123"/>
                    <a:pt x="147" y="123"/>
                  </a:cubicBezTo>
                  <a:cubicBezTo>
                    <a:pt x="147" y="124"/>
                    <a:pt x="147" y="124"/>
                    <a:pt x="147" y="124"/>
                  </a:cubicBezTo>
                  <a:cubicBezTo>
                    <a:pt x="148" y="125"/>
                    <a:pt x="148" y="125"/>
                    <a:pt x="148" y="125"/>
                  </a:cubicBezTo>
                  <a:cubicBezTo>
                    <a:pt x="149" y="126"/>
                    <a:pt x="149" y="126"/>
                    <a:pt x="149" y="126"/>
                  </a:cubicBezTo>
                  <a:cubicBezTo>
                    <a:pt x="149" y="127"/>
                    <a:pt x="149" y="127"/>
                    <a:pt x="149" y="127"/>
                  </a:cubicBezTo>
                  <a:cubicBezTo>
                    <a:pt x="150" y="129"/>
                    <a:pt x="150" y="129"/>
                    <a:pt x="150" y="129"/>
                  </a:cubicBezTo>
                  <a:cubicBezTo>
                    <a:pt x="150" y="130"/>
                    <a:pt x="150" y="130"/>
                    <a:pt x="150" y="130"/>
                  </a:cubicBezTo>
                  <a:cubicBezTo>
                    <a:pt x="150" y="130"/>
                    <a:pt x="150" y="130"/>
                    <a:pt x="150" y="130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51" y="132"/>
                    <a:pt x="151" y="132"/>
                    <a:pt x="151" y="132"/>
                  </a:cubicBezTo>
                  <a:cubicBezTo>
                    <a:pt x="151" y="133"/>
                    <a:pt x="151" y="133"/>
                    <a:pt x="151" y="133"/>
                  </a:cubicBezTo>
                  <a:cubicBezTo>
                    <a:pt x="152" y="135"/>
                    <a:pt x="152" y="135"/>
                    <a:pt x="152" y="135"/>
                  </a:cubicBezTo>
                  <a:cubicBezTo>
                    <a:pt x="152" y="136"/>
                    <a:pt x="152" y="136"/>
                    <a:pt x="152" y="136"/>
                  </a:cubicBezTo>
                  <a:cubicBezTo>
                    <a:pt x="153" y="137"/>
                    <a:pt x="153" y="137"/>
                    <a:pt x="153" y="137"/>
                  </a:cubicBezTo>
                  <a:cubicBezTo>
                    <a:pt x="153" y="137"/>
                    <a:pt x="153" y="137"/>
                    <a:pt x="153" y="137"/>
                  </a:cubicBezTo>
                  <a:cubicBezTo>
                    <a:pt x="153" y="138"/>
                    <a:pt x="153" y="138"/>
                    <a:pt x="153" y="138"/>
                  </a:cubicBezTo>
                  <a:cubicBezTo>
                    <a:pt x="154" y="139"/>
                    <a:pt x="154" y="139"/>
                    <a:pt x="154" y="139"/>
                  </a:cubicBezTo>
                  <a:cubicBezTo>
                    <a:pt x="154" y="140"/>
                    <a:pt x="154" y="140"/>
                    <a:pt x="154" y="140"/>
                  </a:cubicBezTo>
                  <a:cubicBezTo>
                    <a:pt x="156" y="142"/>
                    <a:pt x="156" y="142"/>
                    <a:pt x="156" y="142"/>
                  </a:cubicBezTo>
                  <a:cubicBezTo>
                    <a:pt x="157" y="143"/>
                    <a:pt x="157" y="143"/>
                    <a:pt x="157" y="143"/>
                  </a:cubicBezTo>
                  <a:cubicBezTo>
                    <a:pt x="158" y="143"/>
                    <a:pt x="158" y="143"/>
                    <a:pt x="158" y="143"/>
                  </a:cubicBezTo>
                  <a:cubicBezTo>
                    <a:pt x="158" y="144"/>
                    <a:pt x="158" y="144"/>
                    <a:pt x="158" y="144"/>
                  </a:cubicBezTo>
                  <a:cubicBezTo>
                    <a:pt x="160" y="145"/>
                    <a:pt x="160" y="145"/>
                    <a:pt x="160" y="145"/>
                  </a:cubicBezTo>
                  <a:cubicBezTo>
                    <a:pt x="160" y="145"/>
                    <a:pt x="160" y="145"/>
                    <a:pt x="160" y="145"/>
                  </a:cubicBezTo>
                  <a:cubicBezTo>
                    <a:pt x="159" y="145"/>
                    <a:pt x="159" y="145"/>
                    <a:pt x="159" y="145"/>
                  </a:cubicBezTo>
                  <a:cubicBezTo>
                    <a:pt x="159" y="146"/>
                    <a:pt x="159" y="146"/>
                    <a:pt x="159" y="146"/>
                  </a:cubicBezTo>
                  <a:cubicBezTo>
                    <a:pt x="159" y="147"/>
                    <a:pt x="159" y="147"/>
                    <a:pt x="159" y="147"/>
                  </a:cubicBezTo>
                  <a:cubicBezTo>
                    <a:pt x="160" y="149"/>
                    <a:pt x="160" y="149"/>
                    <a:pt x="160" y="149"/>
                  </a:cubicBezTo>
                  <a:cubicBezTo>
                    <a:pt x="161" y="150"/>
                    <a:pt x="161" y="150"/>
                    <a:pt x="161" y="150"/>
                  </a:cubicBezTo>
                  <a:cubicBezTo>
                    <a:pt x="161" y="151"/>
                    <a:pt x="161" y="151"/>
                    <a:pt x="161" y="151"/>
                  </a:cubicBezTo>
                  <a:cubicBezTo>
                    <a:pt x="160" y="152"/>
                    <a:pt x="160" y="152"/>
                    <a:pt x="160" y="152"/>
                  </a:cubicBezTo>
                  <a:cubicBezTo>
                    <a:pt x="160" y="152"/>
                    <a:pt x="160" y="152"/>
                    <a:pt x="160" y="152"/>
                  </a:cubicBezTo>
                  <a:cubicBezTo>
                    <a:pt x="159" y="153"/>
                    <a:pt x="159" y="153"/>
                    <a:pt x="159" y="153"/>
                  </a:cubicBezTo>
                  <a:cubicBezTo>
                    <a:pt x="160" y="153"/>
                    <a:pt x="160" y="153"/>
                    <a:pt x="160" y="153"/>
                  </a:cubicBezTo>
                  <a:cubicBezTo>
                    <a:pt x="160" y="155"/>
                    <a:pt x="160" y="155"/>
                    <a:pt x="160" y="155"/>
                  </a:cubicBezTo>
                  <a:cubicBezTo>
                    <a:pt x="159" y="155"/>
                    <a:pt x="159" y="155"/>
                    <a:pt x="159" y="155"/>
                  </a:cubicBezTo>
                  <a:cubicBezTo>
                    <a:pt x="159" y="156"/>
                    <a:pt x="159" y="156"/>
                    <a:pt x="159" y="156"/>
                  </a:cubicBezTo>
                  <a:cubicBezTo>
                    <a:pt x="160" y="155"/>
                    <a:pt x="160" y="155"/>
                    <a:pt x="160" y="155"/>
                  </a:cubicBezTo>
                  <a:cubicBezTo>
                    <a:pt x="160" y="156"/>
                    <a:pt x="160" y="156"/>
                    <a:pt x="160" y="156"/>
                  </a:cubicBezTo>
                  <a:cubicBezTo>
                    <a:pt x="159" y="156"/>
                    <a:pt x="159" y="156"/>
                    <a:pt x="159" y="156"/>
                  </a:cubicBezTo>
                  <a:cubicBezTo>
                    <a:pt x="159" y="158"/>
                    <a:pt x="159" y="158"/>
                    <a:pt x="159" y="158"/>
                  </a:cubicBezTo>
                  <a:cubicBezTo>
                    <a:pt x="158" y="159"/>
                    <a:pt x="158" y="159"/>
                    <a:pt x="158" y="159"/>
                  </a:cubicBezTo>
                  <a:cubicBezTo>
                    <a:pt x="157" y="158"/>
                    <a:pt x="157" y="158"/>
                    <a:pt x="157" y="158"/>
                  </a:cubicBezTo>
                  <a:cubicBezTo>
                    <a:pt x="157" y="159"/>
                    <a:pt x="157" y="159"/>
                    <a:pt x="157" y="159"/>
                  </a:cubicBezTo>
                  <a:cubicBezTo>
                    <a:pt x="158" y="160"/>
                    <a:pt x="158" y="160"/>
                    <a:pt x="158" y="160"/>
                  </a:cubicBezTo>
                  <a:cubicBezTo>
                    <a:pt x="158" y="160"/>
                    <a:pt x="158" y="160"/>
                    <a:pt x="158" y="160"/>
                  </a:cubicBezTo>
                  <a:cubicBezTo>
                    <a:pt x="157" y="161"/>
                    <a:pt x="157" y="161"/>
                    <a:pt x="157" y="161"/>
                  </a:cubicBezTo>
                  <a:cubicBezTo>
                    <a:pt x="156" y="161"/>
                    <a:pt x="156" y="161"/>
                    <a:pt x="156" y="161"/>
                  </a:cubicBezTo>
                  <a:cubicBezTo>
                    <a:pt x="155" y="161"/>
                    <a:pt x="155" y="161"/>
                    <a:pt x="155" y="161"/>
                  </a:cubicBezTo>
                  <a:cubicBezTo>
                    <a:pt x="154" y="161"/>
                    <a:pt x="154" y="161"/>
                    <a:pt x="154" y="161"/>
                  </a:cubicBezTo>
                  <a:cubicBezTo>
                    <a:pt x="155" y="160"/>
                    <a:pt x="155" y="160"/>
                    <a:pt x="155" y="160"/>
                  </a:cubicBezTo>
                  <a:cubicBezTo>
                    <a:pt x="155" y="160"/>
                    <a:pt x="155" y="160"/>
                    <a:pt x="155" y="160"/>
                  </a:cubicBezTo>
                  <a:cubicBezTo>
                    <a:pt x="154" y="160"/>
                    <a:pt x="154" y="160"/>
                    <a:pt x="154" y="160"/>
                  </a:cubicBezTo>
                  <a:cubicBezTo>
                    <a:pt x="154" y="160"/>
                    <a:pt x="154" y="160"/>
                    <a:pt x="154" y="160"/>
                  </a:cubicBezTo>
                  <a:cubicBezTo>
                    <a:pt x="154" y="160"/>
                    <a:pt x="154" y="160"/>
                    <a:pt x="154" y="160"/>
                  </a:cubicBezTo>
                  <a:cubicBezTo>
                    <a:pt x="152" y="159"/>
                    <a:pt x="152" y="159"/>
                    <a:pt x="152" y="159"/>
                  </a:cubicBezTo>
                  <a:cubicBezTo>
                    <a:pt x="151" y="160"/>
                    <a:pt x="151" y="160"/>
                    <a:pt x="151" y="160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7" y="160"/>
                    <a:pt x="147" y="160"/>
                    <a:pt x="147" y="160"/>
                  </a:cubicBezTo>
                  <a:cubicBezTo>
                    <a:pt x="147" y="161"/>
                    <a:pt x="147" y="161"/>
                    <a:pt x="147" y="161"/>
                  </a:cubicBezTo>
                  <a:cubicBezTo>
                    <a:pt x="147" y="161"/>
                    <a:pt x="147" y="161"/>
                    <a:pt x="147" y="161"/>
                  </a:cubicBezTo>
                  <a:cubicBezTo>
                    <a:pt x="148" y="161"/>
                    <a:pt x="148" y="161"/>
                    <a:pt x="148" y="161"/>
                  </a:cubicBezTo>
                  <a:cubicBezTo>
                    <a:pt x="148" y="161"/>
                    <a:pt x="148" y="161"/>
                    <a:pt x="148" y="161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50" y="161"/>
                    <a:pt x="150" y="161"/>
                    <a:pt x="150" y="161"/>
                  </a:cubicBezTo>
                  <a:cubicBezTo>
                    <a:pt x="151" y="162"/>
                    <a:pt x="151" y="162"/>
                    <a:pt x="151" y="162"/>
                  </a:cubicBezTo>
                  <a:cubicBezTo>
                    <a:pt x="154" y="163"/>
                    <a:pt x="154" y="163"/>
                    <a:pt x="154" y="163"/>
                  </a:cubicBezTo>
                  <a:cubicBezTo>
                    <a:pt x="156" y="163"/>
                    <a:pt x="156" y="163"/>
                    <a:pt x="156" y="163"/>
                  </a:cubicBezTo>
                  <a:cubicBezTo>
                    <a:pt x="157" y="163"/>
                    <a:pt x="157" y="163"/>
                    <a:pt x="157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4"/>
                    <a:pt x="161" y="164"/>
                    <a:pt x="161" y="164"/>
                  </a:cubicBezTo>
                  <a:cubicBezTo>
                    <a:pt x="162" y="163"/>
                    <a:pt x="162" y="163"/>
                    <a:pt x="162" y="163"/>
                  </a:cubicBezTo>
                  <a:cubicBezTo>
                    <a:pt x="162" y="162"/>
                    <a:pt x="162" y="162"/>
                    <a:pt x="162" y="162"/>
                  </a:cubicBezTo>
                  <a:cubicBezTo>
                    <a:pt x="162" y="162"/>
                    <a:pt x="162" y="162"/>
                    <a:pt x="162" y="162"/>
                  </a:cubicBezTo>
                  <a:cubicBezTo>
                    <a:pt x="162" y="161"/>
                    <a:pt x="162" y="161"/>
                    <a:pt x="162" y="161"/>
                  </a:cubicBezTo>
                  <a:cubicBezTo>
                    <a:pt x="162" y="160"/>
                    <a:pt x="162" y="160"/>
                    <a:pt x="162" y="160"/>
                  </a:cubicBezTo>
                  <a:cubicBezTo>
                    <a:pt x="163" y="159"/>
                    <a:pt x="163" y="159"/>
                    <a:pt x="163" y="159"/>
                  </a:cubicBezTo>
                  <a:cubicBezTo>
                    <a:pt x="163" y="159"/>
                    <a:pt x="163" y="159"/>
                    <a:pt x="163" y="159"/>
                  </a:cubicBezTo>
                  <a:cubicBezTo>
                    <a:pt x="164" y="158"/>
                    <a:pt x="164" y="158"/>
                    <a:pt x="164" y="158"/>
                  </a:cubicBezTo>
                  <a:cubicBezTo>
                    <a:pt x="164" y="157"/>
                    <a:pt x="164" y="157"/>
                    <a:pt x="164" y="157"/>
                  </a:cubicBezTo>
                  <a:cubicBezTo>
                    <a:pt x="165" y="155"/>
                    <a:pt x="165" y="155"/>
                    <a:pt x="165" y="155"/>
                  </a:cubicBezTo>
                  <a:cubicBezTo>
                    <a:pt x="164" y="154"/>
                    <a:pt x="164" y="154"/>
                    <a:pt x="164" y="154"/>
                  </a:cubicBezTo>
                  <a:cubicBezTo>
                    <a:pt x="165" y="153"/>
                    <a:pt x="165" y="153"/>
                    <a:pt x="165" y="153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5" y="147"/>
                    <a:pt x="165" y="147"/>
                    <a:pt x="165" y="147"/>
                  </a:cubicBezTo>
                  <a:cubicBezTo>
                    <a:pt x="163" y="146"/>
                    <a:pt x="163" y="146"/>
                    <a:pt x="163" y="146"/>
                  </a:cubicBezTo>
                  <a:cubicBezTo>
                    <a:pt x="163" y="145"/>
                    <a:pt x="163" y="145"/>
                    <a:pt x="163" y="145"/>
                  </a:cubicBezTo>
                  <a:cubicBezTo>
                    <a:pt x="162" y="143"/>
                    <a:pt x="162" y="143"/>
                    <a:pt x="162" y="143"/>
                  </a:cubicBezTo>
                  <a:cubicBezTo>
                    <a:pt x="164" y="142"/>
                    <a:pt x="164" y="142"/>
                    <a:pt x="164" y="142"/>
                  </a:cubicBezTo>
                  <a:cubicBezTo>
                    <a:pt x="164" y="141"/>
                    <a:pt x="164" y="141"/>
                    <a:pt x="164" y="141"/>
                  </a:cubicBezTo>
                  <a:cubicBezTo>
                    <a:pt x="166" y="141"/>
                    <a:pt x="166" y="141"/>
                    <a:pt x="166" y="141"/>
                  </a:cubicBezTo>
                  <a:cubicBezTo>
                    <a:pt x="167" y="139"/>
                    <a:pt x="167" y="139"/>
                    <a:pt x="167" y="139"/>
                  </a:cubicBezTo>
                  <a:cubicBezTo>
                    <a:pt x="169" y="139"/>
                    <a:pt x="169" y="139"/>
                    <a:pt x="169" y="139"/>
                  </a:cubicBezTo>
                  <a:cubicBezTo>
                    <a:pt x="170" y="140"/>
                    <a:pt x="170" y="140"/>
                    <a:pt x="170" y="140"/>
                  </a:cubicBezTo>
                  <a:cubicBezTo>
                    <a:pt x="170" y="141"/>
                    <a:pt x="170" y="141"/>
                    <a:pt x="170" y="141"/>
                  </a:cubicBezTo>
                  <a:cubicBezTo>
                    <a:pt x="171" y="142"/>
                    <a:pt x="171" y="142"/>
                    <a:pt x="171" y="142"/>
                  </a:cubicBezTo>
                  <a:cubicBezTo>
                    <a:pt x="172" y="143"/>
                    <a:pt x="172" y="143"/>
                    <a:pt x="172" y="143"/>
                  </a:cubicBezTo>
                  <a:cubicBezTo>
                    <a:pt x="172" y="143"/>
                    <a:pt x="172" y="143"/>
                    <a:pt x="172" y="143"/>
                  </a:cubicBezTo>
                  <a:cubicBezTo>
                    <a:pt x="173" y="144"/>
                    <a:pt x="173" y="144"/>
                    <a:pt x="173" y="144"/>
                  </a:cubicBezTo>
                  <a:cubicBezTo>
                    <a:pt x="173" y="145"/>
                    <a:pt x="173" y="145"/>
                    <a:pt x="173" y="145"/>
                  </a:cubicBezTo>
                  <a:cubicBezTo>
                    <a:pt x="174" y="145"/>
                    <a:pt x="174" y="145"/>
                    <a:pt x="174" y="145"/>
                  </a:cubicBezTo>
                  <a:cubicBezTo>
                    <a:pt x="174" y="146"/>
                    <a:pt x="174" y="146"/>
                    <a:pt x="174" y="146"/>
                  </a:cubicBezTo>
                  <a:cubicBezTo>
                    <a:pt x="175" y="147"/>
                    <a:pt x="175" y="147"/>
                    <a:pt x="175" y="147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75" y="149"/>
                    <a:pt x="175" y="149"/>
                    <a:pt x="175" y="149"/>
                  </a:cubicBezTo>
                  <a:cubicBezTo>
                    <a:pt x="175" y="149"/>
                    <a:pt x="175" y="149"/>
                    <a:pt x="175" y="149"/>
                  </a:cubicBezTo>
                  <a:cubicBezTo>
                    <a:pt x="177" y="150"/>
                    <a:pt x="177" y="150"/>
                    <a:pt x="177" y="150"/>
                  </a:cubicBezTo>
                  <a:cubicBezTo>
                    <a:pt x="178" y="150"/>
                    <a:pt x="178" y="150"/>
                    <a:pt x="178" y="150"/>
                  </a:cubicBezTo>
                  <a:cubicBezTo>
                    <a:pt x="179" y="150"/>
                    <a:pt x="179" y="150"/>
                    <a:pt x="179" y="150"/>
                  </a:cubicBezTo>
                  <a:cubicBezTo>
                    <a:pt x="180" y="150"/>
                    <a:pt x="180" y="150"/>
                    <a:pt x="180" y="150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1" y="149"/>
                    <a:pt x="181" y="149"/>
                    <a:pt x="181" y="149"/>
                  </a:cubicBezTo>
                  <a:cubicBezTo>
                    <a:pt x="182" y="149"/>
                    <a:pt x="182" y="149"/>
                    <a:pt x="182" y="149"/>
                  </a:cubicBezTo>
                  <a:cubicBezTo>
                    <a:pt x="181" y="149"/>
                    <a:pt x="181" y="149"/>
                    <a:pt x="181" y="149"/>
                  </a:cubicBezTo>
                  <a:cubicBezTo>
                    <a:pt x="180" y="149"/>
                    <a:pt x="180" y="149"/>
                    <a:pt x="180" y="149"/>
                  </a:cubicBezTo>
                  <a:cubicBezTo>
                    <a:pt x="180" y="148"/>
                    <a:pt x="180" y="148"/>
                    <a:pt x="180" y="148"/>
                  </a:cubicBezTo>
                  <a:cubicBezTo>
                    <a:pt x="179" y="149"/>
                    <a:pt x="179" y="149"/>
                    <a:pt x="179" y="149"/>
                  </a:cubicBezTo>
                  <a:cubicBezTo>
                    <a:pt x="178" y="149"/>
                    <a:pt x="178" y="149"/>
                    <a:pt x="178" y="149"/>
                  </a:cubicBezTo>
                  <a:cubicBezTo>
                    <a:pt x="177" y="149"/>
                    <a:pt x="177" y="149"/>
                    <a:pt x="177" y="149"/>
                  </a:cubicBezTo>
                  <a:cubicBezTo>
                    <a:pt x="176" y="149"/>
                    <a:pt x="176" y="149"/>
                    <a:pt x="176" y="149"/>
                  </a:cubicBezTo>
                  <a:cubicBezTo>
                    <a:pt x="176" y="148"/>
                    <a:pt x="176" y="148"/>
                    <a:pt x="176" y="148"/>
                  </a:cubicBezTo>
                  <a:cubicBezTo>
                    <a:pt x="176" y="147"/>
                    <a:pt x="176" y="147"/>
                    <a:pt x="176" y="147"/>
                  </a:cubicBezTo>
                  <a:cubicBezTo>
                    <a:pt x="176" y="147"/>
                    <a:pt x="176" y="147"/>
                    <a:pt x="176" y="147"/>
                  </a:cubicBezTo>
                  <a:cubicBezTo>
                    <a:pt x="175" y="146"/>
                    <a:pt x="175" y="146"/>
                    <a:pt x="175" y="146"/>
                  </a:cubicBezTo>
                  <a:cubicBezTo>
                    <a:pt x="175" y="145"/>
                    <a:pt x="175" y="145"/>
                    <a:pt x="175" y="145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77" y="144"/>
                    <a:pt x="177" y="144"/>
                    <a:pt x="177" y="144"/>
                  </a:cubicBezTo>
                  <a:cubicBezTo>
                    <a:pt x="176" y="143"/>
                    <a:pt x="176" y="143"/>
                    <a:pt x="176" y="143"/>
                  </a:cubicBezTo>
                  <a:cubicBezTo>
                    <a:pt x="176" y="143"/>
                    <a:pt x="176" y="143"/>
                    <a:pt x="176" y="143"/>
                  </a:cubicBezTo>
                  <a:cubicBezTo>
                    <a:pt x="176" y="143"/>
                    <a:pt x="176" y="143"/>
                    <a:pt x="176" y="143"/>
                  </a:cubicBezTo>
                  <a:cubicBezTo>
                    <a:pt x="175" y="142"/>
                    <a:pt x="175" y="142"/>
                    <a:pt x="175" y="142"/>
                  </a:cubicBezTo>
                  <a:cubicBezTo>
                    <a:pt x="174" y="141"/>
                    <a:pt x="174" y="141"/>
                    <a:pt x="174" y="141"/>
                  </a:cubicBezTo>
                  <a:cubicBezTo>
                    <a:pt x="174" y="141"/>
                    <a:pt x="174" y="141"/>
                    <a:pt x="174" y="141"/>
                  </a:cubicBezTo>
                  <a:cubicBezTo>
                    <a:pt x="173" y="139"/>
                    <a:pt x="173" y="139"/>
                    <a:pt x="173" y="139"/>
                  </a:cubicBezTo>
                  <a:cubicBezTo>
                    <a:pt x="171" y="139"/>
                    <a:pt x="171" y="139"/>
                    <a:pt x="171" y="139"/>
                  </a:cubicBezTo>
                  <a:cubicBezTo>
                    <a:pt x="169" y="139"/>
                    <a:pt x="169" y="139"/>
                    <a:pt x="169" y="139"/>
                  </a:cubicBezTo>
                  <a:cubicBezTo>
                    <a:pt x="169" y="138"/>
                    <a:pt x="169" y="138"/>
                    <a:pt x="169" y="138"/>
                  </a:cubicBezTo>
                  <a:cubicBezTo>
                    <a:pt x="168" y="138"/>
                    <a:pt x="168" y="138"/>
                    <a:pt x="168" y="138"/>
                  </a:cubicBezTo>
                  <a:cubicBezTo>
                    <a:pt x="166" y="137"/>
                    <a:pt x="166" y="137"/>
                    <a:pt x="166" y="137"/>
                  </a:cubicBezTo>
                  <a:cubicBezTo>
                    <a:pt x="165" y="137"/>
                    <a:pt x="165" y="137"/>
                    <a:pt x="165" y="137"/>
                  </a:cubicBezTo>
                  <a:cubicBezTo>
                    <a:pt x="164" y="137"/>
                    <a:pt x="164" y="137"/>
                    <a:pt x="164" y="137"/>
                  </a:cubicBezTo>
                  <a:cubicBezTo>
                    <a:pt x="163" y="138"/>
                    <a:pt x="163" y="138"/>
                    <a:pt x="163" y="138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62" y="140"/>
                    <a:pt x="162" y="140"/>
                    <a:pt x="162" y="140"/>
                  </a:cubicBezTo>
                  <a:cubicBezTo>
                    <a:pt x="161" y="139"/>
                    <a:pt x="161" y="139"/>
                    <a:pt x="161" y="139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8" y="140"/>
                    <a:pt x="158" y="140"/>
                    <a:pt x="158" y="140"/>
                  </a:cubicBezTo>
                  <a:cubicBezTo>
                    <a:pt x="158" y="139"/>
                    <a:pt x="158" y="139"/>
                    <a:pt x="158" y="139"/>
                  </a:cubicBezTo>
                  <a:cubicBezTo>
                    <a:pt x="158" y="138"/>
                    <a:pt x="158" y="138"/>
                    <a:pt x="158" y="138"/>
                  </a:cubicBezTo>
                  <a:cubicBezTo>
                    <a:pt x="158" y="137"/>
                    <a:pt x="158" y="137"/>
                    <a:pt x="158" y="137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6" y="135"/>
                    <a:pt x="156" y="135"/>
                    <a:pt x="156" y="135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5" y="131"/>
                    <a:pt x="155" y="131"/>
                    <a:pt x="155" y="131"/>
                  </a:cubicBezTo>
                  <a:cubicBezTo>
                    <a:pt x="155" y="130"/>
                    <a:pt x="155" y="130"/>
                    <a:pt x="155" y="130"/>
                  </a:cubicBezTo>
                  <a:cubicBezTo>
                    <a:pt x="155" y="128"/>
                    <a:pt x="155" y="128"/>
                    <a:pt x="155" y="128"/>
                  </a:cubicBezTo>
                  <a:cubicBezTo>
                    <a:pt x="154" y="126"/>
                    <a:pt x="154" y="126"/>
                    <a:pt x="154" y="126"/>
                  </a:cubicBezTo>
                  <a:cubicBezTo>
                    <a:pt x="153" y="125"/>
                    <a:pt x="153" y="125"/>
                    <a:pt x="153" y="125"/>
                  </a:cubicBezTo>
                  <a:cubicBezTo>
                    <a:pt x="152" y="125"/>
                    <a:pt x="152" y="125"/>
                    <a:pt x="152" y="125"/>
                  </a:cubicBezTo>
                  <a:cubicBezTo>
                    <a:pt x="152" y="124"/>
                    <a:pt x="152" y="124"/>
                    <a:pt x="152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48" y="122"/>
                    <a:pt x="148" y="122"/>
                    <a:pt x="148" y="122"/>
                  </a:cubicBezTo>
                  <a:cubicBezTo>
                    <a:pt x="148" y="121"/>
                    <a:pt x="148" y="121"/>
                    <a:pt x="148" y="121"/>
                  </a:cubicBezTo>
                  <a:cubicBezTo>
                    <a:pt x="149" y="119"/>
                    <a:pt x="149" y="119"/>
                    <a:pt x="149" y="119"/>
                  </a:cubicBezTo>
                  <a:cubicBezTo>
                    <a:pt x="148" y="118"/>
                    <a:pt x="148" y="118"/>
                    <a:pt x="148" y="118"/>
                  </a:cubicBezTo>
                  <a:cubicBezTo>
                    <a:pt x="148" y="117"/>
                    <a:pt x="148" y="117"/>
                    <a:pt x="148" y="117"/>
                  </a:cubicBezTo>
                  <a:cubicBezTo>
                    <a:pt x="148" y="117"/>
                    <a:pt x="148" y="117"/>
                    <a:pt x="148" y="117"/>
                  </a:cubicBezTo>
                  <a:cubicBezTo>
                    <a:pt x="149" y="116"/>
                    <a:pt x="149" y="116"/>
                    <a:pt x="149" y="116"/>
                  </a:cubicBezTo>
                  <a:cubicBezTo>
                    <a:pt x="150" y="114"/>
                    <a:pt x="150" y="114"/>
                    <a:pt x="150" y="114"/>
                  </a:cubicBezTo>
                  <a:cubicBezTo>
                    <a:pt x="151" y="113"/>
                    <a:pt x="151" y="113"/>
                    <a:pt x="151" y="113"/>
                  </a:cubicBezTo>
                  <a:cubicBezTo>
                    <a:pt x="150" y="111"/>
                    <a:pt x="150" y="111"/>
                    <a:pt x="150" y="111"/>
                  </a:cubicBezTo>
                  <a:cubicBezTo>
                    <a:pt x="148" y="107"/>
                    <a:pt x="148" y="107"/>
                    <a:pt x="148" y="107"/>
                  </a:cubicBezTo>
                  <a:cubicBezTo>
                    <a:pt x="149" y="107"/>
                    <a:pt x="149" y="107"/>
                    <a:pt x="149" y="107"/>
                  </a:cubicBezTo>
                  <a:cubicBezTo>
                    <a:pt x="150" y="108"/>
                    <a:pt x="150" y="108"/>
                    <a:pt x="150" y="108"/>
                  </a:cubicBezTo>
                  <a:cubicBezTo>
                    <a:pt x="150" y="109"/>
                    <a:pt x="150" y="109"/>
                    <a:pt x="150" y="109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51" y="111"/>
                    <a:pt x="151" y="111"/>
                    <a:pt x="151" y="111"/>
                  </a:cubicBezTo>
                  <a:cubicBezTo>
                    <a:pt x="152" y="112"/>
                    <a:pt x="152" y="112"/>
                    <a:pt x="152" y="112"/>
                  </a:cubicBezTo>
                  <a:cubicBezTo>
                    <a:pt x="152" y="113"/>
                    <a:pt x="152" y="113"/>
                    <a:pt x="152" y="113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3" y="115"/>
                    <a:pt x="153" y="115"/>
                    <a:pt x="153" y="115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17"/>
                    <a:pt x="154" y="117"/>
                    <a:pt x="154" y="117"/>
                  </a:cubicBezTo>
                  <a:cubicBezTo>
                    <a:pt x="154" y="118"/>
                    <a:pt x="154" y="118"/>
                    <a:pt x="154" y="118"/>
                  </a:cubicBezTo>
                  <a:cubicBezTo>
                    <a:pt x="155" y="119"/>
                    <a:pt x="155" y="119"/>
                    <a:pt x="155" y="119"/>
                  </a:cubicBezTo>
                  <a:cubicBezTo>
                    <a:pt x="155" y="119"/>
                    <a:pt x="155" y="119"/>
                    <a:pt x="155" y="119"/>
                  </a:cubicBezTo>
                  <a:cubicBezTo>
                    <a:pt x="154" y="120"/>
                    <a:pt x="154" y="120"/>
                    <a:pt x="154" y="120"/>
                  </a:cubicBezTo>
                  <a:cubicBezTo>
                    <a:pt x="155" y="120"/>
                    <a:pt x="155" y="120"/>
                    <a:pt x="155" y="120"/>
                  </a:cubicBezTo>
                  <a:cubicBezTo>
                    <a:pt x="156" y="120"/>
                    <a:pt x="156" y="120"/>
                    <a:pt x="156" y="120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9" y="121"/>
                    <a:pt x="159" y="121"/>
                    <a:pt x="159" y="121"/>
                  </a:cubicBezTo>
                  <a:cubicBezTo>
                    <a:pt x="160" y="120"/>
                    <a:pt x="160" y="120"/>
                    <a:pt x="160" y="120"/>
                  </a:cubicBezTo>
                  <a:cubicBezTo>
                    <a:pt x="160" y="121"/>
                    <a:pt x="160" y="121"/>
                    <a:pt x="160" y="121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2" y="121"/>
                    <a:pt x="162" y="121"/>
                    <a:pt x="162" y="121"/>
                  </a:cubicBezTo>
                  <a:cubicBezTo>
                    <a:pt x="163" y="120"/>
                    <a:pt x="163" y="120"/>
                    <a:pt x="163" y="120"/>
                  </a:cubicBezTo>
                  <a:cubicBezTo>
                    <a:pt x="164" y="120"/>
                    <a:pt x="164" y="120"/>
                    <a:pt x="164" y="120"/>
                  </a:cubicBezTo>
                  <a:cubicBezTo>
                    <a:pt x="165" y="122"/>
                    <a:pt x="165" y="122"/>
                    <a:pt x="165" y="122"/>
                  </a:cubicBezTo>
                  <a:cubicBezTo>
                    <a:pt x="166" y="122"/>
                    <a:pt x="166" y="122"/>
                    <a:pt x="166" y="122"/>
                  </a:cubicBezTo>
                  <a:cubicBezTo>
                    <a:pt x="167" y="122"/>
                    <a:pt x="167" y="122"/>
                    <a:pt x="167" y="122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70" y="121"/>
                    <a:pt x="170" y="121"/>
                    <a:pt x="170" y="121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7" y="122"/>
                    <a:pt x="167" y="122"/>
                    <a:pt x="167" y="122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6" y="121"/>
                    <a:pt x="166" y="121"/>
                    <a:pt x="166" y="121"/>
                  </a:cubicBezTo>
                  <a:cubicBezTo>
                    <a:pt x="166" y="120"/>
                    <a:pt x="166" y="120"/>
                    <a:pt x="166" y="120"/>
                  </a:cubicBezTo>
                  <a:cubicBezTo>
                    <a:pt x="164" y="120"/>
                    <a:pt x="164" y="120"/>
                    <a:pt x="164" y="120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3" y="119"/>
                    <a:pt x="163" y="119"/>
                    <a:pt x="163" y="119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0" y="119"/>
                    <a:pt x="160" y="119"/>
                    <a:pt x="160" y="119"/>
                  </a:cubicBezTo>
                  <a:cubicBezTo>
                    <a:pt x="159" y="119"/>
                    <a:pt x="159" y="119"/>
                    <a:pt x="159" y="119"/>
                  </a:cubicBezTo>
                  <a:cubicBezTo>
                    <a:pt x="157" y="117"/>
                    <a:pt x="157" y="117"/>
                    <a:pt x="157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56" y="116"/>
                    <a:pt x="156" y="116"/>
                    <a:pt x="156" y="116"/>
                  </a:cubicBezTo>
                  <a:cubicBezTo>
                    <a:pt x="155" y="114"/>
                    <a:pt x="155" y="114"/>
                    <a:pt x="155" y="114"/>
                  </a:cubicBezTo>
                  <a:cubicBezTo>
                    <a:pt x="156" y="114"/>
                    <a:pt x="156" y="114"/>
                    <a:pt x="156" y="114"/>
                  </a:cubicBezTo>
                  <a:cubicBezTo>
                    <a:pt x="156" y="114"/>
                    <a:pt x="156" y="114"/>
                    <a:pt x="156" y="114"/>
                  </a:cubicBezTo>
                  <a:cubicBezTo>
                    <a:pt x="157" y="113"/>
                    <a:pt x="157" y="113"/>
                    <a:pt x="157" y="113"/>
                  </a:cubicBezTo>
                  <a:cubicBezTo>
                    <a:pt x="158" y="113"/>
                    <a:pt x="158" y="113"/>
                    <a:pt x="158" y="113"/>
                  </a:cubicBezTo>
                  <a:cubicBezTo>
                    <a:pt x="159" y="114"/>
                    <a:pt x="159" y="114"/>
                    <a:pt x="159" y="114"/>
                  </a:cubicBezTo>
                  <a:cubicBezTo>
                    <a:pt x="161" y="115"/>
                    <a:pt x="161" y="115"/>
                    <a:pt x="161" y="115"/>
                  </a:cubicBezTo>
                  <a:cubicBezTo>
                    <a:pt x="162" y="115"/>
                    <a:pt x="162" y="115"/>
                    <a:pt x="162" y="115"/>
                  </a:cubicBezTo>
                  <a:cubicBezTo>
                    <a:pt x="163" y="113"/>
                    <a:pt x="163" y="113"/>
                    <a:pt x="163" y="113"/>
                  </a:cubicBezTo>
                  <a:cubicBezTo>
                    <a:pt x="163" y="112"/>
                    <a:pt x="163" y="112"/>
                    <a:pt x="163" y="112"/>
                  </a:cubicBezTo>
                  <a:cubicBezTo>
                    <a:pt x="161" y="111"/>
                    <a:pt x="161" y="111"/>
                    <a:pt x="161" y="111"/>
                  </a:cubicBezTo>
                  <a:cubicBezTo>
                    <a:pt x="159" y="112"/>
                    <a:pt x="159" y="112"/>
                    <a:pt x="159" y="112"/>
                  </a:cubicBezTo>
                  <a:cubicBezTo>
                    <a:pt x="159" y="112"/>
                    <a:pt x="159" y="112"/>
                    <a:pt x="159" y="112"/>
                  </a:cubicBezTo>
                  <a:cubicBezTo>
                    <a:pt x="159" y="111"/>
                    <a:pt x="159" y="111"/>
                    <a:pt x="159" y="111"/>
                  </a:cubicBezTo>
                  <a:cubicBezTo>
                    <a:pt x="160" y="111"/>
                    <a:pt x="160" y="111"/>
                    <a:pt x="160" y="111"/>
                  </a:cubicBezTo>
                  <a:cubicBezTo>
                    <a:pt x="160" y="111"/>
                    <a:pt x="160" y="111"/>
                    <a:pt x="160" y="111"/>
                  </a:cubicBezTo>
                  <a:cubicBezTo>
                    <a:pt x="160" y="110"/>
                    <a:pt x="160" y="110"/>
                    <a:pt x="160" y="110"/>
                  </a:cubicBezTo>
                  <a:cubicBezTo>
                    <a:pt x="161" y="109"/>
                    <a:pt x="161" y="109"/>
                    <a:pt x="161" y="109"/>
                  </a:cubicBezTo>
                  <a:cubicBezTo>
                    <a:pt x="162" y="108"/>
                    <a:pt x="162" y="108"/>
                    <a:pt x="162" y="108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6" y="108"/>
                    <a:pt x="166" y="108"/>
                    <a:pt x="166" y="108"/>
                  </a:cubicBezTo>
                  <a:cubicBezTo>
                    <a:pt x="167" y="109"/>
                    <a:pt x="167" y="109"/>
                    <a:pt x="167" y="109"/>
                  </a:cubicBezTo>
                  <a:cubicBezTo>
                    <a:pt x="168" y="110"/>
                    <a:pt x="168" y="110"/>
                    <a:pt x="168" y="110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71" y="111"/>
                    <a:pt x="171" y="111"/>
                    <a:pt x="171" y="111"/>
                  </a:cubicBezTo>
                  <a:cubicBezTo>
                    <a:pt x="172" y="112"/>
                    <a:pt x="172" y="112"/>
                    <a:pt x="172" y="112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80" y="112"/>
                    <a:pt x="180" y="112"/>
                    <a:pt x="180" y="112"/>
                  </a:cubicBezTo>
                  <a:cubicBezTo>
                    <a:pt x="180" y="113"/>
                    <a:pt x="180" y="113"/>
                    <a:pt x="180" y="113"/>
                  </a:cubicBezTo>
                  <a:cubicBezTo>
                    <a:pt x="181" y="113"/>
                    <a:pt x="181" y="113"/>
                    <a:pt x="181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1" y="114"/>
                    <a:pt x="181" y="114"/>
                    <a:pt x="181" y="114"/>
                  </a:cubicBezTo>
                  <a:cubicBezTo>
                    <a:pt x="182" y="115"/>
                    <a:pt x="182" y="115"/>
                    <a:pt x="182" y="115"/>
                  </a:cubicBezTo>
                  <a:cubicBezTo>
                    <a:pt x="181" y="115"/>
                    <a:pt x="181" y="115"/>
                    <a:pt x="181" y="115"/>
                  </a:cubicBezTo>
                  <a:cubicBezTo>
                    <a:pt x="180" y="116"/>
                    <a:pt x="180" y="116"/>
                    <a:pt x="180" y="116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1" y="118"/>
                    <a:pt x="181" y="118"/>
                    <a:pt x="181" y="118"/>
                  </a:cubicBezTo>
                  <a:cubicBezTo>
                    <a:pt x="181" y="119"/>
                    <a:pt x="181" y="119"/>
                    <a:pt x="181" y="119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82" y="122"/>
                    <a:pt x="182" y="122"/>
                    <a:pt x="182" y="122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4"/>
                    <a:pt x="183" y="124"/>
                    <a:pt x="183" y="124"/>
                  </a:cubicBezTo>
                  <a:cubicBezTo>
                    <a:pt x="183" y="123"/>
                    <a:pt x="183" y="123"/>
                    <a:pt x="183" y="123"/>
                  </a:cubicBezTo>
                  <a:cubicBezTo>
                    <a:pt x="183" y="123"/>
                    <a:pt x="183" y="123"/>
                    <a:pt x="183" y="123"/>
                  </a:cubicBezTo>
                  <a:cubicBezTo>
                    <a:pt x="183" y="122"/>
                    <a:pt x="183" y="122"/>
                    <a:pt x="183" y="122"/>
                  </a:cubicBezTo>
                  <a:cubicBezTo>
                    <a:pt x="184" y="121"/>
                    <a:pt x="184" y="121"/>
                    <a:pt x="184" y="121"/>
                  </a:cubicBezTo>
                  <a:cubicBezTo>
                    <a:pt x="184" y="120"/>
                    <a:pt x="184" y="120"/>
                    <a:pt x="184" y="120"/>
                  </a:cubicBezTo>
                  <a:cubicBezTo>
                    <a:pt x="185" y="121"/>
                    <a:pt x="185" y="121"/>
                    <a:pt x="185" y="121"/>
                  </a:cubicBezTo>
                  <a:cubicBezTo>
                    <a:pt x="185" y="122"/>
                    <a:pt x="185" y="122"/>
                    <a:pt x="185" y="122"/>
                  </a:cubicBezTo>
                  <a:cubicBezTo>
                    <a:pt x="186" y="124"/>
                    <a:pt x="186" y="124"/>
                    <a:pt x="186" y="124"/>
                  </a:cubicBezTo>
                  <a:cubicBezTo>
                    <a:pt x="186" y="124"/>
                    <a:pt x="186" y="124"/>
                    <a:pt x="186" y="124"/>
                  </a:cubicBezTo>
                  <a:cubicBezTo>
                    <a:pt x="185" y="125"/>
                    <a:pt x="185" y="125"/>
                    <a:pt x="185" y="125"/>
                  </a:cubicBezTo>
                  <a:cubicBezTo>
                    <a:pt x="185" y="126"/>
                    <a:pt x="185" y="126"/>
                    <a:pt x="185" y="126"/>
                  </a:cubicBezTo>
                  <a:cubicBezTo>
                    <a:pt x="185" y="126"/>
                    <a:pt x="185" y="126"/>
                    <a:pt x="185" y="126"/>
                  </a:cubicBezTo>
                  <a:cubicBezTo>
                    <a:pt x="186" y="127"/>
                    <a:pt x="186" y="127"/>
                    <a:pt x="186" y="127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9" y="127"/>
                    <a:pt x="189" y="127"/>
                    <a:pt x="189" y="127"/>
                  </a:cubicBezTo>
                  <a:cubicBezTo>
                    <a:pt x="190" y="128"/>
                    <a:pt x="190" y="128"/>
                    <a:pt x="190" y="128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91" y="130"/>
                    <a:pt x="191" y="130"/>
                    <a:pt x="191" y="130"/>
                  </a:cubicBezTo>
                  <a:cubicBezTo>
                    <a:pt x="193" y="130"/>
                    <a:pt x="193" y="130"/>
                    <a:pt x="193" y="130"/>
                  </a:cubicBezTo>
                  <a:cubicBezTo>
                    <a:pt x="195" y="131"/>
                    <a:pt x="195" y="131"/>
                    <a:pt x="195" y="131"/>
                  </a:cubicBezTo>
                  <a:cubicBezTo>
                    <a:pt x="194" y="131"/>
                    <a:pt x="194" y="131"/>
                    <a:pt x="194" y="131"/>
                  </a:cubicBezTo>
                  <a:cubicBezTo>
                    <a:pt x="194" y="130"/>
                    <a:pt x="194" y="130"/>
                    <a:pt x="194" y="130"/>
                  </a:cubicBezTo>
                  <a:cubicBezTo>
                    <a:pt x="196" y="129"/>
                    <a:pt x="196" y="129"/>
                    <a:pt x="196" y="129"/>
                  </a:cubicBezTo>
                  <a:cubicBezTo>
                    <a:pt x="197" y="128"/>
                    <a:pt x="197" y="128"/>
                    <a:pt x="197" y="128"/>
                  </a:cubicBezTo>
                  <a:cubicBezTo>
                    <a:pt x="199" y="130"/>
                    <a:pt x="199" y="130"/>
                    <a:pt x="199" y="130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1" y="132"/>
                    <a:pt x="201" y="132"/>
                    <a:pt x="201" y="132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0" y="129"/>
                    <a:pt x="200" y="129"/>
                    <a:pt x="200" y="129"/>
                  </a:cubicBezTo>
                  <a:cubicBezTo>
                    <a:pt x="200" y="129"/>
                    <a:pt x="200" y="129"/>
                    <a:pt x="200" y="129"/>
                  </a:cubicBezTo>
                  <a:cubicBezTo>
                    <a:pt x="198" y="129"/>
                    <a:pt x="198" y="129"/>
                    <a:pt x="198" y="129"/>
                  </a:cubicBezTo>
                  <a:cubicBezTo>
                    <a:pt x="197" y="128"/>
                    <a:pt x="197" y="128"/>
                    <a:pt x="197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90" y="127"/>
                    <a:pt x="190" y="127"/>
                    <a:pt x="190" y="127"/>
                  </a:cubicBezTo>
                  <a:cubicBezTo>
                    <a:pt x="189" y="127"/>
                    <a:pt x="189" y="127"/>
                    <a:pt x="189" y="127"/>
                  </a:cubicBezTo>
                  <a:cubicBezTo>
                    <a:pt x="187" y="126"/>
                    <a:pt x="187" y="126"/>
                    <a:pt x="187" y="126"/>
                  </a:cubicBezTo>
                  <a:cubicBezTo>
                    <a:pt x="187" y="125"/>
                    <a:pt x="187" y="125"/>
                    <a:pt x="187" y="125"/>
                  </a:cubicBezTo>
                  <a:cubicBezTo>
                    <a:pt x="187" y="125"/>
                    <a:pt x="187" y="125"/>
                    <a:pt x="187" y="125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9" y="124"/>
                    <a:pt x="189" y="124"/>
                    <a:pt x="189" y="124"/>
                  </a:cubicBezTo>
                  <a:cubicBezTo>
                    <a:pt x="189" y="123"/>
                    <a:pt x="189" y="123"/>
                    <a:pt x="189" y="123"/>
                  </a:cubicBezTo>
                  <a:cubicBezTo>
                    <a:pt x="187" y="122"/>
                    <a:pt x="187" y="122"/>
                    <a:pt x="187" y="122"/>
                  </a:cubicBezTo>
                  <a:cubicBezTo>
                    <a:pt x="187" y="120"/>
                    <a:pt x="187" y="120"/>
                    <a:pt x="187" y="120"/>
                  </a:cubicBezTo>
                  <a:cubicBezTo>
                    <a:pt x="185" y="118"/>
                    <a:pt x="185" y="118"/>
                    <a:pt x="185" y="118"/>
                  </a:cubicBezTo>
                  <a:cubicBezTo>
                    <a:pt x="184" y="118"/>
                    <a:pt x="184" y="118"/>
                    <a:pt x="184" y="118"/>
                  </a:cubicBezTo>
                  <a:cubicBezTo>
                    <a:pt x="183" y="117"/>
                    <a:pt x="183" y="117"/>
                    <a:pt x="183" y="117"/>
                  </a:cubicBezTo>
                  <a:cubicBezTo>
                    <a:pt x="184" y="116"/>
                    <a:pt x="184" y="116"/>
                    <a:pt x="184" y="116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3" y="113"/>
                    <a:pt x="183" y="113"/>
                    <a:pt x="183" y="113"/>
                  </a:cubicBezTo>
                  <a:cubicBezTo>
                    <a:pt x="182" y="112"/>
                    <a:pt x="182" y="112"/>
                    <a:pt x="182" y="112"/>
                  </a:cubicBezTo>
                  <a:cubicBezTo>
                    <a:pt x="182" y="112"/>
                    <a:pt x="182" y="112"/>
                    <a:pt x="182" y="112"/>
                  </a:cubicBezTo>
                  <a:cubicBezTo>
                    <a:pt x="180" y="111"/>
                    <a:pt x="180" y="111"/>
                    <a:pt x="180" y="111"/>
                  </a:cubicBezTo>
                  <a:cubicBezTo>
                    <a:pt x="178" y="111"/>
                    <a:pt x="178" y="111"/>
                    <a:pt x="178" y="111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6" y="109"/>
                    <a:pt x="176" y="109"/>
                    <a:pt x="176" y="109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75" y="107"/>
                    <a:pt x="175" y="107"/>
                    <a:pt x="175" y="107"/>
                  </a:cubicBezTo>
                  <a:cubicBezTo>
                    <a:pt x="175" y="107"/>
                    <a:pt x="175" y="107"/>
                    <a:pt x="175" y="107"/>
                  </a:cubicBezTo>
                  <a:cubicBezTo>
                    <a:pt x="174" y="107"/>
                    <a:pt x="174" y="107"/>
                    <a:pt x="174" y="107"/>
                  </a:cubicBezTo>
                  <a:cubicBezTo>
                    <a:pt x="171" y="107"/>
                    <a:pt x="171" y="107"/>
                    <a:pt x="171" y="107"/>
                  </a:cubicBezTo>
                  <a:cubicBezTo>
                    <a:pt x="170" y="107"/>
                    <a:pt x="170" y="107"/>
                    <a:pt x="170" y="107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68" y="103"/>
                    <a:pt x="168" y="103"/>
                    <a:pt x="168" y="103"/>
                  </a:cubicBezTo>
                  <a:cubicBezTo>
                    <a:pt x="167" y="102"/>
                    <a:pt x="167" y="102"/>
                    <a:pt x="167" y="102"/>
                  </a:cubicBezTo>
                  <a:cubicBezTo>
                    <a:pt x="165" y="101"/>
                    <a:pt x="165" y="101"/>
                    <a:pt x="165" y="101"/>
                  </a:cubicBezTo>
                  <a:cubicBezTo>
                    <a:pt x="166" y="100"/>
                    <a:pt x="166" y="100"/>
                    <a:pt x="166" y="100"/>
                  </a:cubicBezTo>
                  <a:cubicBezTo>
                    <a:pt x="166" y="100"/>
                    <a:pt x="166" y="100"/>
                    <a:pt x="166" y="100"/>
                  </a:cubicBezTo>
                  <a:cubicBezTo>
                    <a:pt x="165" y="100"/>
                    <a:pt x="165" y="100"/>
                    <a:pt x="165" y="100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65" y="98"/>
                    <a:pt x="165" y="98"/>
                    <a:pt x="165" y="98"/>
                  </a:cubicBezTo>
                  <a:cubicBezTo>
                    <a:pt x="165" y="97"/>
                    <a:pt x="165" y="97"/>
                    <a:pt x="165" y="97"/>
                  </a:cubicBezTo>
                  <a:cubicBezTo>
                    <a:pt x="164" y="97"/>
                    <a:pt x="164" y="97"/>
                    <a:pt x="164" y="97"/>
                  </a:cubicBezTo>
                  <a:cubicBezTo>
                    <a:pt x="164" y="96"/>
                    <a:pt x="164" y="96"/>
                    <a:pt x="164" y="96"/>
                  </a:cubicBezTo>
                  <a:cubicBezTo>
                    <a:pt x="165" y="96"/>
                    <a:pt x="165" y="96"/>
                    <a:pt x="165" y="96"/>
                  </a:cubicBezTo>
                  <a:cubicBezTo>
                    <a:pt x="167" y="95"/>
                    <a:pt x="167" y="95"/>
                    <a:pt x="167" y="95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5" y="92"/>
                    <a:pt x="175" y="92"/>
                    <a:pt x="175" y="92"/>
                  </a:cubicBezTo>
                  <a:cubicBezTo>
                    <a:pt x="176" y="92"/>
                    <a:pt x="176" y="92"/>
                    <a:pt x="176" y="92"/>
                  </a:cubicBezTo>
                  <a:cubicBezTo>
                    <a:pt x="177" y="93"/>
                    <a:pt x="177" y="93"/>
                    <a:pt x="177" y="93"/>
                  </a:cubicBezTo>
                  <a:cubicBezTo>
                    <a:pt x="178" y="92"/>
                    <a:pt x="178" y="92"/>
                    <a:pt x="178" y="92"/>
                  </a:cubicBezTo>
                  <a:cubicBezTo>
                    <a:pt x="178" y="91"/>
                    <a:pt x="178" y="91"/>
                    <a:pt x="178" y="91"/>
                  </a:cubicBezTo>
                  <a:cubicBezTo>
                    <a:pt x="180" y="91"/>
                    <a:pt x="180" y="91"/>
                    <a:pt x="180" y="91"/>
                  </a:cubicBezTo>
                  <a:cubicBezTo>
                    <a:pt x="183" y="89"/>
                    <a:pt x="183" y="89"/>
                    <a:pt x="183" y="89"/>
                  </a:cubicBezTo>
                  <a:cubicBezTo>
                    <a:pt x="183" y="90"/>
                    <a:pt x="183" y="90"/>
                    <a:pt x="183" y="90"/>
                  </a:cubicBezTo>
                  <a:cubicBezTo>
                    <a:pt x="183" y="91"/>
                    <a:pt x="183" y="91"/>
                    <a:pt x="183" y="91"/>
                  </a:cubicBezTo>
                  <a:cubicBezTo>
                    <a:pt x="183" y="91"/>
                    <a:pt x="183" y="91"/>
                    <a:pt x="183" y="91"/>
                  </a:cubicBezTo>
                  <a:cubicBezTo>
                    <a:pt x="182" y="92"/>
                    <a:pt x="182" y="92"/>
                    <a:pt x="182" y="92"/>
                  </a:cubicBezTo>
                  <a:cubicBezTo>
                    <a:pt x="181" y="93"/>
                    <a:pt x="181" y="93"/>
                    <a:pt x="181" y="93"/>
                  </a:cubicBezTo>
                  <a:cubicBezTo>
                    <a:pt x="181" y="94"/>
                    <a:pt x="181" y="94"/>
                    <a:pt x="181" y="94"/>
                  </a:cubicBezTo>
                  <a:cubicBezTo>
                    <a:pt x="183" y="96"/>
                    <a:pt x="183" y="96"/>
                    <a:pt x="183" y="96"/>
                  </a:cubicBezTo>
                  <a:cubicBezTo>
                    <a:pt x="185" y="96"/>
                    <a:pt x="185" y="96"/>
                    <a:pt x="185" y="96"/>
                  </a:cubicBezTo>
                  <a:cubicBezTo>
                    <a:pt x="184" y="95"/>
                    <a:pt x="184" y="95"/>
                    <a:pt x="184" y="95"/>
                  </a:cubicBezTo>
                  <a:cubicBezTo>
                    <a:pt x="182" y="94"/>
                    <a:pt x="182" y="94"/>
                    <a:pt x="182" y="94"/>
                  </a:cubicBezTo>
                  <a:cubicBezTo>
                    <a:pt x="182" y="93"/>
                    <a:pt x="182" y="93"/>
                    <a:pt x="182" y="93"/>
                  </a:cubicBezTo>
                  <a:cubicBezTo>
                    <a:pt x="183" y="92"/>
                    <a:pt x="183" y="92"/>
                    <a:pt x="183" y="92"/>
                  </a:cubicBezTo>
                  <a:cubicBezTo>
                    <a:pt x="185" y="91"/>
                    <a:pt x="185" y="91"/>
                    <a:pt x="185" y="91"/>
                  </a:cubicBezTo>
                  <a:cubicBezTo>
                    <a:pt x="185" y="90"/>
                    <a:pt x="185" y="90"/>
                    <a:pt x="185" y="90"/>
                  </a:cubicBezTo>
                  <a:cubicBezTo>
                    <a:pt x="185" y="89"/>
                    <a:pt x="185" y="89"/>
                    <a:pt x="185" y="89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2" y="88"/>
                    <a:pt x="182" y="88"/>
                    <a:pt x="182" y="88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1" y="87"/>
                    <a:pt x="181" y="87"/>
                    <a:pt x="181" y="87"/>
                  </a:cubicBezTo>
                  <a:cubicBezTo>
                    <a:pt x="181" y="88"/>
                    <a:pt x="181" y="88"/>
                    <a:pt x="181" y="88"/>
                  </a:cubicBezTo>
                  <a:cubicBezTo>
                    <a:pt x="180" y="87"/>
                    <a:pt x="180" y="87"/>
                    <a:pt x="180" y="87"/>
                  </a:cubicBezTo>
                  <a:cubicBezTo>
                    <a:pt x="180" y="86"/>
                    <a:pt x="180" y="86"/>
                    <a:pt x="180" y="86"/>
                  </a:cubicBezTo>
                  <a:cubicBezTo>
                    <a:pt x="178" y="86"/>
                    <a:pt x="178" y="86"/>
                    <a:pt x="178" y="86"/>
                  </a:cubicBezTo>
                  <a:cubicBezTo>
                    <a:pt x="178" y="87"/>
                    <a:pt x="178" y="87"/>
                    <a:pt x="178" y="87"/>
                  </a:cubicBezTo>
                  <a:cubicBezTo>
                    <a:pt x="177" y="85"/>
                    <a:pt x="177" y="85"/>
                    <a:pt x="177" y="85"/>
                  </a:cubicBezTo>
                  <a:cubicBezTo>
                    <a:pt x="177" y="85"/>
                    <a:pt x="177" y="85"/>
                    <a:pt x="177" y="85"/>
                  </a:cubicBezTo>
                  <a:cubicBezTo>
                    <a:pt x="177" y="84"/>
                    <a:pt x="177" y="84"/>
                    <a:pt x="177" y="84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79" y="85"/>
                    <a:pt x="179" y="85"/>
                    <a:pt x="179" y="85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81" y="84"/>
                    <a:pt x="181" y="84"/>
                    <a:pt x="181" y="84"/>
                  </a:cubicBezTo>
                  <a:cubicBezTo>
                    <a:pt x="180" y="84"/>
                    <a:pt x="180" y="84"/>
                    <a:pt x="180" y="84"/>
                  </a:cubicBezTo>
                  <a:cubicBezTo>
                    <a:pt x="180" y="84"/>
                    <a:pt x="180" y="84"/>
                    <a:pt x="180" y="84"/>
                  </a:cubicBezTo>
                  <a:cubicBezTo>
                    <a:pt x="179" y="84"/>
                    <a:pt x="179" y="84"/>
                    <a:pt x="179" y="84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78" y="83"/>
                    <a:pt x="178" y="83"/>
                    <a:pt x="178" y="83"/>
                  </a:cubicBezTo>
                  <a:cubicBezTo>
                    <a:pt x="177" y="83"/>
                    <a:pt x="177" y="83"/>
                    <a:pt x="177" y="83"/>
                  </a:cubicBezTo>
                  <a:cubicBezTo>
                    <a:pt x="175" y="83"/>
                    <a:pt x="175" y="83"/>
                    <a:pt x="175" y="83"/>
                  </a:cubicBezTo>
                  <a:cubicBezTo>
                    <a:pt x="175" y="83"/>
                    <a:pt x="175" y="83"/>
                    <a:pt x="175" y="83"/>
                  </a:cubicBezTo>
                  <a:cubicBezTo>
                    <a:pt x="174" y="82"/>
                    <a:pt x="174" y="82"/>
                    <a:pt x="174" y="82"/>
                  </a:cubicBezTo>
                  <a:cubicBezTo>
                    <a:pt x="175" y="82"/>
                    <a:pt x="175" y="82"/>
                    <a:pt x="175" y="82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80"/>
                    <a:pt x="174" y="80"/>
                    <a:pt x="174" y="80"/>
                  </a:cubicBezTo>
                  <a:cubicBezTo>
                    <a:pt x="174" y="80"/>
                    <a:pt x="174" y="80"/>
                    <a:pt x="174" y="80"/>
                  </a:cubicBezTo>
                  <a:cubicBezTo>
                    <a:pt x="175" y="80"/>
                    <a:pt x="175" y="80"/>
                    <a:pt x="175" y="80"/>
                  </a:cubicBezTo>
                  <a:cubicBezTo>
                    <a:pt x="176" y="81"/>
                    <a:pt x="176" y="81"/>
                    <a:pt x="176" y="81"/>
                  </a:cubicBezTo>
                  <a:cubicBezTo>
                    <a:pt x="176" y="81"/>
                    <a:pt x="176" y="81"/>
                    <a:pt x="176" y="81"/>
                  </a:cubicBezTo>
                  <a:cubicBezTo>
                    <a:pt x="177" y="82"/>
                    <a:pt x="177" y="82"/>
                    <a:pt x="177" y="82"/>
                  </a:cubicBezTo>
                  <a:cubicBezTo>
                    <a:pt x="178" y="82"/>
                    <a:pt x="178" y="82"/>
                    <a:pt x="178" y="82"/>
                  </a:cubicBezTo>
                  <a:cubicBezTo>
                    <a:pt x="177" y="81"/>
                    <a:pt x="177" y="81"/>
                    <a:pt x="177" y="81"/>
                  </a:cubicBezTo>
                  <a:cubicBezTo>
                    <a:pt x="178" y="81"/>
                    <a:pt x="178" y="81"/>
                    <a:pt x="178" y="81"/>
                  </a:cubicBezTo>
                  <a:cubicBezTo>
                    <a:pt x="178" y="79"/>
                    <a:pt x="178" y="79"/>
                    <a:pt x="178" y="79"/>
                  </a:cubicBezTo>
                  <a:cubicBezTo>
                    <a:pt x="178" y="78"/>
                    <a:pt x="178" y="78"/>
                    <a:pt x="178" y="78"/>
                  </a:cubicBezTo>
                  <a:cubicBezTo>
                    <a:pt x="178" y="78"/>
                    <a:pt x="178" y="78"/>
                    <a:pt x="178" y="78"/>
                  </a:cubicBezTo>
                  <a:cubicBezTo>
                    <a:pt x="179" y="78"/>
                    <a:pt x="179" y="78"/>
                    <a:pt x="179" y="78"/>
                  </a:cubicBezTo>
                  <a:cubicBezTo>
                    <a:pt x="179" y="78"/>
                    <a:pt x="179" y="78"/>
                    <a:pt x="179" y="78"/>
                  </a:cubicBezTo>
                  <a:cubicBezTo>
                    <a:pt x="177" y="77"/>
                    <a:pt x="177" y="77"/>
                    <a:pt x="177" y="77"/>
                  </a:cubicBezTo>
                  <a:cubicBezTo>
                    <a:pt x="177" y="78"/>
                    <a:pt x="177" y="78"/>
                    <a:pt x="177" y="78"/>
                  </a:cubicBezTo>
                  <a:cubicBezTo>
                    <a:pt x="176" y="78"/>
                    <a:pt x="176" y="78"/>
                    <a:pt x="176" y="78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77" y="76"/>
                    <a:pt x="177" y="76"/>
                    <a:pt x="177" y="76"/>
                  </a:cubicBezTo>
                  <a:cubicBezTo>
                    <a:pt x="179" y="76"/>
                    <a:pt x="179" y="76"/>
                    <a:pt x="179" y="76"/>
                  </a:cubicBezTo>
                  <a:cubicBezTo>
                    <a:pt x="180" y="76"/>
                    <a:pt x="180" y="76"/>
                    <a:pt x="180" y="76"/>
                  </a:cubicBezTo>
                  <a:cubicBezTo>
                    <a:pt x="179" y="75"/>
                    <a:pt x="179" y="75"/>
                    <a:pt x="179" y="75"/>
                  </a:cubicBezTo>
                  <a:cubicBezTo>
                    <a:pt x="180" y="74"/>
                    <a:pt x="180" y="74"/>
                    <a:pt x="180" y="74"/>
                  </a:cubicBezTo>
                  <a:cubicBezTo>
                    <a:pt x="180" y="74"/>
                    <a:pt x="180" y="74"/>
                    <a:pt x="180" y="74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81" y="72"/>
                    <a:pt x="181" y="72"/>
                    <a:pt x="181" y="72"/>
                  </a:cubicBezTo>
                  <a:cubicBezTo>
                    <a:pt x="182" y="72"/>
                    <a:pt x="182" y="72"/>
                    <a:pt x="182" y="72"/>
                  </a:cubicBezTo>
                  <a:cubicBezTo>
                    <a:pt x="182" y="72"/>
                    <a:pt x="182" y="72"/>
                    <a:pt x="182" y="72"/>
                  </a:cubicBezTo>
                  <a:cubicBezTo>
                    <a:pt x="183" y="72"/>
                    <a:pt x="183" y="72"/>
                    <a:pt x="183" y="72"/>
                  </a:cubicBezTo>
                  <a:cubicBezTo>
                    <a:pt x="183" y="71"/>
                    <a:pt x="183" y="71"/>
                    <a:pt x="183" y="71"/>
                  </a:cubicBezTo>
                  <a:cubicBezTo>
                    <a:pt x="183" y="71"/>
                    <a:pt x="183" y="71"/>
                    <a:pt x="183" y="71"/>
                  </a:cubicBezTo>
                  <a:cubicBezTo>
                    <a:pt x="183" y="71"/>
                    <a:pt x="183" y="71"/>
                    <a:pt x="183" y="71"/>
                  </a:cubicBezTo>
                  <a:cubicBezTo>
                    <a:pt x="183" y="70"/>
                    <a:pt x="183" y="70"/>
                    <a:pt x="183" y="70"/>
                  </a:cubicBezTo>
                  <a:cubicBezTo>
                    <a:pt x="184" y="70"/>
                    <a:pt x="184" y="70"/>
                    <a:pt x="184" y="70"/>
                  </a:cubicBezTo>
                  <a:cubicBezTo>
                    <a:pt x="185" y="70"/>
                    <a:pt x="185" y="70"/>
                    <a:pt x="185" y="70"/>
                  </a:cubicBezTo>
                  <a:cubicBezTo>
                    <a:pt x="185" y="69"/>
                    <a:pt x="185" y="69"/>
                    <a:pt x="185" y="69"/>
                  </a:cubicBezTo>
                  <a:cubicBezTo>
                    <a:pt x="185" y="69"/>
                    <a:pt x="185" y="69"/>
                    <a:pt x="185" y="69"/>
                  </a:cubicBezTo>
                  <a:cubicBezTo>
                    <a:pt x="186" y="69"/>
                    <a:pt x="186" y="69"/>
                    <a:pt x="186" y="69"/>
                  </a:cubicBezTo>
                  <a:cubicBezTo>
                    <a:pt x="188" y="69"/>
                    <a:pt x="188" y="69"/>
                    <a:pt x="188" y="69"/>
                  </a:cubicBezTo>
                  <a:cubicBezTo>
                    <a:pt x="187" y="68"/>
                    <a:pt x="187" y="68"/>
                    <a:pt x="187" y="68"/>
                  </a:cubicBezTo>
                  <a:cubicBezTo>
                    <a:pt x="187" y="68"/>
                    <a:pt x="187" y="68"/>
                    <a:pt x="187" y="68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90" y="67"/>
                    <a:pt x="190" y="67"/>
                    <a:pt x="190" y="67"/>
                  </a:cubicBezTo>
                  <a:cubicBezTo>
                    <a:pt x="191" y="66"/>
                    <a:pt x="191" y="66"/>
                    <a:pt x="191" y="66"/>
                  </a:cubicBezTo>
                  <a:cubicBezTo>
                    <a:pt x="193" y="65"/>
                    <a:pt x="193" y="65"/>
                    <a:pt x="193" y="65"/>
                  </a:cubicBezTo>
                  <a:cubicBezTo>
                    <a:pt x="194" y="64"/>
                    <a:pt x="194" y="64"/>
                    <a:pt x="194" y="64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2" y="65"/>
                    <a:pt x="192" y="65"/>
                    <a:pt x="192" y="65"/>
                  </a:cubicBezTo>
                  <a:cubicBezTo>
                    <a:pt x="191" y="65"/>
                    <a:pt x="191" y="65"/>
                    <a:pt x="191" y="65"/>
                  </a:cubicBezTo>
                  <a:cubicBezTo>
                    <a:pt x="190" y="65"/>
                    <a:pt x="190" y="65"/>
                    <a:pt x="190" y="65"/>
                  </a:cubicBezTo>
                  <a:cubicBezTo>
                    <a:pt x="190" y="65"/>
                    <a:pt x="190" y="65"/>
                    <a:pt x="190" y="65"/>
                  </a:cubicBezTo>
                  <a:cubicBezTo>
                    <a:pt x="190" y="63"/>
                    <a:pt x="190" y="63"/>
                    <a:pt x="190" y="63"/>
                  </a:cubicBezTo>
                  <a:cubicBezTo>
                    <a:pt x="190" y="63"/>
                    <a:pt x="190" y="63"/>
                    <a:pt x="190" y="63"/>
                  </a:cubicBezTo>
                  <a:cubicBezTo>
                    <a:pt x="190" y="62"/>
                    <a:pt x="190" y="62"/>
                    <a:pt x="190" y="62"/>
                  </a:cubicBezTo>
                  <a:cubicBezTo>
                    <a:pt x="191" y="62"/>
                    <a:pt x="191" y="62"/>
                    <a:pt x="191" y="62"/>
                  </a:cubicBezTo>
                  <a:cubicBezTo>
                    <a:pt x="191" y="63"/>
                    <a:pt x="191" y="63"/>
                    <a:pt x="191" y="63"/>
                  </a:cubicBezTo>
                  <a:cubicBezTo>
                    <a:pt x="191" y="63"/>
                    <a:pt x="191" y="63"/>
                    <a:pt x="191" y="63"/>
                  </a:cubicBezTo>
                  <a:cubicBezTo>
                    <a:pt x="192" y="62"/>
                    <a:pt x="192" y="62"/>
                    <a:pt x="192" y="62"/>
                  </a:cubicBezTo>
                  <a:cubicBezTo>
                    <a:pt x="191" y="61"/>
                    <a:pt x="191" y="61"/>
                    <a:pt x="191" y="61"/>
                  </a:cubicBezTo>
                  <a:cubicBezTo>
                    <a:pt x="192" y="61"/>
                    <a:pt x="192" y="61"/>
                    <a:pt x="192" y="61"/>
                  </a:cubicBezTo>
                  <a:cubicBezTo>
                    <a:pt x="193" y="62"/>
                    <a:pt x="193" y="62"/>
                    <a:pt x="193" y="62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6" y="61"/>
                    <a:pt x="196" y="61"/>
                    <a:pt x="196" y="61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9" y="61"/>
                    <a:pt x="199" y="61"/>
                    <a:pt x="199" y="61"/>
                  </a:cubicBezTo>
                  <a:cubicBezTo>
                    <a:pt x="199" y="61"/>
                    <a:pt x="199" y="61"/>
                    <a:pt x="199" y="61"/>
                  </a:cubicBezTo>
                  <a:cubicBezTo>
                    <a:pt x="198" y="63"/>
                    <a:pt x="198" y="63"/>
                    <a:pt x="198" y="63"/>
                  </a:cubicBezTo>
                  <a:cubicBezTo>
                    <a:pt x="198" y="64"/>
                    <a:pt x="198" y="64"/>
                    <a:pt x="198" y="64"/>
                  </a:cubicBezTo>
                  <a:cubicBezTo>
                    <a:pt x="199" y="64"/>
                    <a:pt x="199" y="64"/>
                    <a:pt x="199" y="64"/>
                  </a:cubicBezTo>
                  <a:cubicBezTo>
                    <a:pt x="200" y="63"/>
                    <a:pt x="200" y="63"/>
                    <a:pt x="200" y="63"/>
                  </a:cubicBezTo>
                  <a:cubicBezTo>
                    <a:pt x="201" y="62"/>
                    <a:pt x="201" y="62"/>
                    <a:pt x="201" y="62"/>
                  </a:cubicBezTo>
                  <a:cubicBezTo>
                    <a:pt x="200" y="61"/>
                    <a:pt x="200" y="61"/>
                    <a:pt x="200" y="61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201" y="62"/>
                    <a:pt x="201" y="62"/>
                    <a:pt x="201" y="62"/>
                  </a:cubicBezTo>
                  <a:cubicBezTo>
                    <a:pt x="201" y="63"/>
                    <a:pt x="201" y="63"/>
                    <a:pt x="201" y="63"/>
                  </a:cubicBezTo>
                  <a:cubicBezTo>
                    <a:pt x="202" y="63"/>
                    <a:pt x="202" y="63"/>
                    <a:pt x="202" y="63"/>
                  </a:cubicBezTo>
                  <a:cubicBezTo>
                    <a:pt x="202" y="62"/>
                    <a:pt x="202" y="62"/>
                    <a:pt x="202" y="62"/>
                  </a:cubicBezTo>
                  <a:cubicBezTo>
                    <a:pt x="202" y="61"/>
                    <a:pt x="202" y="61"/>
                    <a:pt x="202" y="61"/>
                  </a:cubicBezTo>
                  <a:cubicBezTo>
                    <a:pt x="203" y="61"/>
                    <a:pt x="203" y="61"/>
                    <a:pt x="203" y="61"/>
                  </a:cubicBezTo>
                  <a:cubicBezTo>
                    <a:pt x="203" y="61"/>
                    <a:pt x="203" y="61"/>
                    <a:pt x="203" y="61"/>
                  </a:cubicBezTo>
                  <a:cubicBezTo>
                    <a:pt x="203" y="62"/>
                    <a:pt x="203" y="62"/>
                    <a:pt x="203" y="62"/>
                  </a:cubicBezTo>
                  <a:cubicBezTo>
                    <a:pt x="205" y="61"/>
                    <a:pt x="205" y="61"/>
                    <a:pt x="205" y="61"/>
                  </a:cubicBezTo>
                  <a:cubicBezTo>
                    <a:pt x="205" y="60"/>
                    <a:pt x="205" y="60"/>
                    <a:pt x="205" y="60"/>
                  </a:cubicBezTo>
                  <a:cubicBezTo>
                    <a:pt x="204" y="60"/>
                    <a:pt x="204" y="60"/>
                    <a:pt x="204" y="60"/>
                  </a:cubicBezTo>
                  <a:cubicBezTo>
                    <a:pt x="205" y="60"/>
                    <a:pt x="205" y="60"/>
                    <a:pt x="205" y="60"/>
                  </a:cubicBezTo>
                  <a:cubicBezTo>
                    <a:pt x="206" y="59"/>
                    <a:pt x="206" y="59"/>
                    <a:pt x="206" y="59"/>
                  </a:cubicBezTo>
                  <a:cubicBezTo>
                    <a:pt x="205" y="59"/>
                    <a:pt x="205" y="59"/>
                    <a:pt x="205" y="59"/>
                  </a:cubicBezTo>
                  <a:cubicBezTo>
                    <a:pt x="206" y="58"/>
                    <a:pt x="206" y="58"/>
                    <a:pt x="206" y="58"/>
                  </a:cubicBezTo>
                  <a:cubicBezTo>
                    <a:pt x="207" y="58"/>
                    <a:pt x="207" y="58"/>
                    <a:pt x="207" y="58"/>
                  </a:cubicBezTo>
                  <a:cubicBezTo>
                    <a:pt x="208" y="57"/>
                    <a:pt x="208" y="57"/>
                    <a:pt x="208" y="57"/>
                  </a:cubicBezTo>
                  <a:cubicBezTo>
                    <a:pt x="208" y="58"/>
                    <a:pt x="208" y="58"/>
                    <a:pt x="208" y="58"/>
                  </a:cubicBezTo>
                  <a:cubicBezTo>
                    <a:pt x="208" y="58"/>
                    <a:pt x="208" y="58"/>
                    <a:pt x="208" y="58"/>
                  </a:cubicBezTo>
                  <a:cubicBezTo>
                    <a:pt x="209" y="58"/>
                    <a:pt x="209" y="58"/>
                    <a:pt x="209" y="58"/>
                  </a:cubicBezTo>
                  <a:cubicBezTo>
                    <a:pt x="210" y="58"/>
                    <a:pt x="210" y="58"/>
                    <a:pt x="210" y="58"/>
                  </a:cubicBezTo>
                  <a:cubicBezTo>
                    <a:pt x="210" y="60"/>
                    <a:pt x="210" y="60"/>
                    <a:pt x="210" y="60"/>
                  </a:cubicBezTo>
                  <a:cubicBezTo>
                    <a:pt x="210" y="60"/>
                    <a:pt x="210" y="60"/>
                    <a:pt x="210" y="60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2" y="60"/>
                    <a:pt x="212" y="60"/>
                    <a:pt x="212" y="60"/>
                  </a:cubicBezTo>
                  <a:cubicBezTo>
                    <a:pt x="211" y="58"/>
                    <a:pt x="211" y="58"/>
                    <a:pt x="211" y="58"/>
                  </a:cubicBezTo>
                  <a:cubicBezTo>
                    <a:pt x="210" y="57"/>
                    <a:pt x="210" y="57"/>
                    <a:pt x="210" y="57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8" y="57"/>
                    <a:pt x="208" y="57"/>
                    <a:pt x="208" y="57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206" y="57"/>
                    <a:pt x="206" y="57"/>
                    <a:pt x="206" y="57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5" y="56"/>
                    <a:pt x="205" y="56"/>
                    <a:pt x="205" y="56"/>
                  </a:cubicBezTo>
                  <a:cubicBezTo>
                    <a:pt x="205" y="55"/>
                    <a:pt x="205" y="55"/>
                    <a:pt x="205" y="55"/>
                  </a:cubicBezTo>
                  <a:cubicBezTo>
                    <a:pt x="206" y="55"/>
                    <a:pt x="206" y="55"/>
                    <a:pt x="206" y="55"/>
                  </a:cubicBezTo>
                  <a:cubicBezTo>
                    <a:pt x="208" y="55"/>
                    <a:pt x="208" y="55"/>
                    <a:pt x="208" y="55"/>
                  </a:cubicBezTo>
                  <a:cubicBezTo>
                    <a:pt x="208" y="54"/>
                    <a:pt x="208" y="54"/>
                    <a:pt x="208" y="54"/>
                  </a:cubicBezTo>
                  <a:cubicBezTo>
                    <a:pt x="209" y="54"/>
                    <a:pt x="209" y="54"/>
                    <a:pt x="209" y="54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3" y="54"/>
                    <a:pt x="213" y="54"/>
                    <a:pt x="213" y="54"/>
                  </a:cubicBezTo>
                  <a:cubicBezTo>
                    <a:pt x="214" y="54"/>
                    <a:pt x="214" y="54"/>
                    <a:pt x="214" y="54"/>
                  </a:cubicBezTo>
                  <a:cubicBezTo>
                    <a:pt x="215" y="54"/>
                    <a:pt x="215" y="54"/>
                    <a:pt x="215" y="54"/>
                  </a:cubicBezTo>
                  <a:cubicBezTo>
                    <a:pt x="216" y="54"/>
                    <a:pt x="216" y="54"/>
                    <a:pt x="216" y="54"/>
                  </a:cubicBezTo>
                  <a:cubicBezTo>
                    <a:pt x="217" y="54"/>
                    <a:pt x="217" y="54"/>
                    <a:pt x="217" y="54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3" y="53"/>
                    <a:pt x="213" y="53"/>
                    <a:pt x="213" y="53"/>
                  </a:cubicBezTo>
                  <a:cubicBezTo>
                    <a:pt x="212" y="53"/>
                    <a:pt x="212" y="53"/>
                    <a:pt x="212" y="53"/>
                  </a:cubicBezTo>
                  <a:cubicBezTo>
                    <a:pt x="211" y="53"/>
                    <a:pt x="211" y="53"/>
                    <a:pt x="211" y="53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210" y="51"/>
                    <a:pt x="210" y="51"/>
                    <a:pt x="210" y="51"/>
                  </a:cubicBezTo>
                  <a:cubicBezTo>
                    <a:pt x="212" y="51"/>
                    <a:pt x="212" y="51"/>
                    <a:pt x="212" y="51"/>
                  </a:cubicBezTo>
                  <a:cubicBezTo>
                    <a:pt x="210" y="50"/>
                    <a:pt x="210" y="50"/>
                    <a:pt x="210" y="50"/>
                  </a:cubicBezTo>
                  <a:cubicBezTo>
                    <a:pt x="209" y="49"/>
                    <a:pt x="209" y="49"/>
                    <a:pt x="209" y="49"/>
                  </a:cubicBezTo>
                  <a:cubicBezTo>
                    <a:pt x="208" y="49"/>
                    <a:pt x="208" y="49"/>
                    <a:pt x="208" y="49"/>
                  </a:cubicBezTo>
                  <a:cubicBezTo>
                    <a:pt x="208" y="48"/>
                    <a:pt x="208" y="48"/>
                    <a:pt x="208" y="48"/>
                  </a:cubicBezTo>
                  <a:cubicBezTo>
                    <a:pt x="208" y="47"/>
                    <a:pt x="208" y="47"/>
                    <a:pt x="208" y="47"/>
                  </a:cubicBezTo>
                  <a:cubicBezTo>
                    <a:pt x="208" y="47"/>
                    <a:pt x="208" y="47"/>
                    <a:pt x="208" y="47"/>
                  </a:cubicBezTo>
                  <a:cubicBezTo>
                    <a:pt x="208" y="46"/>
                    <a:pt x="208" y="46"/>
                    <a:pt x="208" y="46"/>
                  </a:cubicBezTo>
                  <a:cubicBezTo>
                    <a:pt x="207" y="45"/>
                    <a:pt x="207" y="45"/>
                    <a:pt x="207" y="45"/>
                  </a:cubicBezTo>
                  <a:cubicBezTo>
                    <a:pt x="207" y="42"/>
                    <a:pt x="207" y="42"/>
                    <a:pt x="207" y="42"/>
                  </a:cubicBezTo>
                  <a:cubicBezTo>
                    <a:pt x="208" y="41"/>
                    <a:pt x="208" y="41"/>
                    <a:pt x="208" y="41"/>
                  </a:cubicBezTo>
                  <a:cubicBezTo>
                    <a:pt x="208" y="40"/>
                    <a:pt x="208" y="40"/>
                    <a:pt x="208" y="40"/>
                  </a:cubicBezTo>
                  <a:cubicBezTo>
                    <a:pt x="208" y="38"/>
                    <a:pt x="208" y="38"/>
                    <a:pt x="208" y="38"/>
                  </a:cubicBezTo>
                  <a:cubicBezTo>
                    <a:pt x="209" y="38"/>
                    <a:pt x="209" y="38"/>
                    <a:pt x="209" y="38"/>
                  </a:cubicBezTo>
                  <a:cubicBezTo>
                    <a:pt x="208" y="37"/>
                    <a:pt x="208" y="37"/>
                    <a:pt x="208" y="37"/>
                  </a:cubicBezTo>
                  <a:cubicBezTo>
                    <a:pt x="209" y="37"/>
                    <a:pt x="209" y="37"/>
                    <a:pt x="209" y="37"/>
                  </a:cubicBezTo>
                  <a:cubicBezTo>
                    <a:pt x="209" y="36"/>
                    <a:pt x="209" y="36"/>
                    <a:pt x="209" y="36"/>
                  </a:cubicBezTo>
                  <a:cubicBezTo>
                    <a:pt x="211" y="35"/>
                    <a:pt x="211" y="35"/>
                    <a:pt x="211" y="35"/>
                  </a:cubicBezTo>
                  <a:cubicBezTo>
                    <a:pt x="211" y="35"/>
                    <a:pt x="211" y="35"/>
                    <a:pt x="211" y="35"/>
                  </a:cubicBezTo>
                  <a:cubicBezTo>
                    <a:pt x="212" y="36"/>
                    <a:pt x="212" y="36"/>
                    <a:pt x="212" y="36"/>
                  </a:cubicBezTo>
                  <a:cubicBezTo>
                    <a:pt x="213" y="35"/>
                    <a:pt x="213" y="35"/>
                    <a:pt x="213" y="35"/>
                  </a:cubicBezTo>
                  <a:cubicBezTo>
                    <a:pt x="214" y="35"/>
                    <a:pt x="214" y="35"/>
                    <a:pt x="214" y="35"/>
                  </a:cubicBezTo>
                  <a:cubicBezTo>
                    <a:pt x="214" y="37"/>
                    <a:pt x="214" y="37"/>
                    <a:pt x="214" y="37"/>
                  </a:cubicBezTo>
                  <a:cubicBezTo>
                    <a:pt x="216" y="37"/>
                    <a:pt x="216" y="37"/>
                    <a:pt x="216" y="37"/>
                  </a:cubicBezTo>
                  <a:cubicBezTo>
                    <a:pt x="217" y="36"/>
                    <a:pt x="217" y="36"/>
                    <a:pt x="217" y="36"/>
                  </a:cubicBezTo>
                  <a:cubicBezTo>
                    <a:pt x="217" y="36"/>
                    <a:pt x="217" y="36"/>
                    <a:pt x="217" y="36"/>
                  </a:cubicBezTo>
                  <a:cubicBezTo>
                    <a:pt x="217" y="37"/>
                    <a:pt x="217" y="37"/>
                    <a:pt x="217" y="37"/>
                  </a:cubicBezTo>
                  <a:cubicBezTo>
                    <a:pt x="218" y="37"/>
                    <a:pt x="218" y="37"/>
                    <a:pt x="218" y="37"/>
                  </a:cubicBezTo>
                  <a:cubicBezTo>
                    <a:pt x="219" y="38"/>
                    <a:pt x="219" y="38"/>
                    <a:pt x="219" y="38"/>
                  </a:cubicBezTo>
                  <a:cubicBezTo>
                    <a:pt x="219" y="38"/>
                    <a:pt x="219" y="38"/>
                    <a:pt x="219" y="38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39"/>
                    <a:pt x="218" y="39"/>
                    <a:pt x="218" y="39"/>
                  </a:cubicBezTo>
                  <a:cubicBezTo>
                    <a:pt x="218" y="40"/>
                    <a:pt x="218" y="40"/>
                    <a:pt x="218" y="40"/>
                  </a:cubicBezTo>
                  <a:cubicBezTo>
                    <a:pt x="218" y="41"/>
                    <a:pt x="218" y="41"/>
                    <a:pt x="218" y="41"/>
                  </a:cubicBezTo>
                  <a:cubicBezTo>
                    <a:pt x="217" y="42"/>
                    <a:pt x="217" y="42"/>
                    <a:pt x="217" y="42"/>
                  </a:cubicBezTo>
                  <a:cubicBezTo>
                    <a:pt x="216" y="42"/>
                    <a:pt x="216" y="42"/>
                    <a:pt x="216" y="42"/>
                  </a:cubicBezTo>
                  <a:cubicBezTo>
                    <a:pt x="215" y="43"/>
                    <a:pt x="215" y="43"/>
                    <a:pt x="215" y="43"/>
                  </a:cubicBezTo>
                  <a:cubicBezTo>
                    <a:pt x="216" y="43"/>
                    <a:pt x="216" y="43"/>
                    <a:pt x="216" y="43"/>
                  </a:cubicBezTo>
                  <a:cubicBezTo>
                    <a:pt x="218" y="43"/>
                    <a:pt x="218" y="43"/>
                    <a:pt x="218" y="43"/>
                  </a:cubicBezTo>
                  <a:cubicBezTo>
                    <a:pt x="220" y="41"/>
                    <a:pt x="220" y="41"/>
                    <a:pt x="220" y="41"/>
                  </a:cubicBezTo>
                  <a:cubicBezTo>
                    <a:pt x="220" y="41"/>
                    <a:pt x="220" y="41"/>
                    <a:pt x="220" y="41"/>
                  </a:cubicBezTo>
                  <a:cubicBezTo>
                    <a:pt x="220" y="41"/>
                    <a:pt x="220" y="41"/>
                    <a:pt x="220" y="41"/>
                  </a:cubicBezTo>
                  <a:cubicBezTo>
                    <a:pt x="220" y="42"/>
                    <a:pt x="220" y="42"/>
                    <a:pt x="220" y="42"/>
                  </a:cubicBezTo>
                  <a:cubicBezTo>
                    <a:pt x="220" y="43"/>
                    <a:pt x="220" y="43"/>
                    <a:pt x="220" y="43"/>
                  </a:cubicBezTo>
                  <a:cubicBezTo>
                    <a:pt x="221" y="43"/>
                    <a:pt x="221" y="43"/>
                    <a:pt x="221" y="43"/>
                  </a:cubicBezTo>
                  <a:cubicBezTo>
                    <a:pt x="221" y="42"/>
                    <a:pt x="221" y="42"/>
                    <a:pt x="221" y="42"/>
                  </a:cubicBezTo>
                  <a:cubicBezTo>
                    <a:pt x="222" y="41"/>
                    <a:pt x="222" y="41"/>
                    <a:pt x="222" y="41"/>
                  </a:cubicBezTo>
                  <a:cubicBezTo>
                    <a:pt x="223" y="42"/>
                    <a:pt x="223" y="42"/>
                    <a:pt x="223" y="42"/>
                  </a:cubicBezTo>
                  <a:cubicBezTo>
                    <a:pt x="224" y="41"/>
                    <a:pt x="224" y="41"/>
                    <a:pt x="224" y="41"/>
                  </a:cubicBezTo>
                  <a:cubicBezTo>
                    <a:pt x="224" y="41"/>
                    <a:pt x="224" y="41"/>
                    <a:pt x="224" y="41"/>
                  </a:cubicBezTo>
                  <a:cubicBezTo>
                    <a:pt x="224" y="40"/>
                    <a:pt x="224" y="40"/>
                    <a:pt x="224" y="40"/>
                  </a:cubicBezTo>
                  <a:cubicBezTo>
                    <a:pt x="225" y="41"/>
                    <a:pt x="225" y="41"/>
                    <a:pt x="225" y="41"/>
                  </a:cubicBezTo>
                  <a:cubicBezTo>
                    <a:pt x="226" y="40"/>
                    <a:pt x="226" y="40"/>
                    <a:pt x="226" y="40"/>
                  </a:cubicBezTo>
                  <a:cubicBezTo>
                    <a:pt x="227" y="42"/>
                    <a:pt x="227" y="42"/>
                    <a:pt x="227" y="42"/>
                  </a:cubicBezTo>
                  <a:cubicBezTo>
                    <a:pt x="227" y="42"/>
                    <a:pt x="227" y="42"/>
                    <a:pt x="227" y="42"/>
                  </a:cubicBezTo>
                  <a:cubicBezTo>
                    <a:pt x="227" y="44"/>
                    <a:pt x="227" y="44"/>
                    <a:pt x="227" y="44"/>
                  </a:cubicBezTo>
                  <a:cubicBezTo>
                    <a:pt x="227" y="44"/>
                    <a:pt x="227" y="44"/>
                    <a:pt x="227" y="44"/>
                  </a:cubicBezTo>
                  <a:cubicBezTo>
                    <a:pt x="227" y="45"/>
                    <a:pt x="227" y="45"/>
                    <a:pt x="227" y="45"/>
                  </a:cubicBezTo>
                  <a:cubicBezTo>
                    <a:pt x="226" y="46"/>
                    <a:pt x="226" y="46"/>
                    <a:pt x="226" y="46"/>
                  </a:cubicBezTo>
                  <a:cubicBezTo>
                    <a:pt x="228" y="48"/>
                    <a:pt x="228" y="48"/>
                    <a:pt x="228" y="48"/>
                  </a:cubicBezTo>
                  <a:cubicBezTo>
                    <a:pt x="227" y="48"/>
                    <a:pt x="227" y="48"/>
                    <a:pt x="227" y="48"/>
                  </a:cubicBezTo>
                  <a:cubicBezTo>
                    <a:pt x="227" y="49"/>
                    <a:pt x="227" y="49"/>
                    <a:pt x="227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27" y="49"/>
                    <a:pt x="227" y="49"/>
                    <a:pt x="227" y="49"/>
                  </a:cubicBezTo>
                  <a:cubicBezTo>
                    <a:pt x="228" y="49"/>
                    <a:pt x="228" y="49"/>
                    <a:pt x="228" y="49"/>
                  </a:cubicBezTo>
                  <a:cubicBezTo>
                    <a:pt x="229" y="48"/>
                    <a:pt x="229" y="48"/>
                    <a:pt x="229" y="48"/>
                  </a:cubicBezTo>
                  <a:cubicBezTo>
                    <a:pt x="231" y="48"/>
                    <a:pt x="231" y="48"/>
                    <a:pt x="231" y="48"/>
                  </a:cubicBezTo>
                  <a:cubicBezTo>
                    <a:pt x="231" y="47"/>
                    <a:pt x="231" y="47"/>
                    <a:pt x="231" y="47"/>
                  </a:cubicBezTo>
                  <a:cubicBezTo>
                    <a:pt x="231" y="45"/>
                    <a:pt x="231" y="45"/>
                    <a:pt x="231" y="45"/>
                  </a:cubicBezTo>
                  <a:cubicBezTo>
                    <a:pt x="231" y="44"/>
                    <a:pt x="231" y="44"/>
                    <a:pt x="231" y="44"/>
                  </a:cubicBezTo>
                  <a:cubicBezTo>
                    <a:pt x="230" y="44"/>
                    <a:pt x="230" y="44"/>
                    <a:pt x="230" y="44"/>
                  </a:cubicBezTo>
                  <a:cubicBezTo>
                    <a:pt x="230" y="44"/>
                    <a:pt x="230" y="44"/>
                    <a:pt x="230" y="44"/>
                  </a:cubicBezTo>
                  <a:cubicBezTo>
                    <a:pt x="230" y="43"/>
                    <a:pt x="230" y="43"/>
                    <a:pt x="230" y="43"/>
                  </a:cubicBezTo>
                  <a:cubicBezTo>
                    <a:pt x="230" y="43"/>
                    <a:pt x="230" y="43"/>
                    <a:pt x="230" y="43"/>
                  </a:cubicBezTo>
                  <a:cubicBezTo>
                    <a:pt x="231" y="43"/>
                    <a:pt x="231" y="43"/>
                    <a:pt x="231" y="43"/>
                  </a:cubicBezTo>
                  <a:cubicBezTo>
                    <a:pt x="231" y="43"/>
                    <a:pt x="231" y="43"/>
                    <a:pt x="231" y="43"/>
                  </a:cubicBezTo>
                  <a:cubicBezTo>
                    <a:pt x="232" y="43"/>
                    <a:pt x="232" y="43"/>
                    <a:pt x="232" y="43"/>
                  </a:cubicBezTo>
                  <a:cubicBezTo>
                    <a:pt x="233" y="43"/>
                    <a:pt x="233" y="43"/>
                    <a:pt x="233" y="43"/>
                  </a:cubicBezTo>
                  <a:cubicBezTo>
                    <a:pt x="234" y="42"/>
                    <a:pt x="234" y="42"/>
                    <a:pt x="234" y="42"/>
                  </a:cubicBezTo>
                  <a:cubicBezTo>
                    <a:pt x="235" y="42"/>
                    <a:pt x="235" y="42"/>
                    <a:pt x="235" y="42"/>
                  </a:cubicBezTo>
                  <a:cubicBezTo>
                    <a:pt x="236" y="42"/>
                    <a:pt x="236" y="42"/>
                    <a:pt x="236" y="42"/>
                  </a:cubicBezTo>
                  <a:cubicBezTo>
                    <a:pt x="236" y="41"/>
                    <a:pt x="236" y="41"/>
                    <a:pt x="236" y="41"/>
                  </a:cubicBezTo>
                  <a:cubicBezTo>
                    <a:pt x="237" y="40"/>
                    <a:pt x="237" y="40"/>
                    <a:pt x="237" y="40"/>
                  </a:cubicBezTo>
                  <a:cubicBezTo>
                    <a:pt x="237" y="41"/>
                    <a:pt x="237" y="41"/>
                    <a:pt x="237" y="41"/>
                  </a:cubicBezTo>
                  <a:cubicBezTo>
                    <a:pt x="238" y="40"/>
                    <a:pt x="238" y="40"/>
                    <a:pt x="238" y="40"/>
                  </a:cubicBezTo>
                  <a:cubicBezTo>
                    <a:pt x="239" y="40"/>
                    <a:pt x="239" y="40"/>
                    <a:pt x="239" y="40"/>
                  </a:cubicBezTo>
                  <a:cubicBezTo>
                    <a:pt x="239" y="40"/>
                    <a:pt x="239" y="40"/>
                    <a:pt x="239" y="40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40"/>
                    <a:pt x="240" y="40"/>
                    <a:pt x="240" y="40"/>
                  </a:cubicBezTo>
                  <a:cubicBezTo>
                    <a:pt x="240" y="41"/>
                    <a:pt x="240" y="41"/>
                    <a:pt x="240" y="41"/>
                  </a:cubicBezTo>
                  <a:cubicBezTo>
                    <a:pt x="240" y="42"/>
                    <a:pt x="240" y="42"/>
                    <a:pt x="240" y="42"/>
                  </a:cubicBezTo>
                  <a:cubicBezTo>
                    <a:pt x="242" y="41"/>
                    <a:pt x="242" y="41"/>
                    <a:pt x="242" y="41"/>
                  </a:cubicBezTo>
                  <a:cubicBezTo>
                    <a:pt x="243" y="42"/>
                    <a:pt x="243" y="42"/>
                    <a:pt x="243" y="42"/>
                  </a:cubicBezTo>
                  <a:cubicBezTo>
                    <a:pt x="243" y="42"/>
                    <a:pt x="243" y="42"/>
                    <a:pt x="243" y="42"/>
                  </a:cubicBezTo>
                  <a:cubicBezTo>
                    <a:pt x="247" y="44"/>
                    <a:pt x="247" y="44"/>
                    <a:pt x="247" y="44"/>
                  </a:cubicBezTo>
                  <a:cubicBezTo>
                    <a:pt x="248" y="44"/>
                    <a:pt x="248" y="44"/>
                    <a:pt x="248" y="44"/>
                  </a:cubicBezTo>
                  <a:cubicBezTo>
                    <a:pt x="248" y="45"/>
                    <a:pt x="248" y="45"/>
                    <a:pt x="248" y="45"/>
                  </a:cubicBezTo>
                  <a:cubicBezTo>
                    <a:pt x="248" y="45"/>
                    <a:pt x="248" y="45"/>
                    <a:pt x="248" y="45"/>
                  </a:cubicBezTo>
                  <a:cubicBezTo>
                    <a:pt x="249" y="47"/>
                    <a:pt x="249" y="47"/>
                    <a:pt x="249" y="47"/>
                  </a:cubicBezTo>
                  <a:cubicBezTo>
                    <a:pt x="250" y="47"/>
                    <a:pt x="250" y="47"/>
                    <a:pt x="250" y="47"/>
                  </a:cubicBezTo>
                  <a:cubicBezTo>
                    <a:pt x="250" y="46"/>
                    <a:pt x="250" y="46"/>
                    <a:pt x="250" y="46"/>
                  </a:cubicBezTo>
                  <a:cubicBezTo>
                    <a:pt x="250" y="46"/>
                    <a:pt x="250" y="46"/>
                    <a:pt x="250" y="46"/>
                  </a:cubicBezTo>
                  <a:cubicBezTo>
                    <a:pt x="251" y="45"/>
                    <a:pt x="251" y="45"/>
                    <a:pt x="251" y="45"/>
                  </a:cubicBezTo>
                  <a:cubicBezTo>
                    <a:pt x="250" y="45"/>
                    <a:pt x="250" y="45"/>
                    <a:pt x="250" y="45"/>
                  </a:cubicBezTo>
                  <a:cubicBezTo>
                    <a:pt x="249" y="45"/>
                    <a:pt x="249" y="45"/>
                    <a:pt x="249" y="45"/>
                  </a:cubicBezTo>
                  <a:cubicBezTo>
                    <a:pt x="249" y="44"/>
                    <a:pt x="249" y="44"/>
                    <a:pt x="249" y="44"/>
                  </a:cubicBezTo>
                  <a:cubicBezTo>
                    <a:pt x="250" y="44"/>
                    <a:pt x="250" y="44"/>
                    <a:pt x="250" y="44"/>
                  </a:cubicBezTo>
                  <a:cubicBezTo>
                    <a:pt x="250" y="44"/>
                    <a:pt x="250" y="44"/>
                    <a:pt x="250" y="44"/>
                  </a:cubicBezTo>
                  <a:cubicBezTo>
                    <a:pt x="251" y="44"/>
                    <a:pt x="251" y="44"/>
                    <a:pt x="251" y="44"/>
                  </a:cubicBezTo>
                  <a:cubicBezTo>
                    <a:pt x="252" y="45"/>
                    <a:pt x="252" y="45"/>
                    <a:pt x="252" y="45"/>
                  </a:cubicBezTo>
                  <a:cubicBezTo>
                    <a:pt x="252" y="46"/>
                    <a:pt x="252" y="46"/>
                    <a:pt x="252" y="46"/>
                  </a:cubicBezTo>
                  <a:cubicBezTo>
                    <a:pt x="253" y="47"/>
                    <a:pt x="253" y="47"/>
                    <a:pt x="253" y="47"/>
                  </a:cubicBezTo>
                  <a:cubicBezTo>
                    <a:pt x="253" y="48"/>
                    <a:pt x="253" y="48"/>
                    <a:pt x="253" y="48"/>
                  </a:cubicBezTo>
                  <a:cubicBezTo>
                    <a:pt x="254" y="48"/>
                    <a:pt x="254" y="48"/>
                    <a:pt x="254" y="48"/>
                  </a:cubicBezTo>
                  <a:cubicBezTo>
                    <a:pt x="254" y="48"/>
                    <a:pt x="254" y="48"/>
                    <a:pt x="254" y="48"/>
                  </a:cubicBezTo>
                  <a:cubicBezTo>
                    <a:pt x="254" y="47"/>
                    <a:pt x="254" y="47"/>
                    <a:pt x="254" y="47"/>
                  </a:cubicBezTo>
                  <a:cubicBezTo>
                    <a:pt x="255" y="48"/>
                    <a:pt x="255" y="48"/>
                    <a:pt x="255" y="48"/>
                  </a:cubicBezTo>
                  <a:cubicBezTo>
                    <a:pt x="256" y="49"/>
                    <a:pt x="256" y="49"/>
                    <a:pt x="256" y="49"/>
                  </a:cubicBezTo>
                  <a:cubicBezTo>
                    <a:pt x="256" y="49"/>
                    <a:pt x="256" y="49"/>
                    <a:pt x="256" y="49"/>
                  </a:cubicBezTo>
                  <a:cubicBezTo>
                    <a:pt x="256" y="50"/>
                    <a:pt x="256" y="50"/>
                    <a:pt x="256" y="50"/>
                  </a:cubicBezTo>
                  <a:cubicBezTo>
                    <a:pt x="256" y="51"/>
                    <a:pt x="256" y="51"/>
                    <a:pt x="256" y="51"/>
                  </a:cubicBezTo>
                  <a:cubicBezTo>
                    <a:pt x="256" y="51"/>
                    <a:pt x="256" y="51"/>
                    <a:pt x="256" y="51"/>
                  </a:cubicBezTo>
                  <a:cubicBezTo>
                    <a:pt x="256" y="50"/>
                    <a:pt x="256" y="50"/>
                    <a:pt x="256" y="50"/>
                  </a:cubicBezTo>
                  <a:cubicBezTo>
                    <a:pt x="256" y="50"/>
                    <a:pt x="256" y="50"/>
                    <a:pt x="256" y="50"/>
                  </a:cubicBezTo>
                  <a:cubicBezTo>
                    <a:pt x="255" y="50"/>
                    <a:pt x="255" y="50"/>
                    <a:pt x="255" y="50"/>
                  </a:cubicBezTo>
                  <a:cubicBezTo>
                    <a:pt x="255" y="50"/>
                    <a:pt x="255" y="50"/>
                    <a:pt x="255" y="50"/>
                  </a:cubicBezTo>
                  <a:cubicBezTo>
                    <a:pt x="254" y="50"/>
                    <a:pt x="254" y="50"/>
                    <a:pt x="254" y="50"/>
                  </a:cubicBezTo>
                  <a:cubicBezTo>
                    <a:pt x="253" y="49"/>
                    <a:pt x="253" y="49"/>
                    <a:pt x="253" y="49"/>
                  </a:cubicBezTo>
                  <a:cubicBezTo>
                    <a:pt x="251" y="49"/>
                    <a:pt x="251" y="49"/>
                    <a:pt x="251" y="49"/>
                  </a:cubicBezTo>
                  <a:cubicBezTo>
                    <a:pt x="251" y="49"/>
                    <a:pt x="251" y="49"/>
                    <a:pt x="251" y="49"/>
                  </a:cubicBezTo>
                  <a:cubicBezTo>
                    <a:pt x="252" y="50"/>
                    <a:pt x="252" y="50"/>
                    <a:pt x="252" y="50"/>
                  </a:cubicBezTo>
                  <a:cubicBezTo>
                    <a:pt x="253" y="50"/>
                    <a:pt x="253" y="50"/>
                    <a:pt x="253" y="50"/>
                  </a:cubicBezTo>
                  <a:cubicBezTo>
                    <a:pt x="253" y="51"/>
                    <a:pt x="253" y="51"/>
                    <a:pt x="253" y="51"/>
                  </a:cubicBezTo>
                  <a:cubicBezTo>
                    <a:pt x="253" y="51"/>
                    <a:pt x="253" y="51"/>
                    <a:pt x="253" y="51"/>
                  </a:cubicBezTo>
                  <a:cubicBezTo>
                    <a:pt x="254" y="52"/>
                    <a:pt x="254" y="52"/>
                    <a:pt x="254" y="52"/>
                  </a:cubicBezTo>
                  <a:cubicBezTo>
                    <a:pt x="254" y="52"/>
                    <a:pt x="254" y="52"/>
                    <a:pt x="254" y="52"/>
                  </a:cubicBezTo>
                  <a:cubicBezTo>
                    <a:pt x="255" y="52"/>
                    <a:pt x="255" y="52"/>
                    <a:pt x="255" y="52"/>
                  </a:cubicBezTo>
                  <a:cubicBezTo>
                    <a:pt x="255" y="51"/>
                    <a:pt x="255" y="51"/>
                    <a:pt x="255" y="51"/>
                  </a:cubicBezTo>
                  <a:cubicBezTo>
                    <a:pt x="255" y="51"/>
                    <a:pt x="255" y="51"/>
                    <a:pt x="255" y="51"/>
                  </a:cubicBezTo>
                  <a:cubicBezTo>
                    <a:pt x="256" y="51"/>
                    <a:pt x="256" y="51"/>
                    <a:pt x="256" y="51"/>
                  </a:cubicBezTo>
                  <a:cubicBezTo>
                    <a:pt x="256" y="52"/>
                    <a:pt x="256" y="52"/>
                    <a:pt x="256" y="52"/>
                  </a:cubicBezTo>
                  <a:cubicBezTo>
                    <a:pt x="257" y="52"/>
                    <a:pt x="257" y="52"/>
                    <a:pt x="257" y="52"/>
                  </a:cubicBezTo>
                  <a:cubicBezTo>
                    <a:pt x="257" y="52"/>
                    <a:pt x="257" y="52"/>
                    <a:pt x="257" y="52"/>
                  </a:cubicBezTo>
                  <a:cubicBezTo>
                    <a:pt x="258" y="52"/>
                    <a:pt x="258" y="52"/>
                    <a:pt x="258" y="52"/>
                  </a:cubicBezTo>
                  <a:cubicBezTo>
                    <a:pt x="257" y="53"/>
                    <a:pt x="257" y="53"/>
                    <a:pt x="257" y="53"/>
                  </a:cubicBezTo>
                  <a:cubicBezTo>
                    <a:pt x="258" y="54"/>
                    <a:pt x="258" y="54"/>
                    <a:pt x="258" y="54"/>
                  </a:cubicBezTo>
                  <a:cubicBezTo>
                    <a:pt x="258" y="55"/>
                    <a:pt x="258" y="55"/>
                    <a:pt x="258" y="55"/>
                  </a:cubicBezTo>
                  <a:cubicBezTo>
                    <a:pt x="258" y="57"/>
                    <a:pt x="258" y="57"/>
                    <a:pt x="258" y="57"/>
                  </a:cubicBezTo>
                  <a:cubicBezTo>
                    <a:pt x="258" y="58"/>
                    <a:pt x="258" y="58"/>
                    <a:pt x="258" y="58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7" y="59"/>
                    <a:pt x="257" y="59"/>
                    <a:pt x="257" y="59"/>
                  </a:cubicBezTo>
                  <a:cubicBezTo>
                    <a:pt x="257" y="60"/>
                    <a:pt x="257" y="60"/>
                    <a:pt x="257" y="60"/>
                  </a:cubicBezTo>
                  <a:cubicBezTo>
                    <a:pt x="257" y="61"/>
                    <a:pt x="257" y="61"/>
                    <a:pt x="257" y="61"/>
                  </a:cubicBezTo>
                  <a:cubicBezTo>
                    <a:pt x="257" y="61"/>
                    <a:pt x="257" y="61"/>
                    <a:pt x="257" y="61"/>
                  </a:cubicBezTo>
                  <a:cubicBezTo>
                    <a:pt x="257" y="62"/>
                    <a:pt x="257" y="62"/>
                    <a:pt x="257" y="62"/>
                  </a:cubicBezTo>
                  <a:cubicBezTo>
                    <a:pt x="257" y="62"/>
                    <a:pt x="257" y="62"/>
                    <a:pt x="257" y="62"/>
                  </a:cubicBezTo>
                  <a:cubicBezTo>
                    <a:pt x="256" y="63"/>
                    <a:pt x="256" y="63"/>
                    <a:pt x="256" y="63"/>
                  </a:cubicBezTo>
                  <a:cubicBezTo>
                    <a:pt x="256" y="64"/>
                    <a:pt x="256" y="64"/>
                    <a:pt x="256" y="64"/>
                  </a:cubicBezTo>
                  <a:cubicBezTo>
                    <a:pt x="256" y="64"/>
                    <a:pt x="256" y="64"/>
                    <a:pt x="256" y="64"/>
                  </a:cubicBezTo>
                  <a:cubicBezTo>
                    <a:pt x="255" y="65"/>
                    <a:pt x="255" y="65"/>
                    <a:pt x="255" y="65"/>
                  </a:cubicBezTo>
                  <a:cubicBezTo>
                    <a:pt x="255" y="66"/>
                    <a:pt x="255" y="66"/>
                    <a:pt x="255" y="66"/>
                  </a:cubicBezTo>
                  <a:cubicBezTo>
                    <a:pt x="255" y="66"/>
                    <a:pt x="255" y="66"/>
                    <a:pt x="255" y="66"/>
                  </a:cubicBezTo>
                  <a:cubicBezTo>
                    <a:pt x="255" y="67"/>
                    <a:pt x="255" y="67"/>
                    <a:pt x="255" y="67"/>
                  </a:cubicBezTo>
                  <a:cubicBezTo>
                    <a:pt x="254" y="67"/>
                    <a:pt x="254" y="67"/>
                    <a:pt x="254" y="67"/>
                  </a:cubicBezTo>
                  <a:cubicBezTo>
                    <a:pt x="253" y="68"/>
                    <a:pt x="253" y="68"/>
                    <a:pt x="253" y="68"/>
                  </a:cubicBezTo>
                  <a:cubicBezTo>
                    <a:pt x="252" y="68"/>
                    <a:pt x="252" y="68"/>
                    <a:pt x="252" y="68"/>
                  </a:cubicBezTo>
                  <a:cubicBezTo>
                    <a:pt x="253" y="68"/>
                    <a:pt x="253" y="68"/>
                    <a:pt x="253" y="68"/>
                  </a:cubicBezTo>
                  <a:cubicBezTo>
                    <a:pt x="254" y="68"/>
                    <a:pt x="254" y="68"/>
                    <a:pt x="254" y="68"/>
                  </a:cubicBezTo>
                  <a:cubicBezTo>
                    <a:pt x="254" y="68"/>
                    <a:pt x="254" y="68"/>
                    <a:pt x="254" y="68"/>
                  </a:cubicBezTo>
                  <a:cubicBezTo>
                    <a:pt x="254" y="68"/>
                    <a:pt x="254" y="68"/>
                    <a:pt x="254" y="68"/>
                  </a:cubicBezTo>
                  <a:cubicBezTo>
                    <a:pt x="255" y="69"/>
                    <a:pt x="255" y="69"/>
                    <a:pt x="255" y="69"/>
                  </a:cubicBezTo>
                  <a:cubicBezTo>
                    <a:pt x="254" y="70"/>
                    <a:pt x="254" y="70"/>
                    <a:pt x="254" y="70"/>
                  </a:cubicBezTo>
                  <a:cubicBezTo>
                    <a:pt x="253" y="71"/>
                    <a:pt x="253" y="71"/>
                    <a:pt x="253" y="71"/>
                  </a:cubicBezTo>
                  <a:cubicBezTo>
                    <a:pt x="253" y="73"/>
                    <a:pt x="253" y="73"/>
                    <a:pt x="253" y="73"/>
                  </a:cubicBezTo>
                  <a:cubicBezTo>
                    <a:pt x="253" y="74"/>
                    <a:pt x="253" y="74"/>
                    <a:pt x="253" y="74"/>
                  </a:cubicBezTo>
                  <a:cubicBezTo>
                    <a:pt x="253" y="75"/>
                    <a:pt x="253" y="75"/>
                    <a:pt x="253" y="75"/>
                  </a:cubicBezTo>
                  <a:cubicBezTo>
                    <a:pt x="253" y="76"/>
                    <a:pt x="253" y="76"/>
                    <a:pt x="253" y="76"/>
                  </a:cubicBezTo>
                  <a:cubicBezTo>
                    <a:pt x="252" y="77"/>
                    <a:pt x="252" y="77"/>
                    <a:pt x="252" y="77"/>
                  </a:cubicBezTo>
                  <a:cubicBezTo>
                    <a:pt x="251" y="77"/>
                    <a:pt x="251" y="77"/>
                    <a:pt x="251" y="77"/>
                  </a:cubicBezTo>
                  <a:cubicBezTo>
                    <a:pt x="251" y="77"/>
                    <a:pt x="251" y="77"/>
                    <a:pt x="251" y="77"/>
                  </a:cubicBezTo>
                  <a:cubicBezTo>
                    <a:pt x="250" y="77"/>
                    <a:pt x="250" y="77"/>
                    <a:pt x="250" y="77"/>
                  </a:cubicBezTo>
                  <a:cubicBezTo>
                    <a:pt x="251" y="78"/>
                    <a:pt x="251" y="78"/>
                    <a:pt x="251" y="78"/>
                  </a:cubicBezTo>
                  <a:cubicBezTo>
                    <a:pt x="251" y="79"/>
                    <a:pt x="251" y="79"/>
                    <a:pt x="251" y="79"/>
                  </a:cubicBezTo>
                  <a:cubicBezTo>
                    <a:pt x="251" y="80"/>
                    <a:pt x="251" y="80"/>
                    <a:pt x="251" y="80"/>
                  </a:cubicBezTo>
                  <a:cubicBezTo>
                    <a:pt x="250" y="80"/>
                    <a:pt x="250" y="80"/>
                    <a:pt x="250" y="80"/>
                  </a:cubicBezTo>
                  <a:cubicBezTo>
                    <a:pt x="249" y="82"/>
                    <a:pt x="249" y="82"/>
                    <a:pt x="249" y="82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50" y="84"/>
                    <a:pt x="250" y="84"/>
                    <a:pt x="250" y="84"/>
                  </a:cubicBezTo>
                  <a:cubicBezTo>
                    <a:pt x="250" y="84"/>
                    <a:pt x="250" y="84"/>
                    <a:pt x="250" y="84"/>
                  </a:cubicBezTo>
                  <a:cubicBezTo>
                    <a:pt x="250" y="85"/>
                    <a:pt x="250" y="85"/>
                    <a:pt x="250" y="85"/>
                  </a:cubicBezTo>
                  <a:cubicBezTo>
                    <a:pt x="250" y="85"/>
                    <a:pt x="250" y="85"/>
                    <a:pt x="250" y="85"/>
                  </a:cubicBezTo>
                  <a:cubicBezTo>
                    <a:pt x="250" y="87"/>
                    <a:pt x="250" y="87"/>
                    <a:pt x="250" y="87"/>
                  </a:cubicBezTo>
                  <a:cubicBezTo>
                    <a:pt x="249" y="88"/>
                    <a:pt x="249" y="88"/>
                    <a:pt x="249" y="88"/>
                  </a:cubicBezTo>
                  <a:cubicBezTo>
                    <a:pt x="249" y="88"/>
                    <a:pt x="249" y="88"/>
                    <a:pt x="249" y="88"/>
                  </a:cubicBezTo>
                  <a:cubicBezTo>
                    <a:pt x="249" y="88"/>
                    <a:pt x="249" y="88"/>
                    <a:pt x="249" y="88"/>
                  </a:cubicBezTo>
                  <a:cubicBezTo>
                    <a:pt x="250" y="88"/>
                    <a:pt x="250" y="88"/>
                    <a:pt x="250" y="88"/>
                  </a:cubicBezTo>
                  <a:cubicBezTo>
                    <a:pt x="251" y="87"/>
                    <a:pt x="251" y="87"/>
                    <a:pt x="251" y="87"/>
                  </a:cubicBezTo>
                  <a:cubicBezTo>
                    <a:pt x="251" y="86"/>
                    <a:pt x="251" y="86"/>
                    <a:pt x="251" y="86"/>
                  </a:cubicBezTo>
                  <a:cubicBezTo>
                    <a:pt x="251" y="86"/>
                    <a:pt x="251" y="86"/>
                    <a:pt x="251" y="86"/>
                  </a:cubicBezTo>
                  <a:cubicBezTo>
                    <a:pt x="251" y="86"/>
                    <a:pt x="251" y="86"/>
                    <a:pt x="251" y="86"/>
                  </a:cubicBezTo>
                  <a:cubicBezTo>
                    <a:pt x="252" y="85"/>
                    <a:pt x="252" y="85"/>
                    <a:pt x="252" y="85"/>
                  </a:cubicBezTo>
                  <a:cubicBezTo>
                    <a:pt x="253" y="85"/>
                    <a:pt x="253" y="85"/>
                    <a:pt x="253" y="85"/>
                  </a:cubicBezTo>
                  <a:cubicBezTo>
                    <a:pt x="252" y="85"/>
                    <a:pt x="252" y="85"/>
                    <a:pt x="252" y="85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51" y="82"/>
                    <a:pt x="251" y="82"/>
                    <a:pt x="251" y="82"/>
                  </a:cubicBezTo>
                  <a:cubicBezTo>
                    <a:pt x="252" y="82"/>
                    <a:pt x="252" y="82"/>
                    <a:pt x="252" y="82"/>
                  </a:cubicBezTo>
                  <a:cubicBezTo>
                    <a:pt x="254" y="81"/>
                    <a:pt x="254" y="81"/>
                    <a:pt x="254" y="81"/>
                  </a:cubicBezTo>
                  <a:cubicBezTo>
                    <a:pt x="255" y="80"/>
                    <a:pt x="255" y="80"/>
                    <a:pt x="255" y="80"/>
                  </a:cubicBezTo>
                  <a:cubicBezTo>
                    <a:pt x="256" y="80"/>
                    <a:pt x="256" y="80"/>
                    <a:pt x="256" y="80"/>
                  </a:cubicBezTo>
                  <a:cubicBezTo>
                    <a:pt x="256" y="80"/>
                    <a:pt x="256" y="80"/>
                    <a:pt x="256" y="80"/>
                  </a:cubicBezTo>
                  <a:cubicBezTo>
                    <a:pt x="256" y="79"/>
                    <a:pt x="256" y="79"/>
                    <a:pt x="256" y="79"/>
                  </a:cubicBezTo>
                  <a:cubicBezTo>
                    <a:pt x="257" y="78"/>
                    <a:pt x="257" y="78"/>
                    <a:pt x="257" y="78"/>
                  </a:cubicBezTo>
                  <a:cubicBezTo>
                    <a:pt x="258" y="77"/>
                    <a:pt x="258" y="77"/>
                    <a:pt x="258" y="77"/>
                  </a:cubicBezTo>
                  <a:cubicBezTo>
                    <a:pt x="257" y="77"/>
                    <a:pt x="257" y="77"/>
                    <a:pt x="257" y="77"/>
                  </a:cubicBezTo>
                  <a:cubicBezTo>
                    <a:pt x="257" y="76"/>
                    <a:pt x="257" y="76"/>
                    <a:pt x="257" y="76"/>
                  </a:cubicBezTo>
                  <a:cubicBezTo>
                    <a:pt x="258" y="77"/>
                    <a:pt x="258" y="77"/>
                    <a:pt x="258" y="77"/>
                  </a:cubicBezTo>
                  <a:cubicBezTo>
                    <a:pt x="259" y="77"/>
                    <a:pt x="259" y="77"/>
                    <a:pt x="259" y="77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0" y="75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3"/>
                    <a:pt x="261" y="73"/>
                    <a:pt x="261" y="73"/>
                  </a:cubicBezTo>
                  <a:cubicBezTo>
                    <a:pt x="261" y="72"/>
                    <a:pt x="261" y="72"/>
                    <a:pt x="261" y="72"/>
                  </a:cubicBezTo>
                  <a:cubicBezTo>
                    <a:pt x="259" y="73"/>
                    <a:pt x="259" y="73"/>
                    <a:pt x="259" y="73"/>
                  </a:cubicBezTo>
                  <a:cubicBezTo>
                    <a:pt x="259" y="74"/>
                    <a:pt x="259" y="74"/>
                    <a:pt x="259" y="74"/>
                  </a:cubicBezTo>
                  <a:cubicBezTo>
                    <a:pt x="258" y="75"/>
                    <a:pt x="258" y="75"/>
                    <a:pt x="258" y="75"/>
                  </a:cubicBezTo>
                  <a:cubicBezTo>
                    <a:pt x="257" y="74"/>
                    <a:pt x="257" y="74"/>
                    <a:pt x="257" y="74"/>
                  </a:cubicBezTo>
                  <a:cubicBezTo>
                    <a:pt x="256" y="73"/>
                    <a:pt x="256" y="73"/>
                    <a:pt x="256" y="73"/>
                  </a:cubicBezTo>
                  <a:cubicBezTo>
                    <a:pt x="257" y="72"/>
                    <a:pt x="257" y="72"/>
                    <a:pt x="257" y="72"/>
                  </a:cubicBezTo>
                  <a:cubicBezTo>
                    <a:pt x="257" y="71"/>
                    <a:pt x="257" y="71"/>
                    <a:pt x="257" y="71"/>
                  </a:cubicBezTo>
                  <a:cubicBezTo>
                    <a:pt x="258" y="70"/>
                    <a:pt x="258" y="70"/>
                    <a:pt x="258" y="70"/>
                  </a:cubicBezTo>
                  <a:cubicBezTo>
                    <a:pt x="259" y="70"/>
                    <a:pt x="259" y="70"/>
                    <a:pt x="259" y="70"/>
                  </a:cubicBezTo>
                  <a:cubicBezTo>
                    <a:pt x="260" y="71"/>
                    <a:pt x="260" y="71"/>
                    <a:pt x="260" y="71"/>
                  </a:cubicBezTo>
                  <a:cubicBezTo>
                    <a:pt x="261" y="71"/>
                    <a:pt x="261" y="71"/>
                    <a:pt x="261" y="71"/>
                  </a:cubicBezTo>
                  <a:cubicBezTo>
                    <a:pt x="261" y="70"/>
                    <a:pt x="261" y="70"/>
                    <a:pt x="261" y="70"/>
                  </a:cubicBezTo>
                  <a:cubicBezTo>
                    <a:pt x="262" y="69"/>
                    <a:pt x="262" y="69"/>
                    <a:pt x="262" y="69"/>
                  </a:cubicBezTo>
                  <a:cubicBezTo>
                    <a:pt x="262" y="70"/>
                    <a:pt x="262" y="70"/>
                    <a:pt x="262" y="70"/>
                  </a:cubicBezTo>
                  <a:cubicBezTo>
                    <a:pt x="262" y="70"/>
                    <a:pt x="262" y="70"/>
                    <a:pt x="262" y="70"/>
                  </a:cubicBezTo>
                  <a:cubicBezTo>
                    <a:pt x="262" y="71"/>
                    <a:pt x="262" y="71"/>
                    <a:pt x="262" y="71"/>
                  </a:cubicBezTo>
                  <a:cubicBezTo>
                    <a:pt x="264" y="73"/>
                    <a:pt x="264" y="73"/>
                    <a:pt x="264" y="73"/>
                  </a:cubicBezTo>
                  <a:cubicBezTo>
                    <a:pt x="265" y="73"/>
                    <a:pt x="265" y="73"/>
                    <a:pt x="265" y="73"/>
                  </a:cubicBezTo>
                  <a:cubicBezTo>
                    <a:pt x="266" y="73"/>
                    <a:pt x="266" y="73"/>
                    <a:pt x="266" y="73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1"/>
                    <a:pt x="268" y="71"/>
                    <a:pt x="268" y="71"/>
                  </a:cubicBezTo>
                  <a:cubicBezTo>
                    <a:pt x="267" y="69"/>
                    <a:pt x="267" y="69"/>
                    <a:pt x="267" y="69"/>
                  </a:cubicBezTo>
                  <a:cubicBezTo>
                    <a:pt x="267" y="69"/>
                    <a:pt x="267" y="69"/>
                    <a:pt x="267" y="69"/>
                  </a:cubicBezTo>
                  <a:cubicBezTo>
                    <a:pt x="267" y="69"/>
                    <a:pt x="267" y="69"/>
                    <a:pt x="267" y="69"/>
                  </a:cubicBezTo>
                  <a:cubicBezTo>
                    <a:pt x="269" y="70"/>
                    <a:pt x="269" y="70"/>
                    <a:pt x="269" y="70"/>
                  </a:cubicBezTo>
                  <a:cubicBezTo>
                    <a:pt x="270" y="71"/>
                    <a:pt x="270" y="71"/>
                    <a:pt x="270" y="71"/>
                  </a:cubicBezTo>
                  <a:cubicBezTo>
                    <a:pt x="271" y="71"/>
                    <a:pt x="271" y="71"/>
                    <a:pt x="271" y="71"/>
                  </a:cubicBezTo>
                  <a:cubicBezTo>
                    <a:pt x="270" y="72"/>
                    <a:pt x="270" y="72"/>
                    <a:pt x="270" y="72"/>
                  </a:cubicBezTo>
                  <a:cubicBezTo>
                    <a:pt x="271" y="72"/>
                    <a:pt x="271" y="72"/>
                    <a:pt x="271" y="72"/>
                  </a:cubicBezTo>
                  <a:cubicBezTo>
                    <a:pt x="272" y="73"/>
                    <a:pt x="272" y="73"/>
                    <a:pt x="272" y="73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4" y="73"/>
                    <a:pt x="274" y="73"/>
                    <a:pt x="274" y="73"/>
                  </a:cubicBezTo>
                  <a:cubicBezTo>
                    <a:pt x="274" y="73"/>
                    <a:pt x="274" y="73"/>
                    <a:pt x="274" y="73"/>
                  </a:cubicBezTo>
                  <a:cubicBezTo>
                    <a:pt x="273" y="73"/>
                    <a:pt x="273" y="73"/>
                    <a:pt x="273" y="73"/>
                  </a:cubicBezTo>
                  <a:cubicBezTo>
                    <a:pt x="272" y="73"/>
                    <a:pt x="272" y="73"/>
                    <a:pt x="272" y="73"/>
                  </a:cubicBezTo>
                  <a:cubicBezTo>
                    <a:pt x="272" y="72"/>
                    <a:pt x="272" y="72"/>
                    <a:pt x="272" y="72"/>
                  </a:cubicBezTo>
                  <a:cubicBezTo>
                    <a:pt x="273" y="71"/>
                    <a:pt x="273" y="71"/>
                    <a:pt x="273" y="71"/>
                  </a:cubicBezTo>
                  <a:cubicBezTo>
                    <a:pt x="274" y="71"/>
                    <a:pt x="274" y="71"/>
                    <a:pt x="274" y="71"/>
                  </a:cubicBezTo>
                  <a:cubicBezTo>
                    <a:pt x="274" y="70"/>
                    <a:pt x="274" y="70"/>
                    <a:pt x="274" y="70"/>
                  </a:cubicBezTo>
                  <a:cubicBezTo>
                    <a:pt x="275" y="70"/>
                    <a:pt x="275" y="70"/>
                    <a:pt x="275" y="70"/>
                  </a:cubicBezTo>
                  <a:cubicBezTo>
                    <a:pt x="275" y="70"/>
                    <a:pt x="275" y="70"/>
                    <a:pt x="275" y="70"/>
                  </a:cubicBezTo>
                  <a:cubicBezTo>
                    <a:pt x="277" y="69"/>
                    <a:pt x="277" y="69"/>
                    <a:pt x="277" y="69"/>
                  </a:cubicBezTo>
                  <a:cubicBezTo>
                    <a:pt x="280" y="69"/>
                    <a:pt x="280" y="69"/>
                    <a:pt x="280" y="69"/>
                  </a:cubicBezTo>
                  <a:cubicBezTo>
                    <a:pt x="283" y="68"/>
                    <a:pt x="283" y="68"/>
                    <a:pt x="283" y="68"/>
                  </a:cubicBezTo>
                  <a:cubicBezTo>
                    <a:pt x="286" y="67"/>
                    <a:pt x="286" y="67"/>
                    <a:pt x="286" y="67"/>
                  </a:cubicBezTo>
                  <a:cubicBezTo>
                    <a:pt x="287" y="67"/>
                    <a:pt x="287" y="67"/>
                    <a:pt x="287" y="67"/>
                  </a:cubicBezTo>
                  <a:cubicBezTo>
                    <a:pt x="289" y="68"/>
                    <a:pt x="289" y="68"/>
                    <a:pt x="289" y="68"/>
                  </a:cubicBezTo>
                  <a:cubicBezTo>
                    <a:pt x="289" y="68"/>
                    <a:pt x="289" y="68"/>
                    <a:pt x="289" y="68"/>
                  </a:cubicBezTo>
                  <a:cubicBezTo>
                    <a:pt x="288" y="69"/>
                    <a:pt x="288" y="69"/>
                    <a:pt x="288" y="69"/>
                  </a:cubicBezTo>
                  <a:cubicBezTo>
                    <a:pt x="288" y="69"/>
                    <a:pt x="288" y="69"/>
                    <a:pt x="288" y="69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93" y="72"/>
                    <a:pt x="293" y="72"/>
                    <a:pt x="293" y="72"/>
                  </a:cubicBezTo>
                  <a:cubicBezTo>
                    <a:pt x="294" y="72"/>
                    <a:pt x="294" y="72"/>
                    <a:pt x="294" y="72"/>
                  </a:cubicBezTo>
                  <a:cubicBezTo>
                    <a:pt x="294" y="72"/>
                    <a:pt x="294" y="72"/>
                    <a:pt x="294" y="72"/>
                  </a:cubicBezTo>
                  <a:cubicBezTo>
                    <a:pt x="296" y="72"/>
                    <a:pt x="296" y="72"/>
                    <a:pt x="296" y="72"/>
                  </a:cubicBezTo>
                  <a:cubicBezTo>
                    <a:pt x="297" y="72"/>
                    <a:pt x="297" y="72"/>
                    <a:pt x="297" y="72"/>
                  </a:cubicBezTo>
                  <a:cubicBezTo>
                    <a:pt x="300" y="72"/>
                    <a:pt x="300" y="72"/>
                    <a:pt x="300" y="72"/>
                  </a:cubicBezTo>
                  <a:cubicBezTo>
                    <a:pt x="302" y="71"/>
                    <a:pt x="302" y="71"/>
                    <a:pt x="302" y="71"/>
                  </a:cubicBezTo>
                  <a:cubicBezTo>
                    <a:pt x="302" y="71"/>
                    <a:pt x="302" y="71"/>
                    <a:pt x="302" y="71"/>
                  </a:cubicBezTo>
                  <a:cubicBezTo>
                    <a:pt x="303" y="71"/>
                    <a:pt x="303" y="71"/>
                    <a:pt x="303" y="71"/>
                  </a:cubicBezTo>
                  <a:cubicBezTo>
                    <a:pt x="304" y="70"/>
                    <a:pt x="304" y="70"/>
                    <a:pt x="304" y="70"/>
                  </a:cubicBezTo>
                  <a:cubicBezTo>
                    <a:pt x="303" y="70"/>
                    <a:pt x="303" y="70"/>
                    <a:pt x="303" y="70"/>
                  </a:cubicBezTo>
                  <a:cubicBezTo>
                    <a:pt x="304" y="70"/>
                    <a:pt x="304" y="70"/>
                    <a:pt x="304" y="70"/>
                  </a:cubicBezTo>
                  <a:cubicBezTo>
                    <a:pt x="305" y="70"/>
                    <a:pt x="305" y="70"/>
                    <a:pt x="305" y="70"/>
                  </a:cubicBezTo>
                  <a:cubicBezTo>
                    <a:pt x="306" y="70"/>
                    <a:pt x="306" y="70"/>
                    <a:pt x="306" y="70"/>
                  </a:cubicBezTo>
                  <a:cubicBezTo>
                    <a:pt x="306" y="70"/>
                    <a:pt x="306" y="70"/>
                    <a:pt x="306" y="70"/>
                  </a:cubicBezTo>
                  <a:cubicBezTo>
                    <a:pt x="307" y="70"/>
                    <a:pt x="307" y="70"/>
                    <a:pt x="307" y="70"/>
                  </a:cubicBezTo>
                  <a:cubicBezTo>
                    <a:pt x="307" y="69"/>
                    <a:pt x="307" y="69"/>
                    <a:pt x="307" y="69"/>
                  </a:cubicBezTo>
                  <a:cubicBezTo>
                    <a:pt x="307" y="69"/>
                    <a:pt x="307" y="69"/>
                    <a:pt x="307" y="69"/>
                  </a:cubicBezTo>
                  <a:cubicBezTo>
                    <a:pt x="306" y="68"/>
                    <a:pt x="306" y="68"/>
                    <a:pt x="306" y="68"/>
                  </a:cubicBezTo>
                  <a:cubicBezTo>
                    <a:pt x="307" y="67"/>
                    <a:pt x="307" y="67"/>
                    <a:pt x="307" y="67"/>
                  </a:cubicBezTo>
                  <a:cubicBezTo>
                    <a:pt x="306" y="67"/>
                    <a:pt x="306" y="67"/>
                    <a:pt x="306" y="67"/>
                  </a:cubicBezTo>
                  <a:cubicBezTo>
                    <a:pt x="305" y="67"/>
                    <a:pt x="305" y="67"/>
                    <a:pt x="305" y="67"/>
                  </a:cubicBezTo>
                  <a:cubicBezTo>
                    <a:pt x="305" y="66"/>
                    <a:pt x="305" y="66"/>
                    <a:pt x="305" y="66"/>
                  </a:cubicBezTo>
                  <a:cubicBezTo>
                    <a:pt x="304" y="65"/>
                    <a:pt x="304" y="65"/>
                    <a:pt x="304" y="65"/>
                  </a:cubicBezTo>
                  <a:cubicBezTo>
                    <a:pt x="304" y="65"/>
                    <a:pt x="304" y="65"/>
                    <a:pt x="304" y="65"/>
                  </a:cubicBezTo>
                  <a:cubicBezTo>
                    <a:pt x="304" y="64"/>
                    <a:pt x="304" y="64"/>
                    <a:pt x="304" y="64"/>
                  </a:cubicBezTo>
                  <a:cubicBezTo>
                    <a:pt x="304" y="63"/>
                    <a:pt x="304" y="63"/>
                    <a:pt x="304" y="63"/>
                  </a:cubicBezTo>
                  <a:cubicBezTo>
                    <a:pt x="304" y="62"/>
                    <a:pt x="304" y="62"/>
                    <a:pt x="304" y="62"/>
                  </a:cubicBezTo>
                  <a:cubicBezTo>
                    <a:pt x="304" y="63"/>
                    <a:pt x="304" y="63"/>
                    <a:pt x="304" y="63"/>
                  </a:cubicBezTo>
                  <a:cubicBezTo>
                    <a:pt x="305" y="63"/>
                    <a:pt x="305" y="63"/>
                    <a:pt x="305" y="63"/>
                  </a:cubicBezTo>
                  <a:cubicBezTo>
                    <a:pt x="306" y="62"/>
                    <a:pt x="306" y="62"/>
                    <a:pt x="306" y="62"/>
                  </a:cubicBezTo>
                  <a:cubicBezTo>
                    <a:pt x="305" y="62"/>
                    <a:pt x="305" y="62"/>
                    <a:pt x="305" y="6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06" y="61"/>
                    <a:pt x="306" y="61"/>
                    <a:pt x="306" y="61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8" y="61"/>
                    <a:pt x="308" y="61"/>
                    <a:pt x="308" y="61"/>
                  </a:cubicBezTo>
                  <a:cubicBezTo>
                    <a:pt x="308" y="61"/>
                    <a:pt x="308" y="61"/>
                    <a:pt x="308" y="61"/>
                  </a:cubicBezTo>
                  <a:cubicBezTo>
                    <a:pt x="309" y="61"/>
                    <a:pt x="309" y="61"/>
                    <a:pt x="309" y="61"/>
                  </a:cubicBezTo>
                  <a:cubicBezTo>
                    <a:pt x="310" y="61"/>
                    <a:pt x="310" y="61"/>
                    <a:pt x="310" y="61"/>
                  </a:cubicBezTo>
                  <a:cubicBezTo>
                    <a:pt x="310" y="61"/>
                    <a:pt x="310" y="61"/>
                    <a:pt x="310" y="61"/>
                  </a:cubicBezTo>
                  <a:cubicBezTo>
                    <a:pt x="311" y="61"/>
                    <a:pt x="311" y="61"/>
                    <a:pt x="311" y="61"/>
                  </a:cubicBezTo>
                  <a:cubicBezTo>
                    <a:pt x="312" y="62"/>
                    <a:pt x="312" y="62"/>
                    <a:pt x="312" y="62"/>
                  </a:cubicBezTo>
                  <a:cubicBezTo>
                    <a:pt x="312" y="62"/>
                    <a:pt x="312" y="62"/>
                    <a:pt x="312" y="62"/>
                  </a:cubicBezTo>
                  <a:cubicBezTo>
                    <a:pt x="313" y="62"/>
                    <a:pt x="313" y="62"/>
                    <a:pt x="313" y="62"/>
                  </a:cubicBezTo>
                  <a:cubicBezTo>
                    <a:pt x="313" y="61"/>
                    <a:pt x="313" y="61"/>
                    <a:pt x="313" y="61"/>
                  </a:cubicBezTo>
                  <a:cubicBezTo>
                    <a:pt x="313" y="61"/>
                    <a:pt x="313" y="61"/>
                    <a:pt x="313" y="61"/>
                  </a:cubicBezTo>
                  <a:cubicBezTo>
                    <a:pt x="314" y="62"/>
                    <a:pt x="314" y="62"/>
                    <a:pt x="314" y="62"/>
                  </a:cubicBezTo>
                  <a:cubicBezTo>
                    <a:pt x="313" y="63"/>
                    <a:pt x="313" y="63"/>
                    <a:pt x="313" y="63"/>
                  </a:cubicBezTo>
                  <a:cubicBezTo>
                    <a:pt x="313" y="63"/>
                    <a:pt x="313" y="63"/>
                    <a:pt x="313" y="63"/>
                  </a:cubicBezTo>
                  <a:cubicBezTo>
                    <a:pt x="313" y="63"/>
                    <a:pt x="313" y="63"/>
                    <a:pt x="313" y="63"/>
                  </a:cubicBezTo>
                  <a:cubicBezTo>
                    <a:pt x="314" y="63"/>
                    <a:pt x="314" y="63"/>
                    <a:pt x="314" y="63"/>
                  </a:cubicBezTo>
                  <a:cubicBezTo>
                    <a:pt x="315" y="63"/>
                    <a:pt x="315" y="63"/>
                    <a:pt x="315" y="63"/>
                  </a:cubicBezTo>
                  <a:cubicBezTo>
                    <a:pt x="315" y="63"/>
                    <a:pt x="315" y="63"/>
                    <a:pt x="315" y="63"/>
                  </a:cubicBezTo>
                  <a:cubicBezTo>
                    <a:pt x="315" y="63"/>
                    <a:pt x="315" y="63"/>
                    <a:pt x="315" y="63"/>
                  </a:cubicBezTo>
                  <a:cubicBezTo>
                    <a:pt x="316" y="63"/>
                    <a:pt x="316" y="63"/>
                    <a:pt x="316" y="63"/>
                  </a:cubicBezTo>
                  <a:cubicBezTo>
                    <a:pt x="315" y="62"/>
                    <a:pt x="315" y="62"/>
                    <a:pt x="315" y="62"/>
                  </a:cubicBezTo>
                  <a:cubicBezTo>
                    <a:pt x="315" y="62"/>
                    <a:pt x="315" y="62"/>
                    <a:pt x="315" y="62"/>
                  </a:cubicBezTo>
                  <a:cubicBezTo>
                    <a:pt x="315" y="61"/>
                    <a:pt x="315" y="61"/>
                    <a:pt x="315" y="61"/>
                  </a:cubicBezTo>
                  <a:cubicBezTo>
                    <a:pt x="316" y="61"/>
                    <a:pt x="316" y="61"/>
                    <a:pt x="316" y="61"/>
                  </a:cubicBezTo>
                  <a:cubicBezTo>
                    <a:pt x="317" y="61"/>
                    <a:pt x="317" y="61"/>
                    <a:pt x="317" y="61"/>
                  </a:cubicBezTo>
                  <a:cubicBezTo>
                    <a:pt x="318" y="61"/>
                    <a:pt x="318" y="61"/>
                    <a:pt x="318" y="61"/>
                  </a:cubicBezTo>
                  <a:cubicBezTo>
                    <a:pt x="318" y="61"/>
                    <a:pt x="318" y="61"/>
                    <a:pt x="318" y="61"/>
                  </a:cubicBezTo>
                  <a:cubicBezTo>
                    <a:pt x="319" y="61"/>
                    <a:pt x="319" y="61"/>
                    <a:pt x="319" y="61"/>
                  </a:cubicBezTo>
                  <a:cubicBezTo>
                    <a:pt x="319" y="62"/>
                    <a:pt x="319" y="62"/>
                    <a:pt x="319" y="62"/>
                  </a:cubicBezTo>
                  <a:cubicBezTo>
                    <a:pt x="320" y="63"/>
                    <a:pt x="320" y="63"/>
                    <a:pt x="320" y="63"/>
                  </a:cubicBezTo>
                  <a:cubicBezTo>
                    <a:pt x="320" y="62"/>
                    <a:pt x="320" y="62"/>
                    <a:pt x="320" y="62"/>
                  </a:cubicBezTo>
                  <a:cubicBezTo>
                    <a:pt x="320" y="62"/>
                    <a:pt x="320" y="62"/>
                    <a:pt x="320" y="62"/>
                  </a:cubicBezTo>
                  <a:cubicBezTo>
                    <a:pt x="321" y="61"/>
                    <a:pt x="321" y="61"/>
                    <a:pt x="321" y="61"/>
                  </a:cubicBezTo>
                  <a:cubicBezTo>
                    <a:pt x="321" y="62"/>
                    <a:pt x="321" y="62"/>
                    <a:pt x="321" y="62"/>
                  </a:cubicBezTo>
                  <a:cubicBezTo>
                    <a:pt x="322" y="63"/>
                    <a:pt x="322" y="63"/>
                    <a:pt x="322" y="63"/>
                  </a:cubicBezTo>
                  <a:cubicBezTo>
                    <a:pt x="323" y="62"/>
                    <a:pt x="323" y="62"/>
                    <a:pt x="323" y="62"/>
                  </a:cubicBezTo>
                  <a:cubicBezTo>
                    <a:pt x="323" y="63"/>
                    <a:pt x="323" y="63"/>
                    <a:pt x="323" y="63"/>
                  </a:cubicBezTo>
                  <a:cubicBezTo>
                    <a:pt x="324" y="64"/>
                    <a:pt x="324" y="64"/>
                    <a:pt x="324" y="64"/>
                  </a:cubicBezTo>
                  <a:cubicBezTo>
                    <a:pt x="324" y="63"/>
                    <a:pt x="324" y="63"/>
                    <a:pt x="324" y="63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25" y="64"/>
                    <a:pt x="325" y="64"/>
                    <a:pt x="325" y="64"/>
                  </a:cubicBezTo>
                  <a:cubicBezTo>
                    <a:pt x="325" y="65"/>
                    <a:pt x="325" y="65"/>
                    <a:pt x="325" y="65"/>
                  </a:cubicBezTo>
                  <a:cubicBezTo>
                    <a:pt x="326" y="65"/>
                    <a:pt x="326" y="65"/>
                    <a:pt x="326" y="65"/>
                  </a:cubicBezTo>
                  <a:cubicBezTo>
                    <a:pt x="327" y="65"/>
                    <a:pt x="327" y="65"/>
                    <a:pt x="327" y="65"/>
                  </a:cubicBezTo>
                  <a:cubicBezTo>
                    <a:pt x="327" y="66"/>
                    <a:pt x="327" y="66"/>
                    <a:pt x="327" y="66"/>
                  </a:cubicBezTo>
                  <a:cubicBezTo>
                    <a:pt x="327" y="65"/>
                    <a:pt x="327" y="65"/>
                    <a:pt x="327" y="65"/>
                  </a:cubicBezTo>
                  <a:cubicBezTo>
                    <a:pt x="328" y="65"/>
                    <a:pt x="328" y="65"/>
                    <a:pt x="328" y="65"/>
                  </a:cubicBezTo>
                  <a:cubicBezTo>
                    <a:pt x="328" y="66"/>
                    <a:pt x="328" y="66"/>
                    <a:pt x="328" y="66"/>
                  </a:cubicBezTo>
                  <a:cubicBezTo>
                    <a:pt x="327" y="67"/>
                    <a:pt x="327" y="67"/>
                    <a:pt x="327" y="67"/>
                  </a:cubicBezTo>
                  <a:cubicBezTo>
                    <a:pt x="327" y="68"/>
                    <a:pt x="327" y="68"/>
                    <a:pt x="327" y="68"/>
                  </a:cubicBezTo>
                  <a:cubicBezTo>
                    <a:pt x="328" y="67"/>
                    <a:pt x="328" y="67"/>
                    <a:pt x="328" y="67"/>
                  </a:cubicBezTo>
                  <a:cubicBezTo>
                    <a:pt x="329" y="67"/>
                    <a:pt x="329" y="67"/>
                    <a:pt x="329" y="67"/>
                  </a:cubicBezTo>
                  <a:cubicBezTo>
                    <a:pt x="329" y="67"/>
                    <a:pt x="329" y="67"/>
                    <a:pt x="329" y="67"/>
                  </a:cubicBezTo>
                  <a:cubicBezTo>
                    <a:pt x="328" y="69"/>
                    <a:pt x="328" y="69"/>
                    <a:pt x="328" y="69"/>
                  </a:cubicBezTo>
                  <a:cubicBezTo>
                    <a:pt x="328" y="70"/>
                    <a:pt x="328" y="70"/>
                    <a:pt x="328" y="70"/>
                  </a:cubicBezTo>
                  <a:cubicBezTo>
                    <a:pt x="329" y="70"/>
                    <a:pt x="329" y="70"/>
                    <a:pt x="329" y="70"/>
                  </a:cubicBezTo>
                  <a:cubicBezTo>
                    <a:pt x="330" y="70"/>
                    <a:pt x="330" y="70"/>
                    <a:pt x="330" y="70"/>
                  </a:cubicBezTo>
                  <a:cubicBezTo>
                    <a:pt x="330" y="69"/>
                    <a:pt x="330" y="69"/>
                    <a:pt x="330" y="69"/>
                  </a:cubicBezTo>
                  <a:cubicBezTo>
                    <a:pt x="331" y="69"/>
                    <a:pt x="331" y="69"/>
                    <a:pt x="331" y="69"/>
                  </a:cubicBezTo>
                  <a:cubicBezTo>
                    <a:pt x="331" y="70"/>
                    <a:pt x="331" y="70"/>
                    <a:pt x="331" y="70"/>
                  </a:cubicBezTo>
                  <a:cubicBezTo>
                    <a:pt x="332" y="70"/>
                    <a:pt x="332" y="70"/>
                    <a:pt x="332" y="70"/>
                  </a:cubicBezTo>
                  <a:cubicBezTo>
                    <a:pt x="332" y="71"/>
                    <a:pt x="332" y="71"/>
                    <a:pt x="332" y="71"/>
                  </a:cubicBezTo>
                  <a:cubicBezTo>
                    <a:pt x="332" y="72"/>
                    <a:pt x="332" y="72"/>
                    <a:pt x="332" y="72"/>
                  </a:cubicBezTo>
                  <a:cubicBezTo>
                    <a:pt x="333" y="72"/>
                    <a:pt x="333" y="72"/>
                    <a:pt x="333" y="72"/>
                  </a:cubicBezTo>
                  <a:cubicBezTo>
                    <a:pt x="333" y="72"/>
                    <a:pt x="333" y="72"/>
                    <a:pt x="333" y="72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73"/>
                    <a:pt x="334" y="73"/>
                    <a:pt x="334" y="73"/>
                  </a:cubicBezTo>
                  <a:cubicBezTo>
                    <a:pt x="333" y="74"/>
                    <a:pt x="333" y="74"/>
                    <a:pt x="333" y="74"/>
                  </a:cubicBezTo>
                  <a:cubicBezTo>
                    <a:pt x="332" y="74"/>
                    <a:pt x="332" y="74"/>
                    <a:pt x="332" y="74"/>
                  </a:cubicBezTo>
                  <a:cubicBezTo>
                    <a:pt x="331" y="74"/>
                    <a:pt x="331" y="74"/>
                    <a:pt x="331" y="74"/>
                  </a:cubicBezTo>
                  <a:cubicBezTo>
                    <a:pt x="330" y="73"/>
                    <a:pt x="330" y="73"/>
                    <a:pt x="330" y="73"/>
                  </a:cubicBezTo>
                  <a:cubicBezTo>
                    <a:pt x="328" y="73"/>
                    <a:pt x="328" y="73"/>
                    <a:pt x="328" y="73"/>
                  </a:cubicBezTo>
                  <a:cubicBezTo>
                    <a:pt x="329" y="74"/>
                    <a:pt x="329" y="74"/>
                    <a:pt x="329" y="74"/>
                  </a:cubicBezTo>
                  <a:cubicBezTo>
                    <a:pt x="329" y="75"/>
                    <a:pt x="329" y="75"/>
                    <a:pt x="329" y="75"/>
                  </a:cubicBezTo>
                  <a:cubicBezTo>
                    <a:pt x="331" y="75"/>
                    <a:pt x="331" y="75"/>
                    <a:pt x="331" y="75"/>
                  </a:cubicBezTo>
                  <a:cubicBezTo>
                    <a:pt x="331" y="76"/>
                    <a:pt x="331" y="76"/>
                    <a:pt x="331" y="76"/>
                  </a:cubicBezTo>
                  <a:cubicBezTo>
                    <a:pt x="333" y="77"/>
                    <a:pt x="333" y="77"/>
                    <a:pt x="333" y="77"/>
                  </a:cubicBezTo>
                  <a:cubicBezTo>
                    <a:pt x="334" y="77"/>
                    <a:pt x="334" y="77"/>
                    <a:pt x="334" y="77"/>
                  </a:cubicBezTo>
                  <a:cubicBezTo>
                    <a:pt x="335" y="76"/>
                    <a:pt x="335" y="76"/>
                    <a:pt x="335" y="76"/>
                  </a:cubicBezTo>
                  <a:cubicBezTo>
                    <a:pt x="335" y="76"/>
                    <a:pt x="335" y="76"/>
                    <a:pt x="335" y="76"/>
                  </a:cubicBezTo>
                  <a:cubicBezTo>
                    <a:pt x="335" y="75"/>
                    <a:pt x="335" y="75"/>
                    <a:pt x="335" y="75"/>
                  </a:cubicBezTo>
                  <a:cubicBezTo>
                    <a:pt x="334" y="74"/>
                    <a:pt x="334" y="74"/>
                    <a:pt x="334" y="74"/>
                  </a:cubicBezTo>
                  <a:cubicBezTo>
                    <a:pt x="335" y="74"/>
                    <a:pt x="335" y="74"/>
                    <a:pt x="335" y="74"/>
                  </a:cubicBezTo>
                  <a:cubicBezTo>
                    <a:pt x="336" y="75"/>
                    <a:pt x="336" y="75"/>
                    <a:pt x="336" y="75"/>
                  </a:cubicBezTo>
                  <a:cubicBezTo>
                    <a:pt x="337" y="76"/>
                    <a:pt x="337" y="76"/>
                    <a:pt x="337" y="76"/>
                  </a:cubicBezTo>
                  <a:cubicBezTo>
                    <a:pt x="337" y="76"/>
                    <a:pt x="337" y="76"/>
                    <a:pt x="337" y="76"/>
                  </a:cubicBezTo>
                  <a:cubicBezTo>
                    <a:pt x="336" y="76"/>
                    <a:pt x="336" y="76"/>
                    <a:pt x="336" y="76"/>
                  </a:cubicBezTo>
                  <a:cubicBezTo>
                    <a:pt x="335" y="78"/>
                    <a:pt x="335" y="78"/>
                    <a:pt x="335" y="78"/>
                  </a:cubicBezTo>
                  <a:cubicBezTo>
                    <a:pt x="335" y="78"/>
                    <a:pt x="335" y="78"/>
                    <a:pt x="335" y="78"/>
                  </a:cubicBezTo>
                  <a:cubicBezTo>
                    <a:pt x="336" y="78"/>
                    <a:pt x="336" y="78"/>
                    <a:pt x="336" y="78"/>
                  </a:cubicBezTo>
                  <a:cubicBezTo>
                    <a:pt x="336" y="78"/>
                    <a:pt x="336" y="78"/>
                    <a:pt x="336" y="78"/>
                  </a:cubicBezTo>
                  <a:cubicBezTo>
                    <a:pt x="337" y="78"/>
                    <a:pt x="337" y="78"/>
                    <a:pt x="337" y="78"/>
                  </a:cubicBezTo>
                  <a:cubicBezTo>
                    <a:pt x="340" y="80"/>
                    <a:pt x="340" y="80"/>
                    <a:pt x="340" y="80"/>
                  </a:cubicBezTo>
                  <a:cubicBezTo>
                    <a:pt x="341" y="80"/>
                    <a:pt x="341" y="80"/>
                    <a:pt x="341" y="80"/>
                  </a:cubicBezTo>
                  <a:cubicBezTo>
                    <a:pt x="341" y="81"/>
                    <a:pt x="341" y="81"/>
                    <a:pt x="341" y="81"/>
                  </a:cubicBezTo>
                  <a:cubicBezTo>
                    <a:pt x="344" y="82"/>
                    <a:pt x="344" y="82"/>
                    <a:pt x="344" y="82"/>
                  </a:cubicBezTo>
                  <a:cubicBezTo>
                    <a:pt x="345" y="83"/>
                    <a:pt x="345" y="83"/>
                    <a:pt x="345" y="83"/>
                  </a:cubicBezTo>
                  <a:cubicBezTo>
                    <a:pt x="346" y="83"/>
                    <a:pt x="346" y="83"/>
                    <a:pt x="346" y="83"/>
                  </a:cubicBezTo>
                  <a:cubicBezTo>
                    <a:pt x="346" y="83"/>
                    <a:pt x="346" y="83"/>
                    <a:pt x="346" y="83"/>
                  </a:cubicBezTo>
                  <a:cubicBezTo>
                    <a:pt x="346" y="82"/>
                    <a:pt x="346" y="82"/>
                    <a:pt x="346" y="82"/>
                  </a:cubicBezTo>
                  <a:cubicBezTo>
                    <a:pt x="347" y="82"/>
                    <a:pt x="347" y="82"/>
                    <a:pt x="347" y="82"/>
                  </a:cubicBezTo>
                  <a:cubicBezTo>
                    <a:pt x="347" y="83"/>
                    <a:pt x="347" y="83"/>
                    <a:pt x="347" y="83"/>
                  </a:cubicBezTo>
                  <a:cubicBezTo>
                    <a:pt x="348" y="83"/>
                    <a:pt x="348" y="83"/>
                    <a:pt x="348" y="83"/>
                  </a:cubicBezTo>
                  <a:cubicBezTo>
                    <a:pt x="348" y="84"/>
                    <a:pt x="348" y="84"/>
                    <a:pt x="348" y="84"/>
                  </a:cubicBezTo>
                  <a:cubicBezTo>
                    <a:pt x="349" y="84"/>
                    <a:pt x="349" y="84"/>
                    <a:pt x="349" y="84"/>
                  </a:cubicBezTo>
                  <a:cubicBezTo>
                    <a:pt x="349" y="83"/>
                    <a:pt x="349" y="83"/>
                    <a:pt x="349" y="83"/>
                  </a:cubicBezTo>
                  <a:cubicBezTo>
                    <a:pt x="348" y="79"/>
                    <a:pt x="348" y="79"/>
                    <a:pt x="348" y="79"/>
                  </a:cubicBezTo>
                  <a:cubicBezTo>
                    <a:pt x="347" y="77"/>
                    <a:pt x="347" y="77"/>
                    <a:pt x="347" y="77"/>
                  </a:cubicBezTo>
                  <a:cubicBezTo>
                    <a:pt x="346" y="74"/>
                    <a:pt x="346" y="74"/>
                    <a:pt x="346" y="74"/>
                  </a:cubicBezTo>
                  <a:cubicBezTo>
                    <a:pt x="346" y="72"/>
                    <a:pt x="346" y="72"/>
                    <a:pt x="346" y="72"/>
                  </a:cubicBezTo>
                  <a:cubicBezTo>
                    <a:pt x="345" y="71"/>
                    <a:pt x="345" y="71"/>
                    <a:pt x="345" y="71"/>
                  </a:cubicBezTo>
                  <a:cubicBezTo>
                    <a:pt x="345" y="70"/>
                    <a:pt x="345" y="70"/>
                    <a:pt x="345" y="70"/>
                  </a:cubicBezTo>
                  <a:cubicBezTo>
                    <a:pt x="346" y="71"/>
                    <a:pt x="346" y="71"/>
                    <a:pt x="346" y="71"/>
                  </a:cubicBezTo>
                  <a:cubicBezTo>
                    <a:pt x="346" y="72"/>
                    <a:pt x="346" y="72"/>
                    <a:pt x="346" y="72"/>
                  </a:cubicBezTo>
                  <a:cubicBezTo>
                    <a:pt x="347" y="73"/>
                    <a:pt x="347" y="73"/>
                    <a:pt x="347" y="73"/>
                  </a:cubicBezTo>
                  <a:cubicBezTo>
                    <a:pt x="348" y="73"/>
                    <a:pt x="348" y="73"/>
                    <a:pt x="348" y="73"/>
                  </a:cubicBezTo>
                  <a:cubicBezTo>
                    <a:pt x="349" y="74"/>
                    <a:pt x="349" y="74"/>
                    <a:pt x="349" y="74"/>
                  </a:cubicBezTo>
                  <a:cubicBezTo>
                    <a:pt x="351" y="74"/>
                    <a:pt x="351" y="74"/>
                    <a:pt x="351" y="74"/>
                  </a:cubicBezTo>
                  <a:cubicBezTo>
                    <a:pt x="354" y="74"/>
                    <a:pt x="354" y="74"/>
                    <a:pt x="354" y="74"/>
                  </a:cubicBezTo>
                  <a:cubicBezTo>
                    <a:pt x="355" y="74"/>
                    <a:pt x="355" y="74"/>
                    <a:pt x="355" y="74"/>
                  </a:cubicBezTo>
                  <a:cubicBezTo>
                    <a:pt x="356" y="74"/>
                    <a:pt x="356" y="74"/>
                    <a:pt x="356" y="74"/>
                  </a:cubicBezTo>
                  <a:cubicBezTo>
                    <a:pt x="357" y="74"/>
                    <a:pt x="357" y="74"/>
                    <a:pt x="357" y="74"/>
                  </a:cubicBezTo>
                  <a:cubicBezTo>
                    <a:pt x="357" y="74"/>
                    <a:pt x="357" y="74"/>
                    <a:pt x="357" y="74"/>
                  </a:cubicBezTo>
                  <a:cubicBezTo>
                    <a:pt x="356" y="73"/>
                    <a:pt x="356" y="73"/>
                    <a:pt x="356" y="73"/>
                  </a:cubicBezTo>
                  <a:cubicBezTo>
                    <a:pt x="356" y="73"/>
                    <a:pt x="356" y="73"/>
                    <a:pt x="356" y="73"/>
                  </a:cubicBezTo>
                  <a:cubicBezTo>
                    <a:pt x="356" y="72"/>
                    <a:pt x="356" y="72"/>
                    <a:pt x="356" y="72"/>
                  </a:cubicBezTo>
                  <a:cubicBezTo>
                    <a:pt x="356" y="72"/>
                    <a:pt x="356" y="72"/>
                    <a:pt x="356" y="72"/>
                  </a:cubicBezTo>
                  <a:cubicBezTo>
                    <a:pt x="356" y="71"/>
                    <a:pt x="356" y="71"/>
                    <a:pt x="356" y="71"/>
                  </a:cubicBezTo>
                  <a:cubicBezTo>
                    <a:pt x="359" y="70"/>
                    <a:pt x="359" y="70"/>
                    <a:pt x="359" y="70"/>
                  </a:cubicBezTo>
                  <a:cubicBezTo>
                    <a:pt x="360" y="70"/>
                    <a:pt x="360" y="70"/>
                    <a:pt x="360" y="70"/>
                  </a:cubicBezTo>
                  <a:cubicBezTo>
                    <a:pt x="360" y="70"/>
                    <a:pt x="360" y="70"/>
                    <a:pt x="360" y="70"/>
                  </a:cubicBezTo>
                  <a:cubicBezTo>
                    <a:pt x="361" y="70"/>
                    <a:pt x="361" y="70"/>
                    <a:pt x="361" y="70"/>
                  </a:cubicBezTo>
                  <a:cubicBezTo>
                    <a:pt x="363" y="70"/>
                    <a:pt x="363" y="70"/>
                    <a:pt x="363" y="70"/>
                  </a:cubicBezTo>
                  <a:cubicBezTo>
                    <a:pt x="364" y="71"/>
                    <a:pt x="364" y="71"/>
                    <a:pt x="364" y="71"/>
                  </a:cubicBezTo>
                  <a:cubicBezTo>
                    <a:pt x="365" y="72"/>
                    <a:pt x="365" y="72"/>
                    <a:pt x="365" y="72"/>
                  </a:cubicBezTo>
                  <a:cubicBezTo>
                    <a:pt x="365" y="72"/>
                    <a:pt x="365" y="72"/>
                    <a:pt x="365" y="72"/>
                  </a:cubicBezTo>
                  <a:cubicBezTo>
                    <a:pt x="367" y="73"/>
                    <a:pt x="367" y="73"/>
                    <a:pt x="367" y="73"/>
                  </a:cubicBezTo>
                  <a:cubicBezTo>
                    <a:pt x="367" y="73"/>
                    <a:pt x="367" y="73"/>
                    <a:pt x="367" y="73"/>
                  </a:cubicBezTo>
                  <a:cubicBezTo>
                    <a:pt x="369" y="73"/>
                    <a:pt x="369" y="73"/>
                    <a:pt x="369" y="73"/>
                  </a:cubicBezTo>
                  <a:cubicBezTo>
                    <a:pt x="368" y="73"/>
                    <a:pt x="368" y="73"/>
                    <a:pt x="368" y="73"/>
                  </a:cubicBezTo>
                  <a:cubicBezTo>
                    <a:pt x="368" y="72"/>
                    <a:pt x="368" y="72"/>
                    <a:pt x="368" y="72"/>
                  </a:cubicBezTo>
                  <a:cubicBezTo>
                    <a:pt x="369" y="73"/>
                    <a:pt x="369" y="73"/>
                    <a:pt x="369" y="73"/>
                  </a:cubicBezTo>
                  <a:cubicBezTo>
                    <a:pt x="370" y="72"/>
                    <a:pt x="370" y="72"/>
                    <a:pt x="370" y="72"/>
                  </a:cubicBezTo>
                  <a:cubicBezTo>
                    <a:pt x="369" y="72"/>
                    <a:pt x="369" y="72"/>
                    <a:pt x="369" y="72"/>
                  </a:cubicBezTo>
                  <a:cubicBezTo>
                    <a:pt x="370" y="71"/>
                    <a:pt x="370" y="71"/>
                    <a:pt x="370" y="71"/>
                  </a:cubicBezTo>
                  <a:cubicBezTo>
                    <a:pt x="369" y="70"/>
                    <a:pt x="369" y="70"/>
                    <a:pt x="369" y="70"/>
                  </a:cubicBezTo>
                  <a:cubicBezTo>
                    <a:pt x="368" y="71"/>
                    <a:pt x="368" y="71"/>
                    <a:pt x="368" y="71"/>
                  </a:cubicBezTo>
                  <a:cubicBezTo>
                    <a:pt x="367" y="71"/>
                    <a:pt x="367" y="71"/>
                    <a:pt x="367" y="71"/>
                  </a:cubicBezTo>
                  <a:cubicBezTo>
                    <a:pt x="367" y="69"/>
                    <a:pt x="367" y="69"/>
                    <a:pt x="367" y="69"/>
                  </a:cubicBezTo>
                  <a:cubicBezTo>
                    <a:pt x="366" y="68"/>
                    <a:pt x="366" y="68"/>
                    <a:pt x="366" y="68"/>
                  </a:cubicBezTo>
                  <a:cubicBezTo>
                    <a:pt x="367" y="68"/>
                    <a:pt x="367" y="68"/>
                    <a:pt x="367" y="68"/>
                  </a:cubicBezTo>
                  <a:cubicBezTo>
                    <a:pt x="367" y="68"/>
                    <a:pt x="367" y="68"/>
                    <a:pt x="367" y="68"/>
                  </a:cubicBezTo>
                  <a:cubicBezTo>
                    <a:pt x="368" y="68"/>
                    <a:pt x="368" y="68"/>
                    <a:pt x="368" y="68"/>
                  </a:cubicBezTo>
                  <a:cubicBezTo>
                    <a:pt x="368" y="67"/>
                    <a:pt x="368" y="67"/>
                    <a:pt x="368" y="67"/>
                  </a:cubicBezTo>
                  <a:cubicBezTo>
                    <a:pt x="368" y="67"/>
                    <a:pt x="368" y="67"/>
                    <a:pt x="368" y="67"/>
                  </a:cubicBezTo>
                  <a:cubicBezTo>
                    <a:pt x="370" y="68"/>
                    <a:pt x="370" y="68"/>
                    <a:pt x="370" y="68"/>
                  </a:cubicBezTo>
                  <a:cubicBezTo>
                    <a:pt x="370" y="69"/>
                    <a:pt x="370" y="69"/>
                    <a:pt x="370" y="69"/>
                  </a:cubicBezTo>
                  <a:cubicBezTo>
                    <a:pt x="371" y="69"/>
                    <a:pt x="371" y="69"/>
                    <a:pt x="371" y="69"/>
                  </a:cubicBezTo>
                  <a:cubicBezTo>
                    <a:pt x="371" y="69"/>
                    <a:pt x="371" y="69"/>
                    <a:pt x="371" y="69"/>
                  </a:cubicBezTo>
                  <a:cubicBezTo>
                    <a:pt x="372" y="69"/>
                    <a:pt x="372" y="69"/>
                    <a:pt x="372" y="69"/>
                  </a:cubicBezTo>
                  <a:cubicBezTo>
                    <a:pt x="371" y="68"/>
                    <a:pt x="371" y="68"/>
                    <a:pt x="371" y="68"/>
                  </a:cubicBezTo>
                  <a:cubicBezTo>
                    <a:pt x="372" y="68"/>
                    <a:pt x="372" y="68"/>
                    <a:pt x="372" y="68"/>
                  </a:cubicBezTo>
                  <a:cubicBezTo>
                    <a:pt x="373" y="68"/>
                    <a:pt x="373" y="68"/>
                    <a:pt x="373" y="68"/>
                  </a:cubicBezTo>
                  <a:cubicBezTo>
                    <a:pt x="373" y="67"/>
                    <a:pt x="373" y="67"/>
                    <a:pt x="373" y="67"/>
                  </a:cubicBezTo>
                  <a:cubicBezTo>
                    <a:pt x="372" y="66"/>
                    <a:pt x="372" y="66"/>
                    <a:pt x="372" y="66"/>
                  </a:cubicBezTo>
                  <a:cubicBezTo>
                    <a:pt x="371" y="66"/>
                    <a:pt x="371" y="66"/>
                    <a:pt x="371" y="66"/>
                  </a:cubicBezTo>
                  <a:cubicBezTo>
                    <a:pt x="370" y="65"/>
                    <a:pt x="370" y="65"/>
                    <a:pt x="370" y="65"/>
                  </a:cubicBezTo>
                  <a:cubicBezTo>
                    <a:pt x="370" y="64"/>
                    <a:pt x="370" y="64"/>
                    <a:pt x="370" y="64"/>
                  </a:cubicBezTo>
                  <a:cubicBezTo>
                    <a:pt x="369" y="63"/>
                    <a:pt x="369" y="63"/>
                    <a:pt x="369" y="63"/>
                  </a:cubicBezTo>
                  <a:cubicBezTo>
                    <a:pt x="368" y="64"/>
                    <a:pt x="368" y="64"/>
                    <a:pt x="368" y="64"/>
                  </a:cubicBezTo>
                  <a:cubicBezTo>
                    <a:pt x="367" y="63"/>
                    <a:pt x="367" y="63"/>
                    <a:pt x="367" y="63"/>
                  </a:cubicBezTo>
                  <a:cubicBezTo>
                    <a:pt x="369" y="63"/>
                    <a:pt x="369" y="63"/>
                    <a:pt x="369" y="63"/>
                  </a:cubicBezTo>
                  <a:cubicBezTo>
                    <a:pt x="368" y="62"/>
                    <a:pt x="368" y="62"/>
                    <a:pt x="368" y="62"/>
                  </a:cubicBezTo>
                  <a:cubicBezTo>
                    <a:pt x="368" y="62"/>
                    <a:pt x="368" y="62"/>
                    <a:pt x="368" y="62"/>
                  </a:cubicBezTo>
                  <a:cubicBezTo>
                    <a:pt x="368" y="61"/>
                    <a:pt x="368" y="61"/>
                    <a:pt x="368" y="61"/>
                  </a:cubicBezTo>
                  <a:cubicBezTo>
                    <a:pt x="369" y="61"/>
                    <a:pt x="369" y="61"/>
                    <a:pt x="369" y="61"/>
                  </a:cubicBezTo>
                  <a:cubicBezTo>
                    <a:pt x="369" y="59"/>
                    <a:pt x="369" y="59"/>
                    <a:pt x="369" y="59"/>
                  </a:cubicBezTo>
                  <a:cubicBezTo>
                    <a:pt x="368" y="60"/>
                    <a:pt x="368" y="60"/>
                    <a:pt x="368" y="60"/>
                  </a:cubicBezTo>
                  <a:cubicBezTo>
                    <a:pt x="367" y="61"/>
                    <a:pt x="367" y="61"/>
                    <a:pt x="367" y="61"/>
                  </a:cubicBezTo>
                  <a:cubicBezTo>
                    <a:pt x="367" y="62"/>
                    <a:pt x="367" y="62"/>
                    <a:pt x="367" y="62"/>
                  </a:cubicBezTo>
                  <a:cubicBezTo>
                    <a:pt x="365" y="61"/>
                    <a:pt x="365" y="61"/>
                    <a:pt x="365" y="61"/>
                  </a:cubicBezTo>
                  <a:cubicBezTo>
                    <a:pt x="364" y="60"/>
                    <a:pt x="364" y="60"/>
                    <a:pt x="364" y="60"/>
                  </a:cubicBezTo>
                  <a:cubicBezTo>
                    <a:pt x="365" y="59"/>
                    <a:pt x="365" y="59"/>
                    <a:pt x="365" y="59"/>
                  </a:cubicBezTo>
                  <a:cubicBezTo>
                    <a:pt x="365" y="58"/>
                    <a:pt x="365" y="58"/>
                    <a:pt x="365" y="58"/>
                  </a:cubicBezTo>
                  <a:cubicBezTo>
                    <a:pt x="366" y="57"/>
                    <a:pt x="366" y="57"/>
                    <a:pt x="366" y="57"/>
                  </a:cubicBezTo>
                  <a:cubicBezTo>
                    <a:pt x="367" y="57"/>
                    <a:pt x="367" y="57"/>
                    <a:pt x="367" y="57"/>
                  </a:cubicBezTo>
                  <a:cubicBezTo>
                    <a:pt x="369" y="56"/>
                    <a:pt x="369" y="56"/>
                    <a:pt x="369" y="56"/>
                  </a:cubicBezTo>
                  <a:cubicBezTo>
                    <a:pt x="369" y="56"/>
                    <a:pt x="369" y="56"/>
                    <a:pt x="369" y="56"/>
                  </a:cubicBezTo>
                  <a:cubicBezTo>
                    <a:pt x="368" y="55"/>
                    <a:pt x="368" y="55"/>
                    <a:pt x="368" y="55"/>
                  </a:cubicBezTo>
                  <a:cubicBezTo>
                    <a:pt x="367" y="55"/>
                    <a:pt x="367" y="55"/>
                    <a:pt x="367" y="55"/>
                  </a:cubicBezTo>
                  <a:cubicBezTo>
                    <a:pt x="366" y="54"/>
                    <a:pt x="366" y="54"/>
                    <a:pt x="366" y="54"/>
                  </a:cubicBezTo>
                  <a:cubicBezTo>
                    <a:pt x="365" y="54"/>
                    <a:pt x="365" y="54"/>
                    <a:pt x="365" y="54"/>
                  </a:cubicBezTo>
                  <a:cubicBezTo>
                    <a:pt x="364" y="53"/>
                    <a:pt x="364" y="53"/>
                    <a:pt x="364" y="53"/>
                  </a:cubicBezTo>
                  <a:cubicBezTo>
                    <a:pt x="365" y="53"/>
                    <a:pt x="365" y="53"/>
                    <a:pt x="365" y="53"/>
                  </a:cubicBezTo>
                  <a:cubicBezTo>
                    <a:pt x="367" y="53"/>
                    <a:pt x="367" y="53"/>
                    <a:pt x="367" y="53"/>
                  </a:cubicBezTo>
                  <a:cubicBezTo>
                    <a:pt x="369" y="53"/>
                    <a:pt x="369" y="53"/>
                    <a:pt x="369" y="53"/>
                  </a:cubicBezTo>
                  <a:cubicBezTo>
                    <a:pt x="371" y="53"/>
                    <a:pt x="371" y="53"/>
                    <a:pt x="371" y="53"/>
                  </a:cubicBezTo>
                  <a:cubicBezTo>
                    <a:pt x="374" y="53"/>
                    <a:pt x="374" y="53"/>
                    <a:pt x="374" y="53"/>
                  </a:cubicBezTo>
                  <a:cubicBezTo>
                    <a:pt x="379" y="53"/>
                    <a:pt x="379" y="53"/>
                    <a:pt x="379" y="53"/>
                  </a:cubicBezTo>
                  <a:cubicBezTo>
                    <a:pt x="380" y="52"/>
                    <a:pt x="380" y="52"/>
                    <a:pt x="380" y="52"/>
                  </a:cubicBezTo>
                  <a:cubicBezTo>
                    <a:pt x="383" y="52"/>
                    <a:pt x="383" y="52"/>
                    <a:pt x="383" y="52"/>
                  </a:cubicBezTo>
                  <a:cubicBezTo>
                    <a:pt x="385" y="52"/>
                    <a:pt x="385" y="52"/>
                    <a:pt x="385" y="52"/>
                  </a:cubicBezTo>
                  <a:cubicBezTo>
                    <a:pt x="386" y="52"/>
                    <a:pt x="386" y="52"/>
                    <a:pt x="386" y="52"/>
                  </a:cubicBezTo>
                  <a:cubicBezTo>
                    <a:pt x="389" y="52"/>
                    <a:pt x="389" y="52"/>
                    <a:pt x="389" y="52"/>
                  </a:cubicBezTo>
                  <a:cubicBezTo>
                    <a:pt x="387" y="53"/>
                    <a:pt x="387" y="53"/>
                    <a:pt x="387" y="53"/>
                  </a:cubicBezTo>
                  <a:cubicBezTo>
                    <a:pt x="385" y="54"/>
                    <a:pt x="385" y="54"/>
                    <a:pt x="385" y="54"/>
                  </a:cubicBezTo>
                  <a:cubicBezTo>
                    <a:pt x="384" y="53"/>
                    <a:pt x="384" y="53"/>
                    <a:pt x="384" y="53"/>
                  </a:cubicBezTo>
                  <a:cubicBezTo>
                    <a:pt x="383" y="53"/>
                    <a:pt x="383" y="53"/>
                    <a:pt x="383" y="53"/>
                  </a:cubicBezTo>
                  <a:cubicBezTo>
                    <a:pt x="382" y="53"/>
                    <a:pt x="382" y="53"/>
                    <a:pt x="382" y="53"/>
                  </a:cubicBezTo>
                  <a:cubicBezTo>
                    <a:pt x="382" y="55"/>
                    <a:pt x="382" y="55"/>
                    <a:pt x="382" y="55"/>
                  </a:cubicBezTo>
                  <a:cubicBezTo>
                    <a:pt x="382" y="56"/>
                    <a:pt x="382" y="56"/>
                    <a:pt x="382" y="56"/>
                  </a:cubicBezTo>
                  <a:cubicBezTo>
                    <a:pt x="382" y="56"/>
                    <a:pt x="382" y="56"/>
                    <a:pt x="382" y="56"/>
                  </a:cubicBezTo>
                  <a:cubicBezTo>
                    <a:pt x="382" y="57"/>
                    <a:pt x="382" y="57"/>
                    <a:pt x="382" y="57"/>
                  </a:cubicBezTo>
                  <a:cubicBezTo>
                    <a:pt x="382" y="57"/>
                    <a:pt x="382" y="57"/>
                    <a:pt x="382" y="57"/>
                  </a:cubicBezTo>
                  <a:cubicBezTo>
                    <a:pt x="384" y="56"/>
                    <a:pt x="384" y="56"/>
                    <a:pt x="384" y="56"/>
                  </a:cubicBezTo>
                  <a:cubicBezTo>
                    <a:pt x="384" y="55"/>
                    <a:pt x="384" y="55"/>
                    <a:pt x="384" y="55"/>
                  </a:cubicBezTo>
                  <a:cubicBezTo>
                    <a:pt x="386" y="54"/>
                    <a:pt x="386" y="54"/>
                    <a:pt x="386" y="54"/>
                  </a:cubicBezTo>
                  <a:cubicBezTo>
                    <a:pt x="389" y="53"/>
                    <a:pt x="389" y="53"/>
                    <a:pt x="389" y="53"/>
                  </a:cubicBezTo>
                  <a:cubicBezTo>
                    <a:pt x="390" y="54"/>
                    <a:pt x="390" y="54"/>
                    <a:pt x="390" y="54"/>
                  </a:cubicBezTo>
                  <a:cubicBezTo>
                    <a:pt x="390" y="56"/>
                    <a:pt x="390" y="56"/>
                    <a:pt x="390" y="56"/>
                  </a:cubicBezTo>
                  <a:cubicBezTo>
                    <a:pt x="389" y="57"/>
                    <a:pt x="389" y="57"/>
                    <a:pt x="389" y="57"/>
                  </a:cubicBezTo>
                  <a:cubicBezTo>
                    <a:pt x="389" y="56"/>
                    <a:pt x="389" y="56"/>
                    <a:pt x="389" y="56"/>
                  </a:cubicBezTo>
                  <a:cubicBezTo>
                    <a:pt x="388" y="55"/>
                    <a:pt x="388" y="55"/>
                    <a:pt x="388" y="55"/>
                  </a:cubicBezTo>
                  <a:cubicBezTo>
                    <a:pt x="388" y="54"/>
                    <a:pt x="388" y="54"/>
                    <a:pt x="388" y="54"/>
                  </a:cubicBezTo>
                  <a:cubicBezTo>
                    <a:pt x="387" y="55"/>
                    <a:pt x="387" y="55"/>
                    <a:pt x="387" y="55"/>
                  </a:cubicBezTo>
                  <a:cubicBezTo>
                    <a:pt x="386" y="54"/>
                    <a:pt x="386" y="54"/>
                    <a:pt x="386" y="54"/>
                  </a:cubicBezTo>
                  <a:cubicBezTo>
                    <a:pt x="387" y="56"/>
                    <a:pt x="387" y="56"/>
                    <a:pt x="387" y="56"/>
                  </a:cubicBezTo>
                  <a:cubicBezTo>
                    <a:pt x="388" y="56"/>
                    <a:pt x="388" y="56"/>
                    <a:pt x="388" y="56"/>
                  </a:cubicBezTo>
                  <a:cubicBezTo>
                    <a:pt x="388" y="58"/>
                    <a:pt x="388" y="58"/>
                    <a:pt x="388" y="58"/>
                  </a:cubicBezTo>
                  <a:cubicBezTo>
                    <a:pt x="388" y="59"/>
                    <a:pt x="388" y="59"/>
                    <a:pt x="388" y="59"/>
                  </a:cubicBezTo>
                  <a:cubicBezTo>
                    <a:pt x="387" y="59"/>
                    <a:pt x="387" y="59"/>
                    <a:pt x="387" y="59"/>
                  </a:cubicBezTo>
                  <a:cubicBezTo>
                    <a:pt x="386" y="59"/>
                    <a:pt x="386" y="59"/>
                    <a:pt x="386" y="59"/>
                  </a:cubicBezTo>
                  <a:cubicBezTo>
                    <a:pt x="387" y="60"/>
                    <a:pt x="387" y="60"/>
                    <a:pt x="387" y="60"/>
                  </a:cubicBezTo>
                  <a:cubicBezTo>
                    <a:pt x="387" y="61"/>
                    <a:pt x="387" y="61"/>
                    <a:pt x="387" y="61"/>
                  </a:cubicBezTo>
                  <a:cubicBezTo>
                    <a:pt x="388" y="61"/>
                    <a:pt x="388" y="61"/>
                    <a:pt x="388" y="61"/>
                  </a:cubicBezTo>
                  <a:cubicBezTo>
                    <a:pt x="388" y="61"/>
                    <a:pt x="388" y="61"/>
                    <a:pt x="388" y="61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390" y="59"/>
                    <a:pt x="390" y="59"/>
                    <a:pt x="390" y="59"/>
                  </a:cubicBezTo>
                  <a:cubicBezTo>
                    <a:pt x="390" y="58"/>
                    <a:pt x="390" y="58"/>
                    <a:pt x="390" y="58"/>
                  </a:cubicBezTo>
                  <a:cubicBezTo>
                    <a:pt x="390" y="57"/>
                    <a:pt x="390" y="57"/>
                    <a:pt x="390" y="57"/>
                  </a:cubicBezTo>
                  <a:cubicBezTo>
                    <a:pt x="390" y="56"/>
                    <a:pt x="390" y="56"/>
                    <a:pt x="390" y="56"/>
                  </a:cubicBezTo>
                  <a:cubicBezTo>
                    <a:pt x="390" y="52"/>
                    <a:pt x="390" y="52"/>
                    <a:pt x="390" y="52"/>
                  </a:cubicBezTo>
                  <a:cubicBezTo>
                    <a:pt x="391" y="51"/>
                    <a:pt x="391" y="51"/>
                    <a:pt x="391" y="51"/>
                  </a:cubicBezTo>
                  <a:cubicBezTo>
                    <a:pt x="394" y="50"/>
                    <a:pt x="394" y="50"/>
                    <a:pt x="394" y="50"/>
                  </a:cubicBezTo>
                  <a:cubicBezTo>
                    <a:pt x="396" y="50"/>
                    <a:pt x="396" y="50"/>
                    <a:pt x="396" y="50"/>
                  </a:cubicBezTo>
                  <a:cubicBezTo>
                    <a:pt x="399" y="50"/>
                    <a:pt x="399" y="50"/>
                    <a:pt x="399" y="50"/>
                  </a:cubicBezTo>
                  <a:cubicBezTo>
                    <a:pt x="402" y="51"/>
                    <a:pt x="402" y="51"/>
                    <a:pt x="402" y="51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4"/>
                    <a:pt x="403" y="54"/>
                    <a:pt x="403" y="54"/>
                  </a:cubicBezTo>
                  <a:cubicBezTo>
                    <a:pt x="402" y="54"/>
                    <a:pt x="402" y="54"/>
                    <a:pt x="402" y="54"/>
                  </a:cubicBezTo>
                  <a:cubicBezTo>
                    <a:pt x="401" y="53"/>
                    <a:pt x="401" y="53"/>
                    <a:pt x="401" y="53"/>
                  </a:cubicBezTo>
                  <a:cubicBezTo>
                    <a:pt x="401" y="53"/>
                    <a:pt x="401" y="53"/>
                    <a:pt x="401" y="53"/>
                  </a:cubicBezTo>
                  <a:cubicBezTo>
                    <a:pt x="401" y="54"/>
                    <a:pt x="401" y="54"/>
                    <a:pt x="401" y="54"/>
                  </a:cubicBezTo>
                  <a:cubicBezTo>
                    <a:pt x="401" y="55"/>
                    <a:pt x="401" y="55"/>
                    <a:pt x="401" y="55"/>
                  </a:cubicBezTo>
                  <a:cubicBezTo>
                    <a:pt x="401" y="56"/>
                    <a:pt x="401" y="56"/>
                    <a:pt x="401" y="56"/>
                  </a:cubicBezTo>
                  <a:cubicBezTo>
                    <a:pt x="400" y="56"/>
                    <a:pt x="400" y="56"/>
                    <a:pt x="400" y="56"/>
                  </a:cubicBezTo>
                  <a:cubicBezTo>
                    <a:pt x="401" y="56"/>
                    <a:pt x="401" y="56"/>
                    <a:pt x="401" y="56"/>
                  </a:cubicBezTo>
                  <a:cubicBezTo>
                    <a:pt x="402" y="56"/>
                    <a:pt x="402" y="56"/>
                    <a:pt x="402" y="56"/>
                  </a:cubicBezTo>
                  <a:cubicBezTo>
                    <a:pt x="403" y="56"/>
                    <a:pt x="403" y="56"/>
                    <a:pt x="403" y="56"/>
                  </a:cubicBezTo>
                  <a:cubicBezTo>
                    <a:pt x="404" y="55"/>
                    <a:pt x="404" y="55"/>
                    <a:pt x="404" y="55"/>
                  </a:cubicBezTo>
                  <a:cubicBezTo>
                    <a:pt x="405" y="56"/>
                    <a:pt x="405" y="56"/>
                    <a:pt x="405" y="56"/>
                  </a:cubicBezTo>
                  <a:cubicBezTo>
                    <a:pt x="405" y="57"/>
                    <a:pt x="405" y="57"/>
                    <a:pt x="405" y="57"/>
                  </a:cubicBezTo>
                  <a:cubicBezTo>
                    <a:pt x="405" y="58"/>
                    <a:pt x="405" y="58"/>
                    <a:pt x="405" y="58"/>
                  </a:cubicBezTo>
                  <a:cubicBezTo>
                    <a:pt x="406" y="59"/>
                    <a:pt x="406" y="59"/>
                    <a:pt x="406" y="59"/>
                  </a:cubicBezTo>
                  <a:cubicBezTo>
                    <a:pt x="406" y="58"/>
                    <a:pt x="406" y="58"/>
                    <a:pt x="406" y="58"/>
                  </a:cubicBezTo>
                  <a:cubicBezTo>
                    <a:pt x="406" y="57"/>
                    <a:pt x="406" y="57"/>
                    <a:pt x="406" y="57"/>
                  </a:cubicBezTo>
                  <a:cubicBezTo>
                    <a:pt x="407" y="56"/>
                    <a:pt x="407" y="56"/>
                    <a:pt x="407" y="56"/>
                  </a:cubicBezTo>
                  <a:cubicBezTo>
                    <a:pt x="408" y="57"/>
                    <a:pt x="408" y="57"/>
                    <a:pt x="408" y="57"/>
                  </a:cubicBezTo>
                  <a:cubicBezTo>
                    <a:pt x="409" y="58"/>
                    <a:pt x="409" y="58"/>
                    <a:pt x="409" y="58"/>
                  </a:cubicBezTo>
                  <a:cubicBezTo>
                    <a:pt x="408" y="58"/>
                    <a:pt x="408" y="58"/>
                    <a:pt x="408" y="58"/>
                  </a:cubicBezTo>
                  <a:cubicBezTo>
                    <a:pt x="408" y="59"/>
                    <a:pt x="408" y="59"/>
                    <a:pt x="408" y="59"/>
                  </a:cubicBezTo>
                  <a:cubicBezTo>
                    <a:pt x="408" y="60"/>
                    <a:pt x="408" y="60"/>
                    <a:pt x="408" y="60"/>
                  </a:cubicBezTo>
                  <a:cubicBezTo>
                    <a:pt x="409" y="59"/>
                    <a:pt x="409" y="59"/>
                    <a:pt x="409" y="59"/>
                  </a:cubicBezTo>
                  <a:cubicBezTo>
                    <a:pt x="409" y="58"/>
                    <a:pt x="409" y="58"/>
                    <a:pt x="409" y="58"/>
                  </a:cubicBezTo>
                  <a:cubicBezTo>
                    <a:pt x="410" y="58"/>
                    <a:pt x="410" y="58"/>
                    <a:pt x="410" y="58"/>
                  </a:cubicBezTo>
                  <a:cubicBezTo>
                    <a:pt x="410" y="59"/>
                    <a:pt x="410" y="59"/>
                    <a:pt x="410" y="59"/>
                  </a:cubicBezTo>
                  <a:cubicBezTo>
                    <a:pt x="410" y="58"/>
                    <a:pt x="410" y="58"/>
                    <a:pt x="410" y="58"/>
                  </a:cubicBezTo>
                  <a:cubicBezTo>
                    <a:pt x="411" y="56"/>
                    <a:pt x="411" y="56"/>
                    <a:pt x="411" y="56"/>
                  </a:cubicBezTo>
                  <a:cubicBezTo>
                    <a:pt x="411" y="56"/>
                    <a:pt x="411" y="56"/>
                    <a:pt x="411" y="56"/>
                  </a:cubicBezTo>
                  <a:cubicBezTo>
                    <a:pt x="412" y="56"/>
                    <a:pt x="412" y="56"/>
                    <a:pt x="412" y="56"/>
                  </a:cubicBezTo>
                  <a:cubicBezTo>
                    <a:pt x="414" y="58"/>
                    <a:pt x="414" y="58"/>
                    <a:pt x="414" y="58"/>
                  </a:cubicBezTo>
                  <a:cubicBezTo>
                    <a:pt x="416" y="58"/>
                    <a:pt x="416" y="58"/>
                    <a:pt x="416" y="58"/>
                  </a:cubicBezTo>
                  <a:cubicBezTo>
                    <a:pt x="418" y="59"/>
                    <a:pt x="418" y="59"/>
                    <a:pt x="418" y="59"/>
                  </a:cubicBezTo>
                  <a:cubicBezTo>
                    <a:pt x="417" y="60"/>
                    <a:pt x="417" y="60"/>
                    <a:pt x="417" y="60"/>
                  </a:cubicBezTo>
                  <a:cubicBezTo>
                    <a:pt x="416" y="61"/>
                    <a:pt x="416" y="61"/>
                    <a:pt x="416" y="61"/>
                  </a:cubicBezTo>
                  <a:cubicBezTo>
                    <a:pt x="415" y="62"/>
                    <a:pt x="415" y="62"/>
                    <a:pt x="415" y="62"/>
                  </a:cubicBezTo>
                  <a:cubicBezTo>
                    <a:pt x="416" y="61"/>
                    <a:pt x="416" y="61"/>
                    <a:pt x="416" y="61"/>
                  </a:cubicBezTo>
                  <a:cubicBezTo>
                    <a:pt x="418" y="61"/>
                    <a:pt x="418" y="61"/>
                    <a:pt x="418" y="61"/>
                  </a:cubicBezTo>
                  <a:cubicBezTo>
                    <a:pt x="419" y="61"/>
                    <a:pt x="419" y="61"/>
                    <a:pt x="419" y="61"/>
                  </a:cubicBezTo>
                  <a:cubicBezTo>
                    <a:pt x="421" y="61"/>
                    <a:pt x="421" y="61"/>
                    <a:pt x="421" y="61"/>
                  </a:cubicBezTo>
                  <a:cubicBezTo>
                    <a:pt x="422" y="60"/>
                    <a:pt x="422" y="60"/>
                    <a:pt x="422" y="60"/>
                  </a:cubicBezTo>
                  <a:cubicBezTo>
                    <a:pt x="423" y="60"/>
                    <a:pt x="423" y="60"/>
                    <a:pt x="423" y="60"/>
                  </a:cubicBezTo>
                  <a:cubicBezTo>
                    <a:pt x="425" y="58"/>
                    <a:pt x="425" y="58"/>
                    <a:pt x="425" y="58"/>
                  </a:cubicBezTo>
                  <a:cubicBezTo>
                    <a:pt x="426" y="58"/>
                    <a:pt x="426" y="58"/>
                    <a:pt x="426" y="58"/>
                  </a:cubicBezTo>
                  <a:cubicBezTo>
                    <a:pt x="427" y="57"/>
                    <a:pt x="427" y="57"/>
                    <a:pt x="427" y="57"/>
                  </a:cubicBezTo>
                  <a:cubicBezTo>
                    <a:pt x="428" y="56"/>
                    <a:pt x="428" y="56"/>
                    <a:pt x="428" y="56"/>
                  </a:cubicBezTo>
                  <a:cubicBezTo>
                    <a:pt x="432" y="55"/>
                    <a:pt x="432" y="55"/>
                    <a:pt x="432" y="55"/>
                  </a:cubicBezTo>
                  <a:cubicBezTo>
                    <a:pt x="433" y="54"/>
                    <a:pt x="433" y="54"/>
                    <a:pt x="433" y="54"/>
                  </a:cubicBezTo>
                  <a:cubicBezTo>
                    <a:pt x="434" y="55"/>
                    <a:pt x="434" y="55"/>
                    <a:pt x="434" y="55"/>
                  </a:cubicBezTo>
                  <a:cubicBezTo>
                    <a:pt x="434" y="54"/>
                    <a:pt x="434" y="54"/>
                    <a:pt x="434" y="54"/>
                  </a:cubicBezTo>
                  <a:cubicBezTo>
                    <a:pt x="436" y="53"/>
                    <a:pt x="436" y="53"/>
                    <a:pt x="436" y="53"/>
                  </a:cubicBezTo>
                  <a:cubicBezTo>
                    <a:pt x="437" y="53"/>
                    <a:pt x="437" y="53"/>
                    <a:pt x="437" y="53"/>
                  </a:cubicBezTo>
                  <a:cubicBezTo>
                    <a:pt x="440" y="53"/>
                    <a:pt x="440" y="53"/>
                    <a:pt x="440" y="53"/>
                  </a:cubicBezTo>
                  <a:cubicBezTo>
                    <a:pt x="444" y="54"/>
                    <a:pt x="444" y="54"/>
                    <a:pt x="444" y="54"/>
                  </a:cubicBezTo>
                  <a:cubicBezTo>
                    <a:pt x="446" y="56"/>
                    <a:pt x="446" y="56"/>
                    <a:pt x="446" y="56"/>
                  </a:cubicBezTo>
                  <a:cubicBezTo>
                    <a:pt x="448" y="57"/>
                    <a:pt x="448" y="57"/>
                    <a:pt x="448" y="57"/>
                  </a:cubicBezTo>
                  <a:cubicBezTo>
                    <a:pt x="449" y="59"/>
                    <a:pt x="449" y="59"/>
                    <a:pt x="449" y="59"/>
                  </a:cubicBezTo>
                  <a:cubicBezTo>
                    <a:pt x="450" y="60"/>
                    <a:pt x="450" y="60"/>
                    <a:pt x="450" y="60"/>
                  </a:cubicBezTo>
                  <a:cubicBezTo>
                    <a:pt x="450" y="61"/>
                    <a:pt x="450" y="61"/>
                    <a:pt x="450" y="61"/>
                  </a:cubicBezTo>
                  <a:cubicBezTo>
                    <a:pt x="451" y="61"/>
                    <a:pt x="451" y="61"/>
                    <a:pt x="451" y="61"/>
                  </a:cubicBezTo>
                  <a:cubicBezTo>
                    <a:pt x="450" y="62"/>
                    <a:pt x="450" y="62"/>
                    <a:pt x="450" y="62"/>
                  </a:cubicBezTo>
                  <a:cubicBezTo>
                    <a:pt x="451" y="64"/>
                    <a:pt x="451" y="64"/>
                    <a:pt x="451" y="64"/>
                  </a:cubicBezTo>
                  <a:cubicBezTo>
                    <a:pt x="451" y="65"/>
                    <a:pt x="451" y="65"/>
                    <a:pt x="451" y="65"/>
                  </a:cubicBezTo>
                  <a:cubicBezTo>
                    <a:pt x="451" y="65"/>
                    <a:pt x="451" y="65"/>
                    <a:pt x="451" y="65"/>
                  </a:cubicBezTo>
                  <a:cubicBezTo>
                    <a:pt x="452" y="65"/>
                    <a:pt x="452" y="65"/>
                    <a:pt x="452" y="65"/>
                  </a:cubicBezTo>
                  <a:cubicBezTo>
                    <a:pt x="453" y="64"/>
                    <a:pt x="453" y="64"/>
                    <a:pt x="453" y="64"/>
                  </a:cubicBezTo>
                  <a:cubicBezTo>
                    <a:pt x="454" y="64"/>
                    <a:pt x="454" y="64"/>
                    <a:pt x="454" y="64"/>
                  </a:cubicBezTo>
                  <a:cubicBezTo>
                    <a:pt x="455" y="65"/>
                    <a:pt x="455" y="65"/>
                    <a:pt x="455" y="65"/>
                  </a:cubicBezTo>
                  <a:cubicBezTo>
                    <a:pt x="455" y="64"/>
                    <a:pt x="455" y="64"/>
                    <a:pt x="455" y="64"/>
                  </a:cubicBezTo>
                  <a:cubicBezTo>
                    <a:pt x="456" y="64"/>
                    <a:pt x="456" y="64"/>
                    <a:pt x="456" y="64"/>
                  </a:cubicBezTo>
                  <a:cubicBezTo>
                    <a:pt x="457" y="64"/>
                    <a:pt x="457" y="64"/>
                    <a:pt x="457" y="64"/>
                  </a:cubicBezTo>
                  <a:cubicBezTo>
                    <a:pt x="457" y="65"/>
                    <a:pt x="457" y="65"/>
                    <a:pt x="457" y="65"/>
                  </a:cubicBezTo>
                  <a:cubicBezTo>
                    <a:pt x="458" y="65"/>
                    <a:pt x="458" y="65"/>
                    <a:pt x="458" y="65"/>
                  </a:cubicBezTo>
                  <a:cubicBezTo>
                    <a:pt x="457" y="63"/>
                    <a:pt x="457" y="63"/>
                    <a:pt x="457" y="63"/>
                  </a:cubicBezTo>
                  <a:cubicBezTo>
                    <a:pt x="458" y="63"/>
                    <a:pt x="458" y="63"/>
                    <a:pt x="458" y="63"/>
                  </a:cubicBezTo>
                  <a:cubicBezTo>
                    <a:pt x="459" y="64"/>
                    <a:pt x="459" y="64"/>
                    <a:pt x="459" y="64"/>
                  </a:cubicBezTo>
                  <a:cubicBezTo>
                    <a:pt x="460" y="66"/>
                    <a:pt x="460" y="66"/>
                    <a:pt x="460" y="66"/>
                  </a:cubicBezTo>
                  <a:cubicBezTo>
                    <a:pt x="460" y="67"/>
                    <a:pt x="460" y="67"/>
                    <a:pt x="460" y="67"/>
                  </a:cubicBezTo>
                  <a:cubicBezTo>
                    <a:pt x="461" y="67"/>
                    <a:pt x="461" y="67"/>
                    <a:pt x="461" y="67"/>
                  </a:cubicBezTo>
                  <a:cubicBezTo>
                    <a:pt x="462" y="69"/>
                    <a:pt x="462" y="69"/>
                    <a:pt x="462" y="69"/>
                  </a:cubicBezTo>
                  <a:cubicBezTo>
                    <a:pt x="462" y="68"/>
                    <a:pt x="462" y="68"/>
                    <a:pt x="462" y="68"/>
                  </a:cubicBezTo>
                  <a:cubicBezTo>
                    <a:pt x="462" y="67"/>
                    <a:pt x="462" y="67"/>
                    <a:pt x="462" y="67"/>
                  </a:cubicBezTo>
                  <a:cubicBezTo>
                    <a:pt x="461" y="67"/>
                    <a:pt x="461" y="67"/>
                    <a:pt x="461" y="67"/>
                  </a:cubicBezTo>
                  <a:cubicBezTo>
                    <a:pt x="461" y="66"/>
                    <a:pt x="461" y="66"/>
                    <a:pt x="461" y="66"/>
                  </a:cubicBezTo>
                  <a:cubicBezTo>
                    <a:pt x="462" y="66"/>
                    <a:pt x="462" y="66"/>
                    <a:pt x="462" y="66"/>
                  </a:cubicBezTo>
                  <a:cubicBezTo>
                    <a:pt x="463" y="66"/>
                    <a:pt x="463" y="66"/>
                    <a:pt x="463" y="66"/>
                  </a:cubicBezTo>
                  <a:cubicBezTo>
                    <a:pt x="464" y="67"/>
                    <a:pt x="464" y="67"/>
                    <a:pt x="464" y="67"/>
                  </a:cubicBezTo>
                  <a:cubicBezTo>
                    <a:pt x="465" y="69"/>
                    <a:pt x="465" y="69"/>
                    <a:pt x="465" y="69"/>
                  </a:cubicBezTo>
                  <a:cubicBezTo>
                    <a:pt x="464" y="67"/>
                    <a:pt x="464" y="67"/>
                    <a:pt x="464" y="67"/>
                  </a:cubicBezTo>
                  <a:cubicBezTo>
                    <a:pt x="463" y="65"/>
                    <a:pt x="463" y="65"/>
                    <a:pt x="463" y="65"/>
                  </a:cubicBezTo>
                  <a:cubicBezTo>
                    <a:pt x="463" y="63"/>
                    <a:pt x="463" y="63"/>
                    <a:pt x="463" y="63"/>
                  </a:cubicBezTo>
                  <a:cubicBezTo>
                    <a:pt x="463" y="62"/>
                    <a:pt x="463" y="62"/>
                    <a:pt x="463" y="62"/>
                  </a:cubicBezTo>
                  <a:cubicBezTo>
                    <a:pt x="464" y="61"/>
                    <a:pt x="464" y="61"/>
                    <a:pt x="464" y="61"/>
                  </a:cubicBezTo>
                  <a:cubicBezTo>
                    <a:pt x="466" y="61"/>
                    <a:pt x="466" y="61"/>
                    <a:pt x="466" y="61"/>
                  </a:cubicBezTo>
                  <a:cubicBezTo>
                    <a:pt x="467" y="60"/>
                    <a:pt x="467" y="60"/>
                    <a:pt x="467" y="60"/>
                  </a:cubicBezTo>
                  <a:cubicBezTo>
                    <a:pt x="468" y="59"/>
                    <a:pt x="468" y="59"/>
                    <a:pt x="468" y="59"/>
                  </a:cubicBezTo>
                  <a:cubicBezTo>
                    <a:pt x="468" y="59"/>
                    <a:pt x="468" y="59"/>
                    <a:pt x="468" y="59"/>
                  </a:cubicBezTo>
                  <a:cubicBezTo>
                    <a:pt x="468" y="58"/>
                    <a:pt x="468" y="58"/>
                    <a:pt x="468" y="58"/>
                  </a:cubicBezTo>
                  <a:cubicBezTo>
                    <a:pt x="469" y="58"/>
                    <a:pt x="469" y="58"/>
                    <a:pt x="469" y="58"/>
                  </a:cubicBezTo>
                  <a:cubicBezTo>
                    <a:pt x="470" y="59"/>
                    <a:pt x="470" y="59"/>
                    <a:pt x="470" y="59"/>
                  </a:cubicBezTo>
                  <a:cubicBezTo>
                    <a:pt x="471" y="59"/>
                    <a:pt x="471" y="59"/>
                    <a:pt x="471" y="59"/>
                  </a:cubicBezTo>
                  <a:cubicBezTo>
                    <a:pt x="472" y="59"/>
                    <a:pt x="472" y="59"/>
                    <a:pt x="472" y="59"/>
                  </a:cubicBezTo>
                  <a:cubicBezTo>
                    <a:pt x="473" y="58"/>
                    <a:pt x="473" y="58"/>
                    <a:pt x="473" y="58"/>
                  </a:cubicBezTo>
                  <a:cubicBezTo>
                    <a:pt x="474" y="59"/>
                    <a:pt x="474" y="59"/>
                    <a:pt x="474" y="59"/>
                  </a:cubicBezTo>
                  <a:cubicBezTo>
                    <a:pt x="475" y="58"/>
                    <a:pt x="475" y="58"/>
                    <a:pt x="475" y="58"/>
                  </a:cubicBezTo>
                  <a:cubicBezTo>
                    <a:pt x="477" y="58"/>
                    <a:pt x="477" y="58"/>
                    <a:pt x="477" y="58"/>
                  </a:cubicBezTo>
                  <a:cubicBezTo>
                    <a:pt x="478" y="58"/>
                    <a:pt x="478" y="58"/>
                    <a:pt x="478" y="58"/>
                  </a:cubicBezTo>
                  <a:cubicBezTo>
                    <a:pt x="478" y="58"/>
                    <a:pt x="478" y="58"/>
                    <a:pt x="478" y="58"/>
                  </a:cubicBezTo>
                  <a:cubicBezTo>
                    <a:pt x="478" y="58"/>
                    <a:pt x="478" y="58"/>
                    <a:pt x="478" y="58"/>
                  </a:cubicBezTo>
                  <a:cubicBezTo>
                    <a:pt x="479" y="59"/>
                    <a:pt x="479" y="59"/>
                    <a:pt x="479" y="59"/>
                  </a:cubicBezTo>
                  <a:cubicBezTo>
                    <a:pt x="479" y="58"/>
                    <a:pt x="479" y="58"/>
                    <a:pt x="479" y="58"/>
                  </a:cubicBezTo>
                  <a:cubicBezTo>
                    <a:pt x="480" y="57"/>
                    <a:pt x="480" y="57"/>
                    <a:pt x="480" y="57"/>
                  </a:cubicBezTo>
                  <a:cubicBezTo>
                    <a:pt x="480" y="56"/>
                    <a:pt x="480" y="56"/>
                    <a:pt x="480" y="56"/>
                  </a:cubicBezTo>
                  <a:cubicBezTo>
                    <a:pt x="480" y="55"/>
                    <a:pt x="480" y="55"/>
                    <a:pt x="480" y="55"/>
                  </a:cubicBezTo>
                  <a:cubicBezTo>
                    <a:pt x="480" y="54"/>
                    <a:pt x="480" y="54"/>
                    <a:pt x="480" y="54"/>
                  </a:cubicBezTo>
                  <a:cubicBezTo>
                    <a:pt x="481" y="54"/>
                    <a:pt x="481" y="54"/>
                    <a:pt x="481" y="54"/>
                  </a:cubicBezTo>
                  <a:cubicBezTo>
                    <a:pt x="482" y="54"/>
                    <a:pt x="482" y="54"/>
                    <a:pt x="482" y="54"/>
                  </a:cubicBezTo>
                  <a:cubicBezTo>
                    <a:pt x="483" y="55"/>
                    <a:pt x="483" y="55"/>
                    <a:pt x="483" y="55"/>
                  </a:cubicBezTo>
                  <a:cubicBezTo>
                    <a:pt x="483" y="55"/>
                    <a:pt x="483" y="55"/>
                    <a:pt x="483" y="55"/>
                  </a:cubicBezTo>
                  <a:cubicBezTo>
                    <a:pt x="484" y="55"/>
                    <a:pt x="484" y="55"/>
                    <a:pt x="484" y="55"/>
                  </a:cubicBezTo>
                  <a:cubicBezTo>
                    <a:pt x="485" y="56"/>
                    <a:pt x="485" y="56"/>
                    <a:pt x="485" y="56"/>
                  </a:cubicBezTo>
                  <a:cubicBezTo>
                    <a:pt x="485" y="57"/>
                    <a:pt x="485" y="57"/>
                    <a:pt x="485" y="57"/>
                  </a:cubicBezTo>
                  <a:cubicBezTo>
                    <a:pt x="486" y="58"/>
                    <a:pt x="486" y="58"/>
                    <a:pt x="486" y="58"/>
                  </a:cubicBezTo>
                  <a:cubicBezTo>
                    <a:pt x="487" y="59"/>
                    <a:pt x="487" y="59"/>
                    <a:pt x="487" y="59"/>
                  </a:cubicBezTo>
                  <a:cubicBezTo>
                    <a:pt x="488" y="58"/>
                    <a:pt x="488" y="58"/>
                    <a:pt x="488" y="58"/>
                  </a:cubicBezTo>
                  <a:cubicBezTo>
                    <a:pt x="490" y="59"/>
                    <a:pt x="490" y="59"/>
                    <a:pt x="490" y="59"/>
                  </a:cubicBezTo>
                  <a:cubicBezTo>
                    <a:pt x="490" y="59"/>
                    <a:pt x="490" y="59"/>
                    <a:pt x="490" y="59"/>
                  </a:cubicBezTo>
                  <a:cubicBezTo>
                    <a:pt x="491" y="59"/>
                    <a:pt x="491" y="59"/>
                    <a:pt x="491" y="59"/>
                  </a:cubicBezTo>
                  <a:cubicBezTo>
                    <a:pt x="493" y="61"/>
                    <a:pt x="493" y="61"/>
                    <a:pt x="493" y="61"/>
                  </a:cubicBezTo>
                  <a:cubicBezTo>
                    <a:pt x="493" y="61"/>
                    <a:pt x="493" y="61"/>
                    <a:pt x="493" y="61"/>
                  </a:cubicBezTo>
                  <a:cubicBezTo>
                    <a:pt x="493" y="62"/>
                    <a:pt x="493" y="62"/>
                    <a:pt x="493" y="62"/>
                  </a:cubicBezTo>
                  <a:cubicBezTo>
                    <a:pt x="495" y="62"/>
                    <a:pt x="495" y="62"/>
                    <a:pt x="495" y="62"/>
                  </a:cubicBezTo>
                  <a:cubicBezTo>
                    <a:pt x="495" y="62"/>
                    <a:pt x="495" y="62"/>
                    <a:pt x="495" y="62"/>
                  </a:cubicBezTo>
                  <a:cubicBezTo>
                    <a:pt x="496" y="62"/>
                    <a:pt x="496" y="62"/>
                    <a:pt x="496" y="62"/>
                  </a:cubicBezTo>
                  <a:cubicBezTo>
                    <a:pt x="496" y="61"/>
                    <a:pt x="496" y="61"/>
                    <a:pt x="496" y="61"/>
                  </a:cubicBezTo>
                  <a:cubicBezTo>
                    <a:pt x="497" y="60"/>
                    <a:pt x="497" y="60"/>
                    <a:pt x="497" y="60"/>
                  </a:cubicBezTo>
                  <a:cubicBezTo>
                    <a:pt x="498" y="60"/>
                    <a:pt x="498" y="60"/>
                    <a:pt x="498" y="60"/>
                  </a:cubicBezTo>
                  <a:cubicBezTo>
                    <a:pt x="498" y="60"/>
                    <a:pt x="498" y="60"/>
                    <a:pt x="498" y="60"/>
                  </a:cubicBezTo>
                  <a:cubicBezTo>
                    <a:pt x="498" y="59"/>
                    <a:pt x="498" y="59"/>
                    <a:pt x="498" y="59"/>
                  </a:cubicBezTo>
                  <a:cubicBezTo>
                    <a:pt x="498" y="59"/>
                    <a:pt x="498" y="59"/>
                    <a:pt x="498" y="59"/>
                  </a:cubicBezTo>
                  <a:cubicBezTo>
                    <a:pt x="498" y="59"/>
                    <a:pt x="498" y="59"/>
                    <a:pt x="498" y="59"/>
                  </a:cubicBezTo>
                  <a:cubicBezTo>
                    <a:pt x="498" y="58"/>
                    <a:pt x="498" y="58"/>
                    <a:pt x="498" y="58"/>
                  </a:cubicBezTo>
                  <a:cubicBezTo>
                    <a:pt x="497" y="57"/>
                    <a:pt x="497" y="57"/>
                    <a:pt x="497" y="57"/>
                  </a:cubicBezTo>
                  <a:cubicBezTo>
                    <a:pt x="496" y="57"/>
                    <a:pt x="496" y="57"/>
                    <a:pt x="496" y="57"/>
                  </a:cubicBezTo>
                  <a:cubicBezTo>
                    <a:pt x="496" y="55"/>
                    <a:pt x="496" y="55"/>
                    <a:pt x="496" y="55"/>
                  </a:cubicBezTo>
                  <a:cubicBezTo>
                    <a:pt x="494" y="54"/>
                    <a:pt x="494" y="54"/>
                    <a:pt x="494" y="54"/>
                  </a:cubicBezTo>
                  <a:cubicBezTo>
                    <a:pt x="493" y="54"/>
                    <a:pt x="493" y="54"/>
                    <a:pt x="493" y="54"/>
                  </a:cubicBezTo>
                  <a:cubicBezTo>
                    <a:pt x="493" y="53"/>
                    <a:pt x="493" y="53"/>
                    <a:pt x="493" y="53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52"/>
                    <a:pt x="490" y="52"/>
                    <a:pt x="490" y="52"/>
                  </a:cubicBezTo>
                  <a:cubicBezTo>
                    <a:pt x="490" y="52"/>
                    <a:pt x="490" y="52"/>
                    <a:pt x="490" y="52"/>
                  </a:cubicBezTo>
                  <a:cubicBezTo>
                    <a:pt x="490" y="50"/>
                    <a:pt x="490" y="50"/>
                    <a:pt x="490" y="50"/>
                  </a:cubicBezTo>
                  <a:cubicBezTo>
                    <a:pt x="489" y="50"/>
                    <a:pt x="489" y="50"/>
                    <a:pt x="489" y="50"/>
                  </a:cubicBezTo>
                  <a:cubicBezTo>
                    <a:pt x="489" y="49"/>
                    <a:pt x="489" y="49"/>
                    <a:pt x="489" y="49"/>
                  </a:cubicBezTo>
                  <a:cubicBezTo>
                    <a:pt x="488" y="48"/>
                    <a:pt x="488" y="48"/>
                    <a:pt x="488" y="48"/>
                  </a:cubicBezTo>
                  <a:cubicBezTo>
                    <a:pt x="487" y="47"/>
                    <a:pt x="487" y="47"/>
                    <a:pt x="487" y="47"/>
                  </a:cubicBezTo>
                  <a:cubicBezTo>
                    <a:pt x="487" y="47"/>
                    <a:pt x="487" y="47"/>
                    <a:pt x="487" y="47"/>
                  </a:cubicBezTo>
                  <a:cubicBezTo>
                    <a:pt x="489" y="47"/>
                    <a:pt x="489" y="47"/>
                    <a:pt x="489" y="47"/>
                  </a:cubicBezTo>
                  <a:cubicBezTo>
                    <a:pt x="490" y="47"/>
                    <a:pt x="490" y="47"/>
                    <a:pt x="490" y="47"/>
                  </a:cubicBezTo>
                  <a:cubicBezTo>
                    <a:pt x="492" y="47"/>
                    <a:pt x="492" y="47"/>
                    <a:pt x="492" y="47"/>
                  </a:cubicBezTo>
                  <a:cubicBezTo>
                    <a:pt x="494" y="47"/>
                    <a:pt x="494" y="47"/>
                    <a:pt x="494" y="47"/>
                  </a:cubicBezTo>
                  <a:cubicBezTo>
                    <a:pt x="494" y="46"/>
                    <a:pt x="494" y="46"/>
                    <a:pt x="494" y="46"/>
                  </a:cubicBezTo>
                  <a:cubicBezTo>
                    <a:pt x="495" y="46"/>
                    <a:pt x="495" y="46"/>
                    <a:pt x="495" y="46"/>
                  </a:cubicBezTo>
                  <a:cubicBezTo>
                    <a:pt x="497" y="46"/>
                    <a:pt x="497" y="46"/>
                    <a:pt x="497" y="46"/>
                  </a:cubicBezTo>
                  <a:cubicBezTo>
                    <a:pt x="497" y="46"/>
                    <a:pt x="497" y="46"/>
                    <a:pt x="497" y="46"/>
                  </a:cubicBezTo>
                  <a:cubicBezTo>
                    <a:pt x="498" y="46"/>
                    <a:pt x="498" y="46"/>
                    <a:pt x="498" y="46"/>
                  </a:cubicBezTo>
                  <a:cubicBezTo>
                    <a:pt x="498" y="45"/>
                    <a:pt x="498" y="45"/>
                    <a:pt x="498" y="45"/>
                  </a:cubicBezTo>
                  <a:cubicBezTo>
                    <a:pt x="499" y="45"/>
                    <a:pt x="499" y="45"/>
                    <a:pt x="499" y="45"/>
                  </a:cubicBezTo>
                  <a:cubicBezTo>
                    <a:pt x="499" y="46"/>
                    <a:pt x="499" y="46"/>
                    <a:pt x="499" y="46"/>
                  </a:cubicBezTo>
                  <a:cubicBezTo>
                    <a:pt x="500" y="46"/>
                    <a:pt x="500" y="46"/>
                    <a:pt x="500" y="46"/>
                  </a:cubicBezTo>
                  <a:cubicBezTo>
                    <a:pt x="500" y="45"/>
                    <a:pt x="500" y="45"/>
                    <a:pt x="500" y="45"/>
                  </a:cubicBezTo>
                  <a:cubicBezTo>
                    <a:pt x="501" y="45"/>
                    <a:pt x="501" y="45"/>
                    <a:pt x="501" y="45"/>
                  </a:cubicBezTo>
                  <a:cubicBezTo>
                    <a:pt x="501" y="44"/>
                    <a:pt x="501" y="44"/>
                    <a:pt x="501" y="44"/>
                  </a:cubicBezTo>
                  <a:cubicBezTo>
                    <a:pt x="505" y="44"/>
                    <a:pt x="505" y="44"/>
                    <a:pt x="505" y="44"/>
                  </a:cubicBezTo>
                  <a:cubicBezTo>
                    <a:pt x="505" y="44"/>
                    <a:pt x="505" y="44"/>
                    <a:pt x="505" y="44"/>
                  </a:cubicBezTo>
                  <a:cubicBezTo>
                    <a:pt x="505" y="44"/>
                    <a:pt x="505" y="44"/>
                    <a:pt x="505" y="44"/>
                  </a:cubicBezTo>
                  <a:cubicBezTo>
                    <a:pt x="506" y="43"/>
                    <a:pt x="506" y="43"/>
                    <a:pt x="506" y="43"/>
                  </a:cubicBezTo>
                  <a:cubicBezTo>
                    <a:pt x="506" y="43"/>
                    <a:pt x="506" y="43"/>
                    <a:pt x="506" y="43"/>
                  </a:cubicBezTo>
                  <a:cubicBezTo>
                    <a:pt x="507" y="43"/>
                    <a:pt x="507" y="43"/>
                    <a:pt x="507" y="43"/>
                  </a:cubicBezTo>
                  <a:cubicBezTo>
                    <a:pt x="508" y="43"/>
                    <a:pt x="508" y="43"/>
                    <a:pt x="508" y="43"/>
                  </a:cubicBezTo>
                  <a:cubicBezTo>
                    <a:pt x="509" y="44"/>
                    <a:pt x="509" y="44"/>
                    <a:pt x="509" y="44"/>
                  </a:cubicBezTo>
                  <a:cubicBezTo>
                    <a:pt x="510" y="44"/>
                    <a:pt x="510" y="44"/>
                    <a:pt x="510" y="44"/>
                  </a:cubicBezTo>
                  <a:cubicBezTo>
                    <a:pt x="511" y="43"/>
                    <a:pt x="511" y="43"/>
                    <a:pt x="511" y="43"/>
                  </a:cubicBezTo>
                  <a:cubicBezTo>
                    <a:pt x="512" y="44"/>
                    <a:pt x="512" y="44"/>
                    <a:pt x="512" y="44"/>
                  </a:cubicBezTo>
                  <a:cubicBezTo>
                    <a:pt x="512" y="44"/>
                    <a:pt x="512" y="44"/>
                    <a:pt x="512" y="44"/>
                  </a:cubicBezTo>
                  <a:cubicBezTo>
                    <a:pt x="513" y="44"/>
                    <a:pt x="513" y="44"/>
                    <a:pt x="513" y="44"/>
                  </a:cubicBezTo>
                  <a:cubicBezTo>
                    <a:pt x="514" y="43"/>
                    <a:pt x="514" y="43"/>
                    <a:pt x="514" y="43"/>
                  </a:cubicBezTo>
                  <a:cubicBezTo>
                    <a:pt x="517" y="44"/>
                    <a:pt x="517" y="44"/>
                    <a:pt x="517" y="44"/>
                  </a:cubicBezTo>
                  <a:cubicBezTo>
                    <a:pt x="518" y="45"/>
                    <a:pt x="518" y="45"/>
                    <a:pt x="518" y="45"/>
                  </a:cubicBezTo>
                  <a:cubicBezTo>
                    <a:pt x="519" y="44"/>
                    <a:pt x="519" y="44"/>
                    <a:pt x="519" y="44"/>
                  </a:cubicBezTo>
                  <a:cubicBezTo>
                    <a:pt x="518" y="44"/>
                    <a:pt x="518" y="44"/>
                    <a:pt x="518" y="44"/>
                  </a:cubicBezTo>
                  <a:cubicBezTo>
                    <a:pt x="519" y="44"/>
                    <a:pt x="519" y="44"/>
                    <a:pt x="519" y="44"/>
                  </a:cubicBezTo>
                  <a:cubicBezTo>
                    <a:pt x="520" y="44"/>
                    <a:pt x="520" y="44"/>
                    <a:pt x="520" y="44"/>
                  </a:cubicBezTo>
                  <a:cubicBezTo>
                    <a:pt x="520" y="45"/>
                    <a:pt x="520" y="45"/>
                    <a:pt x="520" y="45"/>
                  </a:cubicBezTo>
                  <a:cubicBezTo>
                    <a:pt x="520" y="45"/>
                    <a:pt x="520" y="45"/>
                    <a:pt x="520" y="45"/>
                  </a:cubicBezTo>
                  <a:cubicBezTo>
                    <a:pt x="521" y="45"/>
                    <a:pt x="521" y="45"/>
                    <a:pt x="521" y="45"/>
                  </a:cubicBezTo>
                  <a:cubicBezTo>
                    <a:pt x="524" y="45"/>
                    <a:pt x="524" y="45"/>
                    <a:pt x="524" y="45"/>
                  </a:cubicBezTo>
                  <a:cubicBezTo>
                    <a:pt x="527" y="47"/>
                    <a:pt x="527" y="47"/>
                    <a:pt x="527" y="47"/>
                  </a:cubicBezTo>
                  <a:cubicBezTo>
                    <a:pt x="527" y="47"/>
                    <a:pt x="527" y="47"/>
                    <a:pt x="527" y="47"/>
                  </a:cubicBezTo>
                  <a:cubicBezTo>
                    <a:pt x="526" y="47"/>
                    <a:pt x="526" y="47"/>
                    <a:pt x="526" y="47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7" y="47"/>
                    <a:pt x="527" y="47"/>
                    <a:pt x="527" y="47"/>
                  </a:cubicBezTo>
                  <a:cubicBezTo>
                    <a:pt x="528" y="47"/>
                    <a:pt x="528" y="47"/>
                    <a:pt x="528" y="47"/>
                  </a:cubicBezTo>
                  <a:cubicBezTo>
                    <a:pt x="529" y="47"/>
                    <a:pt x="529" y="47"/>
                    <a:pt x="529" y="47"/>
                  </a:cubicBezTo>
                  <a:cubicBezTo>
                    <a:pt x="530" y="47"/>
                    <a:pt x="530" y="47"/>
                    <a:pt x="530" y="47"/>
                  </a:cubicBezTo>
                  <a:cubicBezTo>
                    <a:pt x="531" y="47"/>
                    <a:pt x="531" y="47"/>
                    <a:pt x="531" y="47"/>
                  </a:cubicBezTo>
                  <a:cubicBezTo>
                    <a:pt x="531" y="46"/>
                    <a:pt x="531" y="46"/>
                    <a:pt x="531" y="46"/>
                  </a:cubicBezTo>
                  <a:cubicBezTo>
                    <a:pt x="531" y="46"/>
                    <a:pt x="531" y="46"/>
                    <a:pt x="531" y="46"/>
                  </a:cubicBezTo>
                  <a:cubicBezTo>
                    <a:pt x="532" y="46"/>
                    <a:pt x="532" y="46"/>
                    <a:pt x="532" y="46"/>
                  </a:cubicBezTo>
                  <a:cubicBezTo>
                    <a:pt x="533" y="47"/>
                    <a:pt x="533" y="47"/>
                    <a:pt x="533" y="47"/>
                  </a:cubicBezTo>
                  <a:cubicBezTo>
                    <a:pt x="533" y="47"/>
                    <a:pt x="533" y="47"/>
                    <a:pt x="533" y="47"/>
                  </a:cubicBezTo>
                  <a:cubicBezTo>
                    <a:pt x="534" y="46"/>
                    <a:pt x="534" y="46"/>
                    <a:pt x="534" y="46"/>
                  </a:cubicBezTo>
                  <a:cubicBezTo>
                    <a:pt x="534" y="46"/>
                    <a:pt x="534" y="46"/>
                    <a:pt x="534" y="46"/>
                  </a:cubicBezTo>
                  <a:cubicBezTo>
                    <a:pt x="535" y="47"/>
                    <a:pt x="535" y="47"/>
                    <a:pt x="535" y="47"/>
                  </a:cubicBezTo>
                  <a:cubicBezTo>
                    <a:pt x="535" y="47"/>
                    <a:pt x="535" y="47"/>
                    <a:pt x="535" y="47"/>
                  </a:cubicBezTo>
                  <a:cubicBezTo>
                    <a:pt x="536" y="48"/>
                    <a:pt x="536" y="48"/>
                    <a:pt x="536" y="48"/>
                  </a:cubicBezTo>
                  <a:cubicBezTo>
                    <a:pt x="537" y="47"/>
                    <a:pt x="537" y="47"/>
                    <a:pt x="537" y="47"/>
                  </a:cubicBezTo>
                  <a:cubicBezTo>
                    <a:pt x="541" y="48"/>
                    <a:pt x="541" y="48"/>
                    <a:pt x="541" y="48"/>
                  </a:cubicBezTo>
                  <a:cubicBezTo>
                    <a:pt x="541" y="47"/>
                    <a:pt x="541" y="47"/>
                    <a:pt x="541" y="47"/>
                  </a:cubicBezTo>
                  <a:cubicBezTo>
                    <a:pt x="542" y="47"/>
                    <a:pt x="542" y="47"/>
                    <a:pt x="542" y="47"/>
                  </a:cubicBezTo>
                  <a:cubicBezTo>
                    <a:pt x="543" y="48"/>
                    <a:pt x="543" y="48"/>
                    <a:pt x="543" y="48"/>
                  </a:cubicBezTo>
                  <a:cubicBezTo>
                    <a:pt x="543" y="48"/>
                    <a:pt x="543" y="48"/>
                    <a:pt x="543" y="48"/>
                  </a:cubicBezTo>
                  <a:cubicBezTo>
                    <a:pt x="543" y="47"/>
                    <a:pt x="543" y="47"/>
                    <a:pt x="543" y="47"/>
                  </a:cubicBezTo>
                  <a:cubicBezTo>
                    <a:pt x="543" y="47"/>
                    <a:pt x="543" y="47"/>
                    <a:pt x="543" y="47"/>
                  </a:cubicBezTo>
                  <a:cubicBezTo>
                    <a:pt x="545" y="47"/>
                    <a:pt x="545" y="47"/>
                    <a:pt x="545" y="47"/>
                  </a:cubicBezTo>
                  <a:cubicBezTo>
                    <a:pt x="545" y="48"/>
                    <a:pt x="545" y="48"/>
                    <a:pt x="545" y="48"/>
                  </a:cubicBezTo>
                  <a:cubicBezTo>
                    <a:pt x="545" y="49"/>
                    <a:pt x="545" y="49"/>
                    <a:pt x="545" y="49"/>
                  </a:cubicBezTo>
                  <a:cubicBezTo>
                    <a:pt x="547" y="48"/>
                    <a:pt x="547" y="48"/>
                    <a:pt x="547" y="48"/>
                  </a:cubicBezTo>
                  <a:cubicBezTo>
                    <a:pt x="547" y="48"/>
                    <a:pt x="547" y="48"/>
                    <a:pt x="547" y="48"/>
                  </a:cubicBezTo>
                  <a:cubicBezTo>
                    <a:pt x="546" y="48"/>
                    <a:pt x="546" y="48"/>
                    <a:pt x="546" y="48"/>
                  </a:cubicBezTo>
                  <a:cubicBezTo>
                    <a:pt x="547" y="48"/>
                    <a:pt x="547" y="48"/>
                    <a:pt x="547" y="48"/>
                  </a:cubicBezTo>
                  <a:cubicBezTo>
                    <a:pt x="548" y="48"/>
                    <a:pt x="548" y="48"/>
                    <a:pt x="548" y="48"/>
                  </a:cubicBezTo>
                  <a:cubicBezTo>
                    <a:pt x="548" y="49"/>
                    <a:pt x="548" y="49"/>
                    <a:pt x="548" y="49"/>
                  </a:cubicBezTo>
                  <a:cubicBezTo>
                    <a:pt x="549" y="49"/>
                    <a:pt x="549" y="49"/>
                    <a:pt x="549" y="49"/>
                  </a:cubicBezTo>
                  <a:cubicBezTo>
                    <a:pt x="550" y="50"/>
                    <a:pt x="550" y="50"/>
                    <a:pt x="550" y="50"/>
                  </a:cubicBezTo>
                  <a:cubicBezTo>
                    <a:pt x="551" y="49"/>
                    <a:pt x="551" y="49"/>
                    <a:pt x="551" y="49"/>
                  </a:cubicBezTo>
                  <a:cubicBezTo>
                    <a:pt x="550" y="49"/>
                    <a:pt x="550" y="49"/>
                    <a:pt x="550" y="49"/>
                  </a:cubicBezTo>
                  <a:cubicBezTo>
                    <a:pt x="549" y="48"/>
                    <a:pt x="549" y="48"/>
                    <a:pt x="549" y="48"/>
                  </a:cubicBezTo>
                  <a:cubicBezTo>
                    <a:pt x="549" y="48"/>
                    <a:pt x="549" y="48"/>
                    <a:pt x="549" y="48"/>
                  </a:cubicBezTo>
                  <a:cubicBezTo>
                    <a:pt x="550" y="48"/>
                    <a:pt x="550" y="48"/>
                    <a:pt x="550" y="48"/>
                  </a:cubicBezTo>
                  <a:cubicBezTo>
                    <a:pt x="551" y="48"/>
                    <a:pt x="551" y="48"/>
                    <a:pt x="551" y="48"/>
                  </a:cubicBezTo>
                  <a:cubicBezTo>
                    <a:pt x="552" y="49"/>
                    <a:pt x="552" y="49"/>
                    <a:pt x="552" y="49"/>
                  </a:cubicBezTo>
                  <a:cubicBezTo>
                    <a:pt x="553" y="50"/>
                    <a:pt x="553" y="50"/>
                    <a:pt x="553" y="50"/>
                  </a:cubicBezTo>
                  <a:cubicBezTo>
                    <a:pt x="553" y="50"/>
                    <a:pt x="553" y="50"/>
                    <a:pt x="553" y="50"/>
                  </a:cubicBezTo>
                  <a:cubicBezTo>
                    <a:pt x="553" y="49"/>
                    <a:pt x="553" y="49"/>
                    <a:pt x="553" y="49"/>
                  </a:cubicBezTo>
                  <a:cubicBezTo>
                    <a:pt x="553" y="49"/>
                    <a:pt x="553" y="49"/>
                    <a:pt x="553" y="49"/>
                  </a:cubicBezTo>
                  <a:cubicBezTo>
                    <a:pt x="554" y="49"/>
                    <a:pt x="554" y="49"/>
                    <a:pt x="554" y="49"/>
                  </a:cubicBezTo>
                  <a:cubicBezTo>
                    <a:pt x="554" y="49"/>
                    <a:pt x="554" y="49"/>
                    <a:pt x="554" y="49"/>
                  </a:cubicBezTo>
                  <a:cubicBezTo>
                    <a:pt x="554" y="50"/>
                    <a:pt x="554" y="50"/>
                    <a:pt x="554" y="50"/>
                  </a:cubicBezTo>
                  <a:cubicBezTo>
                    <a:pt x="555" y="51"/>
                    <a:pt x="555" y="51"/>
                    <a:pt x="555" y="51"/>
                  </a:cubicBezTo>
                  <a:cubicBezTo>
                    <a:pt x="557" y="53"/>
                    <a:pt x="557" y="53"/>
                    <a:pt x="557" y="53"/>
                  </a:cubicBezTo>
                  <a:cubicBezTo>
                    <a:pt x="558" y="54"/>
                    <a:pt x="558" y="54"/>
                    <a:pt x="558" y="54"/>
                  </a:cubicBezTo>
                  <a:cubicBezTo>
                    <a:pt x="558" y="54"/>
                    <a:pt x="558" y="54"/>
                    <a:pt x="558" y="54"/>
                  </a:cubicBezTo>
                  <a:cubicBezTo>
                    <a:pt x="559" y="55"/>
                    <a:pt x="559" y="55"/>
                    <a:pt x="559" y="55"/>
                  </a:cubicBezTo>
                  <a:cubicBezTo>
                    <a:pt x="560" y="56"/>
                    <a:pt x="560" y="56"/>
                    <a:pt x="560" y="56"/>
                  </a:cubicBezTo>
                  <a:cubicBezTo>
                    <a:pt x="559" y="56"/>
                    <a:pt x="559" y="56"/>
                    <a:pt x="559" y="56"/>
                  </a:cubicBezTo>
                  <a:cubicBezTo>
                    <a:pt x="560" y="57"/>
                    <a:pt x="560" y="57"/>
                    <a:pt x="560" y="57"/>
                  </a:cubicBezTo>
                  <a:cubicBezTo>
                    <a:pt x="560" y="57"/>
                    <a:pt x="560" y="57"/>
                    <a:pt x="560" y="57"/>
                  </a:cubicBezTo>
                  <a:cubicBezTo>
                    <a:pt x="561" y="57"/>
                    <a:pt x="561" y="57"/>
                    <a:pt x="561" y="57"/>
                  </a:cubicBezTo>
                  <a:cubicBezTo>
                    <a:pt x="562" y="57"/>
                    <a:pt x="562" y="57"/>
                    <a:pt x="562" y="57"/>
                  </a:cubicBezTo>
                  <a:cubicBezTo>
                    <a:pt x="563" y="58"/>
                    <a:pt x="563" y="58"/>
                    <a:pt x="563" y="58"/>
                  </a:cubicBezTo>
                  <a:cubicBezTo>
                    <a:pt x="564" y="58"/>
                    <a:pt x="564" y="58"/>
                    <a:pt x="564" y="58"/>
                  </a:cubicBezTo>
                  <a:cubicBezTo>
                    <a:pt x="564" y="58"/>
                    <a:pt x="564" y="58"/>
                    <a:pt x="564" y="58"/>
                  </a:cubicBezTo>
                  <a:cubicBezTo>
                    <a:pt x="564" y="58"/>
                    <a:pt x="564" y="58"/>
                    <a:pt x="564" y="58"/>
                  </a:cubicBezTo>
                  <a:cubicBezTo>
                    <a:pt x="563" y="57"/>
                    <a:pt x="563" y="57"/>
                    <a:pt x="563" y="57"/>
                  </a:cubicBezTo>
                  <a:cubicBezTo>
                    <a:pt x="564" y="56"/>
                    <a:pt x="564" y="56"/>
                    <a:pt x="564" y="56"/>
                  </a:cubicBezTo>
                  <a:cubicBezTo>
                    <a:pt x="564" y="56"/>
                    <a:pt x="564" y="56"/>
                    <a:pt x="564" y="56"/>
                  </a:cubicBezTo>
                  <a:cubicBezTo>
                    <a:pt x="565" y="57"/>
                    <a:pt x="565" y="57"/>
                    <a:pt x="565" y="57"/>
                  </a:cubicBezTo>
                  <a:cubicBezTo>
                    <a:pt x="566" y="58"/>
                    <a:pt x="566" y="58"/>
                    <a:pt x="566" y="58"/>
                  </a:cubicBezTo>
                  <a:cubicBezTo>
                    <a:pt x="566" y="58"/>
                    <a:pt x="566" y="58"/>
                    <a:pt x="566" y="58"/>
                  </a:cubicBezTo>
                  <a:cubicBezTo>
                    <a:pt x="565" y="57"/>
                    <a:pt x="565" y="57"/>
                    <a:pt x="565" y="57"/>
                  </a:cubicBezTo>
                  <a:cubicBezTo>
                    <a:pt x="565" y="56"/>
                    <a:pt x="565" y="56"/>
                    <a:pt x="565" y="56"/>
                  </a:cubicBezTo>
                  <a:cubicBezTo>
                    <a:pt x="564" y="55"/>
                    <a:pt x="564" y="55"/>
                    <a:pt x="564" y="55"/>
                  </a:cubicBezTo>
                  <a:cubicBezTo>
                    <a:pt x="563" y="56"/>
                    <a:pt x="563" y="56"/>
                    <a:pt x="563" y="56"/>
                  </a:cubicBezTo>
                  <a:cubicBezTo>
                    <a:pt x="562" y="56"/>
                    <a:pt x="562" y="56"/>
                    <a:pt x="562" y="56"/>
                  </a:cubicBezTo>
                  <a:cubicBezTo>
                    <a:pt x="562" y="55"/>
                    <a:pt x="562" y="55"/>
                    <a:pt x="562" y="55"/>
                  </a:cubicBezTo>
                  <a:cubicBezTo>
                    <a:pt x="562" y="55"/>
                    <a:pt x="562" y="55"/>
                    <a:pt x="562" y="55"/>
                  </a:cubicBezTo>
                  <a:cubicBezTo>
                    <a:pt x="562" y="54"/>
                    <a:pt x="562" y="54"/>
                    <a:pt x="562" y="54"/>
                  </a:cubicBezTo>
                  <a:cubicBezTo>
                    <a:pt x="561" y="53"/>
                    <a:pt x="561" y="53"/>
                    <a:pt x="561" y="53"/>
                  </a:cubicBezTo>
                  <a:cubicBezTo>
                    <a:pt x="560" y="52"/>
                    <a:pt x="560" y="52"/>
                    <a:pt x="560" y="52"/>
                  </a:cubicBezTo>
                  <a:cubicBezTo>
                    <a:pt x="559" y="51"/>
                    <a:pt x="559" y="51"/>
                    <a:pt x="559" y="51"/>
                  </a:cubicBezTo>
                  <a:cubicBezTo>
                    <a:pt x="559" y="51"/>
                    <a:pt x="559" y="51"/>
                    <a:pt x="559" y="51"/>
                  </a:cubicBezTo>
                  <a:cubicBezTo>
                    <a:pt x="558" y="52"/>
                    <a:pt x="558" y="52"/>
                    <a:pt x="558" y="52"/>
                  </a:cubicBezTo>
                  <a:cubicBezTo>
                    <a:pt x="558" y="52"/>
                    <a:pt x="558" y="52"/>
                    <a:pt x="558" y="52"/>
                  </a:cubicBezTo>
                  <a:cubicBezTo>
                    <a:pt x="558" y="51"/>
                    <a:pt x="558" y="51"/>
                    <a:pt x="558" y="51"/>
                  </a:cubicBezTo>
                  <a:cubicBezTo>
                    <a:pt x="559" y="50"/>
                    <a:pt x="559" y="50"/>
                    <a:pt x="559" y="50"/>
                  </a:cubicBezTo>
                  <a:cubicBezTo>
                    <a:pt x="560" y="48"/>
                    <a:pt x="560" y="48"/>
                    <a:pt x="560" y="48"/>
                  </a:cubicBezTo>
                  <a:cubicBezTo>
                    <a:pt x="561" y="48"/>
                    <a:pt x="561" y="48"/>
                    <a:pt x="561" y="48"/>
                  </a:cubicBezTo>
                  <a:cubicBezTo>
                    <a:pt x="561" y="49"/>
                    <a:pt x="561" y="49"/>
                    <a:pt x="561" y="49"/>
                  </a:cubicBezTo>
                  <a:cubicBezTo>
                    <a:pt x="561" y="50"/>
                    <a:pt x="561" y="50"/>
                    <a:pt x="561" y="50"/>
                  </a:cubicBezTo>
                  <a:cubicBezTo>
                    <a:pt x="562" y="50"/>
                    <a:pt x="562" y="50"/>
                    <a:pt x="562" y="50"/>
                  </a:cubicBezTo>
                  <a:cubicBezTo>
                    <a:pt x="562" y="50"/>
                    <a:pt x="562" y="50"/>
                    <a:pt x="562" y="50"/>
                  </a:cubicBezTo>
                  <a:cubicBezTo>
                    <a:pt x="562" y="49"/>
                    <a:pt x="562" y="49"/>
                    <a:pt x="562" y="49"/>
                  </a:cubicBezTo>
                  <a:cubicBezTo>
                    <a:pt x="561" y="49"/>
                    <a:pt x="561" y="49"/>
                    <a:pt x="561" y="49"/>
                  </a:cubicBezTo>
                  <a:cubicBezTo>
                    <a:pt x="562" y="49"/>
                    <a:pt x="562" y="49"/>
                    <a:pt x="562" y="49"/>
                  </a:cubicBezTo>
                  <a:cubicBezTo>
                    <a:pt x="563" y="48"/>
                    <a:pt x="563" y="48"/>
                    <a:pt x="563" y="48"/>
                  </a:cubicBezTo>
                  <a:cubicBezTo>
                    <a:pt x="563" y="47"/>
                    <a:pt x="563" y="47"/>
                    <a:pt x="563" y="47"/>
                  </a:cubicBezTo>
                  <a:cubicBezTo>
                    <a:pt x="562" y="47"/>
                    <a:pt x="562" y="47"/>
                    <a:pt x="562" y="47"/>
                  </a:cubicBezTo>
                  <a:cubicBezTo>
                    <a:pt x="563" y="47"/>
                    <a:pt x="563" y="47"/>
                    <a:pt x="563" y="47"/>
                  </a:cubicBezTo>
                  <a:cubicBezTo>
                    <a:pt x="563" y="47"/>
                    <a:pt x="563" y="47"/>
                    <a:pt x="563" y="47"/>
                  </a:cubicBezTo>
                  <a:cubicBezTo>
                    <a:pt x="564" y="47"/>
                    <a:pt x="564" y="47"/>
                    <a:pt x="564" y="47"/>
                  </a:cubicBezTo>
                  <a:cubicBezTo>
                    <a:pt x="565" y="46"/>
                    <a:pt x="565" y="46"/>
                    <a:pt x="565" y="46"/>
                  </a:cubicBezTo>
                  <a:cubicBezTo>
                    <a:pt x="565" y="46"/>
                    <a:pt x="565" y="46"/>
                    <a:pt x="565" y="46"/>
                  </a:cubicBezTo>
                  <a:cubicBezTo>
                    <a:pt x="566" y="46"/>
                    <a:pt x="566" y="46"/>
                    <a:pt x="566" y="46"/>
                  </a:cubicBezTo>
                  <a:cubicBezTo>
                    <a:pt x="566" y="46"/>
                    <a:pt x="566" y="46"/>
                    <a:pt x="566" y="46"/>
                  </a:cubicBezTo>
                  <a:cubicBezTo>
                    <a:pt x="567" y="46"/>
                    <a:pt x="567" y="46"/>
                    <a:pt x="567" y="46"/>
                  </a:cubicBezTo>
                  <a:cubicBezTo>
                    <a:pt x="567" y="47"/>
                    <a:pt x="567" y="47"/>
                    <a:pt x="567" y="47"/>
                  </a:cubicBezTo>
                  <a:cubicBezTo>
                    <a:pt x="568" y="47"/>
                    <a:pt x="568" y="47"/>
                    <a:pt x="568" y="47"/>
                  </a:cubicBezTo>
                  <a:cubicBezTo>
                    <a:pt x="569" y="47"/>
                    <a:pt x="569" y="47"/>
                    <a:pt x="569" y="47"/>
                  </a:cubicBezTo>
                  <a:cubicBezTo>
                    <a:pt x="570" y="47"/>
                    <a:pt x="570" y="47"/>
                    <a:pt x="570" y="47"/>
                  </a:cubicBezTo>
                  <a:cubicBezTo>
                    <a:pt x="572" y="48"/>
                    <a:pt x="572" y="48"/>
                    <a:pt x="572" y="48"/>
                  </a:cubicBezTo>
                  <a:cubicBezTo>
                    <a:pt x="572" y="48"/>
                    <a:pt x="572" y="48"/>
                    <a:pt x="572" y="48"/>
                  </a:cubicBezTo>
                  <a:cubicBezTo>
                    <a:pt x="572" y="49"/>
                    <a:pt x="572" y="49"/>
                    <a:pt x="572" y="49"/>
                  </a:cubicBezTo>
                  <a:cubicBezTo>
                    <a:pt x="573" y="49"/>
                    <a:pt x="573" y="49"/>
                    <a:pt x="573" y="49"/>
                  </a:cubicBezTo>
                  <a:cubicBezTo>
                    <a:pt x="573" y="48"/>
                    <a:pt x="573" y="48"/>
                    <a:pt x="573" y="48"/>
                  </a:cubicBezTo>
                  <a:cubicBezTo>
                    <a:pt x="574" y="48"/>
                    <a:pt x="574" y="48"/>
                    <a:pt x="574" y="48"/>
                  </a:cubicBezTo>
                  <a:cubicBezTo>
                    <a:pt x="574" y="49"/>
                    <a:pt x="574" y="49"/>
                    <a:pt x="574" y="49"/>
                  </a:cubicBezTo>
                  <a:cubicBezTo>
                    <a:pt x="575" y="49"/>
                    <a:pt x="575" y="49"/>
                    <a:pt x="575" y="49"/>
                  </a:cubicBezTo>
                  <a:cubicBezTo>
                    <a:pt x="576" y="48"/>
                    <a:pt x="576" y="48"/>
                    <a:pt x="576" y="48"/>
                  </a:cubicBezTo>
                  <a:cubicBezTo>
                    <a:pt x="576" y="48"/>
                    <a:pt x="576" y="48"/>
                    <a:pt x="576" y="48"/>
                  </a:cubicBezTo>
                  <a:cubicBezTo>
                    <a:pt x="576" y="49"/>
                    <a:pt x="576" y="49"/>
                    <a:pt x="576" y="49"/>
                  </a:cubicBezTo>
                  <a:cubicBezTo>
                    <a:pt x="576" y="49"/>
                    <a:pt x="576" y="49"/>
                    <a:pt x="576" y="49"/>
                  </a:cubicBezTo>
                  <a:cubicBezTo>
                    <a:pt x="576" y="50"/>
                    <a:pt x="576" y="50"/>
                    <a:pt x="576" y="50"/>
                  </a:cubicBezTo>
                  <a:cubicBezTo>
                    <a:pt x="576" y="52"/>
                    <a:pt x="576" y="52"/>
                    <a:pt x="576" y="52"/>
                  </a:cubicBezTo>
                  <a:cubicBezTo>
                    <a:pt x="576" y="53"/>
                    <a:pt x="576" y="53"/>
                    <a:pt x="576" y="53"/>
                  </a:cubicBezTo>
                  <a:cubicBezTo>
                    <a:pt x="576" y="53"/>
                    <a:pt x="576" y="53"/>
                    <a:pt x="576" y="53"/>
                  </a:cubicBezTo>
                  <a:cubicBezTo>
                    <a:pt x="577" y="53"/>
                    <a:pt x="577" y="53"/>
                    <a:pt x="577" y="53"/>
                  </a:cubicBezTo>
                  <a:cubicBezTo>
                    <a:pt x="578" y="54"/>
                    <a:pt x="578" y="54"/>
                    <a:pt x="578" y="54"/>
                  </a:cubicBezTo>
                  <a:cubicBezTo>
                    <a:pt x="579" y="54"/>
                    <a:pt x="579" y="54"/>
                    <a:pt x="579" y="54"/>
                  </a:cubicBezTo>
                  <a:cubicBezTo>
                    <a:pt x="579" y="55"/>
                    <a:pt x="579" y="55"/>
                    <a:pt x="579" y="55"/>
                  </a:cubicBezTo>
                  <a:cubicBezTo>
                    <a:pt x="578" y="56"/>
                    <a:pt x="578" y="56"/>
                    <a:pt x="578" y="56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76" y="56"/>
                    <a:pt x="576" y="56"/>
                    <a:pt x="576" y="56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78" y="57"/>
                    <a:pt x="578" y="57"/>
                    <a:pt x="578" y="57"/>
                  </a:cubicBezTo>
                  <a:cubicBezTo>
                    <a:pt x="578" y="58"/>
                    <a:pt x="578" y="58"/>
                    <a:pt x="578" y="58"/>
                  </a:cubicBezTo>
                  <a:cubicBezTo>
                    <a:pt x="577" y="58"/>
                    <a:pt x="577" y="58"/>
                    <a:pt x="577" y="58"/>
                  </a:cubicBezTo>
                  <a:cubicBezTo>
                    <a:pt x="576" y="59"/>
                    <a:pt x="576" y="59"/>
                    <a:pt x="576" y="59"/>
                  </a:cubicBezTo>
                  <a:cubicBezTo>
                    <a:pt x="576" y="59"/>
                    <a:pt x="576" y="59"/>
                    <a:pt x="576" y="59"/>
                  </a:cubicBezTo>
                  <a:cubicBezTo>
                    <a:pt x="575" y="60"/>
                    <a:pt x="575" y="60"/>
                    <a:pt x="575" y="60"/>
                  </a:cubicBezTo>
                  <a:cubicBezTo>
                    <a:pt x="573" y="60"/>
                    <a:pt x="573" y="60"/>
                    <a:pt x="573" y="60"/>
                  </a:cubicBezTo>
                  <a:cubicBezTo>
                    <a:pt x="572" y="60"/>
                    <a:pt x="572" y="60"/>
                    <a:pt x="572" y="60"/>
                  </a:cubicBezTo>
                  <a:cubicBezTo>
                    <a:pt x="574" y="60"/>
                    <a:pt x="574" y="60"/>
                    <a:pt x="574" y="60"/>
                  </a:cubicBezTo>
                  <a:cubicBezTo>
                    <a:pt x="574" y="60"/>
                    <a:pt x="574" y="60"/>
                    <a:pt x="574" y="60"/>
                  </a:cubicBezTo>
                  <a:cubicBezTo>
                    <a:pt x="575" y="61"/>
                    <a:pt x="575" y="61"/>
                    <a:pt x="575" y="61"/>
                  </a:cubicBezTo>
                  <a:cubicBezTo>
                    <a:pt x="576" y="60"/>
                    <a:pt x="576" y="60"/>
                    <a:pt x="576" y="60"/>
                  </a:cubicBezTo>
                  <a:cubicBezTo>
                    <a:pt x="576" y="60"/>
                    <a:pt x="576" y="60"/>
                    <a:pt x="576" y="60"/>
                  </a:cubicBezTo>
                  <a:cubicBezTo>
                    <a:pt x="576" y="61"/>
                    <a:pt x="576" y="61"/>
                    <a:pt x="576" y="61"/>
                  </a:cubicBezTo>
                  <a:cubicBezTo>
                    <a:pt x="577" y="62"/>
                    <a:pt x="577" y="62"/>
                    <a:pt x="577" y="62"/>
                  </a:cubicBezTo>
                  <a:cubicBezTo>
                    <a:pt x="576" y="63"/>
                    <a:pt x="576" y="63"/>
                    <a:pt x="576" y="63"/>
                  </a:cubicBezTo>
                  <a:cubicBezTo>
                    <a:pt x="576" y="64"/>
                    <a:pt x="576" y="64"/>
                    <a:pt x="576" y="64"/>
                  </a:cubicBezTo>
                  <a:cubicBezTo>
                    <a:pt x="577" y="63"/>
                    <a:pt x="577" y="63"/>
                    <a:pt x="577" y="63"/>
                  </a:cubicBezTo>
                  <a:cubicBezTo>
                    <a:pt x="578" y="63"/>
                    <a:pt x="578" y="63"/>
                    <a:pt x="578" y="63"/>
                  </a:cubicBezTo>
                  <a:cubicBezTo>
                    <a:pt x="579" y="64"/>
                    <a:pt x="579" y="64"/>
                    <a:pt x="579" y="64"/>
                  </a:cubicBezTo>
                  <a:cubicBezTo>
                    <a:pt x="579" y="64"/>
                    <a:pt x="579" y="64"/>
                    <a:pt x="579" y="64"/>
                  </a:cubicBezTo>
                  <a:cubicBezTo>
                    <a:pt x="580" y="65"/>
                    <a:pt x="580" y="65"/>
                    <a:pt x="580" y="65"/>
                  </a:cubicBezTo>
                  <a:cubicBezTo>
                    <a:pt x="579" y="66"/>
                    <a:pt x="579" y="66"/>
                    <a:pt x="579" y="66"/>
                  </a:cubicBezTo>
                  <a:cubicBezTo>
                    <a:pt x="579" y="66"/>
                    <a:pt x="579" y="66"/>
                    <a:pt x="579" y="66"/>
                  </a:cubicBezTo>
                  <a:cubicBezTo>
                    <a:pt x="580" y="67"/>
                    <a:pt x="580" y="67"/>
                    <a:pt x="580" y="67"/>
                  </a:cubicBezTo>
                  <a:cubicBezTo>
                    <a:pt x="579" y="68"/>
                    <a:pt x="579" y="68"/>
                    <a:pt x="579" y="68"/>
                  </a:cubicBezTo>
                  <a:cubicBezTo>
                    <a:pt x="578" y="68"/>
                    <a:pt x="578" y="68"/>
                    <a:pt x="578" y="68"/>
                  </a:cubicBezTo>
                  <a:cubicBezTo>
                    <a:pt x="579" y="69"/>
                    <a:pt x="579" y="69"/>
                    <a:pt x="579" y="69"/>
                  </a:cubicBezTo>
                  <a:cubicBezTo>
                    <a:pt x="579" y="68"/>
                    <a:pt x="579" y="68"/>
                    <a:pt x="579" y="68"/>
                  </a:cubicBezTo>
                  <a:cubicBezTo>
                    <a:pt x="580" y="68"/>
                    <a:pt x="580" y="68"/>
                    <a:pt x="580" y="68"/>
                  </a:cubicBezTo>
                  <a:cubicBezTo>
                    <a:pt x="580" y="69"/>
                    <a:pt x="580" y="69"/>
                    <a:pt x="580" y="69"/>
                  </a:cubicBezTo>
                  <a:cubicBezTo>
                    <a:pt x="580" y="70"/>
                    <a:pt x="580" y="70"/>
                    <a:pt x="580" y="70"/>
                  </a:cubicBezTo>
                  <a:cubicBezTo>
                    <a:pt x="581" y="69"/>
                    <a:pt x="581" y="69"/>
                    <a:pt x="581" y="69"/>
                  </a:cubicBezTo>
                  <a:cubicBezTo>
                    <a:pt x="581" y="70"/>
                    <a:pt x="581" y="70"/>
                    <a:pt x="581" y="70"/>
                  </a:cubicBezTo>
                  <a:cubicBezTo>
                    <a:pt x="581" y="69"/>
                    <a:pt x="581" y="69"/>
                    <a:pt x="581" y="69"/>
                  </a:cubicBezTo>
                  <a:cubicBezTo>
                    <a:pt x="582" y="69"/>
                    <a:pt x="582" y="69"/>
                    <a:pt x="582" y="69"/>
                  </a:cubicBezTo>
                  <a:cubicBezTo>
                    <a:pt x="583" y="69"/>
                    <a:pt x="583" y="69"/>
                    <a:pt x="583" y="69"/>
                  </a:cubicBezTo>
                  <a:cubicBezTo>
                    <a:pt x="584" y="69"/>
                    <a:pt x="584" y="69"/>
                    <a:pt x="584" y="69"/>
                  </a:cubicBezTo>
                  <a:cubicBezTo>
                    <a:pt x="584" y="70"/>
                    <a:pt x="584" y="70"/>
                    <a:pt x="584" y="70"/>
                  </a:cubicBezTo>
                  <a:cubicBezTo>
                    <a:pt x="583" y="71"/>
                    <a:pt x="583" y="71"/>
                    <a:pt x="583" y="71"/>
                  </a:cubicBezTo>
                  <a:cubicBezTo>
                    <a:pt x="582" y="70"/>
                    <a:pt x="582" y="70"/>
                    <a:pt x="582" y="70"/>
                  </a:cubicBezTo>
                  <a:cubicBezTo>
                    <a:pt x="582" y="71"/>
                    <a:pt x="582" y="71"/>
                    <a:pt x="582" y="71"/>
                  </a:cubicBezTo>
                  <a:cubicBezTo>
                    <a:pt x="583" y="71"/>
                    <a:pt x="583" y="71"/>
                    <a:pt x="583" y="71"/>
                  </a:cubicBezTo>
                  <a:cubicBezTo>
                    <a:pt x="583" y="71"/>
                    <a:pt x="583" y="71"/>
                    <a:pt x="583" y="71"/>
                  </a:cubicBezTo>
                  <a:cubicBezTo>
                    <a:pt x="584" y="72"/>
                    <a:pt x="584" y="72"/>
                    <a:pt x="584" y="72"/>
                  </a:cubicBezTo>
                  <a:cubicBezTo>
                    <a:pt x="584" y="73"/>
                    <a:pt x="584" y="73"/>
                    <a:pt x="584" y="73"/>
                  </a:cubicBezTo>
                  <a:cubicBezTo>
                    <a:pt x="583" y="73"/>
                    <a:pt x="583" y="73"/>
                    <a:pt x="583" y="73"/>
                  </a:cubicBezTo>
                  <a:cubicBezTo>
                    <a:pt x="582" y="72"/>
                    <a:pt x="582" y="72"/>
                    <a:pt x="582" y="72"/>
                  </a:cubicBezTo>
                  <a:cubicBezTo>
                    <a:pt x="581" y="72"/>
                    <a:pt x="581" y="72"/>
                    <a:pt x="581" y="72"/>
                  </a:cubicBezTo>
                  <a:cubicBezTo>
                    <a:pt x="582" y="73"/>
                    <a:pt x="582" y="73"/>
                    <a:pt x="582" y="73"/>
                  </a:cubicBezTo>
                  <a:cubicBezTo>
                    <a:pt x="581" y="74"/>
                    <a:pt x="581" y="74"/>
                    <a:pt x="581" y="74"/>
                  </a:cubicBezTo>
                  <a:cubicBezTo>
                    <a:pt x="581" y="74"/>
                    <a:pt x="581" y="74"/>
                    <a:pt x="581" y="74"/>
                  </a:cubicBezTo>
                  <a:cubicBezTo>
                    <a:pt x="580" y="74"/>
                    <a:pt x="580" y="74"/>
                    <a:pt x="580" y="74"/>
                  </a:cubicBezTo>
                  <a:cubicBezTo>
                    <a:pt x="580" y="74"/>
                    <a:pt x="580" y="74"/>
                    <a:pt x="580" y="74"/>
                  </a:cubicBezTo>
                  <a:cubicBezTo>
                    <a:pt x="579" y="73"/>
                    <a:pt x="579" y="73"/>
                    <a:pt x="579" y="73"/>
                  </a:cubicBezTo>
                  <a:cubicBezTo>
                    <a:pt x="577" y="73"/>
                    <a:pt x="577" y="73"/>
                    <a:pt x="577" y="73"/>
                  </a:cubicBezTo>
                  <a:cubicBezTo>
                    <a:pt x="576" y="74"/>
                    <a:pt x="576" y="74"/>
                    <a:pt x="576" y="74"/>
                  </a:cubicBezTo>
                  <a:cubicBezTo>
                    <a:pt x="576" y="74"/>
                    <a:pt x="576" y="74"/>
                    <a:pt x="576" y="74"/>
                  </a:cubicBezTo>
                  <a:cubicBezTo>
                    <a:pt x="576" y="73"/>
                    <a:pt x="576" y="73"/>
                    <a:pt x="576" y="73"/>
                  </a:cubicBezTo>
                  <a:cubicBezTo>
                    <a:pt x="575" y="72"/>
                    <a:pt x="575" y="72"/>
                    <a:pt x="575" y="72"/>
                  </a:cubicBezTo>
                  <a:cubicBezTo>
                    <a:pt x="575" y="72"/>
                    <a:pt x="575" y="72"/>
                    <a:pt x="575" y="72"/>
                  </a:cubicBezTo>
                  <a:cubicBezTo>
                    <a:pt x="575" y="73"/>
                    <a:pt x="575" y="73"/>
                    <a:pt x="575" y="73"/>
                  </a:cubicBezTo>
                  <a:cubicBezTo>
                    <a:pt x="574" y="73"/>
                    <a:pt x="574" y="73"/>
                    <a:pt x="574" y="73"/>
                  </a:cubicBezTo>
                  <a:cubicBezTo>
                    <a:pt x="574" y="74"/>
                    <a:pt x="574" y="74"/>
                    <a:pt x="574" y="74"/>
                  </a:cubicBezTo>
                  <a:cubicBezTo>
                    <a:pt x="575" y="74"/>
                    <a:pt x="575" y="74"/>
                    <a:pt x="575" y="74"/>
                  </a:cubicBezTo>
                  <a:cubicBezTo>
                    <a:pt x="574" y="75"/>
                    <a:pt x="574" y="75"/>
                    <a:pt x="574" y="75"/>
                  </a:cubicBezTo>
                  <a:cubicBezTo>
                    <a:pt x="574" y="75"/>
                    <a:pt x="574" y="75"/>
                    <a:pt x="574" y="75"/>
                  </a:cubicBezTo>
                  <a:cubicBezTo>
                    <a:pt x="574" y="75"/>
                    <a:pt x="574" y="75"/>
                    <a:pt x="574" y="75"/>
                  </a:cubicBezTo>
                  <a:cubicBezTo>
                    <a:pt x="573" y="74"/>
                    <a:pt x="573" y="74"/>
                    <a:pt x="573" y="74"/>
                  </a:cubicBezTo>
                  <a:cubicBezTo>
                    <a:pt x="571" y="75"/>
                    <a:pt x="571" y="75"/>
                    <a:pt x="571" y="75"/>
                  </a:cubicBezTo>
                  <a:cubicBezTo>
                    <a:pt x="571" y="75"/>
                    <a:pt x="571" y="75"/>
                    <a:pt x="571" y="75"/>
                  </a:cubicBezTo>
                  <a:cubicBezTo>
                    <a:pt x="571" y="74"/>
                    <a:pt x="571" y="74"/>
                    <a:pt x="571" y="74"/>
                  </a:cubicBezTo>
                  <a:cubicBezTo>
                    <a:pt x="571" y="73"/>
                    <a:pt x="571" y="73"/>
                    <a:pt x="571" y="73"/>
                  </a:cubicBezTo>
                  <a:cubicBezTo>
                    <a:pt x="570" y="73"/>
                    <a:pt x="570" y="73"/>
                    <a:pt x="570" y="73"/>
                  </a:cubicBezTo>
                  <a:cubicBezTo>
                    <a:pt x="568" y="72"/>
                    <a:pt x="568" y="72"/>
                    <a:pt x="568" y="72"/>
                  </a:cubicBezTo>
                  <a:cubicBezTo>
                    <a:pt x="568" y="71"/>
                    <a:pt x="568" y="71"/>
                    <a:pt x="568" y="71"/>
                  </a:cubicBezTo>
                  <a:cubicBezTo>
                    <a:pt x="568" y="71"/>
                    <a:pt x="568" y="71"/>
                    <a:pt x="568" y="71"/>
                  </a:cubicBezTo>
                  <a:cubicBezTo>
                    <a:pt x="567" y="70"/>
                    <a:pt x="567" y="70"/>
                    <a:pt x="567" y="70"/>
                  </a:cubicBezTo>
                  <a:cubicBezTo>
                    <a:pt x="566" y="71"/>
                    <a:pt x="566" y="71"/>
                    <a:pt x="566" y="71"/>
                  </a:cubicBezTo>
                  <a:cubicBezTo>
                    <a:pt x="565" y="72"/>
                    <a:pt x="565" y="72"/>
                    <a:pt x="565" y="72"/>
                  </a:cubicBezTo>
                  <a:cubicBezTo>
                    <a:pt x="564" y="72"/>
                    <a:pt x="564" y="72"/>
                    <a:pt x="564" y="72"/>
                  </a:cubicBezTo>
                  <a:cubicBezTo>
                    <a:pt x="564" y="72"/>
                    <a:pt x="564" y="72"/>
                    <a:pt x="564" y="72"/>
                  </a:cubicBezTo>
                  <a:cubicBezTo>
                    <a:pt x="564" y="71"/>
                    <a:pt x="564" y="71"/>
                    <a:pt x="564" y="71"/>
                  </a:cubicBezTo>
                  <a:cubicBezTo>
                    <a:pt x="563" y="71"/>
                    <a:pt x="563" y="71"/>
                    <a:pt x="563" y="71"/>
                  </a:cubicBezTo>
                  <a:cubicBezTo>
                    <a:pt x="563" y="71"/>
                    <a:pt x="563" y="71"/>
                    <a:pt x="563" y="71"/>
                  </a:cubicBezTo>
                  <a:cubicBezTo>
                    <a:pt x="563" y="73"/>
                    <a:pt x="563" y="73"/>
                    <a:pt x="563" y="73"/>
                  </a:cubicBezTo>
                  <a:cubicBezTo>
                    <a:pt x="564" y="74"/>
                    <a:pt x="564" y="74"/>
                    <a:pt x="564" y="74"/>
                  </a:cubicBezTo>
                  <a:cubicBezTo>
                    <a:pt x="563" y="75"/>
                    <a:pt x="563" y="75"/>
                    <a:pt x="563" y="75"/>
                  </a:cubicBezTo>
                  <a:cubicBezTo>
                    <a:pt x="562" y="77"/>
                    <a:pt x="562" y="77"/>
                    <a:pt x="562" y="77"/>
                  </a:cubicBezTo>
                  <a:cubicBezTo>
                    <a:pt x="561" y="77"/>
                    <a:pt x="561" y="77"/>
                    <a:pt x="561" y="77"/>
                  </a:cubicBezTo>
                  <a:cubicBezTo>
                    <a:pt x="561" y="75"/>
                    <a:pt x="561" y="75"/>
                    <a:pt x="561" y="75"/>
                  </a:cubicBezTo>
                  <a:cubicBezTo>
                    <a:pt x="560" y="75"/>
                    <a:pt x="560" y="75"/>
                    <a:pt x="560" y="75"/>
                  </a:cubicBezTo>
                  <a:cubicBezTo>
                    <a:pt x="559" y="76"/>
                    <a:pt x="559" y="76"/>
                    <a:pt x="559" y="76"/>
                  </a:cubicBezTo>
                  <a:cubicBezTo>
                    <a:pt x="557" y="74"/>
                    <a:pt x="557" y="74"/>
                    <a:pt x="557" y="74"/>
                  </a:cubicBezTo>
                  <a:cubicBezTo>
                    <a:pt x="557" y="73"/>
                    <a:pt x="557" y="73"/>
                    <a:pt x="557" y="73"/>
                  </a:cubicBezTo>
                  <a:cubicBezTo>
                    <a:pt x="557" y="71"/>
                    <a:pt x="557" y="71"/>
                    <a:pt x="557" y="71"/>
                  </a:cubicBezTo>
                  <a:cubicBezTo>
                    <a:pt x="556" y="71"/>
                    <a:pt x="556" y="71"/>
                    <a:pt x="556" y="71"/>
                  </a:cubicBezTo>
                  <a:cubicBezTo>
                    <a:pt x="556" y="71"/>
                    <a:pt x="556" y="71"/>
                    <a:pt x="556" y="71"/>
                  </a:cubicBezTo>
                  <a:cubicBezTo>
                    <a:pt x="555" y="70"/>
                    <a:pt x="555" y="70"/>
                    <a:pt x="555" y="70"/>
                  </a:cubicBezTo>
                  <a:cubicBezTo>
                    <a:pt x="555" y="71"/>
                    <a:pt x="555" y="71"/>
                    <a:pt x="555" y="71"/>
                  </a:cubicBezTo>
                  <a:cubicBezTo>
                    <a:pt x="555" y="71"/>
                    <a:pt x="555" y="71"/>
                    <a:pt x="555" y="71"/>
                  </a:cubicBezTo>
                  <a:cubicBezTo>
                    <a:pt x="555" y="72"/>
                    <a:pt x="555" y="72"/>
                    <a:pt x="555" y="72"/>
                  </a:cubicBezTo>
                  <a:cubicBezTo>
                    <a:pt x="555" y="72"/>
                    <a:pt x="555" y="72"/>
                    <a:pt x="555" y="72"/>
                  </a:cubicBezTo>
                  <a:cubicBezTo>
                    <a:pt x="555" y="73"/>
                    <a:pt x="555" y="73"/>
                    <a:pt x="555" y="73"/>
                  </a:cubicBezTo>
                  <a:cubicBezTo>
                    <a:pt x="554" y="72"/>
                    <a:pt x="554" y="72"/>
                    <a:pt x="554" y="72"/>
                  </a:cubicBezTo>
                  <a:cubicBezTo>
                    <a:pt x="553" y="71"/>
                    <a:pt x="553" y="71"/>
                    <a:pt x="553" y="71"/>
                  </a:cubicBezTo>
                  <a:cubicBezTo>
                    <a:pt x="553" y="71"/>
                    <a:pt x="553" y="71"/>
                    <a:pt x="553" y="71"/>
                  </a:cubicBezTo>
                  <a:cubicBezTo>
                    <a:pt x="553" y="72"/>
                    <a:pt x="553" y="72"/>
                    <a:pt x="553" y="72"/>
                  </a:cubicBezTo>
                  <a:cubicBezTo>
                    <a:pt x="553" y="73"/>
                    <a:pt x="553" y="73"/>
                    <a:pt x="553" y="73"/>
                  </a:cubicBezTo>
                  <a:cubicBezTo>
                    <a:pt x="553" y="73"/>
                    <a:pt x="553" y="73"/>
                    <a:pt x="553" y="73"/>
                  </a:cubicBezTo>
                  <a:cubicBezTo>
                    <a:pt x="554" y="73"/>
                    <a:pt x="554" y="73"/>
                    <a:pt x="554" y="73"/>
                  </a:cubicBezTo>
                  <a:cubicBezTo>
                    <a:pt x="555" y="74"/>
                    <a:pt x="555" y="74"/>
                    <a:pt x="555" y="74"/>
                  </a:cubicBezTo>
                  <a:cubicBezTo>
                    <a:pt x="554" y="75"/>
                    <a:pt x="554" y="75"/>
                    <a:pt x="554" y="75"/>
                  </a:cubicBezTo>
                  <a:cubicBezTo>
                    <a:pt x="553" y="75"/>
                    <a:pt x="553" y="75"/>
                    <a:pt x="553" y="75"/>
                  </a:cubicBezTo>
                  <a:cubicBezTo>
                    <a:pt x="553" y="75"/>
                    <a:pt x="553" y="75"/>
                    <a:pt x="553" y="75"/>
                  </a:cubicBezTo>
                  <a:cubicBezTo>
                    <a:pt x="553" y="75"/>
                    <a:pt x="553" y="75"/>
                    <a:pt x="553" y="75"/>
                  </a:cubicBezTo>
                  <a:cubicBezTo>
                    <a:pt x="556" y="78"/>
                    <a:pt x="556" y="78"/>
                    <a:pt x="556" y="78"/>
                  </a:cubicBezTo>
                  <a:cubicBezTo>
                    <a:pt x="558" y="78"/>
                    <a:pt x="558" y="78"/>
                    <a:pt x="558" y="78"/>
                  </a:cubicBezTo>
                  <a:cubicBezTo>
                    <a:pt x="559" y="78"/>
                    <a:pt x="559" y="78"/>
                    <a:pt x="559" y="78"/>
                  </a:cubicBezTo>
                  <a:cubicBezTo>
                    <a:pt x="560" y="79"/>
                    <a:pt x="560" y="79"/>
                    <a:pt x="560" y="79"/>
                  </a:cubicBezTo>
                  <a:cubicBezTo>
                    <a:pt x="560" y="80"/>
                    <a:pt x="560" y="80"/>
                    <a:pt x="560" y="80"/>
                  </a:cubicBezTo>
                  <a:cubicBezTo>
                    <a:pt x="560" y="80"/>
                    <a:pt x="560" y="80"/>
                    <a:pt x="560" y="80"/>
                  </a:cubicBezTo>
                  <a:cubicBezTo>
                    <a:pt x="559" y="79"/>
                    <a:pt x="559" y="79"/>
                    <a:pt x="559" y="79"/>
                  </a:cubicBezTo>
                  <a:cubicBezTo>
                    <a:pt x="559" y="79"/>
                    <a:pt x="559" y="79"/>
                    <a:pt x="559" y="79"/>
                  </a:cubicBezTo>
                  <a:cubicBezTo>
                    <a:pt x="559" y="80"/>
                    <a:pt x="559" y="80"/>
                    <a:pt x="559" y="80"/>
                  </a:cubicBezTo>
                  <a:cubicBezTo>
                    <a:pt x="560" y="81"/>
                    <a:pt x="560" y="81"/>
                    <a:pt x="560" y="81"/>
                  </a:cubicBezTo>
                  <a:cubicBezTo>
                    <a:pt x="561" y="82"/>
                    <a:pt x="561" y="82"/>
                    <a:pt x="561" y="82"/>
                  </a:cubicBezTo>
                  <a:cubicBezTo>
                    <a:pt x="562" y="83"/>
                    <a:pt x="562" y="83"/>
                    <a:pt x="562" y="83"/>
                  </a:cubicBezTo>
                  <a:cubicBezTo>
                    <a:pt x="562" y="84"/>
                    <a:pt x="562" y="84"/>
                    <a:pt x="562" y="84"/>
                  </a:cubicBezTo>
                  <a:cubicBezTo>
                    <a:pt x="561" y="87"/>
                    <a:pt x="561" y="87"/>
                    <a:pt x="561" y="87"/>
                  </a:cubicBezTo>
                  <a:cubicBezTo>
                    <a:pt x="561" y="89"/>
                    <a:pt x="561" y="89"/>
                    <a:pt x="561" y="89"/>
                  </a:cubicBezTo>
                  <a:cubicBezTo>
                    <a:pt x="561" y="90"/>
                    <a:pt x="561" y="90"/>
                    <a:pt x="561" y="90"/>
                  </a:cubicBezTo>
                  <a:cubicBezTo>
                    <a:pt x="562" y="90"/>
                    <a:pt x="562" y="90"/>
                    <a:pt x="562" y="90"/>
                  </a:cubicBezTo>
                  <a:cubicBezTo>
                    <a:pt x="561" y="92"/>
                    <a:pt x="561" y="92"/>
                    <a:pt x="561" y="92"/>
                  </a:cubicBezTo>
                  <a:cubicBezTo>
                    <a:pt x="561" y="93"/>
                    <a:pt x="561" y="93"/>
                    <a:pt x="561" y="93"/>
                  </a:cubicBezTo>
                  <a:cubicBezTo>
                    <a:pt x="560" y="93"/>
                    <a:pt x="560" y="93"/>
                    <a:pt x="560" y="93"/>
                  </a:cubicBezTo>
                  <a:cubicBezTo>
                    <a:pt x="560" y="92"/>
                    <a:pt x="560" y="92"/>
                    <a:pt x="560" y="92"/>
                  </a:cubicBezTo>
                  <a:cubicBezTo>
                    <a:pt x="560" y="92"/>
                    <a:pt x="560" y="92"/>
                    <a:pt x="560" y="92"/>
                  </a:cubicBezTo>
                  <a:cubicBezTo>
                    <a:pt x="558" y="94"/>
                    <a:pt x="558" y="94"/>
                    <a:pt x="558" y="94"/>
                  </a:cubicBezTo>
                  <a:cubicBezTo>
                    <a:pt x="557" y="93"/>
                    <a:pt x="557" y="93"/>
                    <a:pt x="557" y="93"/>
                  </a:cubicBezTo>
                  <a:cubicBezTo>
                    <a:pt x="556" y="94"/>
                    <a:pt x="556" y="94"/>
                    <a:pt x="556" y="94"/>
                  </a:cubicBezTo>
                  <a:cubicBezTo>
                    <a:pt x="556" y="93"/>
                    <a:pt x="556" y="93"/>
                    <a:pt x="556" y="93"/>
                  </a:cubicBezTo>
                  <a:cubicBezTo>
                    <a:pt x="555" y="93"/>
                    <a:pt x="555" y="93"/>
                    <a:pt x="555" y="93"/>
                  </a:cubicBezTo>
                  <a:cubicBezTo>
                    <a:pt x="554" y="93"/>
                    <a:pt x="554" y="93"/>
                    <a:pt x="554" y="93"/>
                  </a:cubicBezTo>
                  <a:cubicBezTo>
                    <a:pt x="553" y="91"/>
                    <a:pt x="553" y="91"/>
                    <a:pt x="553" y="91"/>
                  </a:cubicBezTo>
                  <a:cubicBezTo>
                    <a:pt x="552" y="91"/>
                    <a:pt x="552" y="91"/>
                    <a:pt x="552" y="91"/>
                  </a:cubicBezTo>
                  <a:cubicBezTo>
                    <a:pt x="551" y="91"/>
                    <a:pt x="551" y="91"/>
                    <a:pt x="551" y="91"/>
                  </a:cubicBezTo>
                  <a:cubicBezTo>
                    <a:pt x="550" y="90"/>
                    <a:pt x="550" y="90"/>
                    <a:pt x="550" y="90"/>
                  </a:cubicBezTo>
                  <a:cubicBezTo>
                    <a:pt x="549" y="90"/>
                    <a:pt x="549" y="90"/>
                    <a:pt x="549" y="90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547" y="91"/>
                    <a:pt x="547" y="91"/>
                    <a:pt x="547" y="91"/>
                  </a:cubicBezTo>
                  <a:cubicBezTo>
                    <a:pt x="548" y="92"/>
                    <a:pt x="548" y="92"/>
                    <a:pt x="548" y="92"/>
                  </a:cubicBezTo>
                  <a:cubicBezTo>
                    <a:pt x="550" y="92"/>
                    <a:pt x="550" y="92"/>
                    <a:pt x="550" y="92"/>
                  </a:cubicBezTo>
                  <a:cubicBezTo>
                    <a:pt x="550" y="91"/>
                    <a:pt x="550" y="91"/>
                    <a:pt x="550" y="91"/>
                  </a:cubicBezTo>
                  <a:cubicBezTo>
                    <a:pt x="553" y="92"/>
                    <a:pt x="553" y="92"/>
                    <a:pt x="553" y="92"/>
                  </a:cubicBezTo>
                  <a:cubicBezTo>
                    <a:pt x="553" y="93"/>
                    <a:pt x="553" y="93"/>
                    <a:pt x="553" y="93"/>
                  </a:cubicBezTo>
                  <a:cubicBezTo>
                    <a:pt x="552" y="93"/>
                    <a:pt x="552" y="93"/>
                    <a:pt x="552" y="93"/>
                  </a:cubicBezTo>
                  <a:cubicBezTo>
                    <a:pt x="551" y="93"/>
                    <a:pt x="551" y="93"/>
                    <a:pt x="551" y="93"/>
                  </a:cubicBezTo>
                  <a:cubicBezTo>
                    <a:pt x="550" y="93"/>
                    <a:pt x="550" y="93"/>
                    <a:pt x="550" y="93"/>
                  </a:cubicBezTo>
                  <a:cubicBezTo>
                    <a:pt x="550" y="94"/>
                    <a:pt x="550" y="94"/>
                    <a:pt x="550" y="94"/>
                  </a:cubicBezTo>
                  <a:cubicBezTo>
                    <a:pt x="549" y="93"/>
                    <a:pt x="549" y="93"/>
                    <a:pt x="549" y="93"/>
                  </a:cubicBezTo>
                  <a:cubicBezTo>
                    <a:pt x="548" y="93"/>
                    <a:pt x="548" y="93"/>
                    <a:pt x="548" y="93"/>
                  </a:cubicBezTo>
                  <a:cubicBezTo>
                    <a:pt x="549" y="93"/>
                    <a:pt x="549" y="93"/>
                    <a:pt x="549" y="93"/>
                  </a:cubicBezTo>
                  <a:cubicBezTo>
                    <a:pt x="549" y="94"/>
                    <a:pt x="549" y="94"/>
                    <a:pt x="549" y="94"/>
                  </a:cubicBezTo>
                  <a:cubicBezTo>
                    <a:pt x="551" y="95"/>
                    <a:pt x="551" y="95"/>
                    <a:pt x="551" y="95"/>
                  </a:cubicBezTo>
                  <a:cubicBezTo>
                    <a:pt x="550" y="96"/>
                    <a:pt x="550" y="96"/>
                    <a:pt x="550" y="96"/>
                  </a:cubicBezTo>
                  <a:cubicBezTo>
                    <a:pt x="551" y="97"/>
                    <a:pt x="551" y="97"/>
                    <a:pt x="551" y="97"/>
                  </a:cubicBezTo>
                  <a:cubicBezTo>
                    <a:pt x="552" y="98"/>
                    <a:pt x="552" y="98"/>
                    <a:pt x="552" y="98"/>
                  </a:cubicBezTo>
                  <a:cubicBezTo>
                    <a:pt x="551" y="97"/>
                    <a:pt x="551" y="97"/>
                    <a:pt x="551" y="97"/>
                  </a:cubicBezTo>
                  <a:cubicBezTo>
                    <a:pt x="551" y="95"/>
                    <a:pt x="551" y="95"/>
                    <a:pt x="551" y="95"/>
                  </a:cubicBezTo>
                  <a:cubicBezTo>
                    <a:pt x="552" y="95"/>
                    <a:pt x="552" y="95"/>
                    <a:pt x="552" y="95"/>
                  </a:cubicBezTo>
                  <a:cubicBezTo>
                    <a:pt x="553" y="95"/>
                    <a:pt x="553" y="95"/>
                    <a:pt x="553" y="95"/>
                  </a:cubicBezTo>
                  <a:cubicBezTo>
                    <a:pt x="553" y="95"/>
                    <a:pt x="553" y="95"/>
                    <a:pt x="553" y="95"/>
                  </a:cubicBezTo>
                  <a:cubicBezTo>
                    <a:pt x="554" y="94"/>
                    <a:pt x="554" y="94"/>
                    <a:pt x="554" y="94"/>
                  </a:cubicBezTo>
                  <a:cubicBezTo>
                    <a:pt x="555" y="94"/>
                    <a:pt x="555" y="94"/>
                    <a:pt x="555" y="94"/>
                  </a:cubicBezTo>
                  <a:cubicBezTo>
                    <a:pt x="555" y="94"/>
                    <a:pt x="555" y="94"/>
                    <a:pt x="555" y="94"/>
                  </a:cubicBezTo>
                  <a:cubicBezTo>
                    <a:pt x="555" y="95"/>
                    <a:pt x="555" y="95"/>
                    <a:pt x="555" y="95"/>
                  </a:cubicBezTo>
                  <a:cubicBezTo>
                    <a:pt x="556" y="96"/>
                    <a:pt x="556" y="96"/>
                    <a:pt x="556" y="96"/>
                  </a:cubicBezTo>
                  <a:cubicBezTo>
                    <a:pt x="558" y="96"/>
                    <a:pt x="558" y="96"/>
                    <a:pt x="558" y="96"/>
                  </a:cubicBezTo>
                  <a:cubicBezTo>
                    <a:pt x="559" y="97"/>
                    <a:pt x="559" y="97"/>
                    <a:pt x="559" y="97"/>
                  </a:cubicBezTo>
                  <a:cubicBezTo>
                    <a:pt x="560" y="97"/>
                    <a:pt x="560" y="97"/>
                    <a:pt x="560" y="97"/>
                  </a:cubicBezTo>
                  <a:cubicBezTo>
                    <a:pt x="560" y="96"/>
                    <a:pt x="560" y="96"/>
                    <a:pt x="560" y="96"/>
                  </a:cubicBezTo>
                  <a:cubicBezTo>
                    <a:pt x="560" y="96"/>
                    <a:pt x="560" y="96"/>
                    <a:pt x="560" y="96"/>
                  </a:cubicBezTo>
                  <a:cubicBezTo>
                    <a:pt x="560" y="96"/>
                    <a:pt x="560" y="96"/>
                    <a:pt x="560" y="96"/>
                  </a:cubicBezTo>
                  <a:cubicBezTo>
                    <a:pt x="563" y="98"/>
                    <a:pt x="563" y="98"/>
                    <a:pt x="563" y="98"/>
                  </a:cubicBezTo>
                  <a:cubicBezTo>
                    <a:pt x="563" y="98"/>
                    <a:pt x="563" y="98"/>
                    <a:pt x="563" y="98"/>
                  </a:cubicBezTo>
                  <a:cubicBezTo>
                    <a:pt x="562" y="98"/>
                    <a:pt x="562" y="98"/>
                    <a:pt x="562" y="98"/>
                  </a:cubicBezTo>
                  <a:cubicBezTo>
                    <a:pt x="562" y="99"/>
                    <a:pt x="562" y="99"/>
                    <a:pt x="562" y="99"/>
                  </a:cubicBezTo>
                  <a:cubicBezTo>
                    <a:pt x="564" y="100"/>
                    <a:pt x="564" y="100"/>
                    <a:pt x="564" y="100"/>
                  </a:cubicBezTo>
                  <a:cubicBezTo>
                    <a:pt x="564" y="100"/>
                    <a:pt x="564" y="100"/>
                    <a:pt x="564" y="100"/>
                  </a:cubicBezTo>
                  <a:cubicBezTo>
                    <a:pt x="564" y="100"/>
                    <a:pt x="564" y="100"/>
                    <a:pt x="564" y="100"/>
                  </a:cubicBezTo>
                  <a:cubicBezTo>
                    <a:pt x="564" y="99"/>
                    <a:pt x="564" y="99"/>
                    <a:pt x="564" y="99"/>
                  </a:cubicBezTo>
                  <a:cubicBezTo>
                    <a:pt x="566" y="100"/>
                    <a:pt x="566" y="100"/>
                    <a:pt x="566" y="100"/>
                  </a:cubicBezTo>
                  <a:cubicBezTo>
                    <a:pt x="567" y="102"/>
                    <a:pt x="567" y="102"/>
                    <a:pt x="567" y="102"/>
                  </a:cubicBezTo>
                  <a:cubicBezTo>
                    <a:pt x="567" y="102"/>
                    <a:pt x="567" y="102"/>
                    <a:pt x="567" y="102"/>
                  </a:cubicBezTo>
                  <a:cubicBezTo>
                    <a:pt x="566" y="102"/>
                    <a:pt x="566" y="102"/>
                    <a:pt x="566" y="102"/>
                  </a:cubicBezTo>
                  <a:cubicBezTo>
                    <a:pt x="566" y="102"/>
                    <a:pt x="566" y="102"/>
                    <a:pt x="566" y="102"/>
                  </a:cubicBezTo>
                  <a:cubicBezTo>
                    <a:pt x="567" y="103"/>
                    <a:pt x="567" y="103"/>
                    <a:pt x="567" y="103"/>
                  </a:cubicBezTo>
                  <a:cubicBezTo>
                    <a:pt x="566" y="103"/>
                    <a:pt x="566" y="103"/>
                    <a:pt x="566" y="103"/>
                  </a:cubicBezTo>
                  <a:cubicBezTo>
                    <a:pt x="566" y="104"/>
                    <a:pt x="566" y="104"/>
                    <a:pt x="566" y="104"/>
                  </a:cubicBezTo>
                  <a:cubicBezTo>
                    <a:pt x="566" y="105"/>
                    <a:pt x="566" y="105"/>
                    <a:pt x="566" y="105"/>
                  </a:cubicBezTo>
                  <a:cubicBezTo>
                    <a:pt x="567" y="104"/>
                    <a:pt x="567" y="104"/>
                    <a:pt x="567" y="104"/>
                  </a:cubicBezTo>
                  <a:cubicBezTo>
                    <a:pt x="567" y="104"/>
                    <a:pt x="567" y="104"/>
                    <a:pt x="567" y="104"/>
                  </a:cubicBezTo>
                  <a:cubicBezTo>
                    <a:pt x="567" y="103"/>
                    <a:pt x="567" y="103"/>
                    <a:pt x="567" y="103"/>
                  </a:cubicBezTo>
                  <a:cubicBezTo>
                    <a:pt x="568" y="104"/>
                    <a:pt x="568" y="104"/>
                    <a:pt x="568" y="104"/>
                  </a:cubicBezTo>
                  <a:cubicBezTo>
                    <a:pt x="568" y="103"/>
                    <a:pt x="568" y="103"/>
                    <a:pt x="568" y="103"/>
                  </a:cubicBezTo>
                  <a:cubicBezTo>
                    <a:pt x="569" y="104"/>
                    <a:pt x="569" y="104"/>
                    <a:pt x="569" y="104"/>
                  </a:cubicBezTo>
                  <a:cubicBezTo>
                    <a:pt x="571" y="105"/>
                    <a:pt x="571" y="105"/>
                    <a:pt x="571" y="105"/>
                  </a:cubicBezTo>
                  <a:cubicBezTo>
                    <a:pt x="573" y="106"/>
                    <a:pt x="573" y="106"/>
                    <a:pt x="573" y="106"/>
                  </a:cubicBezTo>
                  <a:cubicBezTo>
                    <a:pt x="574" y="107"/>
                    <a:pt x="574" y="107"/>
                    <a:pt x="574" y="107"/>
                  </a:cubicBezTo>
                  <a:cubicBezTo>
                    <a:pt x="573" y="107"/>
                    <a:pt x="573" y="107"/>
                    <a:pt x="573" y="107"/>
                  </a:cubicBezTo>
                  <a:cubicBezTo>
                    <a:pt x="575" y="109"/>
                    <a:pt x="575" y="109"/>
                    <a:pt x="575" y="109"/>
                  </a:cubicBezTo>
                  <a:cubicBezTo>
                    <a:pt x="576" y="109"/>
                    <a:pt x="576" y="109"/>
                    <a:pt x="576" y="109"/>
                  </a:cubicBezTo>
                  <a:cubicBezTo>
                    <a:pt x="577" y="110"/>
                    <a:pt x="577" y="110"/>
                    <a:pt x="577" y="110"/>
                  </a:cubicBezTo>
                  <a:cubicBezTo>
                    <a:pt x="577" y="113"/>
                    <a:pt x="577" y="113"/>
                    <a:pt x="577" y="113"/>
                  </a:cubicBezTo>
                  <a:cubicBezTo>
                    <a:pt x="576" y="113"/>
                    <a:pt x="576" y="113"/>
                    <a:pt x="576" y="113"/>
                  </a:cubicBezTo>
                  <a:cubicBezTo>
                    <a:pt x="576" y="113"/>
                    <a:pt x="576" y="113"/>
                    <a:pt x="576" y="113"/>
                  </a:cubicBezTo>
                  <a:cubicBezTo>
                    <a:pt x="577" y="114"/>
                    <a:pt x="577" y="114"/>
                    <a:pt x="577" y="114"/>
                  </a:cubicBezTo>
                  <a:cubicBezTo>
                    <a:pt x="578" y="115"/>
                    <a:pt x="578" y="115"/>
                    <a:pt x="578" y="115"/>
                  </a:cubicBezTo>
                  <a:cubicBezTo>
                    <a:pt x="577" y="115"/>
                    <a:pt x="577" y="115"/>
                    <a:pt x="577" y="115"/>
                  </a:cubicBezTo>
                  <a:cubicBezTo>
                    <a:pt x="577" y="115"/>
                    <a:pt x="577" y="115"/>
                    <a:pt x="577" y="115"/>
                  </a:cubicBezTo>
                  <a:cubicBezTo>
                    <a:pt x="573" y="115"/>
                    <a:pt x="573" y="115"/>
                    <a:pt x="573" y="115"/>
                  </a:cubicBezTo>
                  <a:cubicBezTo>
                    <a:pt x="572" y="114"/>
                    <a:pt x="572" y="114"/>
                    <a:pt x="572" y="114"/>
                  </a:cubicBezTo>
                  <a:cubicBezTo>
                    <a:pt x="572" y="114"/>
                    <a:pt x="572" y="114"/>
                    <a:pt x="572" y="114"/>
                  </a:cubicBezTo>
                  <a:cubicBezTo>
                    <a:pt x="571" y="114"/>
                    <a:pt x="571" y="114"/>
                    <a:pt x="571" y="114"/>
                  </a:cubicBezTo>
                  <a:cubicBezTo>
                    <a:pt x="571" y="113"/>
                    <a:pt x="571" y="113"/>
                    <a:pt x="571" y="113"/>
                  </a:cubicBezTo>
                  <a:cubicBezTo>
                    <a:pt x="570" y="113"/>
                    <a:pt x="570" y="113"/>
                    <a:pt x="570" y="113"/>
                  </a:cubicBezTo>
                  <a:cubicBezTo>
                    <a:pt x="570" y="114"/>
                    <a:pt x="570" y="114"/>
                    <a:pt x="570" y="114"/>
                  </a:cubicBezTo>
                  <a:cubicBezTo>
                    <a:pt x="570" y="114"/>
                    <a:pt x="570" y="114"/>
                    <a:pt x="570" y="114"/>
                  </a:cubicBezTo>
                  <a:cubicBezTo>
                    <a:pt x="569" y="115"/>
                    <a:pt x="569" y="115"/>
                    <a:pt x="569" y="115"/>
                  </a:cubicBezTo>
                  <a:cubicBezTo>
                    <a:pt x="568" y="115"/>
                    <a:pt x="568" y="115"/>
                    <a:pt x="568" y="115"/>
                  </a:cubicBezTo>
                  <a:cubicBezTo>
                    <a:pt x="568" y="115"/>
                    <a:pt x="568" y="115"/>
                    <a:pt x="568" y="115"/>
                  </a:cubicBezTo>
                  <a:cubicBezTo>
                    <a:pt x="568" y="116"/>
                    <a:pt x="568" y="116"/>
                    <a:pt x="568" y="116"/>
                  </a:cubicBezTo>
                  <a:cubicBezTo>
                    <a:pt x="567" y="117"/>
                    <a:pt x="567" y="117"/>
                    <a:pt x="567" y="117"/>
                  </a:cubicBezTo>
                  <a:cubicBezTo>
                    <a:pt x="566" y="117"/>
                    <a:pt x="566" y="117"/>
                    <a:pt x="566" y="117"/>
                  </a:cubicBezTo>
                  <a:cubicBezTo>
                    <a:pt x="566" y="118"/>
                    <a:pt x="566" y="118"/>
                    <a:pt x="566" y="118"/>
                  </a:cubicBezTo>
                  <a:cubicBezTo>
                    <a:pt x="566" y="118"/>
                    <a:pt x="566" y="118"/>
                    <a:pt x="566" y="118"/>
                  </a:cubicBezTo>
                  <a:cubicBezTo>
                    <a:pt x="565" y="119"/>
                    <a:pt x="565" y="119"/>
                    <a:pt x="565" y="119"/>
                  </a:cubicBezTo>
                  <a:cubicBezTo>
                    <a:pt x="565" y="120"/>
                    <a:pt x="565" y="120"/>
                    <a:pt x="565" y="120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64" y="121"/>
                    <a:pt x="564" y="121"/>
                    <a:pt x="564" y="121"/>
                  </a:cubicBezTo>
                  <a:cubicBezTo>
                    <a:pt x="564" y="122"/>
                    <a:pt x="564" y="122"/>
                    <a:pt x="564" y="122"/>
                  </a:cubicBezTo>
                  <a:cubicBezTo>
                    <a:pt x="563" y="123"/>
                    <a:pt x="563" y="123"/>
                    <a:pt x="563" y="123"/>
                  </a:cubicBezTo>
                  <a:cubicBezTo>
                    <a:pt x="563" y="122"/>
                    <a:pt x="563" y="122"/>
                    <a:pt x="563" y="122"/>
                  </a:cubicBezTo>
                  <a:cubicBezTo>
                    <a:pt x="563" y="123"/>
                    <a:pt x="563" y="123"/>
                    <a:pt x="563" y="123"/>
                  </a:cubicBezTo>
                  <a:cubicBezTo>
                    <a:pt x="563" y="124"/>
                    <a:pt x="563" y="124"/>
                    <a:pt x="563" y="124"/>
                  </a:cubicBezTo>
                  <a:cubicBezTo>
                    <a:pt x="562" y="124"/>
                    <a:pt x="562" y="124"/>
                    <a:pt x="562" y="124"/>
                  </a:cubicBezTo>
                  <a:cubicBezTo>
                    <a:pt x="561" y="125"/>
                    <a:pt x="561" y="125"/>
                    <a:pt x="561" y="125"/>
                  </a:cubicBezTo>
                  <a:cubicBezTo>
                    <a:pt x="562" y="125"/>
                    <a:pt x="562" y="125"/>
                    <a:pt x="562" y="125"/>
                  </a:cubicBezTo>
                  <a:cubicBezTo>
                    <a:pt x="562" y="125"/>
                    <a:pt x="562" y="125"/>
                    <a:pt x="562" y="125"/>
                  </a:cubicBezTo>
                  <a:cubicBezTo>
                    <a:pt x="561" y="126"/>
                    <a:pt x="561" y="126"/>
                    <a:pt x="561" y="126"/>
                  </a:cubicBezTo>
                  <a:cubicBezTo>
                    <a:pt x="561" y="126"/>
                    <a:pt x="561" y="126"/>
                    <a:pt x="561" y="126"/>
                  </a:cubicBezTo>
                  <a:cubicBezTo>
                    <a:pt x="560" y="126"/>
                    <a:pt x="560" y="126"/>
                    <a:pt x="560" y="126"/>
                  </a:cubicBezTo>
                  <a:cubicBezTo>
                    <a:pt x="561" y="127"/>
                    <a:pt x="561" y="127"/>
                    <a:pt x="561" y="127"/>
                  </a:cubicBezTo>
                  <a:cubicBezTo>
                    <a:pt x="561" y="127"/>
                    <a:pt x="561" y="127"/>
                    <a:pt x="561" y="127"/>
                  </a:cubicBezTo>
                  <a:cubicBezTo>
                    <a:pt x="560" y="128"/>
                    <a:pt x="560" y="128"/>
                    <a:pt x="560" y="128"/>
                  </a:cubicBezTo>
                  <a:cubicBezTo>
                    <a:pt x="560" y="129"/>
                    <a:pt x="560" y="129"/>
                    <a:pt x="560" y="129"/>
                  </a:cubicBezTo>
                  <a:cubicBezTo>
                    <a:pt x="560" y="129"/>
                    <a:pt x="560" y="129"/>
                    <a:pt x="560" y="129"/>
                  </a:cubicBezTo>
                  <a:cubicBezTo>
                    <a:pt x="559" y="129"/>
                    <a:pt x="559" y="129"/>
                    <a:pt x="559" y="129"/>
                  </a:cubicBezTo>
                  <a:cubicBezTo>
                    <a:pt x="559" y="129"/>
                    <a:pt x="559" y="129"/>
                    <a:pt x="559" y="129"/>
                  </a:cubicBezTo>
                  <a:cubicBezTo>
                    <a:pt x="558" y="129"/>
                    <a:pt x="558" y="129"/>
                    <a:pt x="558" y="129"/>
                  </a:cubicBezTo>
                  <a:cubicBezTo>
                    <a:pt x="559" y="130"/>
                    <a:pt x="559" y="130"/>
                    <a:pt x="559" y="130"/>
                  </a:cubicBezTo>
                  <a:cubicBezTo>
                    <a:pt x="560" y="130"/>
                    <a:pt x="560" y="130"/>
                    <a:pt x="560" y="130"/>
                  </a:cubicBezTo>
                  <a:cubicBezTo>
                    <a:pt x="560" y="131"/>
                    <a:pt x="560" y="131"/>
                    <a:pt x="560" y="131"/>
                  </a:cubicBezTo>
                  <a:cubicBezTo>
                    <a:pt x="558" y="131"/>
                    <a:pt x="558" y="131"/>
                    <a:pt x="558" y="131"/>
                  </a:cubicBezTo>
                  <a:cubicBezTo>
                    <a:pt x="558" y="132"/>
                    <a:pt x="558" y="132"/>
                    <a:pt x="558" y="132"/>
                  </a:cubicBezTo>
                  <a:cubicBezTo>
                    <a:pt x="559" y="132"/>
                    <a:pt x="559" y="132"/>
                    <a:pt x="559" y="132"/>
                  </a:cubicBezTo>
                  <a:cubicBezTo>
                    <a:pt x="560" y="133"/>
                    <a:pt x="560" y="133"/>
                    <a:pt x="560" y="133"/>
                  </a:cubicBezTo>
                  <a:cubicBezTo>
                    <a:pt x="559" y="134"/>
                    <a:pt x="559" y="134"/>
                    <a:pt x="559" y="134"/>
                  </a:cubicBezTo>
                  <a:cubicBezTo>
                    <a:pt x="560" y="134"/>
                    <a:pt x="560" y="134"/>
                    <a:pt x="560" y="134"/>
                  </a:cubicBezTo>
                  <a:cubicBezTo>
                    <a:pt x="559" y="136"/>
                    <a:pt x="559" y="136"/>
                    <a:pt x="559" y="136"/>
                  </a:cubicBezTo>
                  <a:cubicBezTo>
                    <a:pt x="559" y="136"/>
                    <a:pt x="559" y="136"/>
                    <a:pt x="559" y="136"/>
                  </a:cubicBezTo>
                  <a:cubicBezTo>
                    <a:pt x="558" y="138"/>
                    <a:pt x="558" y="138"/>
                    <a:pt x="558" y="138"/>
                  </a:cubicBezTo>
                  <a:cubicBezTo>
                    <a:pt x="558" y="139"/>
                    <a:pt x="558" y="139"/>
                    <a:pt x="558" y="139"/>
                  </a:cubicBezTo>
                  <a:cubicBezTo>
                    <a:pt x="557" y="140"/>
                    <a:pt x="557" y="140"/>
                    <a:pt x="557" y="140"/>
                  </a:cubicBezTo>
                  <a:cubicBezTo>
                    <a:pt x="557" y="141"/>
                    <a:pt x="557" y="141"/>
                    <a:pt x="557" y="141"/>
                  </a:cubicBezTo>
                  <a:cubicBezTo>
                    <a:pt x="558" y="141"/>
                    <a:pt x="558" y="141"/>
                    <a:pt x="558" y="141"/>
                  </a:cubicBezTo>
                  <a:cubicBezTo>
                    <a:pt x="558" y="142"/>
                    <a:pt x="558" y="142"/>
                    <a:pt x="558" y="142"/>
                  </a:cubicBezTo>
                  <a:cubicBezTo>
                    <a:pt x="558" y="142"/>
                    <a:pt x="558" y="142"/>
                    <a:pt x="558" y="142"/>
                  </a:cubicBezTo>
                  <a:cubicBezTo>
                    <a:pt x="559" y="144"/>
                    <a:pt x="559" y="144"/>
                    <a:pt x="559" y="144"/>
                  </a:cubicBezTo>
                  <a:cubicBezTo>
                    <a:pt x="559" y="144"/>
                    <a:pt x="559" y="144"/>
                    <a:pt x="559" y="144"/>
                  </a:cubicBezTo>
                  <a:cubicBezTo>
                    <a:pt x="558" y="144"/>
                    <a:pt x="558" y="144"/>
                    <a:pt x="558" y="144"/>
                  </a:cubicBezTo>
                  <a:cubicBezTo>
                    <a:pt x="557" y="144"/>
                    <a:pt x="557" y="144"/>
                    <a:pt x="557" y="144"/>
                  </a:cubicBezTo>
                  <a:cubicBezTo>
                    <a:pt x="557" y="143"/>
                    <a:pt x="557" y="143"/>
                    <a:pt x="557" y="143"/>
                  </a:cubicBezTo>
                  <a:cubicBezTo>
                    <a:pt x="556" y="144"/>
                    <a:pt x="556" y="144"/>
                    <a:pt x="556" y="144"/>
                  </a:cubicBezTo>
                  <a:cubicBezTo>
                    <a:pt x="555" y="143"/>
                    <a:pt x="555" y="143"/>
                    <a:pt x="555" y="143"/>
                  </a:cubicBezTo>
                  <a:cubicBezTo>
                    <a:pt x="555" y="142"/>
                    <a:pt x="555" y="142"/>
                    <a:pt x="555" y="142"/>
                  </a:cubicBezTo>
                  <a:cubicBezTo>
                    <a:pt x="555" y="142"/>
                    <a:pt x="555" y="142"/>
                    <a:pt x="555" y="142"/>
                  </a:cubicBezTo>
                  <a:cubicBezTo>
                    <a:pt x="554" y="142"/>
                    <a:pt x="554" y="142"/>
                    <a:pt x="554" y="142"/>
                  </a:cubicBezTo>
                  <a:cubicBezTo>
                    <a:pt x="553" y="142"/>
                    <a:pt x="553" y="142"/>
                    <a:pt x="553" y="142"/>
                  </a:cubicBezTo>
                  <a:cubicBezTo>
                    <a:pt x="553" y="141"/>
                    <a:pt x="553" y="141"/>
                    <a:pt x="553" y="141"/>
                  </a:cubicBezTo>
                  <a:cubicBezTo>
                    <a:pt x="551" y="140"/>
                    <a:pt x="551" y="140"/>
                    <a:pt x="551" y="140"/>
                  </a:cubicBezTo>
                  <a:cubicBezTo>
                    <a:pt x="550" y="140"/>
                    <a:pt x="550" y="140"/>
                    <a:pt x="550" y="140"/>
                  </a:cubicBezTo>
                  <a:cubicBezTo>
                    <a:pt x="548" y="141"/>
                    <a:pt x="548" y="141"/>
                    <a:pt x="548" y="141"/>
                  </a:cubicBezTo>
                  <a:cubicBezTo>
                    <a:pt x="548" y="140"/>
                    <a:pt x="548" y="140"/>
                    <a:pt x="548" y="140"/>
                  </a:cubicBezTo>
                  <a:cubicBezTo>
                    <a:pt x="547" y="141"/>
                    <a:pt x="547" y="141"/>
                    <a:pt x="547" y="141"/>
                  </a:cubicBezTo>
                  <a:cubicBezTo>
                    <a:pt x="546" y="142"/>
                    <a:pt x="546" y="142"/>
                    <a:pt x="546" y="142"/>
                  </a:cubicBezTo>
                  <a:cubicBezTo>
                    <a:pt x="545" y="142"/>
                    <a:pt x="545" y="142"/>
                    <a:pt x="545" y="142"/>
                  </a:cubicBezTo>
                  <a:cubicBezTo>
                    <a:pt x="544" y="143"/>
                    <a:pt x="544" y="143"/>
                    <a:pt x="544" y="143"/>
                  </a:cubicBezTo>
                  <a:cubicBezTo>
                    <a:pt x="544" y="144"/>
                    <a:pt x="544" y="144"/>
                    <a:pt x="544" y="144"/>
                  </a:cubicBezTo>
                  <a:cubicBezTo>
                    <a:pt x="543" y="143"/>
                    <a:pt x="543" y="143"/>
                    <a:pt x="543" y="143"/>
                  </a:cubicBezTo>
                  <a:cubicBezTo>
                    <a:pt x="544" y="145"/>
                    <a:pt x="544" y="145"/>
                    <a:pt x="544" y="145"/>
                  </a:cubicBezTo>
                  <a:cubicBezTo>
                    <a:pt x="543" y="145"/>
                    <a:pt x="543" y="145"/>
                    <a:pt x="543" y="145"/>
                  </a:cubicBezTo>
                  <a:cubicBezTo>
                    <a:pt x="543" y="146"/>
                    <a:pt x="543" y="146"/>
                    <a:pt x="543" y="146"/>
                  </a:cubicBezTo>
                  <a:cubicBezTo>
                    <a:pt x="543" y="147"/>
                    <a:pt x="543" y="147"/>
                    <a:pt x="543" y="147"/>
                  </a:cubicBezTo>
                  <a:cubicBezTo>
                    <a:pt x="543" y="149"/>
                    <a:pt x="543" y="149"/>
                    <a:pt x="543" y="149"/>
                  </a:cubicBezTo>
                  <a:cubicBezTo>
                    <a:pt x="542" y="149"/>
                    <a:pt x="542" y="149"/>
                    <a:pt x="542" y="149"/>
                  </a:cubicBezTo>
                  <a:cubicBezTo>
                    <a:pt x="542" y="149"/>
                    <a:pt x="542" y="149"/>
                    <a:pt x="542" y="149"/>
                  </a:cubicBezTo>
                  <a:cubicBezTo>
                    <a:pt x="541" y="146"/>
                    <a:pt x="541" y="146"/>
                    <a:pt x="541" y="146"/>
                  </a:cubicBezTo>
                  <a:cubicBezTo>
                    <a:pt x="541" y="145"/>
                    <a:pt x="541" y="145"/>
                    <a:pt x="541" y="145"/>
                  </a:cubicBezTo>
                  <a:cubicBezTo>
                    <a:pt x="540" y="145"/>
                    <a:pt x="540" y="145"/>
                    <a:pt x="540" y="145"/>
                  </a:cubicBezTo>
                  <a:cubicBezTo>
                    <a:pt x="539" y="144"/>
                    <a:pt x="539" y="144"/>
                    <a:pt x="539" y="144"/>
                  </a:cubicBezTo>
                  <a:cubicBezTo>
                    <a:pt x="539" y="145"/>
                    <a:pt x="539" y="145"/>
                    <a:pt x="539" y="145"/>
                  </a:cubicBezTo>
                  <a:cubicBezTo>
                    <a:pt x="538" y="147"/>
                    <a:pt x="538" y="147"/>
                    <a:pt x="538" y="147"/>
                  </a:cubicBezTo>
                  <a:cubicBezTo>
                    <a:pt x="537" y="147"/>
                    <a:pt x="537" y="147"/>
                    <a:pt x="537" y="147"/>
                  </a:cubicBezTo>
                  <a:cubicBezTo>
                    <a:pt x="537" y="148"/>
                    <a:pt x="537" y="148"/>
                    <a:pt x="537" y="148"/>
                  </a:cubicBezTo>
                  <a:cubicBezTo>
                    <a:pt x="538" y="148"/>
                    <a:pt x="538" y="148"/>
                    <a:pt x="538" y="148"/>
                  </a:cubicBezTo>
                  <a:cubicBezTo>
                    <a:pt x="537" y="150"/>
                    <a:pt x="537" y="150"/>
                    <a:pt x="537" y="150"/>
                  </a:cubicBezTo>
                  <a:cubicBezTo>
                    <a:pt x="536" y="149"/>
                    <a:pt x="536" y="149"/>
                    <a:pt x="536" y="149"/>
                  </a:cubicBezTo>
                  <a:cubicBezTo>
                    <a:pt x="536" y="149"/>
                    <a:pt x="536" y="149"/>
                    <a:pt x="536" y="149"/>
                  </a:cubicBezTo>
                  <a:cubicBezTo>
                    <a:pt x="536" y="148"/>
                    <a:pt x="536" y="148"/>
                    <a:pt x="536" y="148"/>
                  </a:cubicBezTo>
                  <a:cubicBezTo>
                    <a:pt x="535" y="148"/>
                    <a:pt x="535" y="148"/>
                    <a:pt x="535" y="148"/>
                  </a:cubicBezTo>
                  <a:cubicBezTo>
                    <a:pt x="535" y="150"/>
                    <a:pt x="535" y="150"/>
                    <a:pt x="535" y="150"/>
                  </a:cubicBezTo>
                  <a:cubicBezTo>
                    <a:pt x="534" y="150"/>
                    <a:pt x="534" y="150"/>
                    <a:pt x="534" y="150"/>
                  </a:cubicBezTo>
                  <a:cubicBezTo>
                    <a:pt x="533" y="149"/>
                    <a:pt x="533" y="149"/>
                    <a:pt x="533" y="149"/>
                  </a:cubicBezTo>
                  <a:cubicBezTo>
                    <a:pt x="532" y="149"/>
                    <a:pt x="532" y="149"/>
                    <a:pt x="532" y="149"/>
                  </a:cubicBezTo>
                  <a:cubicBezTo>
                    <a:pt x="532" y="150"/>
                    <a:pt x="532" y="150"/>
                    <a:pt x="532" y="150"/>
                  </a:cubicBezTo>
                  <a:cubicBezTo>
                    <a:pt x="533" y="151"/>
                    <a:pt x="533" y="151"/>
                    <a:pt x="533" y="151"/>
                  </a:cubicBezTo>
                  <a:cubicBezTo>
                    <a:pt x="533" y="151"/>
                    <a:pt x="533" y="151"/>
                    <a:pt x="533" y="151"/>
                  </a:cubicBezTo>
                  <a:cubicBezTo>
                    <a:pt x="532" y="152"/>
                    <a:pt x="532" y="152"/>
                    <a:pt x="532" y="152"/>
                  </a:cubicBezTo>
                  <a:cubicBezTo>
                    <a:pt x="532" y="152"/>
                    <a:pt x="532" y="152"/>
                    <a:pt x="532" y="152"/>
                  </a:cubicBezTo>
                  <a:cubicBezTo>
                    <a:pt x="533" y="153"/>
                    <a:pt x="533" y="153"/>
                    <a:pt x="533" y="153"/>
                  </a:cubicBezTo>
                  <a:cubicBezTo>
                    <a:pt x="533" y="154"/>
                    <a:pt x="533" y="154"/>
                    <a:pt x="533" y="154"/>
                  </a:cubicBezTo>
                  <a:cubicBezTo>
                    <a:pt x="533" y="154"/>
                    <a:pt x="533" y="154"/>
                    <a:pt x="533" y="154"/>
                  </a:cubicBezTo>
                  <a:cubicBezTo>
                    <a:pt x="533" y="155"/>
                    <a:pt x="533" y="155"/>
                    <a:pt x="533" y="155"/>
                  </a:cubicBezTo>
                  <a:cubicBezTo>
                    <a:pt x="534" y="155"/>
                    <a:pt x="534" y="155"/>
                    <a:pt x="534" y="155"/>
                  </a:cubicBezTo>
                  <a:cubicBezTo>
                    <a:pt x="535" y="156"/>
                    <a:pt x="535" y="156"/>
                    <a:pt x="535" y="156"/>
                  </a:cubicBezTo>
                  <a:cubicBezTo>
                    <a:pt x="535" y="156"/>
                    <a:pt x="535" y="156"/>
                    <a:pt x="535" y="156"/>
                  </a:cubicBezTo>
                  <a:cubicBezTo>
                    <a:pt x="534" y="156"/>
                    <a:pt x="534" y="156"/>
                    <a:pt x="534" y="156"/>
                  </a:cubicBezTo>
                  <a:cubicBezTo>
                    <a:pt x="534" y="157"/>
                    <a:pt x="534" y="157"/>
                    <a:pt x="534" y="157"/>
                  </a:cubicBezTo>
                  <a:cubicBezTo>
                    <a:pt x="535" y="157"/>
                    <a:pt x="535" y="157"/>
                    <a:pt x="535" y="157"/>
                  </a:cubicBezTo>
                  <a:cubicBezTo>
                    <a:pt x="535" y="158"/>
                    <a:pt x="535" y="158"/>
                    <a:pt x="535" y="158"/>
                  </a:cubicBezTo>
                  <a:cubicBezTo>
                    <a:pt x="535" y="158"/>
                    <a:pt x="535" y="158"/>
                    <a:pt x="535" y="158"/>
                  </a:cubicBezTo>
                  <a:cubicBezTo>
                    <a:pt x="535" y="158"/>
                    <a:pt x="535" y="158"/>
                    <a:pt x="535" y="158"/>
                  </a:cubicBezTo>
                  <a:cubicBezTo>
                    <a:pt x="534" y="158"/>
                    <a:pt x="534" y="158"/>
                    <a:pt x="534" y="158"/>
                  </a:cubicBezTo>
                  <a:cubicBezTo>
                    <a:pt x="534" y="158"/>
                    <a:pt x="534" y="158"/>
                    <a:pt x="534" y="158"/>
                  </a:cubicBezTo>
                  <a:cubicBezTo>
                    <a:pt x="535" y="159"/>
                    <a:pt x="535" y="159"/>
                    <a:pt x="535" y="159"/>
                  </a:cubicBezTo>
                  <a:cubicBezTo>
                    <a:pt x="535" y="159"/>
                    <a:pt x="535" y="159"/>
                    <a:pt x="535" y="159"/>
                  </a:cubicBezTo>
                  <a:cubicBezTo>
                    <a:pt x="535" y="160"/>
                    <a:pt x="535" y="160"/>
                    <a:pt x="535" y="160"/>
                  </a:cubicBezTo>
                  <a:cubicBezTo>
                    <a:pt x="535" y="161"/>
                    <a:pt x="535" y="161"/>
                    <a:pt x="535" y="161"/>
                  </a:cubicBezTo>
                  <a:cubicBezTo>
                    <a:pt x="535" y="161"/>
                    <a:pt x="535" y="161"/>
                    <a:pt x="535" y="161"/>
                  </a:cubicBezTo>
                  <a:cubicBezTo>
                    <a:pt x="534" y="162"/>
                    <a:pt x="534" y="162"/>
                    <a:pt x="534" y="162"/>
                  </a:cubicBezTo>
                  <a:cubicBezTo>
                    <a:pt x="535" y="163"/>
                    <a:pt x="535" y="163"/>
                    <a:pt x="535" y="163"/>
                  </a:cubicBezTo>
                  <a:cubicBezTo>
                    <a:pt x="535" y="164"/>
                    <a:pt x="535" y="164"/>
                    <a:pt x="535" y="164"/>
                  </a:cubicBezTo>
                  <a:cubicBezTo>
                    <a:pt x="535" y="164"/>
                    <a:pt x="535" y="164"/>
                    <a:pt x="535" y="164"/>
                  </a:cubicBezTo>
                  <a:cubicBezTo>
                    <a:pt x="535" y="165"/>
                    <a:pt x="535" y="165"/>
                    <a:pt x="535" y="165"/>
                  </a:cubicBezTo>
                  <a:cubicBezTo>
                    <a:pt x="535" y="166"/>
                    <a:pt x="535" y="166"/>
                    <a:pt x="535" y="166"/>
                  </a:cubicBezTo>
                  <a:cubicBezTo>
                    <a:pt x="536" y="167"/>
                    <a:pt x="536" y="167"/>
                    <a:pt x="536" y="167"/>
                  </a:cubicBezTo>
                  <a:cubicBezTo>
                    <a:pt x="535" y="168"/>
                    <a:pt x="535" y="168"/>
                    <a:pt x="535" y="168"/>
                  </a:cubicBezTo>
                  <a:cubicBezTo>
                    <a:pt x="536" y="168"/>
                    <a:pt x="536" y="168"/>
                    <a:pt x="536" y="168"/>
                  </a:cubicBezTo>
                  <a:cubicBezTo>
                    <a:pt x="537" y="169"/>
                    <a:pt x="537" y="169"/>
                    <a:pt x="537" y="169"/>
                  </a:cubicBezTo>
                  <a:cubicBezTo>
                    <a:pt x="538" y="170"/>
                    <a:pt x="538" y="170"/>
                    <a:pt x="538" y="170"/>
                  </a:cubicBezTo>
                  <a:cubicBezTo>
                    <a:pt x="539" y="171"/>
                    <a:pt x="539" y="171"/>
                    <a:pt x="539" y="171"/>
                  </a:cubicBezTo>
                  <a:cubicBezTo>
                    <a:pt x="540" y="170"/>
                    <a:pt x="540" y="170"/>
                    <a:pt x="540" y="170"/>
                  </a:cubicBezTo>
                  <a:cubicBezTo>
                    <a:pt x="540" y="170"/>
                    <a:pt x="540" y="170"/>
                    <a:pt x="540" y="170"/>
                  </a:cubicBezTo>
                  <a:cubicBezTo>
                    <a:pt x="539" y="169"/>
                    <a:pt x="539" y="169"/>
                    <a:pt x="539" y="169"/>
                  </a:cubicBezTo>
                  <a:cubicBezTo>
                    <a:pt x="538" y="168"/>
                    <a:pt x="538" y="168"/>
                    <a:pt x="538" y="168"/>
                  </a:cubicBezTo>
                  <a:cubicBezTo>
                    <a:pt x="539" y="168"/>
                    <a:pt x="539" y="168"/>
                    <a:pt x="539" y="168"/>
                  </a:cubicBezTo>
                  <a:cubicBezTo>
                    <a:pt x="540" y="168"/>
                    <a:pt x="540" y="168"/>
                    <a:pt x="540" y="168"/>
                  </a:cubicBezTo>
                  <a:cubicBezTo>
                    <a:pt x="542" y="169"/>
                    <a:pt x="542" y="169"/>
                    <a:pt x="542" y="169"/>
                  </a:cubicBezTo>
                  <a:cubicBezTo>
                    <a:pt x="542" y="168"/>
                    <a:pt x="542" y="168"/>
                    <a:pt x="542" y="168"/>
                  </a:cubicBezTo>
                  <a:cubicBezTo>
                    <a:pt x="543" y="169"/>
                    <a:pt x="543" y="169"/>
                    <a:pt x="543" y="169"/>
                  </a:cubicBezTo>
                  <a:cubicBezTo>
                    <a:pt x="543" y="169"/>
                    <a:pt x="543" y="169"/>
                    <a:pt x="543" y="169"/>
                  </a:cubicBezTo>
                  <a:cubicBezTo>
                    <a:pt x="543" y="170"/>
                    <a:pt x="543" y="170"/>
                    <a:pt x="543" y="170"/>
                  </a:cubicBezTo>
                  <a:cubicBezTo>
                    <a:pt x="543" y="171"/>
                    <a:pt x="543" y="171"/>
                    <a:pt x="543" y="171"/>
                  </a:cubicBezTo>
                  <a:cubicBezTo>
                    <a:pt x="543" y="171"/>
                    <a:pt x="543" y="171"/>
                    <a:pt x="543" y="171"/>
                  </a:cubicBezTo>
                  <a:cubicBezTo>
                    <a:pt x="543" y="172"/>
                    <a:pt x="543" y="172"/>
                    <a:pt x="543" y="172"/>
                  </a:cubicBezTo>
                  <a:cubicBezTo>
                    <a:pt x="543" y="172"/>
                    <a:pt x="543" y="172"/>
                    <a:pt x="543" y="172"/>
                  </a:cubicBezTo>
                  <a:cubicBezTo>
                    <a:pt x="542" y="173"/>
                    <a:pt x="542" y="173"/>
                    <a:pt x="542" y="173"/>
                  </a:cubicBezTo>
                  <a:cubicBezTo>
                    <a:pt x="543" y="174"/>
                    <a:pt x="543" y="174"/>
                    <a:pt x="543" y="174"/>
                  </a:cubicBezTo>
                  <a:cubicBezTo>
                    <a:pt x="543" y="175"/>
                    <a:pt x="543" y="175"/>
                    <a:pt x="543" y="175"/>
                  </a:cubicBezTo>
                  <a:cubicBezTo>
                    <a:pt x="543" y="177"/>
                    <a:pt x="543" y="177"/>
                    <a:pt x="543" y="177"/>
                  </a:cubicBezTo>
                  <a:cubicBezTo>
                    <a:pt x="544" y="177"/>
                    <a:pt x="544" y="177"/>
                    <a:pt x="544" y="177"/>
                  </a:cubicBezTo>
                  <a:cubicBezTo>
                    <a:pt x="545" y="177"/>
                    <a:pt x="545" y="177"/>
                    <a:pt x="545" y="177"/>
                  </a:cubicBezTo>
                  <a:cubicBezTo>
                    <a:pt x="545" y="177"/>
                    <a:pt x="545" y="177"/>
                    <a:pt x="545" y="177"/>
                  </a:cubicBezTo>
                  <a:cubicBezTo>
                    <a:pt x="546" y="176"/>
                    <a:pt x="546" y="176"/>
                    <a:pt x="546" y="176"/>
                  </a:cubicBezTo>
                  <a:cubicBezTo>
                    <a:pt x="546" y="176"/>
                    <a:pt x="546" y="176"/>
                    <a:pt x="546" y="176"/>
                  </a:cubicBezTo>
                  <a:cubicBezTo>
                    <a:pt x="546" y="176"/>
                    <a:pt x="546" y="176"/>
                    <a:pt x="546" y="176"/>
                  </a:cubicBezTo>
                  <a:cubicBezTo>
                    <a:pt x="547" y="176"/>
                    <a:pt x="547" y="176"/>
                    <a:pt x="547" y="176"/>
                  </a:cubicBezTo>
                  <a:cubicBezTo>
                    <a:pt x="547" y="178"/>
                    <a:pt x="547" y="178"/>
                    <a:pt x="547" y="178"/>
                  </a:cubicBezTo>
                  <a:cubicBezTo>
                    <a:pt x="549" y="180"/>
                    <a:pt x="549" y="180"/>
                    <a:pt x="549" y="180"/>
                  </a:cubicBezTo>
                  <a:cubicBezTo>
                    <a:pt x="550" y="181"/>
                    <a:pt x="550" y="181"/>
                    <a:pt x="550" y="181"/>
                  </a:cubicBezTo>
                  <a:cubicBezTo>
                    <a:pt x="549" y="182"/>
                    <a:pt x="549" y="182"/>
                    <a:pt x="549" y="182"/>
                  </a:cubicBezTo>
                  <a:cubicBezTo>
                    <a:pt x="549" y="183"/>
                    <a:pt x="549" y="183"/>
                    <a:pt x="549" y="183"/>
                  </a:cubicBezTo>
                  <a:cubicBezTo>
                    <a:pt x="549" y="183"/>
                    <a:pt x="549" y="183"/>
                    <a:pt x="549" y="183"/>
                  </a:cubicBezTo>
                  <a:cubicBezTo>
                    <a:pt x="547" y="182"/>
                    <a:pt x="547" y="182"/>
                    <a:pt x="547" y="182"/>
                  </a:cubicBezTo>
                  <a:cubicBezTo>
                    <a:pt x="546" y="182"/>
                    <a:pt x="546" y="182"/>
                    <a:pt x="546" y="182"/>
                  </a:cubicBezTo>
                  <a:cubicBezTo>
                    <a:pt x="546" y="181"/>
                    <a:pt x="546" y="181"/>
                    <a:pt x="546" y="181"/>
                  </a:cubicBezTo>
                  <a:cubicBezTo>
                    <a:pt x="546" y="180"/>
                    <a:pt x="546" y="180"/>
                    <a:pt x="546" y="180"/>
                  </a:cubicBezTo>
                  <a:cubicBezTo>
                    <a:pt x="546" y="179"/>
                    <a:pt x="546" y="179"/>
                    <a:pt x="546" y="179"/>
                  </a:cubicBezTo>
                  <a:cubicBezTo>
                    <a:pt x="546" y="178"/>
                    <a:pt x="546" y="178"/>
                    <a:pt x="546" y="178"/>
                  </a:cubicBezTo>
                  <a:cubicBezTo>
                    <a:pt x="546" y="178"/>
                    <a:pt x="546" y="178"/>
                    <a:pt x="546" y="178"/>
                  </a:cubicBezTo>
                  <a:cubicBezTo>
                    <a:pt x="546" y="179"/>
                    <a:pt x="546" y="179"/>
                    <a:pt x="546" y="179"/>
                  </a:cubicBezTo>
                  <a:cubicBezTo>
                    <a:pt x="546" y="179"/>
                    <a:pt x="546" y="179"/>
                    <a:pt x="546" y="179"/>
                  </a:cubicBezTo>
                  <a:cubicBezTo>
                    <a:pt x="545" y="179"/>
                    <a:pt x="545" y="179"/>
                    <a:pt x="545" y="179"/>
                  </a:cubicBezTo>
                  <a:cubicBezTo>
                    <a:pt x="544" y="181"/>
                    <a:pt x="544" y="181"/>
                    <a:pt x="544" y="181"/>
                  </a:cubicBezTo>
                  <a:cubicBezTo>
                    <a:pt x="544" y="181"/>
                    <a:pt x="544" y="181"/>
                    <a:pt x="544" y="181"/>
                  </a:cubicBezTo>
                  <a:cubicBezTo>
                    <a:pt x="546" y="181"/>
                    <a:pt x="546" y="181"/>
                    <a:pt x="546" y="181"/>
                  </a:cubicBezTo>
                  <a:cubicBezTo>
                    <a:pt x="546" y="182"/>
                    <a:pt x="546" y="182"/>
                    <a:pt x="546" y="182"/>
                  </a:cubicBezTo>
                  <a:cubicBezTo>
                    <a:pt x="545" y="183"/>
                    <a:pt x="545" y="183"/>
                    <a:pt x="545" y="183"/>
                  </a:cubicBezTo>
                  <a:cubicBezTo>
                    <a:pt x="545" y="184"/>
                    <a:pt x="545" y="184"/>
                    <a:pt x="545" y="184"/>
                  </a:cubicBezTo>
                  <a:cubicBezTo>
                    <a:pt x="545" y="184"/>
                    <a:pt x="545" y="184"/>
                    <a:pt x="545" y="184"/>
                  </a:cubicBezTo>
                  <a:cubicBezTo>
                    <a:pt x="545" y="187"/>
                    <a:pt x="545" y="187"/>
                    <a:pt x="545" y="187"/>
                  </a:cubicBezTo>
                  <a:cubicBezTo>
                    <a:pt x="546" y="188"/>
                    <a:pt x="546" y="188"/>
                    <a:pt x="546" y="188"/>
                  </a:cubicBezTo>
                  <a:cubicBezTo>
                    <a:pt x="546" y="188"/>
                    <a:pt x="546" y="188"/>
                    <a:pt x="546" y="188"/>
                  </a:cubicBezTo>
                  <a:cubicBezTo>
                    <a:pt x="548" y="191"/>
                    <a:pt x="548" y="191"/>
                    <a:pt x="548" y="191"/>
                  </a:cubicBezTo>
                  <a:cubicBezTo>
                    <a:pt x="549" y="191"/>
                    <a:pt x="549" y="191"/>
                    <a:pt x="549" y="191"/>
                  </a:cubicBezTo>
                  <a:cubicBezTo>
                    <a:pt x="550" y="193"/>
                    <a:pt x="550" y="193"/>
                    <a:pt x="550" y="193"/>
                  </a:cubicBezTo>
                  <a:cubicBezTo>
                    <a:pt x="551" y="194"/>
                    <a:pt x="551" y="194"/>
                    <a:pt x="551" y="194"/>
                  </a:cubicBezTo>
                  <a:cubicBezTo>
                    <a:pt x="551" y="194"/>
                    <a:pt x="551" y="194"/>
                    <a:pt x="551" y="194"/>
                  </a:cubicBezTo>
                  <a:cubicBezTo>
                    <a:pt x="551" y="195"/>
                    <a:pt x="551" y="195"/>
                    <a:pt x="551" y="195"/>
                  </a:cubicBezTo>
                  <a:cubicBezTo>
                    <a:pt x="548" y="196"/>
                    <a:pt x="548" y="196"/>
                    <a:pt x="548" y="196"/>
                  </a:cubicBezTo>
                  <a:cubicBezTo>
                    <a:pt x="548" y="196"/>
                    <a:pt x="548" y="196"/>
                    <a:pt x="548" y="196"/>
                  </a:cubicBezTo>
                  <a:cubicBezTo>
                    <a:pt x="546" y="197"/>
                    <a:pt x="546" y="197"/>
                    <a:pt x="546" y="197"/>
                  </a:cubicBezTo>
                  <a:cubicBezTo>
                    <a:pt x="546" y="197"/>
                    <a:pt x="546" y="197"/>
                    <a:pt x="546" y="197"/>
                  </a:cubicBezTo>
                  <a:cubicBezTo>
                    <a:pt x="546" y="197"/>
                    <a:pt x="546" y="197"/>
                    <a:pt x="546" y="197"/>
                  </a:cubicBezTo>
                  <a:cubicBezTo>
                    <a:pt x="545" y="199"/>
                    <a:pt x="545" y="199"/>
                    <a:pt x="545" y="199"/>
                  </a:cubicBezTo>
                  <a:cubicBezTo>
                    <a:pt x="545" y="200"/>
                    <a:pt x="545" y="200"/>
                    <a:pt x="545" y="200"/>
                  </a:cubicBezTo>
                  <a:cubicBezTo>
                    <a:pt x="545" y="200"/>
                    <a:pt x="545" y="200"/>
                    <a:pt x="545" y="200"/>
                  </a:cubicBezTo>
                  <a:cubicBezTo>
                    <a:pt x="545" y="201"/>
                    <a:pt x="545" y="201"/>
                    <a:pt x="545" y="201"/>
                  </a:cubicBezTo>
                  <a:cubicBezTo>
                    <a:pt x="545" y="203"/>
                    <a:pt x="545" y="203"/>
                    <a:pt x="545" y="203"/>
                  </a:cubicBezTo>
                  <a:cubicBezTo>
                    <a:pt x="546" y="205"/>
                    <a:pt x="546" y="205"/>
                    <a:pt x="546" y="205"/>
                  </a:cubicBezTo>
                  <a:cubicBezTo>
                    <a:pt x="547" y="206"/>
                    <a:pt x="547" y="206"/>
                    <a:pt x="547" y="206"/>
                  </a:cubicBezTo>
                  <a:cubicBezTo>
                    <a:pt x="547" y="207"/>
                    <a:pt x="547" y="207"/>
                    <a:pt x="547" y="207"/>
                  </a:cubicBezTo>
                  <a:cubicBezTo>
                    <a:pt x="548" y="207"/>
                    <a:pt x="548" y="207"/>
                    <a:pt x="548" y="207"/>
                  </a:cubicBezTo>
                  <a:cubicBezTo>
                    <a:pt x="549" y="208"/>
                    <a:pt x="549" y="208"/>
                    <a:pt x="549" y="208"/>
                  </a:cubicBezTo>
                  <a:cubicBezTo>
                    <a:pt x="548" y="208"/>
                    <a:pt x="548" y="208"/>
                    <a:pt x="548" y="208"/>
                  </a:cubicBezTo>
                  <a:cubicBezTo>
                    <a:pt x="547" y="208"/>
                    <a:pt x="547" y="208"/>
                    <a:pt x="547" y="208"/>
                  </a:cubicBezTo>
                  <a:cubicBezTo>
                    <a:pt x="547" y="208"/>
                    <a:pt x="547" y="208"/>
                    <a:pt x="547" y="208"/>
                  </a:cubicBezTo>
                  <a:cubicBezTo>
                    <a:pt x="546" y="209"/>
                    <a:pt x="546" y="209"/>
                    <a:pt x="546" y="209"/>
                  </a:cubicBezTo>
                  <a:cubicBezTo>
                    <a:pt x="545" y="209"/>
                    <a:pt x="545" y="209"/>
                    <a:pt x="545" y="209"/>
                  </a:cubicBezTo>
                  <a:cubicBezTo>
                    <a:pt x="544" y="210"/>
                    <a:pt x="544" y="210"/>
                    <a:pt x="544" y="210"/>
                  </a:cubicBezTo>
                  <a:cubicBezTo>
                    <a:pt x="543" y="209"/>
                    <a:pt x="543" y="209"/>
                    <a:pt x="543" y="209"/>
                  </a:cubicBezTo>
                  <a:cubicBezTo>
                    <a:pt x="542" y="210"/>
                    <a:pt x="542" y="210"/>
                    <a:pt x="542" y="210"/>
                  </a:cubicBezTo>
                  <a:cubicBezTo>
                    <a:pt x="543" y="210"/>
                    <a:pt x="543" y="210"/>
                    <a:pt x="543" y="210"/>
                  </a:cubicBezTo>
                  <a:cubicBezTo>
                    <a:pt x="544" y="210"/>
                    <a:pt x="544" y="210"/>
                    <a:pt x="544" y="210"/>
                  </a:cubicBezTo>
                  <a:cubicBezTo>
                    <a:pt x="544" y="211"/>
                    <a:pt x="544" y="211"/>
                    <a:pt x="544" y="211"/>
                  </a:cubicBezTo>
                  <a:cubicBezTo>
                    <a:pt x="543" y="212"/>
                    <a:pt x="543" y="212"/>
                    <a:pt x="543" y="212"/>
                  </a:cubicBezTo>
                  <a:cubicBezTo>
                    <a:pt x="544" y="213"/>
                    <a:pt x="544" y="213"/>
                    <a:pt x="544" y="213"/>
                  </a:cubicBezTo>
                  <a:cubicBezTo>
                    <a:pt x="544" y="213"/>
                    <a:pt x="544" y="213"/>
                    <a:pt x="544" y="213"/>
                  </a:cubicBezTo>
                  <a:cubicBezTo>
                    <a:pt x="544" y="213"/>
                    <a:pt x="544" y="213"/>
                    <a:pt x="544" y="213"/>
                  </a:cubicBezTo>
                  <a:cubicBezTo>
                    <a:pt x="544" y="214"/>
                    <a:pt x="544" y="214"/>
                    <a:pt x="544" y="214"/>
                  </a:cubicBezTo>
                  <a:cubicBezTo>
                    <a:pt x="544" y="215"/>
                    <a:pt x="544" y="215"/>
                    <a:pt x="544" y="215"/>
                  </a:cubicBezTo>
                  <a:cubicBezTo>
                    <a:pt x="544" y="215"/>
                    <a:pt x="544" y="215"/>
                    <a:pt x="544" y="215"/>
                  </a:cubicBezTo>
                  <a:cubicBezTo>
                    <a:pt x="545" y="214"/>
                    <a:pt x="545" y="214"/>
                    <a:pt x="545" y="214"/>
                  </a:cubicBezTo>
                  <a:cubicBezTo>
                    <a:pt x="546" y="215"/>
                    <a:pt x="546" y="215"/>
                    <a:pt x="546" y="215"/>
                  </a:cubicBezTo>
                  <a:cubicBezTo>
                    <a:pt x="545" y="216"/>
                    <a:pt x="545" y="216"/>
                    <a:pt x="545" y="216"/>
                  </a:cubicBezTo>
                  <a:cubicBezTo>
                    <a:pt x="545" y="217"/>
                    <a:pt x="545" y="217"/>
                    <a:pt x="545" y="217"/>
                  </a:cubicBezTo>
                  <a:cubicBezTo>
                    <a:pt x="545" y="218"/>
                    <a:pt x="545" y="218"/>
                    <a:pt x="545" y="218"/>
                  </a:cubicBezTo>
                  <a:cubicBezTo>
                    <a:pt x="545" y="219"/>
                    <a:pt x="545" y="219"/>
                    <a:pt x="545" y="219"/>
                  </a:cubicBezTo>
                  <a:cubicBezTo>
                    <a:pt x="545" y="220"/>
                    <a:pt x="545" y="220"/>
                    <a:pt x="545" y="220"/>
                  </a:cubicBezTo>
                  <a:cubicBezTo>
                    <a:pt x="545" y="220"/>
                    <a:pt x="545" y="220"/>
                    <a:pt x="545" y="220"/>
                  </a:cubicBezTo>
                  <a:cubicBezTo>
                    <a:pt x="545" y="221"/>
                    <a:pt x="545" y="221"/>
                    <a:pt x="545" y="221"/>
                  </a:cubicBezTo>
                  <a:cubicBezTo>
                    <a:pt x="544" y="222"/>
                    <a:pt x="544" y="222"/>
                    <a:pt x="544" y="222"/>
                  </a:cubicBezTo>
                  <a:cubicBezTo>
                    <a:pt x="544" y="223"/>
                    <a:pt x="544" y="223"/>
                    <a:pt x="544" y="223"/>
                  </a:cubicBezTo>
                  <a:cubicBezTo>
                    <a:pt x="543" y="223"/>
                    <a:pt x="543" y="223"/>
                    <a:pt x="543" y="223"/>
                  </a:cubicBezTo>
                  <a:cubicBezTo>
                    <a:pt x="543" y="225"/>
                    <a:pt x="543" y="225"/>
                    <a:pt x="543" y="225"/>
                  </a:cubicBezTo>
                  <a:cubicBezTo>
                    <a:pt x="542" y="227"/>
                    <a:pt x="542" y="227"/>
                    <a:pt x="542" y="227"/>
                  </a:cubicBezTo>
                  <a:cubicBezTo>
                    <a:pt x="542" y="226"/>
                    <a:pt x="542" y="226"/>
                    <a:pt x="542" y="226"/>
                  </a:cubicBezTo>
                  <a:cubicBezTo>
                    <a:pt x="542" y="225"/>
                    <a:pt x="542" y="225"/>
                    <a:pt x="542" y="225"/>
                  </a:cubicBezTo>
                  <a:cubicBezTo>
                    <a:pt x="542" y="224"/>
                    <a:pt x="542" y="224"/>
                    <a:pt x="542" y="224"/>
                  </a:cubicBezTo>
                  <a:cubicBezTo>
                    <a:pt x="542" y="224"/>
                    <a:pt x="542" y="224"/>
                    <a:pt x="542" y="224"/>
                  </a:cubicBezTo>
                  <a:cubicBezTo>
                    <a:pt x="540" y="224"/>
                    <a:pt x="540" y="224"/>
                    <a:pt x="540" y="224"/>
                  </a:cubicBezTo>
                  <a:cubicBezTo>
                    <a:pt x="539" y="222"/>
                    <a:pt x="539" y="222"/>
                    <a:pt x="539" y="222"/>
                  </a:cubicBezTo>
                  <a:cubicBezTo>
                    <a:pt x="539" y="221"/>
                    <a:pt x="539" y="221"/>
                    <a:pt x="539" y="221"/>
                  </a:cubicBezTo>
                  <a:cubicBezTo>
                    <a:pt x="537" y="217"/>
                    <a:pt x="537" y="217"/>
                    <a:pt x="537" y="217"/>
                  </a:cubicBezTo>
                  <a:cubicBezTo>
                    <a:pt x="536" y="216"/>
                    <a:pt x="536" y="216"/>
                    <a:pt x="536" y="216"/>
                  </a:cubicBezTo>
                  <a:cubicBezTo>
                    <a:pt x="536" y="216"/>
                    <a:pt x="536" y="216"/>
                    <a:pt x="536" y="216"/>
                  </a:cubicBezTo>
                  <a:cubicBezTo>
                    <a:pt x="537" y="216"/>
                    <a:pt x="537" y="216"/>
                    <a:pt x="537" y="216"/>
                  </a:cubicBezTo>
                  <a:cubicBezTo>
                    <a:pt x="538" y="215"/>
                    <a:pt x="538" y="215"/>
                    <a:pt x="538" y="215"/>
                  </a:cubicBezTo>
                  <a:cubicBezTo>
                    <a:pt x="537" y="215"/>
                    <a:pt x="537" y="215"/>
                    <a:pt x="537" y="215"/>
                  </a:cubicBezTo>
                  <a:cubicBezTo>
                    <a:pt x="536" y="215"/>
                    <a:pt x="536" y="215"/>
                    <a:pt x="536" y="215"/>
                  </a:cubicBezTo>
                  <a:cubicBezTo>
                    <a:pt x="534" y="214"/>
                    <a:pt x="534" y="214"/>
                    <a:pt x="534" y="214"/>
                  </a:cubicBezTo>
                  <a:cubicBezTo>
                    <a:pt x="531" y="209"/>
                    <a:pt x="531" y="209"/>
                    <a:pt x="531" y="209"/>
                  </a:cubicBezTo>
                  <a:cubicBezTo>
                    <a:pt x="528" y="206"/>
                    <a:pt x="528" y="206"/>
                    <a:pt x="528" y="206"/>
                  </a:cubicBezTo>
                  <a:cubicBezTo>
                    <a:pt x="527" y="204"/>
                    <a:pt x="527" y="204"/>
                    <a:pt x="527" y="204"/>
                  </a:cubicBezTo>
                  <a:cubicBezTo>
                    <a:pt x="526" y="203"/>
                    <a:pt x="526" y="203"/>
                    <a:pt x="526" y="203"/>
                  </a:cubicBezTo>
                  <a:cubicBezTo>
                    <a:pt x="524" y="200"/>
                    <a:pt x="524" y="200"/>
                    <a:pt x="524" y="200"/>
                  </a:cubicBezTo>
                  <a:cubicBezTo>
                    <a:pt x="522" y="195"/>
                    <a:pt x="522" y="195"/>
                    <a:pt x="522" y="195"/>
                  </a:cubicBezTo>
                  <a:cubicBezTo>
                    <a:pt x="520" y="191"/>
                    <a:pt x="520" y="191"/>
                    <a:pt x="520" y="191"/>
                  </a:cubicBezTo>
                  <a:cubicBezTo>
                    <a:pt x="520" y="190"/>
                    <a:pt x="520" y="190"/>
                    <a:pt x="520" y="190"/>
                  </a:cubicBezTo>
                  <a:cubicBezTo>
                    <a:pt x="518" y="188"/>
                    <a:pt x="518" y="188"/>
                    <a:pt x="518" y="188"/>
                  </a:cubicBezTo>
                  <a:cubicBezTo>
                    <a:pt x="518" y="185"/>
                    <a:pt x="518" y="185"/>
                    <a:pt x="518" y="185"/>
                  </a:cubicBezTo>
                  <a:cubicBezTo>
                    <a:pt x="517" y="184"/>
                    <a:pt x="517" y="184"/>
                    <a:pt x="517" y="184"/>
                  </a:cubicBezTo>
                  <a:cubicBezTo>
                    <a:pt x="517" y="182"/>
                    <a:pt x="517" y="182"/>
                    <a:pt x="517" y="182"/>
                  </a:cubicBezTo>
                  <a:cubicBezTo>
                    <a:pt x="518" y="181"/>
                    <a:pt x="518" y="181"/>
                    <a:pt x="518" y="181"/>
                  </a:cubicBezTo>
                  <a:cubicBezTo>
                    <a:pt x="519" y="180"/>
                    <a:pt x="519" y="180"/>
                    <a:pt x="519" y="180"/>
                  </a:cubicBezTo>
                  <a:cubicBezTo>
                    <a:pt x="519" y="180"/>
                    <a:pt x="519" y="180"/>
                    <a:pt x="519" y="180"/>
                  </a:cubicBezTo>
                  <a:cubicBezTo>
                    <a:pt x="519" y="179"/>
                    <a:pt x="519" y="179"/>
                    <a:pt x="519" y="179"/>
                  </a:cubicBezTo>
                  <a:cubicBezTo>
                    <a:pt x="519" y="179"/>
                    <a:pt x="519" y="179"/>
                    <a:pt x="519" y="179"/>
                  </a:cubicBezTo>
                  <a:cubicBezTo>
                    <a:pt x="519" y="177"/>
                    <a:pt x="519" y="177"/>
                    <a:pt x="519" y="177"/>
                  </a:cubicBezTo>
                  <a:cubicBezTo>
                    <a:pt x="518" y="175"/>
                    <a:pt x="518" y="175"/>
                    <a:pt x="518" y="175"/>
                  </a:cubicBezTo>
                  <a:cubicBezTo>
                    <a:pt x="516" y="175"/>
                    <a:pt x="516" y="175"/>
                    <a:pt x="516" y="175"/>
                  </a:cubicBezTo>
                  <a:cubicBezTo>
                    <a:pt x="516" y="174"/>
                    <a:pt x="516" y="174"/>
                    <a:pt x="516" y="174"/>
                  </a:cubicBezTo>
                  <a:cubicBezTo>
                    <a:pt x="517" y="173"/>
                    <a:pt x="517" y="173"/>
                    <a:pt x="517" y="173"/>
                  </a:cubicBezTo>
                  <a:cubicBezTo>
                    <a:pt x="519" y="174"/>
                    <a:pt x="519" y="174"/>
                    <a:pt x="519" y="174"/>
                  </a:cubicBezTo>
                  <a:cubicBezTo>
                    <a:pt x="520" y="173"/>
                    <a:pt x="520" y="173"/>
                    <a:pt x="520" y="173"/>
                  </a:cubicBezTo>
                  <a:cubicBezTo>
                    <a:pt x="520" y="172"/>
                    <a:pt x="520" y="172"/>
                    <a:pt x="520" y="172"/>
                  </a:cubicBezTo>
                  <a:cubicBezTo>
                    <a:pt x="520" y="171"/>
                    <a:pt x="520" y="171"/>
                    <a:pt x="520" y="171"/>
                  </a:cubicBezTo>
                  <a:cubicBezTo>
                    <a:pt x="521" y="171"/>
                    <a:pt x="521" y="171"/>
                    <a:pt x="521" y="171"/>
                  </a:cubicBezTo>
                  <a:cubicBezTo>
                    <a:pt x="522" y="171"/>
                    <a:pt x="522" y="171"/>
                    <a:pt x="522" y="171"/>
                  </a:cubicBezTo>
                  <a:cubicBezTo>
                    <a:pt x="521" y="170"/>
                    <a:pt x="521" y="170"/>
                    <a:pt x="521" y="170"/>
                  </a:cubicBezTo>
                  <a:cubicBezTo>
                    <a:pt x="523" y="168"/>
                    <a:pt x="523" y="168"/>
                    <a:pt x="523" y="168"/>
                  </a:cubicBezTo>
                  <a:cubicBezTo>
                    <a:pt x="522" y="166"/>
                    <a:pt x="522" y="166"/>
                    <a:pt x="522" y="166"/>
                  </a:cubicBezTo>
                  <a:cubicBezTo>
                    <a:pt x="522" y="165"/>
                    <a:pt x="522" y="165"/>
                    <a:pt x="522" y="165"/>
                  </a:cubicBezTo>
                  <a:cubicBezTo>
                    <a:pt x="522" y="164"/>
                    <a:pt x="522" y="164"/>
                    <a:pt x="522" y="164"/>
                  </a:cubicBezTo>
                  <a:cubicBezTo>
                    <a:pt x="522" y="163"/>
                    <a:pt x="522" y="163"/>
                    <a:pt x="522" y="163"/>
                  </a:cubicBezTo>
                  <a:cubicBezTo>
                    <a:pt x="522" y="162"/>
                    <a:pt x="522" y="162"/>
                    <a:pt x="522" y="162"/>
                  </a:cubicBezTo>
                  <a:cubicBezTo>
                    <a:pt x="522" y="162"/>
                    <a:pt x="522" y="162"/>
                    <a:pt x="522" y="162"/>
                  </a:cubicBezTo>
                  <a:cubicBezTo>
                    <a:pt x="522" y="160"/>
                    <a:pt x="522" y="160"/>
                    <a:pt x="522" y="160"/>
                  </a:cubicBezTo>
                  <a:cubicBezTo>
                    <a:pt x="523" y="160"/>
                    <a:pt x="523" y="160"/>
                    <a:pt x="523" y="160"/>
                  </a:cubicBezTo>
                  <a:cubicBezTo>
                    <a:pt x="522" y="159"/>
                    <a:pt x="522" y="159"/>
                    <a:pt x="522" y="159"/>
                  </a:cubicBezTo>
                  <a:cubicBezTo>
                    <a:pt x="522" y="159"/>
                    <a:pt x="522" y="159"/>
                    <a:pt x="522" y="159"/>
                  </a:cubicBezTo>
                  <a:cubicBezTo>
                    <a:pt x="522" y="158"/>
                    <a:pt x="522" y="158"/>
                    <a:pt x="522" y="158"/>
                  </a:cubicBezTo>
                  <a:cubicBezTo>
                    <a:pt x="523" y="157"/>
                    <a:pt x="523" y="157"/>
                    <a:pt x="523" y="157"/>
                  </a:cubicBezTo>
                  <a:cubicBezTo>
                    <a:pt x="522" y="157"/>
                    <a:pt x="522" y="157"/>
                    <a:pt x="522" y="157"/>
                  </a:cubicBezTo>
                  <a:cubicBezTo>
                    <a:pt x="522" y="156"/>
                    <a:pt x="522" y="156"/>
                    <a:pt x="522" y="156"/>
                  </a:cubicBezTo>
                  <a:cubicBezTo>
                    <a:pt x="523" y="155"/>
                    <a:pt x="523" y="155"/>
                    <a:pt x="523" y="155"/>
                  </a:cubicBezTo>
                  <a:cubicBezTo>
                    <a:pt x="524" y="155"/>
                    <a:pt x="524" y="155"/>
                    <a:pt x="524" y="155"/>
                  </a:cubicBezTo>
                  <a:cubicBezTo>
                    <a:pt x="523" y="154"/>
                    <a:pt x="523" y="154"/>
                    <a:pt x="523" y="154"/>
                  </a:cubicBezTo>
                  <a:cubicBezTo>
                    <a:pt x="524" y="152"/>
                    <a:pt x="524" y="152"/>
                    <a:pt x="524" y="152"/>
                  </a:cubicBezTo>
                  <a:cubicBezTo>
                    <a:pt x="523" y="152"/>
                    <a:pt x="523" y="152"/>
                    <a:pt x="523" y="152"/>
                  </a:cubicBezTo>
                  <a:cubicBezTo>
                    <a:pt x="523" y="151"/>
                    <a:pt x="523" y="151"/>
                    <a:pt x="523" y="151"/>
                  </a:cubicBezTo>
                  <a:cubicBezTo>
                    <a:pt x="524" y="150"/>
                    <a:pt x="524" y="150"/>
                    <a:pt x="524" y="150"/>
                  </a:cubicBezTo>
                  <a:cubicBezTo>
                    <a:pt x="524" y="149"/>
                    <a:pt x="524" y="149"/>
                    <a:pt x="524" y="149"/>
                  </a:cubicBezTo>
                  <a:cubicBezTo>
                    <a:pt x="523" y="149"/>
                    <a:pt x="523" y="149"/>
                    <a:pt x="523" y="149"/>
                  </a:cubicBezTo>
                  <a:cubicBezTo>
                    <a:pt x="523" y="148"/>
                    <a:pt x="523" y="148"/>
                    <a:pt x="523" y="148"/>
                  </a:cubicBezTo>
                  <a:cubicBezTo>
                    <a:pt x="523" y="147"/>
                    <a:pt x="523" y="147"/>
                    <a:pt x="523" y="147"/>
                  </a:cubicBezTo>
                  <a:cubicBezTo>
                    <a:pt x="524" y="147"/>
                    <a:pt x="524" y="147"/>
                    <a:pt x="524" y="147"/>
                  </a:cubicBezTo>
                  <a:cubicBezTo>
                    <a:pt x="524" y="146"/>
                    <a:pt x="524" y="146"/>
                    <a:pt x="524" y="146"/>
                  </a:cubicBezTo>
                  <a:cubicBezTo>
                    <a:pt x="524" y="146"/>
                    <a:pt x="524" y="146"/>
                    <a:pt x="524" y="146"/>
                  </a:cubicBezTo>
                  <a:cubicBezTo>
                    <a:pt x="525" y="145"/>
                    <a:pt x="525" y="145"/>
                    <a:pt x="525" y="145"/>
                  </a:cubicBezTo>
                  <a:cubicBezTo>
                    <a:pt x="526" y="145"/>
                    <a:pt x="526" y="145"/>
                    <a:pt x="526" y="145"/>
                  </a:cubicBezTo>
                  <a:cubicBezTo>
                    <a:pt x="527" y="144"/>
                    <a:pt x="527" y="144"/>
                    <a:pt x="527" y="144"/>
                  </a:cubicBezTo>
                  <a:cubicBezTo>
                    <a:pt x="527" y="144"/>
                    <a:pt x="527" y="144"/>
                    <a:pt x="527" y="144"/>
                  </a:cubicBezTo>
                  <a:cubicBezTo>
                    <a:pt x="528" y="143"/>
                    <a:pt x="528" y="143"/>
                    <a:pt x="528" y="143"/>
                  </a:cubicBezTo>
                  <a:cubicBezTo>
                    <a:pt x="528" y="143"/>
                    <a:pt x="528" y="143"/>
                    <a:pt x="528" y="143"/>
                  </a:cubicBezTo>
                  <a:cubicBezTo>
                    <a:pt x="528" y="143"/>
                    <a:pt x="528" y="143"/>
                    <a:pt x="528" y="143"/>
                  </a:cubicBezTo>
                  <a:cubicBezTo>
                    <a:pt x="528" y="142"/>
                    <a:pt x="528" y="142"/>
                    <a:pt x="528" y="142"/>
                  </a:cubicBezTo>
                  <a:cubicBezTo>
                    <a:pt x="527" y="142"/>
                    <a:pt x="527" y="142"/>
                    <a:pt x="527" y="142"/>
                  </a:cubicBezTo>
                  <a:cubicBezTo>
                    <a:pt x="527" y="143"/>
                    <a:pt x="527" y="143"/>
                    <a:pt x="527" y="143"/>
                  </a:cubicBezTo>
                  <a:cubicBezTo>
                    <a:pt x="526" y="142"/>
                    <a:pt x="526" y="142"/>
                    <a:pt x="526" y="142"/>
                  </a:cubicBezTo>
                  <a:cubicBezTo>
                    <a:pt x="526" y="141"/>
                    <a:pt x="526" y="141"/>
                    <a:pt x="526" y="141"/>
                  </a:cubicBezTo>
                  <a:cubicBezTo>
                    <a:pt x="527" y="139"/>
                    <a:pt x="527" y="139"/>
                    <a:pt x="527" y="139"/>
                  </a:cubicBezTo>
                  <a:cubicBezTo>
                    <a:pt x="526" y="139"/>
                    <a:pt x="526" y="139"/>
                    <a:pt x="526" y="139"/>
                  </a:cubicBezTo>
                  <a:cubicBezTo>
                    <a:pt x="526" y="138"/>
                    <a:pt x="526" y="138"/>
                    <a:pt x="526" y="138"/>
                  </a:cubicBezTo>
                  <a:cubicBezTo>
                    <a:pt x="526" y="138"/>
                    <a:pt x="526" y="138"/>
                    <a:pt x="526" y="138"/>
                  </a:cubicBezTo>
                  <a:cubicBezTo>
                    <a:pt x="525" y="138"/>
                    <a:pt x="525" y="138"/>
                    <a:pt x="525" y="138"/>
                  </a:cubicBezTo>
                  <a:cubicBezTo>
                    <a:pt x="525" y="138"/>
                    <a:pt x="525" y="138"/>
                    <a:pt x="525" y="138"/>
                  </a:cubicBezTo>
                  <a:cubicBezTo>
                    <a:pt x="525" y="136"/>
                    <a:pt x="525" y="136"/>
                    <a:pt x="525" y="136"/>
                  </a:cubicBezTo>
                  <a:cubicBezTo>
                    <a:pt x="525" y="136"/>
                    <a:pt x="525" y="136"/>
                    <a:pt x="525" y="136"/>
                  </a:cubicBezTo>
                  <a:cubicBezTo>
                    <a:pt x="525" y="136"/>
                    <a:pt x="525" y="136"/>
                    <a:pt x="525" y="136"/>
                  </a:cubicBezTo>
                  <a:cubicBezTo>
                    <a:pt x="525" y="135"/>
                    <a:pt x="525" y="135"/>
                    <a:pt x="525" y="135"/>
                  </a:cubicBezTo>
                  <a:cubicBezTo>
                    <a:pt x="524" y="134"/>
                    <a:pt x="524" y="134"/>
                    <a:pt x="524" y="134"/>
                  </a:cubicBezTo>
                  <a:cubicBezTo>
                    <a:pt x="524" y="134"/>
                    <a:pt x="524" y="134"/>
                    <a:pt x="524" y="134"/>
                  </a:cubicBezTo>
                  <a:cubicBezTo>
                    <a:pt x="524" y="134"/>
                    <a:pt x="524" y="134"/>
                    <a:pt x="524" y="134"/>
                  </a:cubicBezTo>
                  <a:cubicBezTo>
                    <a:pt x="524" y="133"/>
                    <a:pt x="524" y="133"/>
                    <a:pt x="524" y="133"/>
                  </a:cubicBezTo>
                  <a:cubicBezTo>
                    <a:pt x="523" y="132"/>
                    <a:pt x="523" y="132"/>
                    <a:pt x="523" y="132"/>
                  </a:cubicBezTo>
                  <a:cubicBezTo>
                    <a:pt x="523" y="132"/>
                    <a:pt x="523" y="132"/>
                    <a:pt x="523" y="132"/>
                  </a:cubicBezTo>
                  <a:cubicBezTo>
                    <a:pt x="522" y="131"/>
                    <a:pt x="522" y="131"/>
                    <a:pt x="522" y="131"/>
                  </a:cubicBezTo>
                  <a:cubicBezTo>
                    <a:pt x="522" y="131"/>
                    <a:pt x="522" y="131"/>
                    <a:pt x="522" y="131"/>
                  </a:cubicBezTo>
                  <a:cubicBezTo>
                    <a:pt x="522" y="130"/>
                    <a:pt x="522" y="130"/>
                    <a:pt x="522" y="130"/>
                  </a:cubicBezTo>
                  <a:cubicBezTo>
                    <a:pt x="522" y="129"/>
                    <a:pt x="522" y="129"/>
                    <a:pt x="522" y="129"/>
                  </a:cubicBezTo>
                  <a:cubicBezTo>
                    <a:pt x="523" y="128"/>
                    <a:pt x="523" y="128"/>
                    <a:pt x="523" y="128"/>
                  </a:cubicBezTo>
                  <a:cubicBezTo>
                    <a:pt x="524" y="128"/>
                    <a:pt x="524" y="128"/>
                    <a:pt x="524" y="128"/>
                  </a:cubicBezTo>
                  <a:cubicBezTo>
                    <a:pt x="525" y="128"/>
                    <a:pt x="525" y="128"/>
                    <a:pt x="525" y="128"/>
                  </a:cubicBezTo>
                  <a:cubicBezTo>
                    <a:pt x="524" y="127"/>
                    <a:pt x="524" y="127"/>
                    <a:pt x="524" y="127"/>
                  </a:cubicBezTo>
                  <a:cubicBezTo>
                    <a:pt x="526" y="127"/>
                    <a:pt x="526" y="127"/>
                    <a:pt x="526" y="127"/>
                  </a:cubicBezTo>
                  <a:cubicBezTo>
                    <a:pt x="525" y="127"/>
                    <a:pt x="525" y="127"/>
                    <a:pt x="525" y="127"/>
                  </a:cubicBezTo>
                  <a:cubicBezTo>
                    <a:pt x="524" y="127"/>
                    <a:pt x="524" y="127"/>
                    <a:pt x="524" y="127"/>
                  </a:cubicBezTo>
                  <a:cubicBezTo>
                    <a:pt x="524" y="127"/>
                    <a:pt x="524" y="127"/>
                    <a:pt x="524" y="127"/>
                  </a:cubicBezTo>
                  <a:cubicBezTo>
                    <a:pt x="522" y="127"/>
                    <a:pt x="522" y="127"/>
                    <a:pt x="522" y="127"/>
                  </a:cubicBezTo>
                  <a:cubicBezTo>
                    <a:pt x="521" y="126"/>
                    <a:pt x="521" y="126"/>
                    <a:pt x="521" y="126"/>
                  </a:cubicBezTo>
                  <a:cubicBezTo>
                    <a:pt x="521" y="126"/>
                    <a:pt x="521" y="126"/>
                    <a:pt x="521" y="126"/>
                  </a:cubicBezTo>
                  <a:cubicBezTo>
                    <a:pt x="520" y="126"/>
                    <a:pt x="520" y="126"/>
                    <a:pt x="520" y="126"/>
                  </a:cubicBezTo>
                  <a:cubicBezTo>
                    <a:pt x="519" y="127"/>
                    <a:pt x="519" y="127"/>
                    <a:pt x="519" y="127"/>
                  </a:cubicBezTo>
                  <a:cubicBezTo>
                    <a:pt x="518" y="127"/>
                    <a:pt x="518" y="127"/>
                    <a:pt x="518" y="127"/>
                  </a:cubicBezTo>
                  <a:cubicBezTo>
                    <a:pt x="517" y="128"/>
                    <a:pt x="517" y="128"/>
                    <a:pt x="517" y="128"/>
                  </a:cubicBezTo>
                  <a:cubicBezTo>
                    <a:pt x="517" y="128"/>
                    <a:pt x="517" y="128"/>
                    <a:pt x="517" y="128"/>
                  </a:cubicBezTo>
                  <a:cubicBezTo>
                    <a:pt x="517" y="129"/>
                    <a:pt x="517" y="129"/>
                    <a:pt x="517" y="129"/>
                  </a:cubicBezTo>
                  <a:cubicBezTo>
                    <a:pt x="518" y="130"/>
                    <a:pt x="518" y="130"/>
                    <a:pt x="518" y="130"/>
                  </a:cubicBezTo>
                  <a:cubicBezTo>
                    <a:pt x="518" y="130"/>
                    <a:pt x="518" y="130"/>
                    <a:pt x="518" y="130"/>
                  </a:cubicBezTo>
                  <a:cubicBezTo>
                    <a:pt x="518" y="131"/>
                    <a:pt x="518" y="131"/>
                    <a:pt x="518" y="131"/>
                  </a:cubicBezTo>
                  <a:cubicBezTo>
                    <a:pt x="518" y="132"/>
                    <a:pt x="518" y="132"/>
                    <a:pt x="518" y="132"/>
                  </a:cubicBezTo>
                  <a:cubicBezTo>
                    <a:pt x="519" y="133"/>
                    <a:pt x="519" y="133"/>
                    <a:pt x="519" y="133"/>
                  </a:cubicBezTo>
                  <a:cubicBezTo>
                    <a:pt x="519" y="133"/>
                    <a:pt x="519" y="133"/>
                    <a:pt x="519" y="133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35"/>
                    <a:pt x="520" y="135"/>
                    <a:pt x="520" y="135"/>
                  </a:cubicBezTo>
                  <a:cubicBezTo>
                    <a:pt x="521" y="135"/>
                    <a:pt x="521" y="135"/>
                    <a:pt x="521" y="135"/>
                  </a:cubicBezTo>
                  <a:cubicBezTo>
                    <a:pt x="521" y="136"/>
                    <a:pt x="521" y="136"/>
                    <a:pt x="521" y="136"/>
                  </a:cubicBezTo>
                  <a:cubicBezTo>
                    <a:pt x="522" y="137"/>
                    <a:pt x="522" y="137"/>
                    <a:pt x="522" y="137"/>
                  </a:cubicBezTo>
                  <a:cubicBezTo>
                    <a:pt x="521" y="137"/>
                    <a:pt x="521" y="137"/>
                    <a:pt x="521" y="137"/>
                  </a:cubicBezTo>
                  <a:cubicBezTo>
                    <a:pt x="521" y="137"/>
                    <a:pt x="521" y="137"/>
                    <a:pt x="521" y="137"/>
                  </a:cubicBezTo>
                  <a:cubicBezTo>
                    <a:pt x="520" y="136"/>
                    <a:pt x="520" y="136"/>
                    <a:pt x="520" y="136"/>
                  </a:cubicBezTo>
                  <a:cubicBezTo>
                    <a:pt x="519" y="136"/>
                    <a:pt x="519" y="136"/>
                    <a:pt x="519" y="136"/>
                  </a:cubicBezTo>
                  <a:cubicBezTo>
                    <a:pt x="519" y="137"/>
                    <a:pt x="519" y="137"/>
                    <a:pt x="519" y="137"/>
                  </a:cubicBezTo>
                  <a:cubicBezTo>
                    <a:pt x="518" y="138"/>
                    <a:pt x="518" y="138"/>
                    <a:pt x="518" y="138"/>
                  </a:cubicBezTo>
                  <a:cubicBezTo>
                    <a:pt x="519" y="139"/>
                    <a:pt x="519" y="139"/>
                    <a:pt x="519" y="139"/>
                  </a:cubicBezTo>
                  <a:cubicBezTo>
                    <a:pt x="518" y="140"/>
                    <a:pt x="518" y="140"/>
                    <a:pt x="518" y="140"/>
                  </a:cubicBezTo>
                  <a:cubicBezTo>
                    <a:pt x="518" y="140"/>
                    <a:pt x="518" y="140"/>
                    <a:pt x="518" y="140"/>
                  </a:cubicBezTo>
                  <a:cubicBezTo>
                    <a:pt x="518" y="140"/>
                    <a:pt x="518" y="140"/>
                    <a:pt x="518" y="140"/>
                  </a:cubicBezTo>
                  <a:cubicBezTo>
                    <a:pt x="518" y="141"/>
                    <a:pt x="518" y="141"/>
                    <a:pt x="518" y="141"/>
                  </a:cubicBezTo>
                  <a:cubicBezTo>
                    <a:pt x="518" y="141"/>
                    <a:pt x="518" y="141"/>
                    <a:pt x="518" y="141"/>
                  </a:cubicBezTo>
                  <a:cubicBezTo>
                    <a:pt x="518" y="142"/>
                    <a:pt x="518" y="142"/>
                    <a:pt x="518" y="142"/>
                  </a:cubicBezTo>
                  <a:cubicBezTo>
                    <a:pt x="518" y="142"/>
                    <a:pt x="518" y="142"/>
                    <a:pt x="518" y="142"/>
                  </a:cubicBezTo>
                  <a:cubicBezTo>
                    <a:pt x="518" y="143"/>
                    <a:pt x="518" y="143"/>
                    <a:pt x="518" y="143"/>
                  </a:cubicBezTo>
                  <a:cubicBezTo>
                    <a:pt x="518" y="145"/>
                    <a:pt x="518" y="145"/>
                    <a:pt x="518" y="145"/>
                  </a:cubicBezTo>
                  <a:cubicBezTo>
                    <a:pt x="517" y="145"/>
                    <a:pt x="517" y="145"/>
                    <a:pt x="517" y="145"/>
                  </a:cubicBezTo>
                  <a:cubicBezTo>
                    <a:pt x="517" y="146"/>
                    <a:pt x="517" y="146"/>
                    <a:pt x="517" y="146"/>
                  </a:cubicBezTo>
                  <a:cubicBezTo>
                    <a:pt x="517" y="146"/>
                    <a:pt x="517" y="146"/>
                    <a:pt x="517" y="146"/>
                  </a:cubicBezTo>
                  <a:cubicBezTo>
                    <a:pt x="516" y="147"/>
                    <a:pt x="516" y="147"/>
                    <a:pt x="516" y="147"/>
                  </a:cubicBezTo>
                  <a:cubicBezTo>
                    <a:pt x="516" y="147"/>
                    <a:pt x="516" y="147"/>
                    <a:pt x="516" y="147"/>
                  </a:cubicBezTo>
                  <a:cubicBezTo>
                    <a:pt x="515" y="146"/>
                    <a:pt x="515" y="146"/>
                    <a:pt x="515" y="146"/>
                  </a:cubicBezTo>
                  <a:cubicBezTo>
                    <a:pt x="516" y="145"/>
                    <a:pt x="516" y="145"/>
                    <a:pt x="516" y="145"/>
                  </a:cubicBezTo>
                  <a:cubicBezTo>
                    <a:pt x="515" y="144"/>
                    <a:pt x="515" y="144"/>
                    <a:pt x="515" y="144"/>
                  </a:cubicBezTo>
                  <a:cubicBezTo>
                    <a:pt x="515" y="144"/>
                    <a:pt x="515" y="144"/>
                    <a:pt x="515" y="144"/>
                  </a:cubicBezTo>
                  <a:cubicBezTo>
                    <a:pt x="514" y="145"/>
                    <a:pt x="514" y="145"/>
                    <a:pt x="514" y="145"/>
                  </a:cubicBezTo>
                  <a:cubicBezTo>
                    <a:pt x="514" y="145"/>
                    <a:pt x="514" y="145"/>
                    <a:pt x="514" y="145"/>
                  </a:cubicBezTo>
                  <a:cubicBezTo>
                    <a:pt x="513" y="146"/>
                    <a:pt x="513" y="146"/>
                    <a:pt x="513" y="146"/>
                  </a:cubicBezTo>
                  <a:cubicBezTo>
                    <a:pt x="513" y="144"/>
                    <a:pt x="513" y="144"/>
                    <a:pt x="513" y="144"/>
                  </a:cubicBezTo>
                  <a:cubicBezTo>
                    <a:pt x="512" y="144"/>
                    <a:pt x="512" y="144"/>
                    <a:pt x="512" y="144"/>
                  </a:cubicBezTo>
                  <a:cubicBezTo>
                    <a:pt x="512" y="144"/>
                    <a:pt x="512" y="144"/>
                    <a:pt x="512" y="144"/>
                  </a:cubicBezTo>
                  <a:cubicBezTo>
                    <a:pt x="511" y="144"/>
                    <a:pt x="511" y="144"/>
                    <a:pt x="511" y="144"/>
                  </a:cubicBezTo>
                  <a:cubicBezTo>
                    <a:pt x="511" y="144"/>
                    <a:pt x="511" y="144"/>
                    <a:pt x="511" y="144"/>
                  </a:cubicBezTo>
                  <a:cubicBezTo>
                    <a:pt x="511" y="144"/>
                    <a:pt x="511" y="144"/>
                    <a:pt x="511" y="144"/>
                  </a:cubicBezTo>
                  <a:cubicBezTo>
                    <a:pt x="512" y="143"/>
                    <a:pt x="512" y="143"/>
                    <a:pt x="512" y="143"/>
                  </a:cubicBezTo>
                  <a:cubicBezTo>
                    <a:pt x="511" y="143"/>
                    <a:pt x="511" y="143"/>
                    <a:pt x="511" y="143"/>
                  </a:cubicBezTo>
                  <a:cubicBezTo>
                    <a:pt x="511" y="142"/>
                    <a:pt x="511" y="142"/>
                    <a:pt x="511" y="142"/>
                  </a:cubicBezTo>
                  <a:cubicBezTo>
                    <a:pt x="512" y="142"/>
                    <a:pt x="512" y="142"/>
                    <a:pt x="512" y="142"/>
                  </a:cubicBezTo>
                  <a:cubicBezTo>
                    <a:pt x="511" y="141"/>
                    <a:pt x="511" y="141"/>
                    <a:pt x="511" y="141"/>
                  </a:cubicBezTo>
                  <a:cubicBezTo>
                    <a:pt x="511" y="141"/>
                    <a:pt x="511" y="141"/>
                    <a:pt x="511" y="141"/>
                  </a:cubicBezTo>
                  <a:cubicBezTo>
                    <a:pt x="512" y="140"/>
                    <a:pt x="512" y="140"/>
                    <a:pt x="512" y="140"/>
                  </a:cubicBezTo>
                  <a:cubicBezTo>
                    <a:pt x="511" y="140"/>
                    <a:pt x="511" y="140"/>
                    <a:pt x="511" y="140"/>
                  </a:cubicBezTo>
                  <a:cubicBezTo>
                    <a:pt x="511" y="139"/>
                    <a:pt x="511" y="139"/>
                    <a:pt x="511" y="139"/>
                  </a:cubicBezTo>
                  <a:cubicBezTo>
                    <a:pt x="511" y="139"/>
                    <a:pt x="511" y="139"/>
                    <a:pt x="511" y="139"/>
                  </a:cubicBezTo>
                  <a:cubicBezTo>
                    <a:pt x="511" y="138"/>
                    <a:pt x="511" y="138"/>
                    <a:pt x="511" y="138"/>
                  </a:cubicBezTo>
                  <a:cubicBezTo>
                    <a:pt x="510" y="137"/>
                    <a:pt x="510" y="137"/>
                    <a:pt x="510" y="137"/>
                  </a:cubicBezTo>
                  <a:cubicBezTo>
                    <a:pt x="510" y="137"/>
                    <a:pt x="510" y="137"/>
                    <a:pt x="510" y="137"/>
                  </a:cubicBezTo>
                  <a:cubicBezTo>
                    <a:pt x="510" y="137"/>
                    <a:pt x="510" y="137"/>
                    <a:pt x="510" y="137"/>
                  </a:cubicBezTo>
                  <a:cubicBezTo>
                    <a:pt x="509" y="138"/>
                    <a:pt x="509" y="138"/>
                    <a:pt x="509" y="138"/>
                  </a:cubicBezTo>
                  <a:cubicBezTo>
                    <a:pt x="509" y="138"/>
                    <a:pt x="509" y="138"/>
                    <a:pt x="509" y="138"/>
                  </a:cubicBezTo>
                  <a:cubicBezTo>
                    <a:pt x="509" y="139"/>
                    <a:pt x="509" y="139"/>
                    <a:pt x="509" y="139"/>
                  </a:cubicBezTo>
                  <a:cubicBezTo>
                    <a:pt x="508" y="140"/>
                    <a:pt x="508" y="140"/>
                    <a:pt x="508" y="140"/>
                  </a:cubicBezTo>
                  <a:cubicBezTo>
                    <a:pt x="508" y="140"/>
                    <a:pt x="508" y="140"/>
                    <a:pt x="508" y="140"/>
                  </a:cubicBezTo>
                  <a:cubicBezTo>
                    <a:pt x="507" y="139"/>
                    <a:pt x="507" y="139"/>
                    <a:pt x="507" y="139"/>
                  </a:cubicBezTo>
                  <a:cubicBezTo>
                    <a:pt x="507" y="139"/>
                    <a:pt x="507" y="139"/>
                    <a:pt x="507" y="139"/>
                  </a:cubicBezTo>
                  <a:cubicBezTo>
                    <a:pt x="507" y="139"/>
                    <a:pt x="507" y="139"/>
                    <a:pt x="507" y="139"/>
                  </a:cubicBezTo>
                  <a:cubicBezTo>
                    <a:pt x="506" y="138"/>
                    <a:pt x="506" y="138"/>
                    <a:pt x="506" y="138"/>
                  </a:cubicBezTo>
                  <a:cubicBezTo>
                    <a:pt x="505" y="138"/>
                    <a:pt x="505" y="138"/>
                    <a:pt x="505" y="138"/>
                  </a:cubicBezTo>
                  <a:cubicBezTo>
                    <a:pt x="505" y="138"/>
                    <a:pt x="505" y="138"/>
                    <a:pt x="505" y="138"/>
                  </a:cubicBezTo>
                  <a:cubicBezTo>
                    <a:pt x="505" y="138"/>
                    <a:pt x="505" y="138"/>
                    <a:pt x="505" y="138"/>
                  </a:cubicBezTo>
                  <a:cubicBezTo>
                    <a:pt x="505" y="139"/>
                    <a:pt x="505" y="139"/>
                    <a:pt x="505" y="139"/>
                  </a:cubicBezTo>
                  <a:cubicBezTo>
                    <a:pt x="504" y="139"/>
                    <a:pt x="504" y="139"/>
                    <a:pt x="504" y="139"/>
                  </a:cubicBezTo>
                  <a:cubicBezTo>
                    <a:pt x="504" y="140"/>
                    <a:pt x="504" y="140"/>
                    <a:pt x="504" y="140"/>
                  </a:cubicBezTo>
                  <a:cubicBezTo>
                    <a:pt x="502" y="140"/>
                    <a:pt x="502" y="140"/>
                    <a:pt x="502" y="140"/>
                  </a:cubicBezTo>
                  <a:cubicBezTo>
                    <a:pt x="502" y="140"/>
                    <a:pt x="502" y="140"/>
                    <a:pt x="502" y="140"/>
                  </a:cubicBezTo>
                  <a:cubicBezTo>
                    <a:pt x="501" y="140"/>
                    <a:pt x="501" y="140"/>
                    <a:pt x="501" y="140"/>
                  </a:cubicBezTo>
                  <a:cubicBezTo>
                    <a:pt x="501" y="141"/>
                    <a:pt x="501" y="141"/>
                    <a:pt x="501" y="141"/>
                  </a:cubicBezTo>
                  <a:cubicBezTo>
                    <a:pt x="499" y="140"/>
                    <a:pt x="499" y="140"/>
                    <a:pt x="499" y="140"/>
                  </a:cubicBezTo>
                  <a:cubicBezTo>
                    <a:pt x="498" y="142"/>
                    <a:pt x="498" y="142"/>
                    <a:pt x="498" y="142"/>
                  </a:cubicBezTo>
                  <a:cubicBezTo>
                    <a:pt x="498" y="142"/>
                    <a:pt x="498" y="142"/>
                    <a:pt x="498" y="142"/>
                  </a:cubicBezTo>
                  <a:cubicBezTo>
                    <a:pt x="498" y="143"/>
                    <a:pt x="498" y="143"/>
                    <a:pt x="498" y="143"/>
                  </a:cubicBezTo>
                  <a:cubicBezTo>
                    <a:pt x="497" y="144"/>
                    <a:pt x="497" y="144"/>
                    <a:pt x="497" y="144"/>
                  </a:cubicBezTo>
                  <a:cubicBezTo>
                    <a:pt x="497" y="144"/>
                    <a:pt x="497" y="144"/>
                    <a:pt x="497" y="144"/>
                  </a:cubicBezTo>
                  <a:cubicBezTo>
                    <a:pt x="498" y="145"/>
                    <a:pt x="498" y="145"/>
                    <a:pt x="498" y="145"/>
                  </a:cubicBezTo>
                  <a:cubicBezTo>
                    <a:pt x="498" y="146"/>
                    <a:pt x="498" y="146"/>
                    <a:pt x="498" y="146"/>
                  </a:cubicBezTo>
                  <a:cubicBezTo>
                    <a:pt x="499" y="147"/>
                    <a:pt x="499" y="147"/>
                    <a:pt x="499" y="147"/>
                  </a:cubicBezTo>
                  <a:cubicBezTo>
                    <a:pt x="498" y="147"/>
                    <a:pt x="498" y="147"/>
                    <a:pt x="498" y="147"/>
                  </a:cubicBezTo>
                  <a:cubicBezTo>
                    <a:pt x="498" y="150"/>
                    <a:pt x="498" y="150"/>
                    <a:pt x="498" y="150"/>
                  </a:cubicBezTo>
                  <a:cubicBezTo>
                    <a:pt x="499" y="151"/>
                    <a:pt x="499" y="151"/>
                    <a:pt x="499" y="151"/>
                  </a:cubicBezTo>
                  <a:cubicBezTo>
                    <a:pt x="498" y="152"/>
                    <a:pt x="498" y="152"/>
                    <a:pt x="498" y="152"/>
                  </a:cubicBezTo>
                  <a:cubicBezTo>
                    <a:pt x="498" y="152"/>
                    <a:pt x="498" y="152"/>
                    <a:pt x="498" y="152"/>
                  </a:cubicBezTo>
                  <a:cubicBezTo>
                    <a:pt x="498" y="153"/>
                    <a:pt x="498" y="153"/>
                    <a:pt x="498" y="153"/>
                  </a:cubicBezTo>
                  <a:cubicBezTo>
                    <a:pt x="497" y="153"/>
                    <a:pt x="497" y="153"/>
                    <a:pt x="497" y="153"/>
                  </a:cubicBezTo>
                  <a:cubicBezTo>
                    <a:pt x="497" y="155"/>
                    <a:pt x="497" y="155"/>
                    <a:pt x="497" y="155"/>
                  </a:cubicBezTo>
                  <a:cubicBezTo>
                    <a:pt x="497" y="155"/>
                    <a:pt x="497" y="155"/>
                    <a:pt x="497" y="155"/>
                  </a:cubicBezTo>
                  <a:cubicBezTo>
                    <a:pt x="497" y="156"/>
                    <a:pt x="497" y="156"/>
                    <a:pt x="497" y="156"/>
                  </a:cubicBezTo>
                  <a:cubicBezTo>
                    <a:pt x="496" y="158"/>
                    <a:pt x="496" y="158"/>
                    <a:pt x="496" y="158"/>
                  </a:cubicBezTo>
                  <a:cubicBezTo>
                    <a:pt x="497" y="159"/>
                    <a:pt x="497" y="159"/>
                    <a:pt x="497" y="159"/>
                  </a:cubicBezTo>
                  <a:cubicBezTo>
                    <a:pt x="496" y="159"/>
                    <a:pt x="496" y="159"/>
                    <a:pt x="496" y="159"/>
                  </a:cubicBezTo>
                  <a:cubicBezTo>
                    <a:pt x="497" y="161"/>
                    <a:pt x="497" y="161"/>
                    <a:pt x="497" y="161"/>
                  </a:cubicBezTo>
                  <a:cubicBezTo>
                    <a:pt x="497" y="161"/>
                    <a:pt x="497" y="161"/>
                    <a:pt x="497" y="161"/>
                  </a:cubicBezTo>
                  <a:cubicBezTo>
                    <a:pt x="497" y="162"/>
                    <a:pt x="497" y="162"/>
                    <a:pt x="497" y="162"/>
                  </a:cubicBezTo>
                  <a:cubicBezTo>
                    <a:pt x="497" y="162"/>
                    <a:pt x="497" y="162"/>
                    <a:pt x="497" y="162"/>
                  </a:cubicBezTo>
                  <a:cubicBezTo>
                    <a:pt x="498" y="162"/>
                    <a:pt x="498" y="162"/>
                    <a:pt x="498" y="162"/>
                  </a:cubicBezTo>
                  <a:cubicBezTo>
                    <a:pt x="499" y="162"/>
                    <a:pt x="499" y="162"/>
                    <a:pt x="499" y="162"/>
                  </a:cubicBezTo>
                  <a:cubicBezTo>
                    <a:pt x="499" y="161"/>
                    <a:pt x="499" y="161"/>
                    <a:pt x="499" y="161"/>
                  </a:cubicBezTo>
                  <a:cubicBezTo>
                    <a:pt x="499" y="161"/>
                    <a:pt x="499" y="161"/>
                    <a:pt x="499" y="161"/>
                  </a:cubicBezTo>
                  <a:cubicBezTo>
                    <a:pt x="500" y="161"/>
                    <a:pt x="500" y="161"/>
                    <a:pt x="500" y="161"/>
                  </a:cubicBezTo>
                  <a:cubicBezTo>
                    <a:pt x="500" y="161"/>
                    <a:pt x="500" y="161"/>
                    <a:pt x="500" y="161"/>
                  </a:cubicBezTo>
                  <a:cubicBezTo>
                    <a:pt x="500" y="161"/>
                    <a:pt x="500" y="161"/>
                    <a:pt x="500" y="161"/>
                  </a:cubicBezTo>
                  <a:cubicBezTo>
                    <a:pt x="500" y="161"/>
                    <a:pt x="500" y="161"/>
                    <a:pt x="500" y="161"/>
                  </a:cubicBezTo>
                  <a:cubicBezTo>
                    <a:pt x="501" y="161"/>
                    <a:pt x="501" y="161"/>
                    <a:pt x="501" y="161"/>
                  </a:cubicBezTo>
                  <a:cubicBezTo>
                    <a:pt x="502" y="162"/>
                    <a:pt x="502" y="162"/>
                    <a:pt x="502" y="162"/>
                  </a:cubicBezTo>
                  <a:cubicBezTo>
                    <a:pt x="502" y="162"/>
                    <a:pt x="502" y="162"/>
                    <a:pt x="502" y="162"/>
                  </a:cubicBezTo>
                  <a:cubicBezTo>
                    <a:pt x="501" y="162"/>
                    <a:pt x="501" y="162"/>
                    <a:pt x="501" y="162"/>
                  </a:cubicBezTo>
                  <a:cubicBezTo>
                    <a:pt x="502" y="163"/>
                    <a:pt x="502" y="163"/>
                    <a:pt x="502" y="163"/>
                  </a:cubicBezTo>
                  <a:cubicBezTo>
                    <a:pt x="502" y="163"/>
                    <a:pt x="502" y="163"/>
                    <a:pt x="502" y="163"/>
                  </a:cubicBezTo>
                  <a:cubicBezTo>
                    <a:pt x="501" y="163"/>
                    <a:pt x="501" y="163"/>
                    <a:pt x="501" y="163"/>
                  </a:cubicBezTo>
                  <a:cubicBezTo>
                    <a:pt x="501" y="164"/>
                    <a:pt x="501" y="164"/>
                    <a:pt x="501" y="164"/>
                  </a:cubicBezTo>
                  <a:cubicBezTo>
                    <a:pt x="500" y="163"/>
                    <a:pt x="500" y="163"/>
                    <a:pt x="500" y="163"/>
                  </a:cubicBezTo>
                  <a:cubicBezTo>
                    <a:pt x="500" y="164"/>
                    <a:pt x="500" y="164"/>
                    <a:pt x="500" y="164"/>
                  </a:cubicBezTo>
                  <a:cubicBezTo>
                    <a:pt x="500" y="164"/>
                    <a:pt x="500" y="164"/>
                    <a:pt x="500" y="164"/>
                  </a:cubicBezTo>
                  <a:cubicBezTo>
                    <a:pt x="500" y="165"/>
                    <a:pt x="500" y="165"/>
                    <a:pt x="500" y="165"/>
                  </a:cubicBezTo>
                  <a:cubicBezTo>
                    <a:pt x="499" y="166"/>
                    <a:pt x="499" y="166"/>
                    <a:pt x="499" y="166"/>
                  </a:cubicBezTo>
                  <a:cubicBezTo>
                    <a:pt x="498" y="165"/>
                    <a:pt x="498" y="165"/>
                    <a:pt x="498" y="165"/>
                  </a:cubicBezTo>
                  <a:cubicBezTo>
                    <a:pt x="498" y="165"/>
                    <a:pt x="498" y="165"/>
                    <a:pt x="498" y="165"/>
                  </a:cubicBezTo>
                  <a:cubicBezTo>
                    <a:pt x="498" y="164"/>
                    <a:pt x="498" y="164"/>
                    <a:pt x="498" y="164"/>
                  </a:cubicBezTo>
                  <a:cubicBezTo>
                    <a:pt x="497" y="165"/>
                    <a:pt x="497" y="165"/>
                    <a:pt x="497" y="165"/>
                  </a:cubicBezTo>
                  <a:cubicBezTo>
                    <a:pt x="497" y="164"/>
                    <a:pt x="497" y="164"/>
                    <a:pt x="497" y="164"/>
                  </a:cubicBezTo>
                  <a:cubicBezTo>
                    <a:pt x="496" y="164"/>
                    <a:pt x="496" y="164"/>
                    <a:pt x="496" y="164"/>
                  </a:cubicBezTo>
                  <a:cubicBezTo>
                    <a:pt x="496" y="165"/>
                    <a:pt x="496" y="165"/>
                    <a:pt x="496" y="165"/>
                  </a:cubicBezTo>
                  <a:cubicBezTo>
                    <a:pt x="496" y="166"/>
                    <a:pt x="496" y="166"/>
                    <a:pt x="496" y="166"/>
                  </a:cubicBezTo>
                  <a:cubicBezTo>
                    <a:pt x="496" y="166"/>
                    <a:pt x="496" y="166"/>
                    <a:pt x="496" y="166"/>
                  </a:cubicBezTo>
                  <a:cubicBezTo>
                    <a:pt x="495" y="166"/>
                    <a:pt x="495" y="166"/>
                    <a:pt x="495" y="166"/>
                  </a:cubicBezTo>
                  <a:cubicBezTo>
                    <a:pt x="495" y="167"/>
                    <a:pt x="495" y="167"/>
                    <a:pt x="495" y="167"/>
                  </a:cubicBezTo>
                  <a:cubicBezTo>
                    <a:pt x="495" y="167"/>
                    <a:pt x="495" y="167"/>
                    <a:pt x="495" y="167"/>
                  </a:cubicBezTo>
                  <a:cubicBezTo>
                    <a:pt x="495" y="168"/>
                    <a:pt x="495" y="168"/>
                    <a:pt x="495" y="168"/>
                  </a:cubicBezTo>
                  <a:cubicBezTo>
                    <a:pt x="494" y="167"/>
                    <a:pt x="494" y="167"/>
                    <a:pt x="494" y="167"/>
                  </a:cubicBezTo>
                  <a:cubicBezTo>
                    <a:pt x="493" y="166"/>
                    <a:pt x="493" y="166"/>
                    <a:pt x="493" y="166"/>
                  </a:cubicBezTo>
                  <a:cubicBezTo>
                    <a:pt x="492" y="166"/>
                    <a:pt x="492" y="166"/>
                    <a:pt x="492" y="166"/>
                  </a:cubicBezTo>
                  <a:cubicBezTo>
                    <a:pt x="493" y="167"/>
                    <a:pt x="493" y="167"/>
                    <a:pt x="493" y="167"/>
                  </a:cubicBezTo>
                  <a:cubicBezTo>
                    <a:pt x="492" y="168"/>
                    <a:pt x="492" y="168"/>
                    <a:pt x="492" y="168"/>
                  </a:cubicBezTo>
                  <a:cubicBezTo>
                    <a:pt x="492" y="168"/>
                    <a:pt x="492" y="168"/>
                    <a:pt x="492" y="168"/>
                  </a:cubicBezTo>
                  <a:cubicBezTo>
                    <a:pt x="492" y="169"/>
                    <a:pt x="492" y="169"/>
                    <a:pt x="492" y="169"/>
                  </a:cubicBezTo>
                  <a:cubicBezTo>
                    <a:pt x="491" y="169"/>
                    <a:pt x="491" y="169"/>
                    <a:pt x="491" y="169"/>
                  </a:cubicBezTo>
                  <a:cubicBezTo>
                    <a:pt x="490" y="169"/>
                    <a:pt x="490" y="169"/>
                    <a:pt x="490" y="169"/>
                  </a:cubicBezTo>
                  <a:cubicBezTo>
                    <a:pt x="489" y="168"/>
                    <a:pt x="489" y="168"/>
                    <a:pt x="489" y="168"/>
                  </a:cubicBezTo>
                  <a:cubicBezTo>
                    <a:pt x="488" y="168"/>
                    <a:pt x="488" y="168"/>
                    <a:pt x="488" y="168"/>
                  </a:cubicBezTo>
                  <a:cubicBezTo>
                    <a:pt x="488" y="168"/>
                    <a:pt x="488" y="168"/>
                    <a:pt x="488" y="168"/>
                  </a:cubicBezTo>
                  <a:cubicBezTo>
                    <a:pt x="488" y="167"/>
                    <a:pt x="488" y="167"/>
                    <a:pt x="488" y="167"/>
                  </a:cubicBezTo>
                  <a:cubicBezTo>
                    <a:pt x="489" y="167"/>
                    <a:pt x="489" y="167"/>
                    <a:pt x="489" y="167"/>
                  </a:cubicBezTo>
                  <a:cubicBezTo>
                    <a:pt x="489" y="166"/>
                    <a:pt x="489" y="166"/>
                    <a:pt x="489" y="166"/>
                  </a:cubicBezTo>
                  <a:cubicBezTo>
                    <a:pt x="489" y="166"/>
                    <a:pt x="489" y="166"/>
                    <a:pt x="489" y="166"/>
                  </a:cubicBezTo>
                  <a:cubicBezTo>
                    <a:pt x="491" y="166"/>
                    <a:pt x="491" y="166"/>
                    <a:pt x="491" y="166"/>
                  </a:cubicBezTo>
                  <a:cubicBezTo>
                    <a:pt x="492" y="165"/>
                    <a:pt x="492" y="165"/>
                    <a:pt x="492" y="165"/>
                  </a:cubicBezTo>
                  <a:cubicBezTo>
                    <a:pt x="492" y="165"/>
                    <a:pt x="492" y="165"/>
                    <a:pt x="492" y="165"/>
                  </a:cubicBezTo>
                  <a:cubicBezTo>
                    <a:pt x="491" y="164"/>
                    <a:pt x="491" y="164"/>
                    <a:pt x="491" y="164"/>
                  </a:cubicBezTo>
                  <a:cubicBezTo>
                    <a:pt x="490" y="165"/>
                    <a:pt x="490" y="165"/>
                    <a:pt x="490" y="165"/>
                  </a:cubicBezTo>
                  <a:cubicBezTo>
                    <a:pt x="489" y="165"/>
                    <a:pt x="489" y="165"/>
                    <a:pt x="489" y="165"/>
                  </a:cubicBezTo>
                  <a:cubicBezTo>
                    <a:pt x="489" y="165"/>
                    <a:pt x="489" y="165"/>
                    <a:pt x="489" y="165"/>
                  </a:cubicBezTo>
                  <a:cubicBezTo>
                    <a:pt x="488" y="164"/>
                    <a:pt x="488" y="164"/>
                    <a:pt x="488" y="164"/>
                  </a:cubicBezTo>
                  <a:cubicBezTo>
                    <a:pt x="488" y="164"/>
                    <a:pt x="488" y="164"/>
                    <a:pt x="488" y="164"/>
                  </a:cubicBezTo>
                  <a:cubicBezTo>
                    <a:pt x="486" y="164"/>
                    <a:pt x="486" y="164"/>
                    <a:pt x="486" y="164"/>
                  </a:cubicBezTo>
                  <a:cubicBezTo>
                    <a:pt x="485" y="164"/>
                    <a:pt x="485" y="164"/>
                    <a:pt x="485" y="164"/>
                  </a:cubicBezTo>
                  <a:cubicBezTo>
                    <a:pt x="485" y="164"/>
                    <a:pt x="485" y="164"/>
                    <a:pt x="485" y="164"/>
                  </a:cubicBezTo>
                  <a:cubicBezTo>
                    <a:pt x="485" y="164"/>
                    <a:pt x="485" y="164"/>
                    <a:pt x="485" y="164"/>
                  </a:cubicBezTo>
                  <a:cubicBezTo>
                    <a:pt x="484" y="164"/>
                    <a:pt x="484" y="164"/>
                    <a:pt x="484" y="164"/>
                  </a:cubicBezTo>
                  <a:cubicBezTo>
                    <a:pt x="484" y="164"/>
                    <a:pt x="484" y="164"/>
                    <a:pt x="484" y="164"/>
                  </a:cubicBezTo>
                  <a:cubicBezTo>
                    <a:pt x="483" y="164"/>
                    <a:pt x="483" y="164"/>
                    <a:pt x="483" y="164"/>
                  </a:cubicBezTo>
                  <a:cubicBezTo>
                    <a:pt x="482" y="163"/>
                    <a:pt x="482" y="163"/>
                    <a:pt x="482" y="163"/>
                  </a:cubicBezTo>
                  <a:cubicBezTo>
                    <a:pt x="481" y="164"/>
                    <a:pt x="481" y="164"/>
                    <a:pt x="481" y="164"/>
                  </a:cubicBezTo>
                  <a:cubicBezTo>
                    <a:pt x="480" y="163"/>
                    <a:pt x="480" y="163"/>
                    <a:pt x="480" y="163"/>
                  </a:cubicBezTo>
                  <a:cubicBezTo>
                    <a:pt x="479" y="163"/>
                    <a:pt x="479" y="163"/>
                    <a:pt x="479" y="163"/>
                  </a:cubicBezTo>
                  <a:cubicBezTo>
                    <a:pt x="478" y="164"/>
                    <a:pt x="478" y="164"/>
                    <a:pt x="478" y="164"/>
                  </a:cubicBezTo>
                  <a:cubicBezTo>
                    <a:pt x="477" y="165"/>
                    <a:pt x="477" y="165"/>
                    <a:pt x="477" y="165"/>
                  </a:cubicBezTo>
                  <a:cubicBezTo>
                    <a:pt x="477" y="165"/>
                    <a:pt x="477" y="165"/>
                    <a:pt x="477" y="165"/>
                  </a:cubicBezTo>
                  <a:cubicBezTo>
                    <a:pt x="478" y="166"/>
                    <a:pt x="478" y="166"/>
                    <a:pt x="478" y="166"/>
                  </a:cubicBezTo>
                  <a:cubicBezTo>
                    <a:pt x="477" y="166"/>
                    <a:pt x="477" y="166"/>
                    <a:pt x="477" y="166"/>
                  </a:cubicBezTo>
                  <a:cubicBezTo>
                    <a:pt x="477" y="166"/>
                    <a:pt x="477" y="166"/>
                    <a:pt x="477" y="166"/>
                  </a:cubicBezTo>
                  <a:cubicBezTo>
                    <a:pt x="476" y="167"/>
                    <a:pt x="476" y="167"/>
                    <a:pt x="476" y="167"/>
                  </a:cubicBezTo>
                  <a:cubicBezTo>
                    <a:pt x="477" y="167"/>
                    <a:pt x="477" y="167"/>
                    <a:pt x="477" y="167"/>
                  </a:cubicBezTo>
                  <a:cubicBezTo>
                    <a:pt x="478" y="167"/>
                    <a:pt x="478" y="167"/>
                    <a:pt x="478" y="167"/>
                  </a:cubicBezTo>
                  <a:cubicBezTo>
                    <a:pt x="478" y="167"/>
                    <a:pt x="478" y="167"/>
                    <a:pt x="478" y="167"/>
                  </a:cubicBezTo>
                  <a:cubicBezTo>
                    <a:pt x="478" y="168"/>
                    <a:pt x="478" y="168"/>
                    <a:pt x="478" y="168"/>
                  </a:cubicBezTo>
                  <a:cubicBezTo>
                    <a:pt x="476" y="168"/>
                    <a:pt x="476" y="168"/>
                    <a:pt x="476" y="168"/>
                  </a:cubicBezTo>
                  <a:cubicBezTo>
                    <a:pt x="476" y="168"/>
                    <a:pt x="476" y="168"/>
                    <a:pt x="476" y="168"/>
                  </a:cubicBezTo>
                  <a:cubicBezTo>
                    <a:pt x="474" y="168"/>
                    <a:pt x="474" y="168"/>
                    <a:pt x="474" y="168"/>
                  </a:cubicBezTo>
                  <a:cubicBezTo>
                    <a:pt x="474" y="168"/>
                    <a:pt x="474" y="168"/>
                    <a:pt x="474" y="168"/>
                  </a:cubicBezTo>
                  <a:cubicBezTo>
                    <a:pt x="474" y="169"/>
                    <a:pt x="474" y="169"/>
                    <a:pt x="474" y="169"/>
                  </a:cubicBezTo>
                  <a:cubicBezTo>
                    <a:pt x="473" y="168"/>
                    <a:pt x="473" y="168"/>
                    <a:pt x="473" y="168"/>
                  </a:cubicBezTo>
                  <a:cubicBezTo>
                    <a:pt x="473" y="169"/>
                    <a:pt x="473" y="169"/>
                    <a:pt x="473" y="169"/>
                  </a:cubicBezTo>
                  <a:cubicBezTo>
                    <a:pt x="472" y="169"/>
                    <a:pt x="472" y="169"/>
                    <a:pt x="472" y="169"/>
                  </a:cubicBezTo>
                  <a:cubicBezTo>
                    <a:pt x="472" y="168"/>
                    <a:pt x="472" y="168"/>
                    <a:pt x="472" y="168"/>
                  </a:cubicBezTo>
                  <a:cubicBezTo>
                    <a:pt x="470" y="168"/>
                    <a:pt x="470" y="168"/>
                    <a:pt x="470" y="168"/>
                  </a:cubicBezTo>
                  <a:cubicBezTo>
                    <a:pt x="470" y="169"/>
                    <a:pt x="470" y="169"/>
                    <a:pt x="470" y="169"/>
                  </a:cubicBezTo>
                  <a:cubicBezTo>
                    <a:pt x="468" y="168"/>
                    <a:pt x="468" y="168"/>
                    <a:pt x="468" y="168"/>
                  </a:cubicBezTo>
                  <a:cubicBezTo>
                    <a:pt x="467" y="169"/>
                    <a:pt x="467" y="169"/>
                    <a:pt x="467" y="169"/>
                  </a:cubicBezTo>
                  <a:cubicBezTo>
                    <a:pt x="467" y="169"/>
                    <a:pt x="467" y="169"/>
                    <a:pt x="467" y="169"/>
                  </a:cubicBezTo>
                  <a:cubicBezTo>
                    <a:pt x="468" y="170"/>
                    <a:pt x="468" y="170"/>
                    <a:pt x="468" y="170"/>
                  </a:cubicBezTo>
                  <a:cubicBezTo>
                    <a:pt x="467" y="171"/>
                    <a:pt x="467" y="171"/>
                    <a:pt x="467" y="171"/>
                  </a:cubicBezTo>
                  <a:cubicBezTo>
                    <a:pt x="467" y="172"/>
                    <a:pt x="467" y="172"/>
                    <a:pt x="467" y="172"/>
                  </a:cubicBezTo>
                  <a:cubicBezTo>
                    <a:pt x="466" y="171"/>
                    <a:pt x="466" y="171"/>
                    <a:pt x="466" y="171"/>
                  </a:cubicBezTo>
                  <a:cubicBezTo>
                    <a:pt x="466" y="171"/>
                    <a:pt x="466" y="171"/>
                    <a:pt x="466" y="171"/>
                  </a:cubicBezTo>
                  <a:cubicBezTo>
                    <a:pt x="466" y="170"/>
                    <a:pt x="466" y="170"/>
                    <a:pt x="466" y="170"/>
                  </a:cubicBezTo>
                  <a:cubicBezTo>
                    <a:pt x="465" y="169"/>
                    <a:pt x="465" y="169"/>
                    <a:pt x="465" y="169"/>
                  </a:cubicBezTo>
                  <a:cubicBezTo>
                    <a:pt x="465" y="170"/>
                    <a:pt x="465" y="170"/>
                    <a:pt x="465" y="170"/>
                  </a:cubicBezTo>
                  <a:cubicBezTo>
                    <a:pt x="464" y="170"/>
                    <a:pt x="464" y="170"/>
                    <a:pt x="464" y="170"/>
                  </a:cubicBezTo>
                  <a:cubicBezTo>
                    <a:pt x="463" y="170"/>
                    <a:pt x="463" y="170"/>
                    <a:pt x="463" y="170"/>
                  </a:cubicBezTo>
                  <a:cubicBezTo>
                    <a:pt x="462" y="171"/>
                    <a:pt x="462" y="171"/>
                    <a:pt x="462" y="171"/>
                  </a:cubicBezTo>
                  <a:cubicBezTo>
                    <a:pt x="461" y="170"/>
                    <a:pt x="461" y="170"/>
                    <a:pt x="461" y="170"/>
                  </a:cubicBezTo>
                  <a:cubicBezTo>
                    <a:pt x="460" y="171"/>
                    <a:pt x="460" y="171"/>
                    <a:pt x="460" y="171"/>
                  </a:cubicBezTo>
                  <a:cubicBezTo>
                    <a:pt x="459" y="171"/>
                    <a:pt x="459" y="171"/>
                    <a:pt x="459" y="171"/>
                  </a:cubicBezTo>
                  <a:cubicBezTo>
                    <a:pt x="457" y="172"/>
                    <a:pt x="457" y="172"/>
                    <a:pt x="457" y="172"/>
                  </a:cubicBezTo>
                  <a:cubicBezTo>
                    <a:pt x="456" y="173"/>
                    <a:pt x="456" y="173"/>
                    <a:pt x="456" y="173"/>
                  </a:cubicBezTo>
                  <a:cubicBezTo>
                    <a:pt x="456" y="172"/>
                    <a:pt x="456" y="172"/>
                    <a:pt x="456" y="172"/>
                  </a:cubicBezTo>
                  <a:cubicBezTo>
                    <a:pt x="455" y="172"/>
                    <a:pt x="455" y="172"/>
                    <a:pt x="455" y="172"/>
                  </a:cubicBezTo>
                  <a:cubicBezTo>
                    <a:pt x="455" y="173"/>
                    <a:pt x="455" y="173"/>
                    <a:pt x="455" y="173"/>
                  </a:cubicBezTo>
                  <a:cubicBezTo>
                    <a:pt x="453" y="174"/>
                    <a:pt x="453" y="174"/>
                    <a:pt x="453" y="174"/>
                  </a:cubicBezTo>
                  <a:cubicBezTo>
                    <a:pt x="453" y="175"/>
                    <a:pt x="453" y="175"/>
                    <a:pt x="453" y="175"/>
                  </a:cubicBezTo>
                  <a:cubicBezTo>
                    <a:pt x="452" y="175"/>
                    <a:pt x="452" y="175"/>
                    <a:pt x="452" y="175"/>
                  </a:cubicBezTo>
                  <a:cubicBezTo>
                    <a:pt x="452" y="176"/>
                    <a:pt x="452" y="176"/>
                    <a:pt x="452" y="176"/>
                  </a:cubicBezTo>
                  <a:cubicBezTo>
                    <a:pt x="453" y="178"/>
                    <a:pt x="453" y="178"/>
                    <a:pt x="453" y="178"/>
                  </a:cubicBezTo>
                  <a:cubicBezTo>
                    <a:pt x="453" y="180"/>
                    <a:pt x="453" y="180"/>
                    <a:pt x="453" y="180"/>
                  </a:cubicBezTo>
                  <a:cubicBezTo>
                    <a:pt x="452" y="181"/>
                    <a:pt x="452" y="181"/>
                    <a:pt x="452" y="181"/>
                  </a:cubicBezTo>
                  <a:cubicBezTo>
                    <a:pt x="451" y="182"/>
                    <a:pt x="451" y="182"/>
                    <a:pt x="451" y="182"/>
                  </a:cubicBezTo>
                  <a:cubicBezTo>
                    <a:pt x="451" y="183"/>
                    <a:pt x="451" y="183"/>
                    <a:pt x="451" y="183"/>
                  </a:cubicBezTo>
                  <a:cubicBezTo>
                    <a:pt x="451" y="185"/>
                    <a:pt x="451" y="185"/>
                    <a:pt x="451" y="185"/>
                  </a:cubicBezTo>
                  <a:cubicBezTo>
                    <a:pt x="452" y="185"/>
                    <a:pt x="452" y="185"/>
                    <a:pt x="452" y="185"/>
                  </a:cubicBezTo>
                  <a:cubicBezTo>
                    <a:pt x="452" y="186"/>
                    <a:pt x="452" y="186"/>
                    <a:pt x="452" y="186"/>
                  </a:cubicBezTo>
                  <a:cubicBezTo>
                    <a:pt x="451" y="186"/>
                    <a:pt x="451" y="186"/>
                    <a:pt x="451" y="186"/>
                  </a:cubicBezTo>
                  <a:cubicBezTo>
                    <a:pt x="451" y="186"/>
                    <a:pt x="451" y="186"/>
                    <a:pt x="451" y="186"/>
                  </a:cubicBezTo>
                  <a:cubicBezTo>
                    <a:pt x="451" y="187"/>
                    <a:pt x="451" y="187"/>
                    <a:pt x="451" y="187"/>
                  </a:cubicBezTo>
                  <a:cubicBezTo>
                    <a:pt x="450" y="188"/>
                    <a:pt x="450" y="188"/>
                    <a:pt x="450" y="188"/>
                  </a:cubicBezTo>
                  <a:cubicBezTo>
                    <a:pt x="451" y="189"/>
                    <a:pt x="451" y="189"/>
                    <a:pt x="451" y="189"/>
                  </a:cubicBezTo>
                  <a:cubicBezTo>
                    <a:pt x="450" y="190"/>
                    <a:pt x="450" y="190"/>
                    <a:pt x="450" y="190"/>
                  </a:cubicBezTo>
                  <a:cubicBezTo>
                    <a:pt x="450" y="191"/>
                    <a:pt x="450" y="191"/>
                    <a:pt x="450" y="191"/>
                  </a:cubicBezTo>
                  <a:cubicBezTo>
                    <a:pt x="448" y="192"/>
                    <a:pt x="448" y="192"/>
                    <a:pt x="448" y="192"/>
                  </a:cubicBezTo>
                  <a:cubicBezTo>
                    <a:pt x="449" y="193"/>
                    <a:pt x="449" y="193"/>
                    <a:pt x="449" y="193"/>
                  </a:cubicBezTo>
                  <a:cubicBezTo>
                    <a:pt x="448" y="193"/>
                    <a:pt x="448" y="193"/>
                    <a:pt x="448" y="193"/>
                  </a:cubicBezTo>
                  <a:cubicBezTo>
                    <a:pt x="448" y="195"/>
                    <a:pt x="448" y="195"/>
                    <a:pt x="448" y="195"/>
                  </a:cubicBezTo>
                  <a:cubicBezTo>
                    <a:pt x="447" y="195"/>
                    <a:pt x="447" y="195"/>
                    <a:pt x="447" y="195"/>
                  </a:cubicBezTo>
                  <a:cubicBezTo>
                    <a:pt x="447" y="197"/>
                    <a:pt x="447" y="197"/>
                    <a:pt x="447" y="197"/>
                  </a:cubicBezTo>
                  <a:cubicBezTo>
                    <a:pt x="447" y="198"/>
                    <a:pt x="447" y="198"/>
                    <a:pt x="447" y="198"/>
                  </a:cubicBezTo>
                  <a:cubicBezTo>
                    <a:pt x="447" y="199"/>
                    <a:pt x="447" y="199"/>
                    <a:pt x="447" y="199"/>
                  </a:cubicBezTo>
                  <a:cubicBezTo>
                    <a:pt x="447" y="200"/>
                    <a:pt x="447" y="200"/>
                    <a:pt x="447" y="200"/>
                  </a:cubicBezTo>
                  <a:cubicBezTo>
                    <a:pt x="446" y="200"/>
                    <a:pt x="446" y="200"/>
                    <a:pt x="446" y="200"/>
                  </a:cubicBezTo>
                  <a:cubicBezTo>
                    <a:pt x="446" y="201"/>
                    <a:pt x="446" y="201"/>
                    <a:pt x="446" y="201"/>
                  </a:cubicBezTo>
                  <a:cubicBezTo>
                    <a:pt x="445" y="202"/>
                    <a:pt x="445" y="202"/>
                    <a:pt x="445" y="202"/>
                  </a:cubicBezTo>
                  <a:cubicBezTo>
                    <a:pt x="445" y="203"/>
                    <a:pt x="445" y="203"/>
                    <a:pt x="445" y="203"/>
                  </a:cubicBezTo>
                  <a:cubicBezTo>
                    <a:pt x="445" y="203"/>
                    <a:pt x="445" y="203"/>
                    <a:pt x="445" y="203"/>
                  </a:cubicBezTo>
                  <a:cubicBezTo>
                    <a:pt x="445" y="204"/>
                    <a:pt x="445" y="204"/>
                    <a:pt x="445" y="204"/>
                  </a:cubicBezTo>
                  <a:cubicBezTo>
                    <a:pt x="444" y="205"/>
                    <a:pt x="444" y="205"/>
                    <a:pt x="444" y="205"/>
                  </a:cubicBezTo>
                  <a:cubicBezTo>
                    <a:pt x="444" y="206"/>
                    <a:pt x="444" y="206"/>
                    <a:pt x="444" y="206"/>
                  </a:cubicBezTo>
                  <a:cubicBezTo>
                    <a:pt x="442" y="207"/>
                    <a:pt x="442" y="207"/>
                    <a:pt x="442" y="207"/>
                  </a:cubicBezTo>
                  <a:cubicBezTo>
                    <a:pt x="442" y="208"/>
                    <a:pt x="442" y="208"/>
                    <a:pt x="442" y="208"/>
                  </a:cubicBezTo>
                  <a:cubicBezTo>
                    <a:pt x="441" y="209"/>
                    <a:pt x="441" y="209"/>
                    <a:pt x="441" y="209"/>
                  </a:cubicBezTo>
                  <a:cubicBezTo>
                    <a:pt x="441" y="210"/>
                    <a:pt x="441" y="210"/>
                    <a:pt x="441" y="210"/>
                  </a:cubicBezTo>
                  <a:cubicBezTo>
                    <a:pt x="441" y="211"/>
                    <a:pt x="441" y="211"/>
                    <a:pt x="441" y="211"/>
                  </a:cubicBezTo>
                  <a:cubicBezTo>
                    <a:pt x="441" y="212"/>
                    <a:pt x="441" y="212"/>
                    <a:pt x="441" y="212"/>
                  </a:cubicBezTo>
                  <a:cubicBezTo>
                    <a:pt x="442" y="212"/>
                    <a:pt x="442" y="212"/>
                    <a:pt x="442" y="212"/>
                  </a:cubicBezTo>
                  <a:cubicBezTo>
                    <a:pt x="443" y="212"/>
                    <a:pt x="443" y="212"/>
                    <a:pt x="443" y="212"/>
                  </a:cubicBezTo>
                  <a:cubicBezTo>
                    <a:pt x="444" y="212"/>
                    <a:pt x="444" y="212"/>
                    <a:pt x="444" y="212"/>
                  </a:cubicBezTo>
                  <a:cubicBezTo>
                    <a:pt x="444" y="212"/>
                    <a:pt x="444" y="212"/>
                    <a:pt x="444" y="212"/>
                  </a:cubicBezTo>
                  <a:cubicBezTo>
                    <a:pt x="446" y="212"/>
                    <a:pt x="446" y="212"/>
                    <a:pt x="446" y="212"/>
                  </a:cubicBezTo>
                  <a:cubicBezTo>
                    <a:pt x="446" y="212"/>
                    <a:pt x="446" y="212"/>
                    <a:pt x="446" y="212"/>
                  </a:cubicBezTo>
                  <a:cubicBezTo>
                    <a:pt x="447" y="211"/>
                    <a:pt x="447" y="211"/>
                    <a:pt x="447" y="211"/>
                  </a:cubicBezTo>
                  <a:cubicBezTo>
                    <a:pt x="447" y="211"/>
                    <a:pt x="447" y="211"/>
                    <a:pt x="447" y="211"/>
                  </a:cubicBezTo>
                  <a:cubicBezTo>
                    <a:pt x="448" y="211"/>
                    <a:pt x="448" y="211"/>
                    <a:pt x="448" y="211"/>
                  </a:cubicBezTo>
                  <a:cubicBezTo>
                    <a:pt x="448" y="213"/>
                    <a:pt x="448" y="213"/>
                    <a:pt x="448" y="213"/>
                  </a:cubicBezTo>
                  <a:cubicBezTo>
                    <a:pt x="449" y="214"/>
                    <a:pt x="449" y="214"/>
                    <a:pt x="449" y="214"/>
                  </a:cubicBezTo>
                  <a:cubicBezTo>
                    <a:pt x="450" y="215"/>
                    <a:pt x="450" y="215"/>
                    <a:pt x="450" y="215"/>
                  </a:cubicBezTo>
                  <a:cubicBezTo>
                    <a:pt x="450" y="216"/>
                    <a:pt x="450" y="216"/>
                    <a:pt x="450" y="216"/>
                  </a:cubicBezTo>
                  <a:cubicBezTo>
                    <a:pt x="451" y="217"/>
                    <a:pt x="451" y="217"/>
                    <a:pt x="451" y="217"/>
                  </a:cubicBezTo>
                  <a:cubicBezTo>
                    <a:pt x="451" y="217"/>
                    <a:pt x="451" y="217"/>
                    <a:pt x="451" y="217"/>
                  </a:cubicBezTo>
                  <a:cubicBezTo>
                    <a:pt x="452" y="217"/>
                    <a:pt x="452" y="217"/>
                    <a:pt x="452" y="217"/>
                  </a:cubicBezTo>
                  <a:cubicBezTo>
                    <a:pt x="452" y="216"/>
                    <a:pt x="452" y="216"/>
                    <a:pt x="452" y="216"/>
                  </a:cubicBezTo>
                  <a:cubicBezTo>
                    <a:pt x="453" y="216"/>
                    <a:pt x="453" y="216"/>
                    <a:pt x="453" y="216"/>
                  </a:cubicBezTo>
                  <a:cubicBezTo>
                    <a:pt x="453" y="215"/>
                    <a:pt x="453" y="215"/>
                    <a:pt x="453" y="215"/>
                  </a:cubicBezTo>
                  <a:cubicBezTo>
                    <a:pt x="453" y="216"/>
                    <a:pt x="453" y="216"/>
                    <a:pt x="453" y="216"/>
                  </a:cubicBezTo>
                  <a:cubicBezTo>
                    <a:pt x="454" y="215"/>
                    <a:pt x="454" y="215"/>
                    <a:pt x="454" y="215"/>
                  </a:cubicBezTo>
                  <a:cubicBezTo>
                    <a:pt x="455" y="216"/>
                    <a:pt x="455" y="216"/>
                    <a:pt x="455" y="216"/>
                  </a:cubicBezTo>
                  <a:cubicBezTo>
                    <a:pt x="455" y="216"/>
                    <a:pt x="455" y="216"/>
                    <a:pt x="455" y="216"/>
                  </a:cubicBezTo>
                  <a:cubicBezTo>
                    <a:pt x="454" y="216"/>
                    <a:pt x="454" y="216"/>
                    <a:pt x="454" y="216"/>
                  </a:cubicBezTo>
                  <a:cubicBezTo>
                    <a:pt x="454" y="218"/>
                    <a:pt x="454" y="218"/>
                    <a:pt x="454" y="218"/>
                  </a:cubicBezTo>
                  <a:cubicBezTo>
                    <a:pt x="454" y="218"/>
                    <a:pt x="454" y="218"/>
                    <a:pt x="454" y="218"/>
                  </a:cubicBezTo>
                  <a:cubicBezTo>
                    <a:pt x="453" y="218"/>
                    <a:pt x="453" y="218"/>
                    <a:pt x="453" y="218"/>
                  </a:cubicBezTo>
                  <a:cubicBezTo>
                    <a:pt x="453" y="219"/>
                    <a:pt x="453" y="219"/>
                    <a:pt x="453" y="219"/>
                  </a:cubicBezTo>
                  <a:cubicBezTo>
                    <a:pt x="455" y="218"/>
                    <a:pt x="455" y="218"/>
                    <a:pt x="455" y="218"/>
                  </a:cubicBezTo>
                  <a:cubicBezTo>
                    <a:pt x="456" y="218"/>
                    <a:pt x="456" y="218"/>
                    <a:pt x="456" y="218"/>
                  </a:cubicBezTo>
                  <a:cubicBezTo>
                    <a:pt x="457" y="217"/>
                    <a:pt x="457" y="217"/>
                    <a:pt x="457" y="217"/>
                  </a:cubicBezTo>
                  <a:cubicBezTo>
                    <a:pt x="457" y="216"/>
                    <a:pt x="457" y="216"/>
                    <a:pt x="457" y="216"/>
                  </a:cubicBezTo>
                  <a:cubicBezTo>
                    <a:pt x="457" y="215"/>
                    <a:pt x="457" y="215"/>
                    <a:pt x="457" y="215"/>
                  </a:cubicBezTo>
                  <a:cubicBezTo>
                    <a:pt x="457" y="216"/>
                    <a:pt x="457" y="216"/>
                    <a:pt x="457" y="216"/>
                  </a:cubicBezTo>
                  <a:cubicBezTo>
                    <a:pt x="457" y="217"/>
                    <a:pt x="457" y="217"/>
                    <a:pt x="457" y="217"/>
                  </a:cubicBezTo>
                  <a:cubicBezTo>
                    <a:pt x="457" y="218"/>
                    <a:pt x="457" y="218"/>
                    <a:pt x="457" y="218"/>
                  </a:cubicBezTo>
                  <a:cubicBezTo>
                    <a:pt x="458" y="218"/>
                    <a:pt x="458" y="218"/>
                    <a:pt x="458" y="218"/>
                  </a:cubicBezTo>
                  <a:cubicBezTo>
                    <a:pt x="458" y="217"/>
                    <a:pt x="458" y="217"/>
                    <a:pt x="458" y="217"/>
                  </a:cubicBezTo>
                  <a:cubicBezTo>
                    <a:pt x="458" y="215"/>
                    <a:pt x="458" y="215"/>
                    <a:pt x="458" y="215"/>
                  </a:cubicBezTo>
                  <a:cubicBezTo>
                    <a:pt x="458" y="215"/>
                    <a:pt x="458" y="215"/>
                    <a:pt x="458" y="215"/>
                  </a:cubicBezTo>
                  <a:cubicBezTo>
                    <a:pt x="457" y="214"/>
                    <a:pt x="457" y="214"/>
                    <a:pt x="457" y="214"/>
                  </a:cubicBezTo>
                  <a:cubicBezTo>
                    <a:pt x="457" y="213"/>
                    <a:pt x="457" y="213"/>
                    <a:pt x="457" y="213"/>
                  </a:cubicBezTo>
                  <a:cubicBezTo>
                    <a:pt x="458" y="213"/>
                    <a:pt x="458" y="213"/>
                    <a:pt x="458" y="213"/>
                  </a:cubicBezTo>
                  <a:cubicBezTo>
                    <a:pt x="459" y="213"/>
                    <a:pt x="459" y="213"/>
                    <a:pt x="459" y="213"/>
                  </a:cubicBezTo>
                  <a:cubicBezTo>
                    <a:pt x="459" y="213"/>
                    <a:pt x="459" y="213"/>
                    <a:pt x="459" y="213"/>
                  </a:cubicBezTo>
                  <a:cubicBezTo>
                    <a:pt x="459" y="214"/>
                    <a:pt x="459" y="214"/>
                    <a:pt x="459" y="214"/>
                  </a:cubicBezTo>
                  <a:cubicBezTo>
                    <a:pt x="459" y="214"/>
                    <a:pt x="459" y="214"/>
                    <a:pt x="459" y="214"/>
                  </a:cubicBezTo>
                  <a:cubicBezTo>
                    <a:pt x="460" y="213"/>
                    <a:pt x="460" y="213"/>
                    <a:pt x="460" y="213"/>
                  </a:cubicBezTo>
                  <a:cubicBezTo>
                    <a:pt x="461" y="213"/>
                    <a:pt x="461" y="213"/>
                    <a:pt x="461" y="213"/>
                  </a:cubicBezTo>
                  <a:cubicBezTo>
                    <a:pt x="462" y="213"/>
                    <a:pt x="462" y="213"/>
                    <a:pt x="462" y="213"/>
                  </a:cubicBezTo>
                  <a:cubicBezTo>
                    <a:pt x="463" y="213"/>
                    <a:pt x="463" y="213"/>
                    <a:pt x="463" y="213"/>
                  </a:cubicBezTo>
                  <a:cubicBezTo>
                    <a:pt x="464" y="213"/>
                    <a:pt x="464" y="213"/>
                    <a:pt x="464" y="213"/>
                  </a:cubicBezTo>
                  <a:cubicBezTo>
                    <a:pt x="464" y="214"/>
                    <a:pt x="464" y="214"/>
                    <a:pt x="464" y="214"/>
                  </a:cubicBezTo>
                  <a:cubicBezTo>
                    <a:pt x="465" y="215"/>
                    <a:pt x="465" y="215"/>
                    <a:pt x="465" y="215"/>
                  </a:cubicBezTo>
                  <a:cubicBezTo>
                    <a:pt x="465" y="215"/>
                    <a:pt x="465" y="215"/>
                    <a:pt x="465" y="215"/>
                  </a:cubicBezTo>
                  <a:cubicBezTo>
                    <a:pt x="467" y="215"/>
                    <a:pt x="467" y="215"/>
                    <a:pt x="467" y="215"/>
                  </a:cubicBezTo>
                  <a:cubicBezTo>
                    <a:pt x="467" y="216"/>
                    <a:pt x="467" y="216"/>
                    <a:pt x="467" y="216"/>
                  </a:cubicBezTo>
                  <a:cubicBezTo>
                    <a:pt x="469" y="216"/>
                    <a:pt x="469" y="216"/>
                    <a:pt x="469" y="216"/>
                  </a:cubicBezTo>
                  <a:cubicBezTo>
                    <a:pt x="469" y="217"/>
                    <a:pt x="469" y="217"/>
                    <a:pt x="469" y="217"/>
                  </a:cubicBezTo>
                  <a:cubicBezTo>
                    <a:pt x="470" y="217"/>
                    <a:pt x="470" y="217"/>
                    <a:pt x="470" y="217"/>
                  </a:cubicBezTo>
                  <a:cubicBezTo>
                    <a:pt x="470" y="218"/>
                    <a:pt x="470" y="218"/>
                    <a:pt x="470" y="218"/>
                  </a:cubicBezTo>
                  <a:cubicBezTo>
                    <a:pt x="471" y="218"/>
                    <a:pt x="471" y="218"/>
                    <a:pt x="471" y="218"/>
                  </a:cubicBezTo>
                  <a:cubicBezTo>
                    <a:pt x="472" y="219"/>
                    <a:pt x="472" y="219"/>
                    <a:pt x="472" y="219"/>
                  </a:cubicBezTo>
                  <a:cubicBezTo>
                    <a:pt x="471" y="220"/>
                    <a:pt x="471" y="220"/>
                    <a:pt x="471" y="220"/>
                  </a:cubicBezTo>
                  <a:cubicBezTo>
                    <a:pt x="471" y="220"/>
                    <a:pt x="471" y="220"/>
                    <a:pt x="471" y="220"/>
                  </a:cubicBezTo>
                  <a:cubicBezTo>
                    <a:pt x="471" y="221"/>
                    <a:pt x="471" y="221"/>
                    <a:pt x="471" y="221"/>
                  </a:cubicBezTo>
                  <a:cubicBezTo>
                    <a:pt x="471" y="222"/>
                    <a:pt x="471" y="222"/>
                    <a:pt x="471" y="222"/>
                  </a:cubicBezTo>
                  <a:cubicBezTo>
                    <a:pt x="472" y="222"/>
                    <a:pt x="472" y="222"/>
                    <a:pt x="472" y="222"/>
                  </a:cubicBezTo>
                  <a:cubicBezTo>
                    <a:pt x="473" y="223"/>
                    <a:pt x="473" y="223"/>
                    <a:pt x="473" y="223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3" y="225"/>
                    <a:pt x="473" y="225"/>
                    <a:pt x="473" y="225"/>
                  </a:cubicBezTo>
                  <a:cubicBezTo>
                    <a:pt x="474" y="226"/>
                    <a:pt x="474" y="226"/>
                    <a:pt x="474" y="226"/>
                  </a:cubicBezTo>
                  <a:cubicBezTo>
                    <a:pt x="474" y="226"/>
                    <a:pt x="474" y="226"/>
                    <a:pt x="474" y="226"/>
                  </a:cubicBezTo>
                  <a:cubicBezTo>
                    <a:pt x="475" y="225"/>
                    <a:pt x="475" y="225"/>
                    <a:pt x="475" y="225"/>
                  </a:cubicBezTo>
                  <a:cubicBezTo>
                    <a:pt x="475" y="226"/>
                    <a:pt x="475" y="226"/>
                    <a:pt x="475" y="226"/>
                  </a:cubicBezTo>
                  <a:cubicBezTo>
                    <a:pt x="475" y="227"/>
                    <a:pt x="475" y="227"/>
                    <a:pt x="475" y="227"/>
                  </a:cubicBezTo>
                  <a:cubicBezTo>
                    <a:pt x="475" y="228"/>
                    <a:pt x="475" y="228"/>
                    <a:pt x="475" y="228"/>
                  </a:cubicBezTo>
                  <a:cubicBezTo>
                    <a:pt x="476" y="228"/>
                    <a:pt x="476" y="228"/>
                    <a:pt x="476" y="228"/>
                  </a:cubicBezTo>
                  <a:cubicBezTo>
                    <a:pt x="475" y="229"/>
                    <a:pt x="475" y="229"/>
                    <a:pt x="475" y="229"/>
                  </a:cubicBezTo>
                  <a:cubicBezTo>
                    <a:pt x="475" y="229"/>
                    <a:pt x="475" y="229"/>
                    <a:pt x="475" y="229"/>
                  </a:cubicBezTo>
                  <a:cubicBezTo>
                    <a:pt x="475" y="230"/>
                    <a:pt x="475" y="230"/>
                    <a:pt x="475" y="230"/>
                  </a:cubicBezTo>
                  <a:cubicBezTo>
                    <a:pt x="475" y="231"/>
                    <a:pt x="475" y="231"/>
                    <a:pt x="475" y="231"/>
                  </a:cubicBezTo>
                  <a:cubicBezTo>
                    <a:pt x="475" y="231"/>
                    <a:pt x="475" y="231"/>
                    <a:pt x="475" y="231"/>
                  </a:cubicBezTo>
                  <a:cubicBezTo>
                    <a:pt x="475" y="231"/>
                    <a:pt x="475" y="231"/>
                    <a:pt x="475" y="231"/>
                  </a:cubicBezTo>
                  <a:cubicBezTo>
                    <a:pt x="475" y="232"/>
                    <a:pt x="475" y="232"/>
                    <a:pt x="475" y="232"/>
                  </a:cubicBezTo>
                  <a:cubicBezTo>
                    <a:pt x="475" y="232"/>
                    <a:pt x="475" y="232"/>
                    <a:pt x="475" y="232"/>
                  </a:cubicBezTo>
                  <a:cubicBezTo>
                    <a:pt x="475" y="233"/>
                    <a:pt x="475" y="233"/>
                    <a:pt x="475" y="233"/>
                  </a:cubicBezTo>
                  <a:cubicBezTo>
                    <a:pt x="476" y="235"/>
                    <a:pt x="476" y="235"/>
                    <a:pt x="476" y="235"/>
                  </a:cubicBezTo>
                  <a:cubicBezTo>
                    <a:pt x="475" y="235"/>
                    <a:pt x="475" y="235"/>
                    <a:pt x="475" y="235"/>
                  </a:cubicBezTo>
                  <a:cubicBezTo>
                    <a:pt x="476" y="237"/>
                    <a:pt x="476" y="237"/>
                    <a:pt x="476" y="237"/>
                  </a:cubicBezTo>
                  <a:cubicBezTo>
                    <a:pt x="476" y="237"/>
                    <a:pt x="476" y="237"/>
                    <a:pt x="476" y="237"/>
                  </a:cubicBezTo>
                  <a:cubicBezTo>
                    <a:pt x="476" y="238"/>
                    <a:pt x="476" y="238"/>
                    <a:pt x="476" y="238"/>
                  </a:cubicBezTo>
                  <a:cubicBezTo>
                    <a:pt x="477" y="241"/>
                    <a:pt x="477" y="241"/>
                    <a:pt x="477" y="241"/>
                  </a:cubicBezTo>
                  <a:cubicBezTo>
                    <a:pt x="477" y="241"/>
                    <a:pt x="477" y="241"/>
                    <a:pt x="477" y="241"/>
                  </a:cubicBezTo>
                  <a:cubicBezTo>
                    <a:pt x="478" y="240"/>
                    <a:pt x="478" y="240"/>
                    <a:pt x="478" y="240"/>
                  </a:cubicBezTo>
                  <a:cubicBezTo>
                    <a:pt x="478" y="241"/>
                    <a:pt x="478" y="241"/>
                    <a:pt x="478" y="241"/>
                  </a:cubicBezTo>
                  <a:cubicBezTo>
                    <a:pt x="477" y="242"/>
                    <a:pt x="477" y="242"/>
                    <a:pt x="477" y="242"/>
                  </a:cubicBezTo>
                  <a:cubicBezTo>
                    <a:pt x="477" y="242"/>
                    <a:pt x="477" y="242"/>
                    <a:pt x="477" y="242"/>
                  </a:cubicBezTo>
                  <a:cubicBezTo>
                    <a:pt x="478" y="243"/>
                    <a:pt x="478" y="243"/>
                    <a:pt x="478" y="243"/>
                  </a:cubicBezTo>
                  <a:cubicBezTo>
                    <a:pt x="478" y="243"/>
                    <a:pt x="478" y="243"/>
                    <a:pt x="478" y="243"/>
                  </a:cubicBezTo>
                  <a:cubicBezTo>
                    <a:pt x="479" y="244"/>
                    <a:pt x="479" y="244"/>
                    <a:pt x="479" y="244"/>
                  </a:cubicBezTo>
                  <a:cubicBezTo>
                    <a:pt x="479" y="245"/>
                    <a:pt x="479" y="245"/>
                    <a:pt x="479" y="245"/>
                  </a:cubicBezTo>
                  <a:cubicBezTo>
                    <a:pt x="479" y="246"/>
                    <a:pt x="479" y="246"/>
                    <a:pt x="479" y="246"/>
                  </a:cubicBezTo>
                  <a:cubicBezTo>
                    <a:pt x="479" y="246"/>
                    <a:pt x="479" y="246"/>
                    <a:pt x="479" y="246"/>
                  </a:cubicBezTo>
                  <a:cubicBezTo>
                    <a:pt x="480" y="248"/>
                    <a:pt x="480" y="248"/>
                    <a:pt x="480" y="248"/>
                  </a:cubicBezTo>
                  <a:cubicBezTo>
                    <a:pt x="480" y="248"/>
                    <a:pt x="480" y="248"/>
                    <a:pt x="480" y="248"/>
                  </a:cubicBezTo>
                  <a:cubicBezTo>
                    <a:pt x="480" y="249"/>
                    <a:pt x="480" y="249"/>
                    <a:pt x="480" y="249"/>
                  </a:cubicBezTo>
                  <a:cubicBezTo>
                    <a:pt x="480" y="250"/>
                    <a:pt x="480" y="250"/>
                    <a:pt x="480" y="250"/>
                  </a:cubicBezTo>
                  <a:cubicBezTo>
                    <a:pt x="480" y="251"/>
                    <a:pt x="480" y="251"/>
                    <a:pt x="480" y="251"/>
                  </a:cubicBezTo>
                  <a:cubicBezTo>
                    <a:pt x="480" y="252"/>
                    <a:pt x="480" y="252"/>
                    <a:pt x="480" y="252"/>
                  </a:cubicBezTo>
                  <a:cubicBezTo>
                    <a:pt x="480" y="253"/>
                    <a:pt x="480" y="253"/>
                    <a:pt x="480" y="253"/>
                  </a:cubicBezTo>
                  <a:cubicBezTo>
                    <a:pt x="479" y="254"/>
                    <a:pt x="479" y="254"/>
                    <a:pt x="479" y="254"/>
                  </a:cubicBezTo>
                  <a:cubicBezTo>
                    <a:pt x="479" y="255"/>
                    <a:pt x="479" y="255"/>
                    <a:pt x="479" y="255"/>
                  </a:cubicBezTo>
                  <a:cubicBezTo>
                    <a:pt x="479" y="256"/>
                    <a:pt x="479" y="256"/>
                    <a:pt x="479" y="256"/>
                  </a:cubicBezTo>
                  <a:cubicBezTo>
                    <a:pt x="479" y="258"/>
                    <a:pt x="479" y="258"/>
                    <a:pt x="479" y="258"/>
                  </a:cubicBezTo>
                  <a:cubicBezTo>
                    <a:pt x="479" y="258"/>
                    <a:pt x="479" y="258"/>
                    <a:pt x="479" y="258"/>
                  </a:cubicBezTo>
                  <a:cubicBezTo>
                    <a:pt x="479" y="259"/>
                    <a:pt x="479" y="259"/>
                    <a:pt x="479" y="259"/>
                  </a:cubicBezTo>
                  <a:cubicBezTo>
                    <a:pt x="478" y="260"/>
                    <a:pt x="478" y="260"/>
                    <a:pt x="478" y="260"/>
                  </a:cubicBezTo>
                  <a:cubicBezTo>
                    <a:pt x="478" y="261"/>
                    <a:pt x="478" y="261"/>
                    <a:pt x="478" y="261"/>
                  </a:cubicBezTo>
                  <a:cubicBezTo>
                    <a:pt x="477" y="262"/>
                    <a:pt x="477" y="262"/>
                    <a:pt x="477" y="262"/>
                  </a:cubicBezTo>
                  <a:cubicBezTo>
                    <a:pt x="478" y="262"/>
                    <a:pt x="478" y="262"/>
                    <a:pt x="478" y="262"/>
                  </a:cubicBezTo>
                  <a:cubicBezTo>
                    <a:pt x="478" y="263"/>
                    <a:pt x="478" y="263"/>
                    <a:pt x="478" y="263"/>
                  </a:cubicBezTo>
                  <a:cubicBezTo>
                    <a:pt x="477" y="263"/>
                    <a:pt x="477" y="263"/>
                    <a:pt x="477" y="263"/>
                  </a:cubicBezTo>
                  <a:cubicBezTo>
                    <a:pt x="478" y="265"/>
                    <a:pt x="478" y="265"/>
                    <a:pt x="478" y="265"/>
                  </a:cubicBezTo>
                  <a:cubicBezTo>
                    <a:pt x="477" y="266"/>
                    <a:pt x="477" y="266"/>
                    <a:pt x="477" y="266"/>
                  </a:cubicBezTo>
                  <a:cubicBezTo>
                    <a:pt x="477" y="267"/>
                    <a:pt x="477" y="267"/>
                    <a:pt x="477" y="267"/>
                  </a:cubicBezTo>
                  <a:cubicBezTo>
                    <a:pt x="477" y="267"/>
                    <a:pt x="477" y="267"/>
                    <a:pt x="477" y="267"/>
                  </a:cubicBezTo>
                  <a:cubicBezTo>
                    <a:pt x="477" y="268"/>
                    <a:pt x="477" y="268"/>
                    <a:pt x="477" y="268"/>
                  </a:cubicBezTo>
                  <a:cubicBezTo>
                    <a:pt x="476" y="269"/>
                    <a:pt x="476" y="269"/>
                    <a:pt x="476" y="269"/>
                  </a:cubicBezTo>
                  <a:cubicBezTo>
                    <a:pt x="476" y="270"/>
                    <a:pt x="476" y="270"/>
                    <a:pt x="476" y="270"/>
                  </a:cubicBezTo>
                  <a:cubicBezTo>
                    <a:pt x="475" y="271"/>
                    <a:pt x="475" y="271"/>
                    <a:pt x="475" y="271"/>
                  </a:cubicBezTo>
                  <a:cubicBezTo>
                    <a:pt x="475" y="272"/>
                    <a:pt x="475" y="272"/>
                    <a:pt x="475" y="272"/>
                  </a:cubicBezTo>
                  <a:cubicBezTo>
                    <a:pt x="474" y="273"/>
                    <a:pt x="474" y="273"/>
                    <a:pt x="474" y="273"/>
                  </a:cubicBezTo>
                  <a:cubicBezTo>
                    <a:pt x="473" y="276"/>
                    <a:pt x="473" y="276"/>
                    <a:pt x="473" y="276"/>
                  </a:cubicBezTo>
                  <a:cubicBezTo>
                    <a:pt x="473" y="276"/>
                    <a:pt x="473" y="276"/>
                    <a:pt x="473" y="276"/>
                  </a:cubicBezTo>
                  <a:cubicBezTo>
                    <a:pt x="473" y="277"/>
                    <a:pt x="473" y="277"/>
                    <a:pt x="473" y="277"/>
                  </a:cubicBezTo>
                  <a:cubicBezTo>
                    <a:pt x="473" y="278"/>
                    <a:pt x="473" y="278"/>
                    <a:pt x="473" y="278"/>
                  </a:cubicBezTo>
                  <a:cubicBezTo>
                    <a:pt x="473" y="278"/>
                    <a:pt x="473" y="278"/>
                    <a:pt x="473" y="278"/>
                  </a:cubicBezTo>
                  <a:cubicBezTo>
                    <a:pt x="472" y="279"/>
                    <a:pt x="472" y="279"/>
                    <a:pt x="472" y="279"/>
                  </a:cubicBezTo>
                  <a:cubicBezTo>
                    <a:pt x="472" y="280"/>
                    <a:pt x="472" y="280"/>
                    <a:pt x="472" y="280"/>
                  </a:cubicBezTo>
                  <a:cubicBezTo>
                    <a:pt x="471" y="280"/>
                    <a:pt x="471" y="280"/>
                    <a:pt x="471" y="280"/>
                  </a:cubicBezTo>
                  <a:cubicBezTo>
                    <a:pt x="471" y="281"/>
                    <a:pt x="471" y="281"/>
                    <a:pt x="471" y="281"/>
                  </a:cubicBezTo>
                  <a:cubicBezTo>
                    <a:pt x="470" y="281"/>
                    <a:pt x="470" y="281"/>
                    <a:pt x="470" y="281"/>
                  </a:cubicBezTo>
                  <a:cubicBezTo>
                    <a:pt x="471" y="282"/>
                    <a:pt x="471" y="282"/>
                    <a:pt x="471" y="282"/>
                  </a:cubicBezTo>
                  <a:cubicBezTo>
                    <a:pt x="470" y="283"/>
                    <a:pt x="470" y="283"/>
                    <a:pt x="470" y="283"/>
                  </a:cubicBezTo>
                  <a:cubicBezTo>
                    <a:pt x="470" y="283"/>
                    <a:pt x="470" y="283"/>
                    <a:pt x="470" y="283"/>
                  </a:cubicBezTo>
                  <a:cubicBezTo>
                    <a:pt x="469" y="283"/>
                    <a:pt x="469" y="283"/>
                    <a:pt x="469" y="283"/>
                  </a:cubicBezTo>
                  <a:cubicBezTo>
                    <a:pt x="469" y="284"/>
                    <a:pt x="469" y="284"/>
                    <a:pt x="469" y="284"/>
                  </a:cubicBezTo>
                  <a:cubicBezTo>
                    <a:pt x="469" y="285"/>
                    <a:pt x="469" y="285"/>
                    <a:pt x="469" y="285"/>
                  </a:cubicBezTo>
                  <a:cubicBezTo>
                    <a:pt x="468" y="285"/>
                    <a:pt x="468" y="285"/>
                    <a:pt x="468" y="285"/>
                  </a:cubicBezTo>
                  <a:cubicBezTo>
                    <a:pt x="469" y="286"/>
                    <a:pt x="469" y="286"/>
                    <a:pt x="469" y="286"/>
                  </a:cubicBezTo>
                  <a:cubicBezTo>
                    <a:pt x="467" y="287"/>
                    <a:pt x="467" y="287"/>
                    <a:pt x="467" y="287"/>
                  </a:cubicBezTo>
                  <a:cubicBezTo>
                    <a:pt x="466" y="288"/>
                    <a:pt x="466" y="288"/>
                    <a:pt x="466" y="288"/>
                  </a:cubicBezTo>
                  <a:cubicBezTo>
                    <a:pt x="466" y="288"/>
                    <a:pt x="466" y="288"/>
                    <a:pt x="466" y="288"/>
                  </a:cubicBezTo>
                  <a:cubicBezTo>
                    <a:pt x="466" y="289"/>
                    <a:pt x="466" y="289"/>
                    <a:pt x="466" y="289"/>
                  </a:cubicBezTo>
                  <a:cubicBezTo>
                    <a:pt x="464" y="289"/>
                    <a:pt x="464" y="289"/>
                    <a:pt x="464" y="289"/>
                  </a:cubicBezTo>
                  <a:cubicBezTo>
                    <a:pt x="463" y="290"/>
                    <a:pt x="463" y="290"/>
                    <a:pt x="463" y="290"/>
                  </a:cubicBezTo>
                  <a:cubicBezTo>
                    <a:pt x="463" y="290"/>
                    <a:pt x="463" y="290"/>
                    <a:pt x="463" y="290"/>
                  </a:cubicBezTo>
                  <a:cubicBezTo>
                    <a:pt x="462" y="290"/>
                    <a:pt x="462" y="290"/>
                    <a:pt x="462" y="290"/>
                  </a:cubicBezTo>
                  <a:cubicBezTo>
                    <a:pt x="461" y="289"/>
                    <a:pt x="461" y="289"/>
                    <a:pt x="461" y="289"/>
                  </a:cubicBezTo>
                  <a:cubicBezTo>
                    <a:pt x="460" y="289"/>
                    <a:pt x="460" y="289"/>
                    <a:pt x="460" y="289"/>
                  </a:cubicBezTo>
                  <a:cubicBezTo>
                    <a:pt x="460" y="287"/>
                    <a:pt x="460" y="287"/>
                    <a:pt x="460" y="287"/>
                  </a:cubicBezTo>
                  <a:cubicBezTo>
                    <a:pt x="459" y="287"/>
                    <a:pt x="459" y="287"/>
                    <a:pt x="459" y="287"/>
                  </a:cubicBezTo>
                  <a:cubicBezTo>
                    <a:pt x="458" y="287"/>
                    <a:pt x="458" y="287"/>
                    <a:pt x="458" y="287"/>
                  </a:cubicBezTo>
                  <a:cubicBezTo>
                    <a:pt x="457" y="287"/>
                    <a:pt x="457" y="287"/>
                    <a:pt x="457" y="287"/>
                  </a:cubicBezTo>
                  <a:cubicBezTo>
                    <a:pt x="457" y="287"/>
                    <a:pt x="457" y="287"/>
                    <a:pt x="457" y="287"/>
                  </a:cubicBezTo>
                  <a:cubicBezTo>
                    <a:pt x="457" y="288"/>
                    <a:pt x="457" y="288"/>
                    <a:pt x="457" y="288"/>
                  </a:cubicBezTo>
                  <a:cubicBezTo>
                    <a:pt x="456" y="289"/>
                    <a:pt x="456" y="289"/>
                    <a:pt x="456" y="289"/>
                  </a:cubicBezTo>
                  <a:cubicBezTo>
                    <a:pt x="456" y="290"/>
                    <a:pt x="456" y="290"/>
                    <a:pt x="456" y="290"/>
                  </a:cubicBezTo>
                  <a:cubicBezTo>
                    <a:pt x="455" y="290"/>
                    <a:pt x="455" y="290"/>
                    <a:pt x="455" y="290"/>
                  </a:cubicBezTo>
                  <a:cubicBezTo>
                    <a:pt x="455" y="292"/>
                    <a:pt x="455" y="292"/>
                    <a:pt x="455" y="292"/>
                  </a:cubicBezTo>
                  <a:cubicBezTo>
                    <a:pt x="455" y="291"/>
                    <a:pt x="455" y="291"/>
                    <a:pt x="455" y="291"/>
                  </a:cubicBezTo>
                  <a:cubicBezTo>
                    <a:pt x="453" y="292"/>
                    <a:pt x="453" y="292"/>
                    <a:pt x="453" y="292"/>
                  </a:cubicBezTo>
                  <a:cubicBezTo>
                    <a:pt x="453" y="293"/>
                    <a:pt x="453" y="293"/>
                    <a:pt x="453" y="293"/>
                  </a:cubicBezTo>
                  <a:cubicBezTo>
                    <a:pt x="453" y="293"/>
                    <a:pt x="453" y="293"/>
                    <a:pt x="453" y="293"/>
                  </a:cubicBezTo>
                  <a:close/>
                  <a:moveTo>
                    <a:pt x="147" y="296"/>
                  </a:moveTo>
                  <a:cubicBezTo>
                    <a:pt x="146" y="295"/>
                    <a:pt x="146" y="295"/>
                    <a:pt x="146" y="295"/>
                  </a:cubicBezTo>
                  <a:cubicBezTo>
                    <a:pt x="140" y="296"/>
                    <a:pt x="140" y="296"/>
                    <a:pt x="140" y="296"/>
                  </a:cubicBezTo>
                  <a:cubicBezTo>
                    <a:pt x="147" y="296"/>
                    <a:pt x="147" y="296"/>
                    <a:pt x="147" y="296"/>
                  </a:cubicBezTo>
                  <a:close/>
                  <a:moveTo>
                    <a:pt x="518" y="279"/>
                  </a:moveTo>
                  <a:cubicBezTo>
                    <a:pt x="519" y="279"/>
                    <a:pt x="519" y="279"/>
                    <a:pt x="519" y="279"/>
                  </a:cubicBezTo>
                  <a:cubicBezTo>
                    <a:pt x="519" y="278"/>
                    <a:pt x="519" y="278"/>
                    <a:pt x="519" y="278"/>
                  </a:cubicBezTo>
                  <a:cubicBezTo>
                    <a:pt x="520" y="278"/>
                    <a:pt x="520" y="278"/>
                    <a:pt x="520" y="278"/>
                  </a:cubicBezTo>
                  <a:cubicBezTo>
                    <a:pt x="519" y="278"/>
                    <a:pt x="519" y="278"/>
                    <a:pt x="519" y="278"/>
                  </a:cubicBezTo>
                  <a:cubicBezTo>
                    <a:pt x="518" y="279"/>
                    <a:pt x="518" y="279"/>
                    <a:pt x="518" y="279"/>
                  </a:cubicBezTo>
                  <a:close/>
                  <a:moveTo>
                    <a:pt x="29" y="41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1"/>
                    <a:pt x="29" y="41"/>
                    <a:pt x="29" y="41"/>
                  </a:cubicBezTo>
                  <a:close/>
                  <a:moveTo>
                    <a:pt x="36" y="29"/>
                  </a:moveTo>
                  <a:cubicBezTo>
                    <a:pt x="36" y="29"/>
                    <a:pt x="36" y="29"/>
                    <a:pt x="36" y="29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36" y="29"/>
                    <a:pt x="36" y="29"/>
                  </a:cubicBezTo>
                  <a:close/>
                  <a:moveTo>
                    <a:pt x="34" y="45"/>
                  </a:moveTo>
                  <a:cubicBezTo>
                    <a:pt x="34" y="45"/>
                    <a:pt x="34" y="45"/>
                    <a:pt x="34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6" y="44"/>
                    <a:pt x="36" y="44"/>
                    <a:pt x="36" y="44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1" y="45"/>
                    <a:pt x="31" y="45"/>
                  </a:cubicBezTo>
                  <a:cubicBezTo>
                    <a:pt x="31" y="45"/>
                    <a:pt x="31" y="45"/>
                    <a:pt x="31" y="45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4" y="45"/>
                    <a:pt x="34" y="45"/>
                    <a:pt x="34" y="45"/>
                  </a:cubicBezTo>
                  <a:close/>
                  <a:moveTo>
                    <a:pt x="40" y="44"/>
                  </a:moveTo>
                  <a:cubicBezTo>
                    <a:pt x="40" y="43"/>
                    <a:pt x="40" y="43"/>
                    <a:pt x="40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40" y="44"/>
                    <a:pt x="40" y="44"/>
                    <a:pt x="40" y="44"/>
                  </a:cubicBezTo>
                  <a:close/>
                  <a:moveTo>
                    <a:pt x="41" y="46"/>
                  </a:moveTo>
                  <a:cubicBezTo>
                    <a:pt x="41" y="46"/>
                    <a:pt x="42" y="46"/>
                    <a:pt x="42" y="46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6"/>
                    <a:pt x="41" y="46"/>
                    <a:pt x="41" y="46"/>
                  </a:cubicBezTo>
                  <a:close/>
                  <a:moveTo>
                    <a:pt x="52" y="18"/>
                  </a:moveTo>
                  <a:cubicBezTo>
                    <a:pt x="53" y="17"/>
                    <a:pt x="53" y="17"/>
                    <a:pt x="53" y="17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7"/>
                    <a:pt x="52" y="18"/>
                    <a:pt x="52" y="18"/>
                  </a:cubicBezTo>
                  <a:close/>
                  <a:moveTo>
                    <a:pt x="53" y="19"/>
                  </a:moveTo>
                  <a:cubicBezTo>
                    <a:pt x="53" y="19"/>
                    <a:pt x="53" y="19"/>
                    <a:pt x="53" y="19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3" y="19"/>
                    <a:pt x="53" y="19"/>
                    <a:pt x="53" y="19"/>
                  </a:cubicBezTo>
                  <a:close/>
                  <a:moveTo>
                    <a:pt x="54" y="22"/>
                  </a:moveTo>
                  <a:cubicBezTo>
                    <a:pt x="54" y="21"/>
                    <a:pt x="54" y="21"/>
                    <a:pt x="54" y="2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22"/>
                    <a:pt x="50" y="22"/>
                    <a:pt x="50" y="22"/>
                  </a:cubicBezTo>
                  <a:cubicBezTo>
                    <a:pt x="51" y="22"/>
                    <a:pt x="51" y="22"/>
                    <a:pt x="51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4" y="22"/>
                    <a:pt x="54" y="22"/>
                    <a:pt x="54" y="22"/>
                  </a:cubicBezTo>
                  <a:close/>
                  <a:moveTo>
                    <a:pt x="56" y="22"/>
                  </a:moveTo>
                  <a:cubicBezTo>
                    <a:pt x="55" y="21"/>
                    <a:pt x="55" y="21"/>
                    <a:pt x="55" y="21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22"/>
                    <a:pt x="56" y="22"/>
                    <a:pt x="56" y="22"/>
                  </a:cubicBezTo>
                  <a:close/>
                  <a:moveTo>
                    <a:pt x="52" y="26"/>
                  </a:moveTo>
                  <a:cubicBezTo>
                    <a:pt x="53" y="25"/>
                    <a:pt x="53" y="25"/>
                    <a:pt x="53" y="25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3" y="23"/>
                    <a:pt x="53" y="23"/>
                    <a:pt x="53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0" y="25"/>
                    <a:pt x="50" y="25"/>
                    <a:pt x="50" y="25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26"/>
                    <a:pt x="52" y="26"/>
                    <a:pt x="52" y="26"/>
                  </a:cubicBezTo>
                  <a:close/>
                  <a:moveTo>
                    <a:pt x="55" y="26"/>
                  </a:moveTo>
                  <a:cubicBezTo>
                    <a:pt x="54" y="26"/>
                    <a:pt x="54" y="26"/>
                    <a:pt x="54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5" y="26"/>
                    <a:pt x="55" y="26"/>
                    <a:pt x="55" y="26"/>
                  </a:cubicBezTo>
                  <a:close/>
                  <a:moveTo>
                    <a:pt x="57" y="28"/>
                  </a:moveTo>
                  <a:cubicBezTo>
                    <a:pt x="56" y="27"/>
                    <a:pt x="56" y="27"/>
                    <a:pt x="56" y="27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6" y="30"/>
                  </a:moveTo>
                  <a:cubicBezTo>
                    <a:pt x="55" y="29"/>
                    <a:pt x="55" y="29"/>
                    <a:pt x="55" y="29"/>
                  </a:cubicBezTo>
                  <a:cubicBezTo>
                    <a:pt x="54" y="28"/>
                    <a:pt x="54" y="28"/>
                    <a:pt x="54" y="28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3" y="27"/>
                    <a:pt x="53" y="27"/>
                    <a:pt x="53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9"/>
                    <a:pt x="57" y="29"/>
                    <a:pt x="57" y="29"/>
                  </a:cubicBezTo>
                  <a:cubicBezTo>
                    <a:pt x="57" y="30"/>
                    <a:pt x="57" y="30"/>
                    <a:pt x="57" y="30"/>
                  </a:cubicBezTo>
                  <a:cubicBezTo>
                    <a:pt x="56" y="30"/>
                    <a:pt x="56" y="30"/>
                    <a:pt x="56" y="30"/>
                  </a:cubicBezTo>
                  <a:close/>
                  <a:moveTo>
                    <a:pt x="57" y="32"/>
                  </a:moveTo>
                  <a:cubicBezTo>
                    <a:pt x="57" y="31"/>
                    <a:pt x="57" y="31"/>
                    <a:pt x="57" y="31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55" y="30"/>
                    <a:pt x="55" y="30"/>
                    <a:pt x="55" y="30"/>
                  </a:cubicBezTo>
                  <a:cubicBezTo>
                    <a:pt x="54" y="30"/>
                    <a:pt x="54" y="30"/>
                    <a:pt x="54" y="30"/>
                  </a:cubicBezTo>
                  <a:cubicBezTo>
                    <a:pt x="53" y="29"/>
                    <a:pt x="53" y="29"/>
                    <a:pt x="53" y="29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30"/>
                    <a:pt x="47" y="30"/>
                    <a:pt x="47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1" y="31"/>
                    <a:pt x="51" y="31"/>
                    <a:pt x="51" y="31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57" y="32"/>
                    <a:pt x="57" y="32"/>
                    <a:pt x="57" y="32"/>
                  </a:cubicBezTo>
                  <a:close/>
                  <a:moveTo>
                    <a:pt x="50" y="33"/>
                  </a:moveTo>
                  <a:cubicBezTo>
                    <a:pt x="50" y="33"/>
                    <a:pt x="50" y="33"/>
                    <a:pt x="50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1" y="32"/>
                    <a:pt x="51" y="32"/>
                    <a:pt x="51" y="32"/>
                  </a:cubicBezTo>
                  <a:cubicBezTo>
                    <a:pt x="51" y="32"/>
                    <a:pt x="51" y="32"/>
                    <a:pt x="51" y="32"/>
                  </a:cubicBezTo>
                  <a:cubicBezTo>
                    <a:pt x="51" y="32"/>
                    <a:pt x="51" y="32"/>
                    <a:pt x="51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0" y="33"/>
                    <a:pt x="50" y="33"/>
                    <a:pt x="50" y="33"/>
                  </a:cubicBezTo>
                  <a:close/>
                  <a:moveTo>
                    <a:pt x="48" y="38"/>
                  </a:moveTo>
                  <a:cubicBezTo>
                    <a:pt x="48" y="37"/>
                    <a:pt x="48" y="37"/>
                    <a:pt x="48" y="37"/>
                  </a:cubicBezTo>
                  <a:cubicBezTo>
                    <a:pt x="48" y="36"/>
                    <a:pt x="48" y="36"/>
                    <a:pt x="48" y="36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lose/>
                  <a:moveTo>
                    <a:pt x="49" y="37"/>
                  </a:moveTo>
                  <a:cubicBezTo>
                    <a:pt x="49" y="37"/>
                    <a:pt x="49" y="37"/>
                    <a:pt x="49" y="3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48" y="36"/>
                    <a:pt x="48" y="36"/>
                    <a:pt x="48" y="36"/>
                  </a:cubicBezTo>
                  <a:cubicBezTo>
                    <a:pt x="48" y="36"/>
                    <a:pt x="48" y="36"/>
                    <a:pt x="48" y="36"/>
                  </a:cubicBezTo>
                  <a:cubicBezTo>
                    <a:pt x="49" y="37"/>
                    <a:pt x="49" y="37"/>
                    <a:pt x="49" y="37"/>
                  </a:cubicBezTo>
                  <a:close/>
                  <a:moveTo>
                    <a:pt x="51" y="37"/>
                  </a:moveTo>
                  <a:cubicBezTo>
                    <a:pt x="51" y="37"/>
                    <a:pt x="52" y="37"/>
                    <a:pt x="52" y="37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51" y="37"/>
                    <a:pt x="51" y="37"/>
                    <a:pt x="51" y="37"/>
                  </a:cubicBezTo>
                  <a:close/>
                  <a:moveTo>
                    <a:pt x="51" y="39"/>
                  </a:moveTo>
                  <a:cubicBezTo>
                    <a:pt x="51" y="38"/>
                    <a:pt x="51" y="38"/>
                    <a:pt x="51" y="38"/>
                  </a:cubicBezTo>
                  <a:cubicBezTo>
                    <a:pt x="51" y="38"/>
                    <a:pt x="51" y="38"/>
                    <a:pt x="51" y="38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50" y="37"/>
                    <a:pt x="50" y="37"/>
                    <a:pt x="50" y="37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1" y="39"/>
                    <a:pt x="51" y="39"/>
                    <a:pt x="51" y="39"/>
                  </a:cubicBezTo>
                  <a:close/>
                  <a:moveTo>
                    <a:pt x="49" y="41"/>
                  </a:moveTo>
                  <a:cubicBezTo>
                    <a:pt x="49" y="40"/>
                    <a:pt x="49" y="40"/>
                    <a:pt x="49" y="40"/>
                  </a:cubicBezTo>
                  <a:cubicBezTo>
                    <a:pt x="49" y="40"/>
                    <a:pt x="49" y="40"/>
                    <a:pt x="49" y="40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9" y="42"/>
                    <a:pt x="49" y="42"/>
                    <a:pt x="49" y="42"/>
                  </a:cubicBezTo>
                  <a:cubicBezTo>
                    <a:pt x="49" y="41"/>
                    <a:pt x="49" y="41"/>
                    <a:pt x="49" y="41"/>
                  </a:cubicBezTo>
                  <a:close/>
                  <a:moveTo>
                    <a:pt x="50" y="39"/>
                  </a:moveTo>
                  <a:cubicBezTo>
                    <a:pt x="50" y="40"/>
                    <a:pt x="50" y="40"/>
                    <a:pt x="50" y="40"/>
                  </a:cubicBezTo>
                  <a:cubicBezTo>
                    <a:pt x="50" y="41"/>
                    <a:pt x="50" y="41"/>
                    <a:pt x="50" y="41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0" y="39"/>
                    <a:pt x="50" y="39"/>
                    <a:pt x="50" y="39"/>
                  </a:cubicBezTo>
                  <a:close/>
                  <a:moveTo>
                    <a:pt x="57" y="30"/>
                  </a:moveTo>
                  <a:cubicBezTo>
                    <a:pt x="57" y="30"/>
                    <a:pt x="57" y="30"/>
                    <a:pt x="57" y="30"/>
                  </a:cubicBezTo>
                  <a:cubicBezTo>
                    <a:pt x="58" y="30"/>
                    <a:pt x="58" y="30"/>
                    <a:pt x="58" y="30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8" y="31"/>
                    <a:pt x="58" y="31"/>
                    <a:pt x="58" y="31"/>
                  </a:cubicBezTo>
                  <a:cubicBezTo>
                    <a:pt x="57" y="31"/>
                    <a:pt x="57" y="31"/>
                    <a:pt x="57" y="31"/>
                  </a:cubicBezTo>
                  <a:cubicBezTo>
                    <a:pt x="57" y="30"/>
                    <a:pt x="57" y="30"/>
                    <a:pt x="57" y="30"/>
                  </a:cubicBezTo>
                  <a:close/>
                  <a:moveTo>
                    <a:pt x="52" y="39"/>
                  </a:moveTo>
                  <a:cubicBezTo>
                    <a:pt x="52" y="40"/>
                    <a:pt x="52" y="40"/>
                    <a:pt x="52" y="40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3" y="38"/>
                    <a:pt x="53" y="38"/>
                    <a:pt x="53" y="38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52" y="39"/>
                    <a:pt x="52" y="39"/>
                    <a:pt x="52" y="39"/>
                  </a:cubicBezTo>
                  <a:close/>
                  <a:moveTo>
                    <a:pt x="52" y="38"/>
                  </a:moveTo>
                  <a:cubicBezTo>
                    <a:pt x="53" y="38"/>
                    <a:pt x="53" y="38"/>
                    <a:pt x="53" y="38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2" y="38"/>
                    <a:pt x="52" y="38"/>
                    <a:pt x="52" y="38"/>
                  </a:cubicBezTo>
                  <a:close/>
                  <a:moveTo>
                    <a:pt x="54" y="37"/>
                  </a:move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5" y="37"/>
                    <a:pt x="55" y="37"/>
                    <a:pt x="55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7"/>
                    <a:pt x="54" y="37"/>
                    <a:pt x="54" y="37"/>
                  </a:cubicBezTo>
                  <a:close/>
                  <a:moveTo>
                    <a:pt x="54" y="34"/>
                  </a:moveTo>
                  <a:cubicBezTo>
                    <a:pt x="53" y="34"/>
                    <a:pt x="53" y="34"/>
                    <a:pt x="53" y="34"/>
                  </a:cubicBezTo>
                  <a:cubicBezTo>
                    <a:pt x="53" y="34"/>
                    <a:pt x="53" y="34"/>
                    <a:pt x="53" y="34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4" y="34"/>
                    <a:pt x="54" y="34"/>
                    <a:pt x="54" y="34"/>
                  </a:cubicBezTo>
                  <a:close/>
                  <a:moveTo>
                    <a:pt x="57" y="33"/>
                  </a:moveTo>
                  <a:cubicBezTo>
                    <a:pt x="58" y="34"/>
                    <a:pt x="58" y="34"/>
                    <a:pt x="58" y="34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9" y="34"/>
                    <a:pt x="59" y="34"/>
                    <a:pt x="59" y="34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7" y="33"/>
                    <a:pt x="57" y="33"/>
                    <a:pt x="57" y="33"/>
                  </a:cubicBezTo>
                  <a:close/>
                  <a:moveTo>
                    <a:pt x="59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57" y="37"/>
                    <a:pt x="57" y="37"/>
                    <a:pt x="57" y="37"/>
                  </a:cubicBezTo>
                  <a:cubicBezTo>
                    <a:pt x="57" y="37"/>
                    <a:pt x="57" y="37"/>
                    <a:pt x="57" y="37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55" y="39"/>
                    <a:pt x="55" y="39"/>
                    <a:pt x="55" y="39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9" y="41"/>
                    <a:pt x="59" y="41"/>
                    <a:pt x="59" y="41"/>
                  </a:cubicBezTo>
                  <a:close/>
                  <a:moveTo>
                    <a:pt x="61" y="40"/>
                  </a:moveTo>
                  <a:cubicBezTo>
                    <a:pt x="61" y="40"/>
                    <a:pt x="61" y="40"/>
                    <a:pt x="61" y="40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62" y="38"/>
                    <a:pt x="62" y="38"/>
                    <a:pt x="62" y="38"/>
                  </a:cubicBezTo>
                  <a:cubicBezTo>
                    <a:pt x="62" y="37"/>
                    <a:pt x="62" y="37"/>
                    <a:pt x="62" y="37"/>
                  </a:cubicBezTo>
                  <a:cubicBezTo>
                    <a:pt x="63" y="37"/>
                    <a:pt x="63" y="37"/>
                    <a:pt x="63" y="37"/>
                  </a:cubicBezTo>
                  <a:cubicBezTo>
                    <a:pt x="64" y="37"/>
                    <a:pt x="64" y="37"/>
                    <a:pt x="64" y="37"/>
                  </a:cubicBezTo>
                  <a:cubicBezTo>
                    <a:pt x="64" y="36"/>
                    <a:pt x="64" y="36"/>
                    <a:pt x="64" y="36"/>
                  </a:cubicBezTo>
                  <a:cubicBezTo>
                    <a:pt x="63" y="36"/>
                    <a:pt x="63" y="36"/>
                    <a:pt x="63" y="36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59" y="35"/>
                    <a:pt x="59" y="35"/>
                    <a:pt x="59" y="35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59" y="37"/>
                    <a:pt x="59" y="37"/>
                    <a:pt x="59" y="37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1" y="40"/>
                    <a:pt x="61" y="40"/>
                    <a:pt x="61" y="40"/>
                  </a:cubicBezTo>
                  <a:cubicBezTo>
                    <a:pt x="61" y="40"/>
                    <a:pt x="61" y="40"/>
                    <a:pt x="61" y="40"/>
                  </a:cubicBezTo>
                  <a:close/>
                  <a:moveTo>
                    <a:pt x="64" y="40"/>
                  </a:moveTo>
                  <a:cubicBezTo>
                    <a:pt x="64" y="41"/>
                    <a:pt x="64" y="41"/>
                    <a:pt x="64" y="41"/>
                  </a:cubicBezTo>
                  <a:cubicBezTo>
                    <a:pt x="65" y="41"/>
                    <a:pt x="65" y="41"/>
                    <a:pt x="65" y="41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5" y="40"/>
                    <a:pt x="65" y="40"/>
                    <a:pt x="65" y="40"/>
                  </a:cubicBezTo>
                  <a:cubicBezTo>
                    <a:pt x="64" y="40"/>
                    <a:pt x="64" y="40"/>
                    <a:pt x="64" y="40"/>
                  </a:cubicBezTo>
                  <a:close/>
                  <a:moveTo>
                    <a:pt x="64" y="42"/>
                  </a:moveTo>
                  <a:cubicBezTo>
                    <a:pt x="64" y="43"/>
                    <a:pt x="64" y="43"/>
                    <a:pt x="64" y="43"/>
                  </a:cubicBezTo>
                  <a:cubicBezTo>
                    <a:pt x="65" y="43"/>
                    <a:pt x="65" y="43"/>
                    <a:pt x="65" y="43"/>
                  </a:cubicBezTo>
                  <a:cubicBezTo>
                    <a:pt x="65" y="43"/>
                    <a:pt x="65" y="43"/>
                    <a:pt x="65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4" y="42"/>
                    <a:pt x="64" y="42"/>
                    <a:pt x="64" y="42"/>
                  </a:cubicBezTo>
                  <a:close/>
                  <a:moveTo>
                    <a:pt x="64" y="16"/>
                  </a:moveTo>
                  <a:cubicBezTo>
                    <a:pt x="65" y="16"/>
                    <a:pt x="65" y="16"/>
                    <a:pt x="65" y="16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66" y="15"/>
                    <a:pt x="66" y="15"/>
                    <a:pt x="66" y="15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4" y="16"/>
                    <a:pt x="64" y="16"/>
                    <a:pt x="64" y="16"/>
                  </a:cubicBezTo>
                  <a:close/>
                  <a:moveTo>
                    <a:pt x="66" y="28"/>
                  </a:moveTo>
                  <a:cubicBezTo>
                    <a:pt x="66" y="27"/>
                    <a:pt x="66" y="27"/>
                    <a:pt x="66" y="27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7" y="26"/>
                    <a:pt x="67" y="26"/>
                    <a:pt x="67" y="26"/>
                  </a:cubicBezTo>
                  <a:cubicBezTo>
                    <a:pt x="66" y="25"/>
                    <a:pt x="66" y="25"/>
                    <a:pt x="66" y="25"/>
                  </a:cubicBezTo>
                  <a:cubicBezTo>
                    <a:pt x="66" y="25"/>
                    <a:pt x="66" y="25"/>
                    <a:pt x="66" y="25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3" y="26"/>
                    <a:pt x="63" y="26"/>
                    <a:pt x="63" y="26"/>
                  </a:cubicBezTo>
                  <a:cubicBezTo>
                    <a:pt x="62" y="26"/>
                    <a:pt x="62" y="26"/>
                    <a:pt x="62" y="26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6" y="28"/>
                    <a:pt x="66" y="28"/>
                    <a:pt x="66" y="28"/>
                  </a:cubicBezTo>
                  <a:close/>
                  <a:moveTo>
                    <a:pt x="68" y="26"/>
                  </a:moveTo>
                  <a:cubicBezTo>
                    <a:pt x="68" y="27"/>
                    <a:pt x="68" y="27"/>
                    <a:pt x="68" y="27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4" y="29"/>
                    <a:pt x="64" y="29"/>
                    <a:pt x="64" y="29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67" y="35"/>
                    <a:pt x="67" y="35"/>
                    <a:pt x="67" y="35"/>
                  </a:cubicBezTo>
                  <a:cubicBezTo>
                    <a:pt x="68" y="35"/>
                    <a:pt x="68" y="35"/>
                    <a:pt x="68" y="35"/>
                  </a:cubicBezTo>
                  <a:cubicBezTo>
                    <a:pt x="69" y="34"/>
                    <a:pt x="69" y="34"/>
                    <a:pt x="69" y="34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70" y="33"/>
                    <a:pt x="70" y="33"/>
                    <a:pt x="70" y="33"/>
                  </a:cubicBezTo>
                  <a:cubicBezTo>
                    <a:pt x="69" y="33"/>
                    <a:pt x="69" y="33"/>
                    <a:pt x="69" y="33"/>
                  </a:cubicBezTo>
                  <a:cubicBezTo>
                    <a:pt x="69" y="32"/>
                    <a:pt x="69" y="32"/>
                    <a:pt x="69" y="32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67" y="31"/>
                    <a:pt x="67" y="31"/>
                    <a:pt x="67" y="31"/>
                  </a:cubicBezTo>
                  <a:cubicBezTo>
                    <a:pt x="67" y="30"/>
                    <a:pt x="67" y="30"/>
                    <a:pt x="67" y="30"/>
                  </a:cubicBezTo>
                  <a:cubicBezTo>
                    <a:pt x="68" y="30"/>
                    <a:pt x="68" y="30"/>
                    <a:pt x="68" y="30"/>
                  </a:cubicBezTo>
                  <a:cubicBezTo>
                    <a:pt x="69" y="30"/>
                    <a:pt x="69" y="30"/>
                    <a:pt x="69" y="30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69" y="28"/>
                    <a:pt x="69" y="28"/>
                    <a:pt x="69" y="28"/>
                  </a:cubicBezTo>
                  <a:cubicBezTo>
                    <a:pt x="68" y="27"/>
                    <a:pt x="68" y="27"/>
                    <a:pt x="68" y="27"/>
                  </a:cubicBezTo>
                  <a:cubicBezTo>
                    <a:pt x="68" y="26"/>
                    <a:pt x="68" y="26"/>
                    <a:pt x="68" y="26"/>
                  </a:cubicBezTo>
                  <a:close/>
                  <a:moveTo>
                    <a:pt x="72" y="28"/>
                  </a:moveTo>
                  <a:cubicBezTo>
                    <a:pt x="71" y="27"/>
                    <a:pt x="71" y="27"/>
                    <a:pt x="71" y="27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1" y="26"/>
                    <a:pt x="71" y="26"/>
                    <a:pt x="71" y="26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0" y="21"/>
                    <a:pt x="70" y="21"/>
                    <a:pt x="70" y="21"/>
                  </a:cubicBezTo>
                  <a:cubicBezTo>
                    <a:pt x="71" y="20"/>
                    <a:pt x="71" y="20"/>
                    <a:pt x="71" y="20"/>
                  </a:cubicBezTo>
                  <a:cubicBezTo>
                    <a:pt x="71" y="20"/>
                    <a:pt x="71" y="20"/>
                    <a:pt x="71" y="20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2" y="19"/>
                    <a:pt x="72" y="19"/>
                    <a:pt x="72" y="19"/>
                  </a:cubicBezTo>
                  <a:cubicBezTo>
                    <a:pt x="73" y="19"/>
                    <a:pt x="73" y="19"/>
                    <a:pt x="73" y="19"/>
                  </a:cubicBezTo>
                  <a:cubicBezTo>
                    <a:pt x="73" y="20"/>
                    <a:pt x="73" y="20"/>
                    <a:pt x="73" y="20"/>
                  </a:cubicBezTo>
                  <a:cubicBezTo>
                    <a:pt x="73" y="21"/>
                    <a:pt x="73" y="21"/>
                    <a:pt x="73" y="21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3" y="25"/>
                    <a:pt x="73" y="25"/>
                    <a:pt x="73" y="25"/>
                  </a:cubicBezTo>
                  <a:cubicBezTo>
                    <a:pt x="73" y="25"/>
                    <a:pt x="73" y="25"/>
                    <a:pt x="73" y="25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73" y="27"/>
                    <a:pt x="73" y="27"/>
                    <a:pt x="73" y="27"/>
                  </a:cubicBezTo>
                  <a:cubicBezTo>
                    <a:pt x="72" y="28"/>
                    <a:pt x="72" y="28"/>
                    <a:pt x="72" y="28"/>
                  </a:cubicBezTo>
                  <a:close/>
                  <a:moveTo>
                    <a:pt x="453" y="50"/>
                  </a:moveTo>
                  <a:cubicBezTo>
                    <a:pt x="453" y="50"/>
                    <a:pt x="453" y="50"/>
                    <a:pt x="453" y="50"/>
                  </a:cubicBezTo>
                  <a:cubicBezTo>
                    <a:pt x="453" y="50"/>
                    <a:pt x="453" y="50"/>
                    <a:pt x="453" y="50"/>
                  </a:cubicBezTo>
                  <a:cubicBezTo>
                    <a:pt x="453" y="50"/>
                    <a:pt x="453" y="50"/>
                    <a:pt x="453" y="50"/>
                  </a:cubicBezTo>
                  <a:cubicBezTo>
                    <a:pt x="452" y="50"/>
                    <a:pt x="452" y="50"/>
                    <a:pt x="452" y="50"/>
                  </a:cubicBezTo>
                  <a:cubicBezTo>
                    <a:pt x="453" y="50"/>
                    <a:pt x="453" y="50"/>
                    <a:pt x="453" y="50"/>
                  </a:cubicBezTo>
                  <a:close/>
                  <a:moveTo>
                    <a:pt x="449" y="50"/>
                  </a:moveTo>
                  <a:cubicBezTo>
                    <a:pt x="450" y="50"/>
                    <a:pt x="450" y="50"/>
                    <a:pt x="450" y="50"/>
                  </a:cubicBezTo>
                  <a:cubicBezTo>
                    <a:pt x="450" y="49"/>
                    <a:pt x="450" y="49"/>
                    <a:pt x="450" y="49"/>
                  </a:cubicBezTo>
                  <a:cubicBezTo>
                    <a:pt x="449" y="49"/>
                    <a:pt x="449" y="49"/>
                    <a:pt x="449" y="49"/>
                  </a:cubicBezTo>
                  <a:cubicBezTo>
                    <a:pt x="449" y="49"/>
                    <a:pt x="449" y="49"/>
                    <a:pt x="449" y="49"/>
                  </a:cubicBezTo>
                  <a:cubicBezTo>
                    <a:pt x="449" y="50"/>
                    <a:pt x="449" y="50"/>
                    <a:pt x="449" y="50"/>
                  </a:cubicBezTo>
                  <a:close/>
                  <a:moveTo>
                    <a:pt x="446" y="51"/>
                  </a:moveTo>
                  <a:cubicBezTo>
                    <a:pt x="446" y="51"/>
                    <a:pt x="446" y="51"/>
                    <a:pt x="446" y="51"/>
                  </a:cubicBezTo>
                  <a:cubicBezTo>
                    <a:pt x="446" y="51"/>
                    <a:pt x="446" y="51"/>
                    <a:pt x="446" y="51"/>
                  </a:cubicBezTo>
                  <a:cubicBezTo>
                    <a:pt x="446" y="50"/>
                    <a:pt x="446" y="50"/>
                    <a:pt x="446" y="50"/>
                  </a:cubicBezTo>
                  <a:cubicBezTo>
                    <a:pt x="446" y="50"/>
                    <a:pt x="446" y="50"/>
                    <a:pt x="446" y="50"/>
                  </a:cubicBezTo>
                  <a:cubicBezTo>
                    <a:pt x="445" y="50"/>
                    <a:pt x="445" y="50"/>
                    <a:pt x="445" y="50"/>
                  </a:cubicBezTo>
                  <a:cubicBezTo>
                    <a:pt x="446" y="51"/>
                    <a:pt x="446" y="51"/>
                    <a:pt x="446" y="51"/>
                  </a:cubicBezTo>
                  <a:close/>
                  <a:moveTo>
                    <a:pt x="523" y="136"/>
                  </a:moveTo>
                  <a:cubicBezTo>
                    <a:pt x="522" y="136"/>
                    <a:pt x="522" y="136"/>
                    <a:pt x="522" y="136"/>
                  </a:cubicBezTo>
                  <a:cubicBezTo>
                    <a:pt x="523" y="137"/>
                    <a:pt x="523" y="137"/>
                    <a:pt x="523" y="137"/>
                  </a:cubicBezTo>
                  <a:cubicBezTo>
                    <a:pt x="523" y="137"/>
                    <a:pt x="523" y="137"/>
                    <a:pt x="523" y="137"/>
                  </a:cubicBezTo>
                  <a:cubicBezTo>
                    <a:pt x="523" y="136"/>
                    <a:pt x="523" y="136"/>
                    <a:pt x="523" y="136"/>
                  </a:cubicBezTo>
                  <a:cubicBezTo>
                    <a:pt x="523" y="136"/>
                    <a:pt x="523" y="136"/>
                    <a:pt x="523" y="136"/>
                  </a:cubicBezTo>
                  <a:cubicBezTo>
                    <a:pt x="523" y="136"/>
                    <a:pt x="523" y="136"/>
                    <a:pt x="523" y="136"/>
                  </a:cubicBezTo>
                  <a:close/>
                  <a:moveTo>
                    <a:pt x="522" y="134"/>
                  </a:moveTo>
                  <a:cubicBezTo>
                    <a:pt x="522" y="135"/>
                    <a:pt x="522" y="135"/>
                    <a:pt x="522" y="135"/>
                  </a:cubicBezTo>
                  <a:cubicBezTo>
                    <a:pt x="523" y="135"/>
                    <a:pt x="523" y="135"/>
                    <a:pt x="523" y="135"/>
                  </a:cubicBezTo>
                  <a:cubicBezTo>
                    <a:pt x="523" y="135"/>
                    <a:pt x="523" y="135"/>
                    <a:pt x="523" y="135"/>
                  </a:cubicBezTo>
                  <a:cubicBezTo>
                    <a:pt x="522" y="134"/>
                    <a:pt x="522" y="134"/>
                    <a:pt x="522" y="134"/>
                  </a:cubicBezTo>
                  <a:cubicBezTo>
                    <a:pt x="522" y="134"/>
                    <a:pt x="522" y="134"/>
                    <a:pt x="522" y="134"/>
                  </a:cubicBezTo>
                  <a:cubicBezTo>
                    <a:pt x="522" y="134"/>
                    <a:pt x="522" y="134"/>
                    <a:pt x="522" y="134"/>
                  </a:cubicBezTo>
                  <a:close/>
                  <a:moveTo>
                    <a:pt x="83" y="86"/>
                  </a:moveTo>
                  <a:cubicBezTo>
                    <a:pt x="83" y="86"/>
                    <a:pt x="83" y="86"/>
                    <a:pt x="83" y="86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84"/>
                    <a:pt x="85" y="84"/>
                    <a:pt x="85" y="84"/>
                  </a:cubicBezTo>
                  <a:cubicBezTo>
                    <a:pt x="84" y="84"/>
                    <a:pt x="84" y="84"/>
                    <a:pt x="84" y="84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2" y="85"/>
                    <a:pt x="82" y="85"/>
                    <a:pt x="82" y="85"/>
                  </a:cubicBezTo>
                  <a:cubicBezTo>
                    <a:pt x="83" y="86"/>
                    <a:pt x="83" y="86"/>
                    <a:pt x="83" y="86"/>
                  </a:cubicBezTo>
                  <a:close/>
                  <a:moveTo>
                    <a:pt x="77" y="111"/>
                  </a:moveTo>
                  <a:cubicBezTo>
                    <a:pt x="79" y="112"/>
                    <a:pt x="79" y="112"/>
                    <a:pt x="79" y="112"/>
                  </a:cubicBezTo>
                  <a:cubicBezTo>
                    <a:pt x="80" y="111"/>
                    <a:pt x="80" y="111"/>
                    <a:pt x="80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2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2" y="111"/>
                  </a:cubicBezTo>
                  <a:cubicBezTo>
                    <a:pt x="83" y="111"/>
                    <a:pt x="83" y="111"/>
                    <a:pt x="83" y="111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4" y="110"/>
                    <a:pt x="84" y="110"/>
                    <a:pt x="84" y="110"/>
                  </a:cubicBezTo>
                  <a:cubicBezTo>
                    <a:pt x="84" y="110"/>
                    <a:pt x="84" y="110"/>
                    <a:pt x="84" y="110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6" y="111"/>
                    <a:pt x="86" y="111"/>
                    <a:pt x="86" y="111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88" y="110"/>
                    <a:pt x="88" y="110"/>
                    <a:pt x="88" y="110"/>
                  </a:cubicBezTo>
                  <a:cubicBezTo>
                    <a:pt x="88" y="109"/>
                    <a:pt x="88" y="109"/>
                    <a:pt x="88" y="109"/>
                  </a:cubicBezTo>
                  <a:cubicBezTo>
                    <a:pt x="88" y="108"/>
                    <a:pt x="88" y="108"/>
                    <a:pt x="88" y="108"/>
                  </a:cubicBezTo>
                  <a:cubicBezTo>
                    <a:pt x="88" y="107"/>
                    <a:pt x="88" y="107"/>
                    <a:pt x="88" y="107"/>
                  </a:cubicBezTo>
                  <a:cubicBezTo>
                    <a:pt x="88" y="107"/>
                    <a:pt x="88" y="107"/>
                    <a:pt x="88" y="107"/>
                  </a:cubicBezTo>
                  <a:cubicBezTo>
                    <a:pt x="87" y="106"/>
                    <a:pt x="87" y="106"/>
                    <a:pt x="87" y="106"/>
                  </a:cubicBezTo>
                  <a:cubicBezTo>
                    <a:pt x="86" y="106"/>
                    <a:pt x="86" y="106"/>
                    <a:pt x="86" y="106"/>
                  </a:cubicBezTo>
                  <a:cubicBezTo>
                    <a:pt x="86" y="106"/>
                    <a:pt x="86" y="106"/>
                    <a:pt x="86" y="106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6" y="105"/>
                    <a:pt x="86" y="105"/>
                    <a:pt x="86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89" y="106"/>
                    <a:pt x="89" y="106"/>
                    <a:pt x="89" y="106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7" y="103"/>
                    <a:pt x="87" y="103"/>
                    <a:pt x="87" y="103"/>
                  </a:cubicBezTo>
                  <a:cubicBezTo>
                    <a:pt x="87" y="102"/>
                    <a:pt x="87" y="102"/>
                    <a:pt x="87" y="102"/>
                  </a:cubicBezTo>
                  <a:cubicBezTo>
                    <a:pt x="87" y="102"/>
                    <a:pt x="87" y="102"/>
                    <a:pt x="87" y="102"/>
                  </a:cubicBezTo>
                  <a:cubicBezTo>
                    <a:pt x="87" y="103"/>
                    <a:pt x="87" y="103"/>
                    <a:pt x="87" y="103"/>
                  </a:cubicBezTo>
                  <a:cubicBezTo>
                    <a:pt x="88" y="103"/>
                    <a:pt x="88" y="103"/>
                    <a:pt x="88" y="103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89" y="104"/>
                    <a:pt x="89" y="104"/>
                    <a:pt x="89" y="104"/>
                  </a:cubicBezTo>
                  <a:cubicBezTo>
                    <a:pt x="89" y="103"/>
                    <a:pt x="89" y="103"/>
                    <a:pt x="89" y="103"/>
                  </a:cubicBezTo>
                  <a:cubicBezTo>
                    <a:pt x="89" y="103"/>
                    <a:pt x="89" y="103"/>
                    <a:pt x="89" y="103"/>
                  </a:cubicBezTo>
                  <a:cubicBezTo>
                    <a:pt x="89" y="102"/>
                    <a:pt x="89" y="102"/>
                    <a:pt x="89" y="102"/>
                  </a:cubicBezTo>
                  <a:cubicBezTo>
                    <a:pt x="89" y="102"/>
                    <a:pt x="89" y="102"/>
                    <a:pt x="89" y="102"/>
                  </a:cubicBezTo>
                  <a:cubicBezTo>
                    <a:pt x="89" y="101"/>
                    <a:pt x="89" y="101"/>
                    <a:pt x="89" y="101"/>
                  </a:cubicBezTo>
                  <a:cubicBezTo>
                    <a:pt x="89" y="100"/>
                    <a:pt x="89" y="100"/>
                    <a:pt x="89" y="100"/>
                  </a:cubicBezTo>
                  <a:cubicBezTo>
                    <a:pt x="89" y="100"/>
                    <a:pt x="89" y="100"/>
                    <a:pt x="89" y="100"/>
                  </a:cubicBezTo>
                  <a:cubicBezTo>
                    <a:pt x="88" y="99"/>
                    <a:pt x="88" y="99"/>
                    <a:pt x="88" y="99"/>
                  </a:cubicBezTo>
                  <a:cubicBezTo>
                    <a:pt x="88" y="98"/>
                    <a:pt x="88" y="98"/>
                    <a:pt x="88" y="98"/>
                  </a:cubicBezTo>
                  <a:cubicBezTo>
                    <a:pt x="89" y="99"/>
                    <a:pt x="89" y="99"/>
                    <a:pt x="89" y="99"/>
                  </a:cubicBezTo>
                  <a:cubicBezTo>
                    <a:pt x="90" y="99"/>
                    <a:pt x="90" y="99"/>
                    <a:pt x="90" y="9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89" y="98"/>
                    <a:pt x="89" y="98"/>
                    <a:pt x="89" y="98"/>
                  </a:cubicBezTo>
                  <a:cubicBezTo>
                    <a:pt x="89" y="97"/>
                    <a:pt x="89" y="97"/>
                    <a:pt x="89" y="97"/>
                  </a:cubicBezTo>
                  <a:cubicBezTo>
                    <a:pt x="90" y="97"/>
                    <a:pt x="90" y="97"/>
                    <a:pt x="90" y="97"/>
                  </a:cubicBezTo>
                  <a:cubicBezTo>
                    <a:pt x="91" y="97"/>
                    <a:pt x="91" y="97"/>
                    <a:pt x="91" y="97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92" y="97"/>
                    <a:pt x="92" y="97"/>
                    <a:pt x="92" y="97"/>
                  </a:cubicBezTo>
                  <a:cubicBezTo>
                    <a:pt x="92" y="97"/>
                    <a:pt x="92" y="97"/>
                    <a:pt x="92" y="97"/>
                  </a:cubicBezTo>
                  <a:cubicBezTo>
                    <a:pt x="91" y="96"/>
                    <a:pt x="91" y="96"/>
                    <a:pt x="91" y="96"/>
                  </a:cubicBezTo>
                  <a:cubicBezTo>
                    <a:pt x="92" y="96"/>
                    <a:pt x="92" y="96"/>
                    <a:pt x="92" y="96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3" y="96"/>
                    <a:pt x="93" y="96"/>
                    <a:pt x="93" y="96"/>
                  </a:cubicBezTo>
                  <a:cubicBezTo>
                    <a:pt x="93" y="95"/>
                    <a:pt x="93" y="95"/>
                    <a:pt x="93" y="95"/>
                  </a:cubicBezTo>
                  <a:cubicBezTo>
                    <a:pt x="93" y="95"/>
                    <a:pt x="93" y="95"/>
                    <a:pt x="93" y="95"/>
                  </a:cubicBezTo>
                  <a:cubicBezTo>
                    <a:pt x="93" y="95"/>
                    <a:pt x="93" y="95"/>
                    <a:pt x="93" y="95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5" y="94"/>
                    <a:pt x="95" y="94"/>
                    <a:pt x="95" y="94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4" y="92"/>
                    <a:pt x="94" y="92"/>
                    <a:pt x="94" y="92"/>
                  </a:cubicBezTo>
                  <a:cubicBezTo>
                    <a:pt x="94" y="93"/>
                    <a:pt x="94" y="93"/>
                    <a:pt x="94" y="93"/>
                  </a:cubicBezTo>
                  <a:cubicBezTo>
                    <a:pt x="95" y="92"/>
                    <a:pt x="95" y="92"/>
                    <a:pt x="95" y="92"/>
                  </a:cubicBezTo>
                  <a:cubicBezTo>
                    <a:pt x="96" y="91"/>
                    <a:pt x="96" y="91"/>
                    <a:pt x="96" y="91"/>
                  </a:cubicBezTo>
                  <a:cubicBezTo>
                    <a:pt x="96" y="90"/>
                    <a:pt x="96" y="90"/>
                    <a:pt x="96" y="90"/>
                  </a:cubicBezTo>
                  <a:cubicBezTo>
                    <a:pt x="97" y="89"/>
                    <a:pt x="97" y="89"/>
                    <a:pt x="97" y="89"/>
                  </a:cubicBezTo>
                  <a:cubicBezTo>
                    <a:pt x="97" y="88"/>
                    <a:pt x="97" y="88"/>
                    <a:pt x="97" y="88"/>
                  </a:cubicBezTo>
                  <a:cubicBezTo>
                    <a:pt x="98" y="88"/>
                    <a:pt x="98" y="88"/>
                    <a:pt x="98" y="88"/>
                  </a:cubicBezTo>
                  <a:cubicBezTo>
                    <a:pt x="99" y="87"/>
                    <a:pt x="99" y="87"/>
                    <a:pt x="99" y="87"/>
                  </a:cubicBezTo>
                  <a:cubicBezTo>
                    <a:pt x="100" y="85"/>
                    <a:pt x="100" y="85"/>
                    <a:pt x="100" y="85"/>
                  </a:cubicBezTo>
                  <a:cubicBezTo>
                    <a:pt x="100" y="85"/>
                    <a:pt x="100" y="85"/>
                    <a:pt x="100" y="85"/>
                  </a:cubicBezTo>
                  <a:cubicBezTo>
                    <a:pt x="102" y="84"/>
                    <a:pt x="102" y="84"/>
                    <a:pt x="102" y="84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5" y="81"/>
                    <a:pt x="105" y="81"/>
                    <a:pt x="105" y="81"/>
                  </a:cubicBezTo>
                  <a:cubicBezTo>
                    <a:pt x="106" y="81"/>
                    <a:pt x="106" y="81"/>
                    <a:pt x="106" y="81"/>
                  </a:cubicBezTo>
                  <a:cubicBezTo>
                    <a:pt x="107" y="80"/>
                    <a:pt x="107" y="80"/>
                    <a:pt x="107" y="80"/>
                  </a:cubicBezTo>
                  <a:cubicBezTo>
                    <a:pt x="108" y="80"/>
                    <a:pt x="108" y="80"/>
                    <a:pt x="108" y="80"/>
                  </a:cubicBezTo>
                  <a:cubicBezTo>
                    <a:pt x="109" y="79"/>
                    <a:pt x="109" y="79"/>
                    <a:pt x="109" y="79"/>
                  </a:cubicBezTo>
                  <a:cubicBezTo>
                    <a:pt x="110" y="78"/>
                    <a:pt x="110" y="78"/>
                    <a:pt x="110" y="78"/>
                  </a:cubicBezTo>
                  <a:cubicBezTo>
                    <a:pt x="111" y="77"/>
                    <a:pt x="111" y="77"/>
                    <a:pt x="111" y="77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2" y="76"/>
                    <a:pt x="112" y="76"/>
                    <a:pt x="112" y="76"/>
                  </a:cubicBezTo>
                  <a:cubicBezTo>
                    <a:pt x="112" y="75"/>
                    <a:pt x="112" y="75"/>
                    <a:pt x="112" y="75"/>
                  </a:cubicBezTo>
                  <a:cubicBezTo>
                    <a:pt x="112" y="75"/>
                    <a:pt x="112" y="75"/>
                    <a:pt x="112" y="75"/>
                  </a:cubicBezTo>
                  <a:cubicBezTo>
                    <a:pt x="112" y="74"/>
                    <a:pt x="112" y="74"/>
                    <a:pt x="112" y="74"/>
                  </a:cubicBezTo>
                  <a:cubicBezTo>
                    <a:pt x="112" y="73"/>
                    <a:pt x="112" y="73"/>
                    <a:pt x="112" y="73"/>
                  </a:cubicBezTo>
                  <a:cubicBezTo>
                    <a:pt x="111" y="73"/>
                    <a:pt x="111" y="73"/>
                    <a:pt x="111" y="73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2" y="71"/>
                    <a:pt x="112" y="71"/>
                    <a:pt x="112" y="71"/>
                  </a:cubicBezTo>
                  <a:cubicBezTo>
                    <a:pt x="112" y="71"/>
                    <a:pt x="112" y="71"/>
                    <a:pt x="112" y="71"/>
                  </a:cubicBezTo>
                  <a:cubicBezTo>
                    <a:pt x="111" y="71"/>
                    <a:pt x="111" y="71"/>
                    <a:pt x="111" y="71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09" y="70"/>
                    <a:pt x="109" y="70"/>
                    <a:pt x="109" y="70"/>
                  </a:cubicBezTo>
                  <a:cubicBezTo>
                    <a:pt x="109" y="70"/>
                    <a:pt x="109" y="70"/>
                    <a:pt x="109" y="70"/>
                  </a:cubicBezTo>
                  <a:cubicBezTo>
                    <a:pt x="109" y="69"/>
                    <a:pt x="109" y="69"/>
                    <a:pt x="109" y="69"/>
                  </a:cubicBezTo>
                  <a:cubicBezTo>
                    <a:pt x="108" y="69"/>
                    <a:pt x="108" y="69"/>
                    <a:pt x="108" y="69"/>
                  </a:cubicBezTo>
                  <a:cubicBezTo>
                    <a:pt x="107" y="69"/>
                    <a:pt x="107" y="69"/>
                    <a:pt x="107" y="69"/>
                  </a:cubicBezTo>
                  <a:cubicBezTo>
                    <a:pt x="107" y="70"/>
                    <a:pt x="107" y="70"/>
                    <a:pt x="107" y="70"/>
                  </a:cubicBezTo>
                  <a:cubicBezTo>
                    <a:pt x="107" y="70"/>
                    <a:pt x="107" y="70"/>
                    <a:pt x="107" y="70"/>
                  </a:cubicBezTo>
                  <a:cubicBezTo>
                    <a:pt x="106" y="69"/>
                    <a:pt x="106" y="69"/>
                    <a:pt x="106" y="69"/>
                  </a:cubicBezTo>
                  <a:cubicBezTo>
                    <a:pt x="105" y="69"/>
                    <a:pt x="105" y="69"/>
                    <a:pt x="105" y="69"/>
                  </a:cubicBezTo>
                  <a:cubicBezTo>
                    <a:pt x="104" y="70"/>
                    <a:pt x="104" y="70"/>
                    <a:pt x="104" y="70"/>
                  </a:cubicBezTo>
                  <a:cubicBezTo>
                    <a:pt x="104" y="71"/>
                    <a:pt x="104" y="71"/>
                    <a:pt x="104" y="71"/>
                  </a:cubicBezTo>
                  <a:cubicBezTo>
                    <a:pt x="103" y="71"/>
                    <a:pt x="103" y="71"/>
                    <a:pt x="103" y="71"/>
                  </a:cubicBezTo>
                  <a:cubicBezTo>
                    <a:pt x="103" y="71"/>
                    <a:pt x="103" y="71"/>
                    <a:pt x="103" y="71"/>
                  </a:cubicBezTo>
                  <a:cubicBezTo>
                    <a:pt x="102" y="72"/>
                    <a:pt x="102" y="72"/>
                    <a:pt x="102" y="72"/>
                  </a:cubicBezTo>
                  <a:cubicBezTo>
                    <a:pt x="102" y="72"/>
                    <a:pt x="102" y="72"/>
                    <a:pt x="102" y="72"/>
                  </a:cubicBezTo>
                  <a:cubicBezTo>
                    <a:pt x="102" y="73"/>
                    <a:pt x="102" y="73"/>
                    <a:pt x="102" y="73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102" y="74"/>
                    <a:pt x="102" y="74"/>
                    <a:pt x="102" y="74"/>
                  </a:cubicBezTo>
                  <a:cubicBezTo>
                    <a:pt x="102" y="75"/>
                    <a:pt x="102" y="75"/>
                    <a:pt x="102" y="75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7"/>
                    <a:pt x="100" y="77"/>
                    <a:pt x="100" y="77"/>
                  </a:cubicBezTo>
                  <a:cubicBezTo>
                    <a:pt x="98" y="77"/>
                    <a:pt x="98" y="77"/>
                    <a:pt x="98" y="77"/>
                  </a:cubicBezTo>
                  <a:cubicBezTo>
                    <a:pt x="98" y="78"/>
                    <a:pt x="98" y="78"/>
                    <a:pt x="98" y="78"/>
                  </a:cubicBezTo>
                  <a:cubicBezTo>
                    <a:pt x="98" y="78"/>
                    <a:pt x="98" y="78"/>
                    <a:pt x="98" y="78"/>
                  </a:cubicBezTo>
                  <a:cubicBezTo>
                    <a:pt x="97" y="78"/>
                    <a:pt x="97" y="78"/>
                    <a:pt x="97" y="78"/>
                  </a:cubicBezTo>
                  <a:cubicBezTo>
                    <a:pt x="96" y="78"/>
                    <a:pt x="96" y="78"/>
                    <a:pt x="96" y="78"/>
                  </a:cubicBezTo>
                  <a:cubicBezTo>
                    <a:pt x="95" y="79"/>
                    <a:pt x="95" y="79"/>
                    <a:pt x="95" y="79"/>
                  </a:cubicBezTo>
                  <a:cubicBezTo>
                    <a:pt x="95" y="80"/>
                    <a:pt x="95" y="80"/>
                    <a:pt x="95" y="80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79"/>
                    <a:pt x="94" y="79"/>
                    <a:pt x="94" y="79"/>
                  </a:cubicBezTo>
                  <a:cubicBezTo>
                    <a:pt x="94" y="80"/>
                    <a:pt x="94" y="80"/>
                    <a:pt x="94" y="80"/>
                  </a:cubicBezTo>
                  <a:cubicBezTo>
                    <a:pt x="93" y="80"/>
                    <a:pt x="93" y="80"/>
                    <a:pt x="93" y="80"/>
                  </a:cubicBezTo>
                  <a:cubicBezTo>
                    <a:pt x="93" y="80"/>
                    <a:pt x="93" y="80"/>
                    <a:pt x="93" y="80"/>
                  </a:cubicBezTo>
                  <a:cubicBezTo>
                    <a:pt x="93" y="79"/>
                    <a:pt x="93" y="79"/>
                    <a:pt x="93" y="79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90" y="80"/>
                    <a:pt x="90" y="80"/>
                    <a:pt x="90" y="80"/>
                  </a:cubicBezTo>
                  <a:cubicBezTo>
                    <a:pt x="89" y="80"/>
                    <a:pt x="89" y="80"/>
                    <a:pt x="89" y="80"/>
                  </a:cubicBezTo>
                  <a:cubicBezTo>
                    <a:pt x="89" y="80"/>
                    <a:pt x="89" y="80"/>
                    <a:pt x="89" y="80"/>
                  </a:cubicBezTo>
                  <a:cubicBezTo>
                    <a:pt x="89" y="80"/>
                    <a:pt x="89" y="80"/>
                    <a:pt x="89" y="80"/>
                  </a:cubicBezTo>
                  <a:cubicBezTo>
                    <a:pt x="89" y="81"/>
                    <a:pt x="89" y="81"/>
                    <a:pt x="89" y="81"/>
                  </a:cubicBezTo>
                  <a:cubicBezTo>
                    <a:pt x="89" y="82"/>
                    <a:pt x="89" y="82"/>
                    <a:pt x="89" y="82"/>
                  </a:cubicBezTo>
                  <a:cubicBezTo>
                    <a:pt x="89" y="82"/>
                    <a:pt x="89" y="82"/>
                    <a:pt x="89" y="82"/>
                  </a:cubicBezTo>
                  <a:cubicBezTo>
                    <a:pt x="89" y="82"/>
                    <a:pt x="89" y="82"/>
                    <a:pt x="89" y="82"/>
                  </a:cubicBezTo>
                  <a:cubicBezTo>
                    <a:pt x="88" y="83"/>
                    <a:pt x="88" y="83"/>
                    <a:pt x="88" y="83"/>
                  </a:cubicBezTo>
                  <a:cubicBezTo>
                    <a:pt x="88" y="83"/>
                    <a:pt x="88" y="83"/>
                    <a:pt x="88" y="83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7" y="82"/>
                    <a:pt x="87" y="82"/>
                    <a:pt x="87" y="82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7" y="84"/>
                    <a:pt x="87" y="84"/>
                    <a:pt x="87" y="84"/>
                  </a:cubicBezTo>
                  <a:cubicBezTo>
                    <a:pt x="87" y="84"/>
                    <a:pt x="87" y="84"/>
                    <a:pt x="87" y="84"/>
                  </a:cubicBezTo>
                  <a:cubicBezTo>
                    <a:pt x="86" y="85"/>
                    <a:pt x="86" y="85"/>
                    <a:pt x="86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85" y="86"/>
                    <a:pt x="85" y="86"/>
                    <a:pt x="85" y="86"/>
                  </a:cubicBezTo>
                  <a:cubicBezTo>
                    <a:pt x="84" y="86"/>
                    <a:pt x="84" y="86"/>
                    <a:pt x="84" y="86"/>
                  </a:cubicBezTo>
                  <a:cubicBezTo>
                    <a:pt x="83" y="86"/>
                    <a:pt x="83" y="86"/>
                    <a:pt x="83" y="86"/>
                  </a:cubicBezTo>
                  <a:cubicBezTo>
                    <a:pt x="83" y="87"/>
                    <a:pt x="83" y="87"/>
                    <a:pt x="83" y="87"/>
                  </a:cubicBezTo>
                  <a:cubicBezTo>
                    <a:pt x="83" y="88"/>
                    <a:pt x="83" y="88"/>
                    <a:pt x="83" y="88"/>
                  </a:cubicBezTo>
                  <a:cubicBezTo>
                    <a:pt x="84" y="88"/>
                    <a:pt x="84" y="88"/>
                    <a:pt x="84" y="88"/>
                  </a:cubicBezTo>
                  <a:cubicBezTo>
                    <a:pt x="83" y="88"/>
                    <a:pt x="83" y="88"/>
                    <a:pt x="83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81" y="90"/>
                    <a:pt x="81" y="90"/>
                    <a:pt x="81" y="90"/>
                  </a:cubicBezTo>
                  <a:cubicBezTo>
                    <a:pt x="81" y="90"/>
                    <a:pt x="81" y="90"/>
                    <a:pt x="81" y="90"/>
                  </a:cubicBezTo>
                  <a:cubicBezTo>
                    <a:pt x="82" y="90"/>
                    <a:pt x="82" y="90"/>
                    <a:pt x="82" y="90"/>
                  </a:cubicBezTo>
                  <a:cubicBezTo>
                    <a:pt x="82" y="90"/>
                    <a:pt x="82" y="90"/>
                    <a:pt x="82" y="90"/>
                  </a:cubicBezTo>
                  <a:cubicBezTo>
                    <a:pt x="83" y="91"/>
                    <a:pt x="83" y="91"/>
                    <a:pt x="83" y="91"/>
                  </a:cubicBezTo>
                  <a:cubicBezTo>
                    <a:pt x="83" y="91"/>
                    <a:pt x="83" y="91"/>
                    <a:pt x="83" y="91"/>
                  </a:cubicBezTo>
                  <a:cubicBezTo>
                    <a:pt x="83" y="92"/>
                    <a:pt x="83" y="92"/>
                    <a:pt x="83" y="92"/>
                  </a:cubicBezTo>
                  <a:cubicBezTo>
                    <a:pt x="82" y="92"/>
                    <a:pt x="82" y="92"/>
                    <a:pt x="82" y="92"/>
                  </a:cubicBezTo>
                  <a:cubicBezTo>
                    <a:pt x="82" y="92"/>
                    <a:pt x="82" y="92"/>
                    <a:pt x="82" y="92"/>
                  </a:cubicBezTo>
                  <a:cubicBezTo>
                    <a:pt x="81" y="92"/>
                    <a:pt x="81" y="92"/>
                    <a:pt x="81" y="92"/>
                  </a:cubicBezTo>
                  <a:cubicBezTo>
                    <a:pt x="80" y="92"/>
                    <a:pt x="80" y="92"/>
                    <a:pt x="80" y="92"/>
                  </a:cubicBezTo>
                  <a:cubicBezTo>
                    <a:pt x="79" y="93"/>
                    <a:pt x="79" y="93"/>
                    <a:pt x="79" y="93"/>
                  </a:cubicBezTo>
                  <a:cubicBezTo>
                    <a:pt x="79" y="93"/>
                    <a:pt x="79" y="93"/>
                    <a:pt x="79" y="93"/>
                  </a:cubicBezTo>
                  <a:cubicBezTo>
                    <a:pt x="79" y="94"/>
                    <a:pt x="79" y="94"/>
                    <a:pt x="79" y="94"/>
                  </a:cubicBezTo>
                  <a:cubicBezTo>
                    <a:pt x="78" y="94"/>
                    <a:pt x="78" y="94"/>
                    <a:pt x="78" y="94"/>
                  </a:cubicBezTo>
                  <a:cubicBezTo>
                    <a:pt x="78" y="94"/>
                    <a:pt x="78" y="94"/>
                    <a:pt x="78" y="94"/>
                  </a:cubicBezTo>
                  <a:cubicBezTo>
                    <a:pt x="77" y="94"/>
                    <a:pt x="77" y="94"/>
                    <a:pt x="77" y="94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7" y="93"/>
                    <a:pt x="77" y="93"/>
                    <a:pt x="77" y="93"/>
                  </a:cubicBezTo>
                  <a:cubicBezTo>
                    <a:pt x="76" y="94"/>
                    <a:pt x="76" y="94"/>
                    <a:pt x="76" y="94"/>
                  </a:cubicBezTo>
                  <a:cubicBezTo>
                    <a:pt x="76" y="95"/>
                    <a:pt x="76" y="95"/>
                    <a:pt x="76" y="95"/>
                  </a:cubicBezTo>
                  <a:cubicBezTo>
                    <a:pt x="77" y="96"/>
                    <a:pt x="77" y="96"/>
                    <a:pt x="77" y="96"/>
                  </a:cubicBezTo>
                  <a:cubicBezTo>
                    <a:pt x="78" y="96"/>
                    <a:pt x="78" y="96"/>
                    <a:pt x="78" y="96"/>
                  </a:cubicBezTo>
                  <a:cubicBezTo>
                    <a:pt x="78" y="96"/>
                    <a:pt x="78" y="96"/>
                    <a:pt x="78" y="96"/>
                  </a:cubicBezTo>
                  <a:cubicBezTo>
                    <a:pt x="78" y="96"/>
                    <a:pt x="78" y="96"/>
                    <a:pt x="78" y="96"/>
                  </a:cubicBezTo>
                  <a:cubicBezTo>
                    <a:pt x="78" y="97"/>
                    <a:pt x="78" y="97"/>
                    <a:pt x="78" y="97"/>
                  </a:cubicBezTo>
                  <a:cubicBezTo>
                    <a:pt x="78" y="97"/>
                    <a:pt x="78" y="97"/>
                    <a:pt x="78" y="97"/>
                  </a:cubicBezTo>
                  <a:cubicBezTo>
                    <a:pt x="78" y="98"/>
                    <a:pt x="78" y="98"/>
                    <a:pt x="78" y="98"/>
                  </a:cubicBezTo>
                  <a:cubicBezTo>
                    <a:pt x="79" y="97"/>
                    <a:pt x="79" y="97"/>
                    <a:pt x="79" y="97"/>
                  </a:cubicBezTo>
                  <a:cubicBezTo>
                    <a:pt x="79" y="97"/>
                    <a:pt x="79" y="97"/>
                    <a:pt x="79" y="97"/>
                  </a:cubicBezTo>
                  <a:cubicBezTo>
                    <a:pt x="80" y="97"/>
                    <a:pt x="80" y="97"/>
                    <a:pt x="80" y="97"/>
                  </a:cubicBezTo>
                  <a:cubicBezTo>
                    <a:pt x="80" y="97"/>
                    <a:pt x="80" y="97"/>
                    <a:pt x="80" y="97"/>
                  </a:cubicBezTo>
                  <a:cubicBezTo>
                    <a:pt x="81" y="97"/>
                    <a:pt x="81" y="97"/>
                    <a:pt x="81" y="97"/>
                  </a:cubicBezTo>
                  <a:cubicBezTo>
                    <a:pt x="81" y="97"/>
                    <a:pt x="81" y="97"/>
                    <a:pt x="81" y="97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80" y="98"/>
                    <a:pt x="80" y="98"/>
                    <a:pt x="80" y="98"/>
                  </a:cubicBezTo>
                  <a:cubicBezTo>
                    <a:pt x="79" y="98"/>
                    <a:pt x="79" y="98"/>
                    <a:pt x="79" y="98"/>
                  </a:cubicBezTo>
                  <a:cubicBezTo>
                    <a:pt x="79" y="98"/>
                    <a:pt x="79" y="98"/>
                    <a:pt x="79" y="98"/>
                  </a:cubicBezTo>
                  <a:cubicBezTo>
                    <a:pt x="78" y="98"/>
                    <a:pt x="78" y="98"/>
                    <a:pt x="78" y="98"/>
                  </a:cubicBezTo>
                  <a:cubicBezTo>
                    <a:pt x="78" y="99"/>
                    <a:pt x="78" y="99"/>
                    <a:pt x="78" y="99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79" y="101"/>
                    <a:pt x="79" y="101"/>
                    <a:pt x="79" y="101"/>
                  </a:cubicBezTo>
                  <a:cubicBezTo>
                    <a:pt x="78" y="101"/>
                    <a:pt x="78" y="101"/>
                    <a:pt x="78" y="101"/>
                  </a:cubicBezTo>
                  <a:cubicBezTo>
                    <a:pt x="78" y="101"/>
                    <a:pt x="78" y="101"/>
                    <a:pt x="78" y="101"/>
                  </a:cubicBezTo>
                  <a:cubicBezTo>
                    <a:pt x="78" y="102"/>
                    <a:pt x="78" y="102"/>
                    <a:pt x="78" y="102"/>
                  </a:cubicBezTo>
                  <a:cubicBezTo>
                    <a:pt x="78" y="102"/>
                    <a:pt x="78" y="102"/>
                    <a:pt x="78" y="102"/>
                  </a:cubicBezTo>
                  <a:cubicBezTo>
                    <a:pt x="79" y="102"/>
                    <a:pt x="79" y="102"/>
                    <a:pt x="79" y="102"/>
                  </a:cubicBezTo>
                  <a:cubicBezTo>
                    <a:pt x="80" y="102"/>
                    <a:pt x="80" y="102"/>
                    <a:pt x="80" y="102"/>
                  </a:cubicBezTo>
                  <a:cubicBezTo>
                    <a:pt x="80" y="102"/>
                    <a:pt x="80" y="102"/>
                    <a:pt x="80" y="102"/>
                  </a:cubicBezTo>
                  <a:cubicBezTo>
                    <a:pt x="79" y="102"/>
                    <a:pt x="79" y="102"/>
                    <a:pt x="79" y="102"/>
                  </a:cubicBezTo>
                  <a:cubicBezTo>
                    <a:pt x="78" y="102"/>
                    <a:pt x="78" y="102"/>
                    <a:pt x="78" y="102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80" y="103"/>
                    <a:pt x="80" y="103"/>
                    <a:pt x="80" y="103"/>
                  </a:cubicBezTo>
                  <a:cubicBezTo>
                    <a:pt x="81" y="104"/>
                    <a:pt x="81" y="104"/>
                    <a:pt x="81" y="104"/>
                  </a:cubicBezTo>
                  <a:cubicBezTo>
                    <a:pt x="82" y="104"/>
                    <a:pt x="82" y="104"/>
                    <a:pt x="82" y="104"/>
                  </a:cubicBezTo>
                  <a:cubicBezTo>
                    <a:pt x="82" y="104"/>
                    <a:pt x="82" y="104"/>
                    <a:pt x="82" y="104"/>
                  </a:cubicBezTo>
                  <a:cubicBezTo>
                    <a:pt x="82" y="105"/>
                    <a:pt x="82" y="105"/>
                    <a:pt x="82" y="105"/>
                  </a:cubicBezTo>
                  <a:cubicBezTo>
                    <a:pt x="81" y="104"/>
                    <a:pt x="81" y="104"/>
                    <a:pt x="81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79" y="104"/>
                    <a:pt x="79" y="104"/>
                    <a:pt x="79" y="104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7" y="104"/>
                    <a:pt x="77" y="104"/>
                    <a:pt x="77" y="104"/>
                  </a:cubicBezTo>
                  <a:cubicBezTo>
                    <a:pt x="77" y="104"/>
                    <a:pt x="77" y="104"/>
                    <a:pt x="77" y="104"/>
                  </a:cubicBezTo>
                  <a:cubicBezTo>
                    <a:pt x="77" y="105"/>
                    <a:pt x="77" y="105"/>
                    <a:pt x="77" y="105"/>
                  </a:cubicBezTo>
                  <a:cubicBezTo>
                    <a:pt x="77" y="105"/>
                    <a:pt x="77" y="105"/>
                    <a:pt x="77" y="105"/>
                  </a:cubicBezTo>
                  <a:cubicBezTo>
                    <a:pt x="77" y="105"/>
                    <a:pt x="77" y="105"/>
                    <a:pt x="77" y="105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76" y="106"/>
                    <a:pt x="76" y="106"/>
                    <a:pt x="76" y="106"/>
                  </a:cubicBezTo>
                  <a:cubicBezTo>
                    <a:pt x="76" y="106"/>
                    <a:pt x="76" y="106"/>
                    <a:pt x="76" y="106"/>
                  </a:cubicBezTo>
                  <a:cubicBezTo>
                    <a:pt x="76" y="107"/>
                    <a:pt x="76" y="107"/>
                    <a:pt x="76" y="107"/>
                  </a:cubicBezTo>
                  <a:cubicBezTo>
                    <a:pt x="76" y="107"/>
                    <a:pt x="76" y="107"/>
                    <a:pt x="76" y="107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6" y="109"/>
                    <a:pt x="76" y="109"/>
                    <a:pt x="76" y="109"/>
                  </a:cubicBezTo>
                  <a:cubicBezTo>
                    <a:pt x="76" y="109"/>
                    <a:pt x="76" y="109"/>
                    <a:pt x="76" y="109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77" y="109"/>
                    <a:pt x="77" y="109"/>
                    <a:pt x="77" y="109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9" y="108"/>
                    <a:pt x="79" y="108"/>
                    <a:pt x="79" y="108"/>
                  </a:cubicBezTo>
                  <a:cubicBezTo>
                    <a:pt x="80" y="107"/>
                    <a:pt x="80" y="107"/>
                    <a:pt x="80" y="107"/>
                  </a:cubicBezTo>
                  <a:cubicBezTo>
                    <a:pt x="81" y="107"/>
                    <a:pt x="81" y="107"/>
                    <a:pt x="81" y="107"/>
                  </a:cubicBezTo>
                  <a:cubicBezTo>
                    <a:pt x="81" y="108"/>
                    <a:pt x="81" y="108"/>
                    <a:pt x="81" y="108"/>
                  </a:cubicBezTo>
                  <a:cubicBezTo>
                    <a:pt x="81" y="108"/>
                    <a:pt x="81" y="108"/>
                    <a:pt x="81" y="108"/>
                  </a:cubicBezTo>
                  <a:cubicBezTo>
                    <a:pt x="81" y="108"/>
                    <a:pt x="81" y="108"/>
                    <a:pt x="81" y="108"/>
                  </a:cubicBezTo>
                  <a:cubicBezTo>
                    <a:pt x="80" y="108"/>
                    <a:pt x="80" y="108"/>
                    <a:pt x="80" y="108"/>
                  </a:cubicBezTo>
                  <a:cubicBezTo>
                    <a:pt x="80" y="108"/>
                    <a:pt x="80" y="108"/>
                    <a:pt x="80" y="108"/>
                  </a:cubicBezTo>
                  <a:cubicBezTo>
                    <a:pt x="79" y="108"/>
                    <a:pt x="79" y="108"/>
                    <a:pt x="79" y="108"/>
                  </a:cubicBezTo>
                  <a:cubicBezTo>
                    <a:pt x="78" y="109"/>
                    <a:pt x="78" y="109"/>
                    <a:pt x="78" y="109"/>
                  </a:cubicBezTo>
                  <a:cubicBezTo>
                    <a:pt x="78" y="109"/>
                    <a:pt x="78" y="109"/>
                    <a:pt x="78" y="109"/>
                  </a:cubicBezTo>
                  <a:cubicBezTo>
                    <a:pt x="77" y="110"/>
                    <a:pt x="77" y="110"/>
                    <a:pt x="77" y="110"/>
                  </a:cubicBezTo>
                  <a:cubicBezTo>
                    <a:pt x="78" y="111"/>
                    <a:pt x="78" y="111"/>
                    <a:pt x="78" y="111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7" y="111"/>
                    <a:pt x="77" y="112"/>
                    <a:pt x="77" y="111"/>
                  </a:cubicBezTo>
                  <a:close/>
                  <a:moveTo>
                    <a:pt x="81" y="133"/>
                  </a:moveTo>
                  <a:cubicBezTo>
                    <a:pt x="82" y="133"/>
                    <a:pt x="82" y="133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2" y="132"/>
                    <a:pt x="82" y="132"/>
                    <a:pt x="82" y="132"/>
                  </a:cubicBezTo>
                  <a:cubicBezTo>
                    <a:pt x="81" y="131"/>
                    <a:pt x="81" y="131"/>
                    <a:pt x="81" y="131"/>
                  </a:cubicBezTo>
                  <a:cubicBezTo>
                    <a:pt x="80" y="131"/>
                    <a:pt x="80" y="131"/>
                    <a:pt x="80" y="131"/>
                  </a:cubicBezTo>
                  <a:cubicBezTo>
                    <a:pt x="80" y="130"/>
                    <a:pt x="80" y="130"/>
                    <a:pt x="80" y="130"/>
                  </a:cubicBezTo>
                  <a:cubicBezTo>
                    <a:pt x="80" y="130"/>
                    <a:pt x="80" y="130"/>
                    <a:pt x="80" y="130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78" y="131"/>
                    <a:pt x="78" y="131"/>
                    <a:pt x="78" y="131"/>
                  </a:cubicBezTo>
                  <a:cubicBezTo>
                    <a:pt x="78" y="131"/>
                    <a:pt x="78" y="131"/>
                    <a:pt x="78" y="131"/>
                  </a:cubicBezTo>
                  <a:cubicBezTo>
                    <a:pt x="79" y="131"/>
                    <a:pt x="79" y="131"/>
                    <a:pt x="79" y="131"/>
                  </a:cubicBezTo>
                  <a:cubicBezTo>
                    <a:pt x="79" y="131"/>
                    <a:pt x="79" y="131"/>
                    <a:pt x="79" y="131"/>
                  </a:cubicBezTo>
                  <a:cubicBezTo>
                    <a:pt x="80" y="131"/>
                    <a:pt x="80" y="131"/>
                    <a:pt x="80" y="131"/>
                  </a:cubicBezTo>
                  <a:cubicBezTo>
                    <a:pt x="80" y="132"/>
                    <a:pt x="80" y="132"/>
                    <a:pt x="80" y="132"/>
                  </a:cubicBezTo>
                  <a:cubicBezTo>
                    <a:pt x="81" y="132"/>
                    <a:pt x="81" y="132"/>
                    <a:pt x="81" y="132"/>
                  </a:cubicBezTo>
                  <a:cubicBezTo>
                    <a:pt x="81" y="133"/>
                    <a:pt x="81" y="133"/>
                    <a:pt x="81" y="133"/>
                  </a:cubicBezTo>
                  <a:close/>
                  <a:moveTo>
                    <a:pt x="97" y="133"/>
                  </a:moveTo>
                  <a:cubicBezTo>
                    <a:pt x="96" y="132"/>
                    <a:pt x="96" y="132"/>
                    <a:pt x="96" y="132"/>
                  </a:cubicBezTo>
                  <a:cubicBezTo>
                    <a:pt x="96" y="133"/>
                    <a:pt x="96" y="133"/>
                    <a:pt x="96" y="133"/>
                  </a:cubicBezTo>
                  <a:cubicBezTo>
                    <a:pt x="95" y="133"/>
                    <a:pt x="95" y="133"/>
                    <a:pt x="95" y="133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2" y="130"/>
                    <a:pt x="92" y="130"/>
                    <a:pt x="92" y="130"/>
                  </a:cubicBezTo>
                  <a:cubicBezTo>
                    <a:pt x="92" y="130"/>
                    <a:pt x="92" y="130"/>
                    <a:pt x="92" y="130"/>
                  </a:cubicBezTo>
                  <a:cubicBezTo>
                    <a:pt x="91" y="130"/>
                    <a:pt x="91" y="130"/>
                    <a:pt x="91" y="130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88" y="126"/>
                    <a:pt x="88" y="126"/>
                    <a:pt x="88" y="126"/>
                  </a:cubicBezTo>
                  <a:cubicBezTo>
                    <a:pt x="87" y="124"/>
                    <a:pt x="87" y="124"/>
                    <a:pt x="87" y="124"/>
                  </a:cubicBezTo>
                  <a:cubicBezTo>
                    <a:pt x="87" y="123"/>
                    <a:pt x="87" y="123"/>
                    <a:pt x="87" y="123"/>
                  </a:cubicBezTo>
                  <a:cubicBezTo>
                    <a:pt x="87" y="121"/>
                    <a:pt x="87" y="121"/>
                    <a:pt x="87" y="121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5" y="118"/>
                    <a:pt x="85" y="118"/>
                    <a:pt x="85" y="118"/>
                  </a:cubicBezTo>
                  <a:cubicBezTo>
                    <a:pt x="85" y="117"/>
                    <a:pt x="85" y="117"/>
                    <a:pt x="85" y="117"/>
                  </a:cubicBezTo>
                  <a:cubicBezTo>
                    <a:pt x="86" y="117"/>
                    <a:pt x="86" y="117"/>
                    <a:pt x="86" y="117"/>
                  </a:cubicBezTo>
                  <a:cubicBezTo>
                    <a:pt x="86" y="116"/>
                    <a:pt x="86" y="116"/>
                    <a:pt x="86" y="116"/>
                  </a:cubicBezTo>
                  <a:cubicBezTo>
                    <a:pt x="85" y="116"/>
                    <a:pt x="85" y="116"/>
                    <a:pt x="85" y="116"/>
                  </a:cubicBezTo>
                  <a:cubicBezTo>
                    <a:pt x="84" y="116"/>
                    <a:pt x="84" y="116"/>
                    <a:pt x="84" y="116"/>
                  </a:cubicBezTo>
                  <a:cubicBezTo>
                    <a:pt x="84" y="116"/>
                    <a:pt x="84" y="116"/>
                    <a:pt x="84" y="116"/>
                  </a:cubicBezTo>
                  <a:cubicBezTo>
                    <a:pt x="84" y="116"/>
                    <a:pt x="84" y="116"/>
                    <a:pt x="84" y="116"/>
                  </a:cubicBezTo>
                  <a:cubicBezTo>
                    <a:pt x="85" y="116"/>
                    <a:pt x="85" y="116"/>
                    <a:pt x="85" y="116"/>
                  </a:cubicBezTo>
                  <a:cubicBezTo>
                    <a:pt x="86" y="115"/>
                    <a:pt x="86" y="115"/>
                    <a:pt x="86" y="115"/>
                  </a:cubicBezTo>
                  <a:cubicBezTo>
                    <a:pt x="86" y="114"/>
                    <a:pt x="86" y="114"/>
                    <a:pt x="86" y="114"/>
                  </a:cubicBezTo>
                  <a:cubicBezTo>
                    <a:pt x="86" y="113"/>
                    <a:pt x="86" y="113"/>
                    <a:pt x="86" y="113"/>
                  </a:cubicBezTo>
                  <a:cubicBezTo>
                    <a:pt x="85" y="113"/>
                    <a:pt x="85" y="113"/>
                    <a:pt x="85" y="113"/>
                  </a:cubicBezTo>
                  <a:cubicBezTo>
                    <a:pt x="84" y="113"/>
                    <a:pt x="84" y="113"/>
                    <a:pt x="84" y="113"/>
                  </a:cubicBezTo>
                  <a:cubicBezTo>
                    <a:pt x="85" y="113"/>
                    <a:pt x="85" y="113"/>
                    <a:pt x="85" y="113"/>
                  </a:cubicBezTo>
                  <a:cubicBezTo>
                    <a:pt x="86" y="113"/>
                    <a:pt x="86" y="113"/>
                    <a:pt x="86" y="113"/>
                  </a:cubicBezTo>
                  <a:cubicBezTo>
                    <a:pt x="86" y="112"/>
                    <a:pt x="86" y="112"/>
                    <a:pt x="86" y="112"/>
                  </a:cubicBezTo>
                  <a:cubicBezTo>
                    <a:pt x="86" y="112"/>
                    <a:pt x="86" y="112"/>
                    <a:pt x="86" y="112"/>
                  </a:cubicBezTo>
                  <a:cubicBezTo>
                    <a:pt x="84" y="112"/>
                    <a:pt x="84" y="112"/>
                    <a:pt x="84" y="112"/>
                  </a:cubicBezTo>
                  <a:cubicBezTo>
                    <a:pt x="82" y="111"/>
                    <a:pt x="82" y="111"/>
                    <a:pt x="82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0" y="111"/>
                    <a:pt x="80" y="111"/>
                    <a:pt x="80" y="111"/>
                  </a:cubicBezTo>
                  <a:cubicBezTo>
                    <a:pt x="79" y="112"/>
                    <a:pt x="79" y="112"/>
                    <a:pt x="79" y="112"/>
                  </a:cubicBezTo>
                  <a:cubicBezTo>
                    <a:pt x="77" y="112"/>
                    <a:pt x="77" y="112"/>
                    <a:pt x="77" y="112"/>
                  </a:cubicBezTo>
                  <a:cubicBezTo>
                    <a:pt x="77" y="112"/>
                    <a:pt x="77" y="112"/>
                    <a:pt x="77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6" y="114"/>
                    <a:pt x="76" y="114"/>
                  </a:cubicBezTo>
                  <a:cubicBezTo>
                    <a:pt x="75" y="114"/>
                    <a:pt x="75" y="114"/>
                    <a:pt x="75" y="114"/>
                  </a:cubicBezTo>
                  <a:cubicBezTo>
                    <a:pt x="76" y="115"/>
                    <a:pt x="76" y="115"/>
                    <a:pt x="76" y="115"/>
                  </a:cubicBezTo>
                  <a:cubicBezTo>
                    <a:pt x="76" y="115"/>
                    <a:pt x="76" y="115"/>
                    <a:pt x="76" y="115"/>
                  </a:cubicBezTo>
                  <a:cubicBezTo>
                    <a:pt x="77" y="116"/>
                    <a:pt x="77" y="116"/>
                    <a:pt x="77" y="116"/>
                  </a:cubicBezTo>
                  <a:cubicBezTo>
                    <a:pt x="76" y="116"/>
                    <a:pt x="76" y="116"/>
                    <a:pt x="76" y="116"/>
                  </a:cubicBezTo>
                  <a:cubicBezTo>
                    <a:pt x="76" y="116"/>
                    <a:pt x="76" y="116"/>
                    <a:pt x="76" y="116"/>
                  </a:cubicBezTo>
                  <a:cubicBezTo>
                    <a:pt x="75" y="116"/>
                    <a:pt x="75" y="116"/>
                    <a:pt x="75" y="116"/>
                  </a:cubicBezTo>
                  <a:cubicBezTo>
                    <a:pt x="74" y="117"/>
                    <a:pt x="74" y="117"/>
                    <a:pt x="74" y="117"/>
                  </a:cubicBezTo>
                  <a:cubicBezTo>
                    <a:pt x="74" y="118"/>
                    <a:pt x="74" y="118"/>
                    <a:pt x="74" y="118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5" y="119"/>
                    <a:pt x="75" y="119"/>
                    <a:pt x="75" y="119"/>
                  </a:cubicBezTo>
                  <a:cubicBezTo>
                    <a:pt x="76" y="118"/>
                    <a:pt x="76" y="118"/>
                    <a:pt x="76" y="118"/>
                  </a:cubicBezTo>
                  <a:cubicBezTo>
                    <a:pt x="76" y="118"/>
                    <a:pt x="76" y="118"/>
                    <a:pt x="76" y="118"/>
                  </a:cubicBezTo>
                  <a:cubicBezTo>
                    <a:pt x="76" y="119"/>
                    <a:pt x="76" y="119"/>
                    <a:pt x="76" y="119"/>
                  </a:cubicBezTo>
                  <a:cubicBezTo>
                    <a:pt x="75" y="120"/>
                    <a:pt x="75" y="120"/>
                    <a:pt x="75" y="120"/>
                  </a:cubicBezTo>
                  <a:cubicBezTo>
                    <a:pt x="76" y="120"/>
                    <a:pt x="76" y="120"/>
                    <a:pt x="76" y="120"/>
                  </a:cubicBezTo>
                  <a:cubicBezTo>
                    <a:pt x="76" y="119"/>
                    <a:pt x="76" y="119"/>
                    <a:pt x="76" y="119"/>
                  </a:cubicBezTo>
                  <a:cubicBezTo>
                    <a:pt x="77" y="119"/>
                    <a:pt x="77" y="119"/>
                    <a:pt x="77" y="119"/>
                  </a:cubicBezTo>
                  <a:cubicBezTo>
                    <a:pt x="77" y="119"/>
                    <a:pt x="77" y="119"/>
                    <a:pt x="77" y="119"/>
                  </a:cubicBezTo>
                  <a:cubicBezTo>
                    <a:pt x="77" y="120"/>
                    <a:pt x="77" y="120"/>
                    <a:pt x="77" y="120"/>
                  </a:cubicBezTo>
                  <a:cubicBezTo>
                    <a:pt x="76" y="120"/>
                    <a:pt x="76" y="120"/>
                    <a:pt x="76" y="120"/>
                  </a:cubicBezTo>
                  <a:cubicBezTo>
                    <a:pt x="77" y="121"/>
                    <a:pt x="77" y="121"/>
                    <a:pt x="77" y="121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1"/>
                    <a:pt x="77" y="121"/>
                    <a:pt x="77" y="121"/>
                  </a:cubicBezTo>
                  <a:cubicBezTo>
                    <a:pt x="77" y="121"/>
                    <a:pt x="77" y="121"/>
                    <a:pt x="77" y="121"/>
                  </a:cubicBezTo>
                  <a:cubicBezTo>
                    <a:pt x="76" y="122"/>
                    <a:pt x="76" y="122"/>
                    <a:pt x="76" y="122"/>
                  </a:cubicBezTo>
                  <a:cubicBezTo>
                    <a:pt x="76" y="122"/>
                    <a:pt x="76" y="122"/>
                    <a:pt x="76" y="122"/>
                  </a:cubicBezTo>
                  <a:cubicBezTo>
                    <a:pt x="77" y="123"/>
                    <a:pt x="77" y="123"/>
                    <a:pt x="77" y="123"/>
                  </a:cubicBezTo>
                  <a:cubicBezTo>
                    <a:pt x="76" y="123"/>
                    <a:pt x="76" y="123"/>
                    <a:pt x="76" y="123"/>
                  </a:cubicBezTo>
                  <a:cubicBezTo>
                    <a:pt x="76" y="123"/>
                    <a:pt x="76" y="123"/>
                    <a:pt x="76" y="123"/>
                  </a:cubicBezTo>
                  <a:cubicBezTo>
                    <a:pt x="75" y="123"/>
                    <a:pt x="75" y="123"/>
                    <a:pt x="75" y="123"/>
                  </a:cubicBezTo>
                  <a:cubicBezTo>
                    <a:pt x="74" y="123"/>
                    <a:pt x="74" y="123"/>
                    <a:pt x="74" y="123"/>
                  </a:cubicBezTo>
                  <a:cubicBezTo>
                    <a:pt x="74" y="123"/>
                    <a:pt x="74" y="123"/>
                    <a:pt x="74" y="123"/>
                  </a:cubicBezTo>
                  <a:cubicBezTo>
                    <a:pt x="73" y="124"/>
                    <a:pt x="73" y="124"/>
                    <a:pt x="73" y="124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26"/>
                    <a:pt x="73" y="126"/>
                    <a:pt x="73" y="126"/>
                  </a:cubicBezTo>
                  <a:cubicBezTo>
                    <a:pt x="73" y="127"/>
                    <a:pt x="73" y="127"/>
                    <a:pt x="73" y="127"/>
                  </a:cubicBezTo>
                  <a:cubicBezTo>
                    <a:pt x="73" y="128"/>
                    <a:pt x="73" y="128"/>
                    <a:pt x="73" y="128"/>
                  </a:cubicBezTo>
                  <a:cubicBezTo>
                    <a:pt x="75" y="128"/>
                    <a:pt x="75" y="128"/>
                    <a:pt x="75" y="128"/>
                  </a:cubicBezTo>
                  <a:cubicBezTo>
                    <a:pt x="75" y="129"/>
                    <a:pt x="75" y="129"/>
                    <a:pt x="75" y="129"/>
                  </a:cubicBezTo>
                  <a:cubicBezTo>
                    <a:pt x="76" y="130"/>
                    <a:pt x="76" y="130"/>
                    <a:pt x="76" y="130"/>
                  </a:cubicBezTo>
                  <a:cubicBezTo>
                    <a:pt x="77" y="130"/>
                    <a:pt x="77" y="130"/>
                    <a:pt x="77" y="130"/>
                  </a:cubicBezTo>
                  <a:cubicBezTo>
                    <a:pt x="77" y="130"/>
                    <a:pt x="77" y="130"/>
                    <a:pt x="77" y="130"/>
                  </a:cubicBezTo>
                  <a:cubicBezTo>
                    <a:pt x="78" y="130"/>
                    <a:pt x="78" y="130"/>
                    <a:pt x="78" y="130"/>
                  </a:cubicBezTo>
                  <a:cubicBezTo>
                    <a:pt x="79" y="129"/>
                    <a:pt x="79" y="129"/>
                    <a:pt x="79" y="129"/>
                  </a:cubicBezTo>
                  <a:cubicBezTo>
                    <a:pt x="78" y="128"/>
                    <a:pt x="78" y="128"/>
                    <a:pt x="78" y="128"/>
                  </a:cubicBezTo>
                  <a:cubicBezTo>
                    <a:pt x="78" y="127"/>
                    <a:pt x="78" y="127"/>
                    <a:pt x="78" y="127"/>
                  </a:cubicBezTo>
                  <a:cubicBezTo>
                    <a:pt x="79" y="126"/>
                    <a:pt x="79" y="126"/>
                    <a:pt x="79" y="126"/>
                  </a:cubicBezTo>
                  <a:cubicBezTo>
                    <a:pt x="79" y="127"/>
                    <a:pt x="79" y="127"/>
                    <a:pt x="79" y="127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9" y="129"/>
                    <a:pt x="79" y="129"/>
                    <a:pt x="79" y="129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0" y="128"/>
                    <a:pt x="80" y="128"/>
                    <a:pt x="80" y="128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81" y="129"/>
                    <a:pt x="81" y="129"/>
                    <a:pt x="81" y="129"/>
                  </a:cubicBezTo>
                  <a:cubicBezTo>
                    <a:pt x="82" y="130"/>
                    <a:pt x="82" y="130"/>
                    <a:pt x="82" y="130"/>
                  </a:cubicBezTo>
                  <a:cubicBezTo>
                    <a:pt x="83" y="131"/>
                    <a:pt x="83" y="131"/>
                    <a:pt x="83" y="131"/>
                  </a:cubicBezTo>
                  <a:cubicBezTo>
                    <a:pt x="84" y="131"/>
                    <a:pt x="84" y="131"/>
                    <a:pt x="84" y="131"/>
                  </a:cubicBezTo>
                  <a:cubicBezTo>
                    <a:pt x="84" y="130"/>
                    <a:pt x="84" y="130"/>
                    <a:pt x="84" y="130"/>
                  </a:cubicBezTo>
                  <a:cubicBezTo>
                    <a:pt x="85" y="131"/>
                    <a:pt x="85" y="131"/>
                    <a:pt x="85" y="131"/>
                  </a:cubicBezTo>
                  <a:cubicBezTo>
                    <a:pt x="84" y="131"/>
                    <a:pt x="84" y="131"/>
                    <a:pt x="84" y="131"/>
                  </a:cubicBezTo>
                  <a:cubicBezTo>
                    <a:pt x="84" y="131"/>
                    <a:pt x="84" y="131"/>
                    <a:pt x="84" y="131"/>
                  </a:cubicBezTo>
                  <a:cubicBezTo>
                    <a:pt x="84" y="131"/>
                    <a:pt x="84" y="131"/>
                    <a:pt x="84" y="131"/>
                  </a:cubicBezTo>
                  <a:cubicBezTo>
                    <a:pt x="83" y="132"/>
                    <a:pt x="83" y="132"/>
                    <a:pt x="83" y="132"/>
                  </a:cubicBezTo>
                  <a:cubicBezTo>
                    <a:pt x="83" y="132"/>
                    <a:pt x="83" y="132"/>
                    <a:pt x="83" y="132"/>
                  </a:cubicBezTo>
                  <a:cubicBezTo>
                    <a:pt x="84" y="133"/>
                    <a:pt x="84" y="133"/>
                    <a:pt x="84" y="133"/>
                  </a:cubicBezTo>
                  <a:cubicBezTo>
                    <a:pt x="84" y="133"/>
                    <a:pt x="84" y="133"/>
                    <a:pt x="84" y="133"/>
                  </a:cubicBezTo>
                  <a:cubicBezTo>
                    <a:pt x="83" y="133"/>
                    <a:pt x="83" y="133"/>
                    <a:pt x="83" y="133"/>
                  </a:cubicBezTo>
                  <a:cubicBezTo>
                    <a:pt x="83" y="133"/>
                    <a:pt x="83" y="133"/>
                    <a:pt x="83" y="133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84" y="134"/>
                    <a:pt x="84" y="134"/>
                    <a:pt x="84" y="134"/>
                  </a:cubicBezTo>
                  <a:cubicBezTo>
                    <a:pt x="85" y="135"/>
                    <a:pt x="85" y="135"/>
                    <a:pt x="85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4"/>
                    <a:pt x="87" y="134"/>
                    <a:pt x="87" y="134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5"/>
                    <a:pt x="88" y="135"/>
                    <a:pt x="88" y="135"/>
                  </a:cubicBezTo>
                  <a:cubicBezTo>
                    <a:pt x="88" y="136"/>
                    <a:pt x="88" y="136"/>
                    <a:pt x="88" y="136"/>
                  </a:cubicBezTo>
                  <a:cubicBezTo>
                    <a:pt x="89" y="136"/>
                    <a:pt x="89" y="136"/>
                    <a:pt x="89" y="136"/>
                  </a:cubicBezTo>
                  <a:cubicBezTo>
                    <a:pt x="90" y="136"/>
                    <a:pt x="90" y="136"/>
                    <a:pt x="90" y="136"/>
                  </a:cubicBezTo>
                  <a:cubicBezTo>
                    <a:pt x="90" y="136"/>
                    <a:pt x="90" y="136"/>
                    <a:pt x="90" y="136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89" y="134"/>
                    <a:pt x="89" y="134"/>
                    <a:pt x="89" y="134"/>
                  </a:cubicBezTo>
                  <a:cubicBezTo>
                    <a:pt x="90" y="134"/>
                    <a:pt x="90" y="134"/>
                    <a:pt x="90" y="134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91" y="135"/>
                    <a:pt x="91" y="135"/>
                    <a:pt x="91" y="135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2" y="135"/>
                    <a:pt x="92" y="135"/>
                    <a:pt x="92" y="135"/>
                  </a:cubicBezTo>
                  <a:cubicBezTo>
                    <a:pt x="92" y="135"/>
                    <a:pt x="92" y="135"/>
                    <a:pt x="92" y="135"/>
                  </a:cubicBezTo>
                  <a:cubicBezTo>
                    <a:pt x="93" y="136"/>
                    <a:pt x="93" y="136"/>
                    <a:pt x="93" y="136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5"/>
                    <a:pt x="94" y="135"/>
                    <a:pt x="94" y="135"/>
                  </a:cubicBezTo>
                  <a:cubicBezTo>
                    <a:pt x="94" y="135"/>
                    <a:pt x="94" y="135"/>
                    <a:pt x="94" y="135"/>
                  </a:cubicBezTo>
                  <a:cubicBezTo>
                    <a:pt x="94" y="135"/>
                    <a:pt x="94" y="135"/>
                    <a:pt x="94" y="135"/>
                  </a:cubicBezTo>
                  <a:cubicBezTo>
                    <a:pt x="95" y="135"/>
                    <a:pt x="95" y="135"/>
                    <a:pt x="95" y="135"/>
                  </a:cubicBezTo>
                  <a:cubicBezTo>
                    <a:pt x="95" y="135"/>
                    <a:pt x="95" y="135"/>
                    <a:pt x="95" y="135"/>
                  </a:cubicBezTo>
                  <a:cubicBezTo>
                    <a:pt x="95" y="135"/>
                    <a:pt x="95" y="135"/>
                    <a:pt x="95" y="135"/>
                  </a:cubicBezTo>
                  <a:cubicBezTo>
                    <a:pt x="96" y="136"/>
                    <a:pt x="96" y="136"/>
                    <a:pt x="96" y="136"/>
                  </a:cubicBezTo>
                  <a:cubicBezTo>
                    <a:pt x="96" y="137"/>
                    <a:pt x="96" y="137"/>
                    <a:pt x="96" y="137"/>
                  </a:cubicBezTo>
                  <a:cubicBezTo>
                    <a:pt x="97" y="136"/>
                    <a:pt x="97" y="136"/>
                    <a:pt x="97" y="136"/>
                  </a:cubicBezTo>
                  <a:cubicBezTo>
                    <a:pt x="97" y="136"/>
                    <a:pt x="97" y="136"/>
                    <a:pt x="97" y="136"/>
                  </a:cubicBezTo>
                  <a:cubicBezTo>
                    <a:pt x="96" y="135"/>
                    <a:pt x="96" y="135"/>
                    <a:pt x="96" y="135"/>
                  </a:cubicBezTo>
                  <a:cubicBezTo>
                    <a:pt x="96" y="135"/>
                    <a:pt x="96" y="135"/>
                    <a:pt x="96" y="135"/>
                  </a:cubicBezTo>
                  <a:cubicBezTo>
                    <a:pt x="95" y="135"/>
                    <a:pt x="95" y="135"/>
                    <a:pt x="95" y="135"/>
                  </a:cubicBezTo>
                  <a:cubicBezTo>
                    <a:pt x="96" y="135"/>
                    <a:pt x="96" y="135"/>
                    <a:pt x="96" y="135"/>
                  </a:cubicBezTo>
                  <a:cubicBezTo>
                    <a:pt x="96" y="135"/>
                    <a:pt x="96" y="135"/>
                    <a:pt x="96" y="135"/>
                  </a:cubicBezTo>
                  <a:cubicBezTo>
                    <a:pt x="96" y="135"/>
                    <a:pt x="96" y="135"/>
                    <a:pt x="96" y="135"/>
                  </a:cubicBezTo>
                  <a:cubicBezTo>
                    <a:pt x="97" y="134"/>
                    <a:pt x="97" y="134"/>
                    <a:pt x="97" y="134"/>
                  </a:cubicBezTo>
                  <a:cubicBezTo>
                    <a:pt x="97" y="134"/>
                    <a:pt x="97" y="134"/>
                    <a:pt x="97" y="134"/>
                  </a:cubicBezTo>
                  <a:cubicBezTo>
                    <a:pt x="97" y="133"/>
                    <a:pt x="97" y="133"/>
                    <a:pt x="97" y="133"/>
                  </a:cubicBezTo>
                  <a:close/>
                  <a:moveTo>
                    <a:pt x="31" y="183"/>
                  </a:moveTo>
                  <a:cubicBezTo>
                    <a:pt x="30" y="183"/>
                    <a:pt x="30" y="183"/>
                    <a:pt x="30" y="183"/>
                  </a:cubicBezTo>
                  <a:cubicBezTo>
                    <a:pt x="31" y="182"/>
                    <a:pt x="31" y="182"/>
                    <a:pt x="31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29" y="183"/>
                    <a:pt x="29" y="183"/>
                    <a:pt x="29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4"/>
                    <a:pt x="30" y="184"/>
                    <a:pt x="30" y="184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1" y="183"/>
                    <a:pt x="31" y="183"/>
                    <a:pt x="31" y="183"/>
                  </a:cubicBezTo>
                  <a:close/>
                  <a:moveTo>
                    <a:pt x="54" y="170"/>
                  </a:moveTo>
                  <a:cubicBezTo>
                    <a:pt x="54" y="170"/>
                    <a:pt x="54" y="170"/>
                    <a:pt x="54" y="170"/>
                  </a:cubicBezTo>
                  <a:cubicBezTo>
                    <a:pt x="54" y="170"/>
                    <a:pt x="54" y="170"/>
                    <a:pt x="54" y="170"/>
                  </a:cubicBezTo>
                  <a:cubicBezTo>
                    <a:pt x="53" y="169"/>
                    <a:pt x="53" y="169"/>
                    <a:pt x="53" y="169"/>
                  </a:cubicBezTo>
                  <a:cubicBezTo>
                    <a:pt x="53" y="169"/>
                    <a:pt x="53" y="169"/>
                    <a:pt x="53" y="169"/>
                  </a:cubicBezTo>
                  <a:cubicBezTo>
                    <a:pt x="53" y="170"/>
                    <a:pt x="53" y="170"/>
                    <a:pt x="53" y="170"/>
                  </a:cubicBezTo>
                  <a:cubicBezTo>
                    <a:pt x="54" y="170"/>
                    <a:pt x="54" y="170"/>
                    <a:pt x="54" y="170"/>
                  </a:cubicBezTo>
                  <a:close/>
                  <a:moveTo>
                    <a:pt x="71" y="153"/>
                  </a:moveTo>
                  <a:cubicBezTo>
                    <a:pt x="72" y="153"/>
                    <a:pt x="72" y="153"/>
                    <a:pt x="72" y="153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4" y="151"/>
                    <a:pt x="74" y="151"/>
                    <a:pt x="74" y="151"/>
                  </a:cubicBezTo>
                  <a:cubicBezTo>
                    <a:pt x="74" y="149"/>
                    <a:pt x="74" y="149"/>
                    <a:pt x="74" y="149"/>
                  </a:cubicBezTo>
                  <a:cubicBezTo>
                    <a:pt x="75" y="149"/>
                    <a:pt x="75" y="149"/>
                    <a:pt x="75" y="149"/>
                  </a:cubicBezTo>
                  <a:cubicBezTo>
                    <a:pt x="75" y="150"/>
                    <a:pt x="75" y="150"/>
                    <a:pt x="75" y="150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49"/>
                    <a:pt x="76" y="149"/>
                    <a:pt x="76" y="149"/>
                  </a:cubicBezTo>
                  <a:cubicBezTo>
                    <a:pt x="75" y="148"/>
                    <a:pt x="75" y="148"/>
                    <a:pt x="75" y="148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0" y="146"/>
                    <a:pt x="70" y="146"/>
                    <a:pt x="70" y="146"/>
                  </a:cubicBezTo>
                  <a:cubicBezTo>
                    <a:pt x="69" y="147"/>
                    <a:pt x="69" y="147"/>
                    <a:pt x="69" y="147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51"/>
                    <a:pt x="69" y="151"/>
                    <a:pt x="69" y="151"/>
                  </a:cubicBezTo>
                  <a:cubicBezTo>
                    <a:pt x="69" y="151"/>
                    <a:pt x="69" y="151"/>
                    <a:pt x="69" y="151"/>
                  </a:cubicBezTo>
                  <a:cubicBezTo>
                    <a:pt x="69" y="153"/>
                    <a:pt x="69" y="153"/>
                    <a:pt x="69" y="153"/>
                  </a:cubicBezTo>
                  <a:cubicBezTo>
                    <a:pt x="70" y="152"/>
                    <a:pt x="70" y="152"/>
                    <a:pt x="70" y="152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1" y="153"/>
                    <a:pt x="71" y="153"/>
                    <a:pt x="71" y="153"/>
                  </a:cubicBezTo>
                  <a:close/>
                  <a:moveTo>
                    <a:pt x="79" y="154"/>
                  </a:moveTo>
                  <a:cubicBezTo>
                    <a:pt x="80" y="154"/>
                    <a:pt x="80" y="154"/>
                    <a:pt x="80" y="154"/>
                  </a:cubicBezTo>
                  <a:cubicBezTo>
                    <a:pt x="80" y="154"/>
                    <a:pt x="80" y="154"/>
                    <a:pt x="80" y="154"/>
                  </a:cubicBezTo>
                  <a:cubicBezTo>
                    <a:pt x="81" y="154"/>
                    <a:pt x="81" y="154"/>
                    <a:pt x="81" y="154"/>
                  </a:cubicBezTo>
                  <a:cubicBezTo>
                    <a:pt x="81" y="153"/>
                    <a:pt x="81" y="153"/>
                    <a:pt x="81" y="153"/>
                  </a:cubicBezTo>
                  <a:cubicBezTo>
                    <a:pt x="80" y="153"/>
                    <a:pt x="80" y="153"/>
                    <a:pt x="80" y="153"/>
                  </a:cubicBezTo>
                  <a:cubicBezTo>
                    <a:pt x="79" y="154"/>
                    <a:pt x="79" y="154"/>
                    <a:pt x="79" y="154"/>
                  </a:cubicBezTo>
                  <a:cubicBezTo>
                    <a:pt x="79" y="154"/>
                    <a:pt x="79" y="154"/>
                    <a:pt x="79" y="154"/>
                  </a:cubicBezTo>
                  <a:close/>
                  <a:moveTo>
                    <a:pt x="92" y="154"/>
                  </a:moveTo>
                  <a:cubicBezTo>
                    <a:pt x="92" y="154"/>
                    <a:pt x="92" y="154"/>
                    <a:pt x="92" y="154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2" y="153"/>
                    <a:pt x="92" y="153"/>
                    <a:pt x="92" y="153"/>
                  </a:cubicBezTo>
                  <a:cubicBezTo>
                    <a:pt x="92" y="154"/>
                    <a:pt x="92" y="154"/>
                    <a:pt x="92" y="154"/>
                  </a:cubicBezTo>
                  <a:cubicBezTo>
                    <a:pt x="92" y="154"/>
                    <a:pt x="92" y="154"/>
                    <a:pt x="92" y="154"/>
                  </a:cubicBezTo>
                  <a:close/>
                  <a:moveTo>
                    <a:pt x="90" y="154"/>
                  </a:moveTo>
                  <a:cubicBezTo>
                    <a:pt x="91" y="154"/>
                    <a:pt x="91" y="154"/>
                    <a:pt x="91" y="154"/>
                  </a:cubicBezTo>
                  <a:cubicBezTo>
                    <a:pt x="92" y="154"/>
                    <a:pt x="92" y="154"/>
                    <a:pt x="92" y="154"/>
                  </a:cubicBezTo>
                  <a:cubicBezTo>
                    <a:pt x="91" y="153"/>
                    <a:pt x="91" y="153"/>
                    <a:pt x="91" y="153"/>
                  </a:cubicBezTo>
                  <a:cubicBezTo>
                    <a:pt x="91" y="153"/>
                    <a:pt x="91" y="153"/>
                    <a:pt x="91" y="153"/>
                  </a:cubicBezTo>
                  <a:cubicBezTo>
                    <a:pt x="90" y="154"/>
                    <a:pt x="90" y="154"/>
                    <a:pt x="90" y="154"/>
                  </a:cubicBezTo>
                  <a:close/>
                  <a:moveTo>
                    <a:pt x="101" y="150"/>
                  </a:moveTo>
                  <a:cubicBezTo>
                    <a:pt x="101" y="150"/>
                    <a:pt x="101" y="150"/>
                    <a:pt x="101" y="150"/>
                  </a:cubicBezTo>
                  <a:cubicBezTo>
                    <a:pt x="102" y="150"/>
                    <a:pt x="102" y="150"/>
                    <a:pt x="102" y="150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1" y="149"/>
                    <a:pt x="101" y="149"/>
                    <a:pt x="101" y="149"/>
                  </a:cubicBezTo>
                  <a:cubicBezTo>
                    <a:pt x="101" y="150"/>
                    <a:pt x="101" y="150"/>
                    <a:pt x="101" y="150"/>
                  </a:cubicBezTo>
                  <a:close/>
                  <a:moveTo>
                    <a:pt x="97" y="149"/>
                  </a:moveTo>
                  <a:cubicBezTo>
                    <a:pt x="97" y="150"/>
                    <a:pt x="97" y="150"/>
                    <a:pt x="97" y="150"/>
                  </a:cubicBezTo>
                  <a:cubicBezTo>
                    <a:pt x="98" y="150"/>
                    <a:pt x="98" y="150"/>
                    <a:pt x="98" y="150"/>
                  </a:cubicBezTo>
                  <a:cubicBezTo>
                    <a:pt x="98" y="149"/>
                    <a:pt x="98" y="149"/>
                    <a:pt x="98" y="149"/>
                  </a:cubicBezTo>
                  <a:cubicBezTo>
                    <a:pt x="97" y="149"/>
                    <a:pt x="97" y="149"/>
                    <a:pt x="97" y="149"/>
                  </a:cubicBezTo>
                  <a:cubicBezTo>
                    <a:pt x="97" y="149"/>
                    <a:pt x="97" y="149"/>
                    <a:pt x="97" y="149"/>
                  </a:cubicBezTo>
                  <a:close/>
                  <a:moveTo>
                    <a:pt x="94" y="149"/>
                  </a:moveTo>
                  <a:cubicBezTo>
                    <a:pt x="95" y="149"/>
                    <a:pt x="95" y="149"/>
                    <a:pt x="95" y="149"/>
                  </a:cubicBezTo>
                  <a:cubicBezTo>
                    <a:pt x="95" y="150"/>
                    <a:pt x="95" y="150"/>
                    <a:pt x="95" y="150"/>
                  </a:cubicBezTo>
                  <a:cubicBezTo>
                    <a:pt x="96" y="150"/>
                    <a:pt x="96" y="150"/>
                    <a:pt x="96" y="150"/>
                  </a:cubicBezTo>
                  <a:cubicBezTo>
                    <a:pt x="96" y="149"/>
                    <a:pt x="96" y="149"/>
                    <a:pt x="96" y="149"/>
                  </a:cubicBezTo>
                  <a:cubicBezTo>
                    <a:pt x="95" y="149"/>
                    <a:pt x="95" y="149"/>
                    <a:pt x="95" y="149"/>
                  </a:cubicBezTo>
                  <a:cubicBezTo>
                    <a:pt x="94" y="149"/>
                    <a:pt x="94" y="149"/>
                    <a:pt x="94" y="149"/>
                  </a:cubicBezTo>
                  <a:close/>
                  <a:moveTo>
                    <a:pt x="93" y="149"/>
                  </a:moveTo>
                  <a:cubicBezTo>
                    <a:pt x="93" y="149"/>
                    <a:pt x="93" y="149"/>
                    <a:pt x="93" y="149"/>
                  </a:cubicBezTo>
                  <a:cubicBezTo>
                    <a:pt x="93" y="149"/>
                    <a:pt x="93" y="149"/>
                    <a:pt x="93" y="149"/>
                  </a:cubicBezTo>
                  <a:cubicBezTo>
                    <a:pt x="94" y="149"/>
                    <a:pt x="94" y="149"/>
                    <a:pt x="94" y="149"/>
                  </a:cubicBezTo>
                  <a:cubicBezTo>
                    <a:pt x="93" y="149"/>
                    <a:pt x="93" y="149"/>
                    <a:pt x="93" y="149"/>
                  </a:cubicBezTo>
                  <a:cubicBezTo>
                    <a:pt x="93" y="149"/>
                    <a:pt x="93" y="149"/>
                    <a:pt x="93" y="149"/>
                  </a:cubicBezTo>
                  <a:close/>
                  <a:moveTo>
                    <a:pt x="188" y="123"/>
                  </a:moveTo>
                  <a:cubicBezTo>
                    <a:pt x="188" y="124"/>
                    <a:pt x="188" y="124"/>
                    <a:pt x="188" y="124"/>
                  </a:cubicBezTo>
                  <a:cubicBezTo>
                    <a:pt x="188" y="124"/>
                    <a:pt x="188" y="124"/>
                    <a:pt x="188" y="124"/>
                  </a:cubicBezTo>
                  <a:cubicBezTo>
                    <a:pt x="188" y="124"/>
                    <a:pt x="188" y="124"/>
                    <a:pt x="188" y="124"/>
                  </a:cubicBezTo>
                  <a:cubicBezTo>
                    <a:pt x="188" y="123"/>
                    <a:pt x="188" y="123"/>
                    <a:pt x="188" y="123"/>
                  </a:cubicBezTo>
                  <a:cubicBezTo>
                    <a:pt x="188" y="123"/>
                    <a:pt x="188" y="123"/>
                    <a:pt x="188" y="123"/>
                  </a:cubicBezTo>
                  <a:close/>
                  <a:moveTo>
                    <a:pt x="186" y="121"/>
                  </a:moveTo>
                  <a:cubicBezTo>
                    <a:pt x="186" y="122"/>
                    <a:pt x="186" y="122"/>
                    <a:pt x="186" y="122"/>
                  </a:cubicBezTo>
                  <a:cubicBezTo>
                    <a:pt x="186" y="123"/>
                    <a:pt x="186" y="123"/>
                    <a:pt x="186" y="123"/>
                  </a:cubicBezTo>
                  <a:cubicBezTo>
                    <a:pt x="186" y="124"/>
                    <a:pt x="186" y="124"/>
                    <a:pt x="186" y="124"/>
                  </a:cubicBezTo>
                  <a:cubicBezTo>
                    <a:pt x="186" y="124"/>
                    <a:pt x="186" y="124"/>
                    <a:pt x="186" y="124"/>
                  </a:cubicBezTo>
                  <a:cubicBezTo>
                    <a:pt x="187" y="124"/>
                    <a:pt x="187" y="124"/>
                    <a:pt x="187" y="124"/>
                  </a:cubicBezTo>
                  <a:cubicBezTo>
                    <a:pt x="187" y="122"/>
                    <a:pt x="187" y="122"/>
                    <a:pt x="187" y="122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21"/>
                    <a:pt x="186" y="121"/>
                    <a:pt x="186" y="121"/>
                  </a:cubicBezTo>
                  <a:close/>
                  <a:moveTo>
                    <a:pt x="185" y="119"/>
                  </a:moveTo>
                  <a:cubicBezTo>
                    <a:pt x="185" y="120"/>
                    <a:pt x="185" y="120"/>
                    <a:pt x="185" y="120"/>
                  </a:cubicBezTo>
                  <a:cubicBezTo>
                    <a:pt x="185" y="120"/>
                    <a:pt x="185" y="120"/>
                    <a:pt x="185" y="120"/>
                  </a:cubicBezTo>
                  <a:cubicBezTo>
                    <a:pt x="186" y="119"/>
                    <a:pt x="186" y="119"/>
                    <a:pt x="186" y="119"/>
                  </a:cubicBezTo>
                  <a:cubicBezTo>
                    <a:pt x="185" y="119"/>
                    <a:pt x="185" y="119"/>
                    <a:pt x="185" y="119"/>
                  </a:cubicBezTo>
                  <a:cubicBezTo>
                    <a:pt x="185" y="119"/>
                    <a:pt x="185" y="119"/>
                    <a:pt x="185" y="119"/>
                  </a:cubicBezTo>
                  <a:close/>
                  <a:moveTo>
                    <a:pt x="104" y="143"/>
                  </a:moveTo>
                  <a:cubicBezTo>
                    <a:pt x="104" y="143"/>
                    <a:pt x="104" y="143"/>
                    <a:pt x="104" y="143"/>
                  </a:cubicBezTo>
                  <a:cubicBezTo>
                    <a:pt x="104" y="142"/>
                    <a:pt x="104" y="142"/>
                    <a:pt x="104" y="142"/>
                  </a:cubicBezTo>
                  <a:cubicBezTo>
                    <a:pt x="104" y="142"/>
                    <a:pt x="104" y="142"/>
                    <a:pt x="104" y="142"/>
                  </a:cubicBezTo>
                  <a:cubicBezTo>
                    <a:pt x="104" y="143"/>
                    <a:pt x="104" y="143"/>
                    <a:pt x="104" y="143"/>
                  </a:cubicBezTo>
                  <a:close/>
                  <a:moveTo>
                    <a:pt x="108" y="146"/>
                  </a:moveTo>
                  <a:cubicBezTo>
                    <a:pt x="108" y="146"/>
                    <a:pt x="109" y="146"/>
                    <a:pt x="109" y="146"/>
                  </a:cubicBezTo>
                  <a:cubicBezTo>
                    <a:pt x="108" y="146"/>
                    <a:pt x="108" y="146"/>
                    <a:pt x="108" y="146"/>
                  </a:cubicBezTo>
                  <a:cubicBezTo>
                    <a:pt x="108" y="146"/>
                    <a:pt x="108" y="146"/>
                    <a:pt x="108" y="146"/>
                  </a:cubicBezTo>
                  <a:close/>
                  <a:moveTo>
                    <a:pt x="107" y="145"/>
                  </a:moveTo>
                  <a:cubicBezTo>
                    <a:pt x="107" y="144"/>
                    <a:pt x="107" y="144"/>
                    <a:pt x="107" y="144"/>
                  </a:cubicBezTo>
                  <a:cubicBezTo>
                    <a:pt x="106" y="144"/>
                    <a:pt x="106" y="144"/>
                    <a:pt x="106" y="144"/>
                  </a:cubicBezTo>
                  <a:cubicBezTo>
                    <a:pt x="105" y="143"/>
                    <a:pt x="105" y="143"/>
                    <a:pt x="105" y="143"/>
                  </a:cubicBezTo>
                  <a:cubicBezTo>
                    <a:pt x="105" y="144"/>
                    <a:pt x="105" y="144"/>
                    <a:pt x="105" y="144"/>
                  </a:cubicBezTo>
                  <a:cubicBezTo>
                    <a:pt x="106" y="144"/>
                    <a:pt x="106" y="144"/>
                    <a:pt x="106" y="144"/>
                  </a:cubicBezTo>
                  <a:cubicBezTo>
                    <a:pt x="107" y="145"/>
                    <a:pt x="107" y="145"/>
                    <a:pt x="107" y="145"/>
                  </a:cubicBezTo>
                  <a:close/>
                  <a:moveTo>
                    <a:pt x="110" y="141"/>
                  </a:moveTo>
                  <a:cubicBezTo>
                    <a:pt x="110" y="141"/>
                    <a:pt x="110" y="141"/>
                    <a:pt x="110" y="141"/>
                  </a:cubicBezTo>
                  <a:cubicBezTo>
                    <a:pt x="110" y="139"/>
                    <a:pt x="110" y="139"/>
                    <a:pt x="110" y="139"/>
                  </a:cubicBezTo>
                  <a:cubicBezTo>
                    <a:pt x="108" y="138"/>
                    <a:pt x="108" y="138"/>
                    <a:pt x="108" y="138"/>
                  </a:cubicBezTo>
                  <a:cubicBezTo>
                    <a:pt x="107" y="137"/>
                    <a:pt x="107" y="137"/>
                    <a:pt x="107" y="137"/>
                  </a:cubicBezTo>
                  <a:cubicBezTo>
                    <a:pt x="106" y="137"/>
                    <a:pt x="106" y="137"/>
                    <a:pt x="106" y="137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5"/>
                    <a:pt x="104" y="135"/>
                    <a:pt x="104" y="135"/>
                  </a:cubicBezTo>
                  <a:cubicBezTo>
                    <a:pt x="103" y="135"/>
                    <a:pt x="103" y="135"/>
                    <a:pt x="103" y="135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1" y="136"/>
                    <a:pt x="101" y="136"/>
                    <a:pt x="101" y="136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3" y="139"/>
                    <a:pt x="103" y="139"/>
                    <a:pt x="103" y="139"/>
                  </a:cubicBezTo>
                  <a:cubicBezTo>
                    <a:pt x="104" y="139"/>
                    <a:pt x="104" y="139"/>
                    <a:pt x="104" y="139"/>
                  </a:cubicBezTo>
                  <a:cubicBezTo>
                    <a:pt x="104" y="140"/>
                    <a:pt x="104" y="140"/>
                    <a:pt x="104" y="140"/>
                  </a:cubicBezTo>
                  <a:cubicBezTo>
                    <a:pt x="105" y="140"/>
                    <a:pt x="105" y="140"/>
                    <a:pt x="105" y="140"/>
                  </a:cubicBezTo>
                  <a:cubicBezTo>
                    <a:pt x="105" y="139"/>
                    <a:pt x="105" y="139"/>
                    <a:pt x="105" y="139"/>
                  </a:cubicBezTo>
                  <a:cubicBezTo>
                    <a:pt x="106" y="140"/>
                    <a:pt x="106" y="140"/>
                    <a:pt x="106" y="140"/>
                  </a:cubicBezTo>
                  <a:cubicBezTo>
                    <a:pt x="106" y="139"/>
                    <a:pt x="106" y="139"/>
                    <a:pt x="106" y="139"/>
                  </a:cubicBezTo>
                  <a:cubicBezTo>
                    <a:pt x="107" y="140"/>
                    <a:pt x="107" y="140"/>
                    <a:pt x="107" y="140"/>
                  </a:cubicBezTo>
                  <a:cubicBezTo>
                    <a:pt x="107" y="141"/>
                    <a:pt x="107" y="141"/>
                    <a:pt x="107" y="141"/>
                  </a:cubicBezTo>
                  <a:cubicBezTo>
                    <a:pt x="107" y="141"/>
                    <a:pt x="107" y="141"/>
                    <a:pt x="107" y="141"/>
                  </a:cubicBezTo>
                  <a:cubicBezTo>
                    <a:pt x="107" y="142"/>
                    <a:pt x="107" y="142"/>
                    <a:pt x="107" y="142"/>
                  </a:cubicBezTo>
                  <a:cubicBezTo>
                    <a:pt x="108" y="142"/>
                    <a:pt x="108" y="142"/>
                    <a:pt x="108" y="142"/>
                  </a:cubicBezTo>
                  <a:cubicBezTo>
                    <a:pt x="109" y="141"/>
                    <a:pt x="109" y="141"/>
                    <a:pt x="109" y="141"/>
                  </a:cubicBezTo>
                  <a:cubicBezTo>
                    <a:pt x="110" y="141"/>
                    <a:pt x="110" y="141"/>
                    <a:pt x="110" y="141"/>
                  </a:cubicBezTo>
                  <a:close/>
                  <a:moveTo>
                    <a:pt x="131" y="107"/>
                  </a:moveTo>
                  <a:cubicBezTo>
                    <a:pt x="131" y="107"/>
                    <a:pt x="131" y="107"/>
                    <a:pt x="131" y="107"/>
                  </a:cubicBezTo>
                  <a:cubicBezTo>
                    <a:pt x="131" y="107"/>
                    <a:pt x="131" y="107"/>
                    <a:pt x="131" y="107"/>
                  </a:cubicBezTo>
                  <a:cubicBezTo>
                    <a:pt x="131" y="106"/>
                    <a:pt x="131" y="106"/>
                    <a:pt x="131" y="106"/>
                  </a:cubicBezTo>
                  <a:cubicBezTo>
                    <a:pt x="131" y="106"/>
                    <a:pt x="131" y="106"/>
                    <a:pt x="131" y="106"/>
                  </a:cubicBezTo>
                  <a:cubicBezTo>
                    <a:pt x="132" y="107"/>
                    <a:pt x="132" y="107"/>
                    <a:pt x="132" y="107"/>
                  </a:cubicBezTo>
                  <a:cubicBezTo>
                    <a:pt x="132" y="107"/>
                    <a:pt x="132" y="107"/>
                    <a:pt x="132" y="107"/>
                  </a:cubicBezTo>
                  <a:cubicBezTo>
                    <a:pt x="133" y="107"/>
                    <a:pt x="133" y="107"/>
                    <a:pt x="133" y="107"/>
                  </a:cubicBezTo>
                  <a:cubicBezTo>
                    <a:pt x="133" y="107"/>
                    <a:pt x="133" y="107"/>
                    <a:pt x="133" y="107"/>
                  </a:cubicBezTo>
                  <a:cubicBezTo>
                    <a:pt x="134" y="106"/>
                    <a:pt x="134" y="106"/>
                    <a:pt x="134" y="106"/>
                  </a:cubicBezTo>
                  <a:cubicBezTo>
                    <a:pt x="134" y="106"/>
                    <a:pt x="134" y="106"/>
                    <a:pt x="134" y="106"/>
                  </a:cubicBezTo>
                  <a:cubicBezTo>
                    <a:pt x="135" y="105"/>
                    <a:pt x="135" y="105"/>
                    <a:pt x="135" y="105"/>
                  </a:cubicBezTo>
                  <a:cubicBezTo>
                    <a:pt x="135" y="105"/>
                    <a:pt x="135" y="105"/>
                    <a:pt x="135" y="105"/>
                  </a:cubicBezTo>
                  <a:cubicBezTo>
                    <a:pt x="135" y="104"/>
                    <a:pt x="135" y="104"/>
                    <a:pt x="135" y="104"/>
                  </a:cubicBezTo>
                  <a:cubicBezTo>
                    <a:pt x="134" y="104"/>
                    <a:pt x="134" y="104"/>
                    <a:pt x="134" y="104"/>
                  </a:cubicBezTo>
                  <a:cubicBezTo>
                    <a:pt x="134" y="103"/>
                    <a:pt x="134" y="103"/>
                    <a:pt x="134" y="103"/>
                  </a:cubicBezTo>
                  <a:cubicBezTo>
                    <a:pt x="133" y="102"/>
                    <a:pt x="133" y="102"/>
                    <a:pt x="133" y="102"/>
                  </a:cubicBezTo>
                  <a:cubicBezTo>
                    <a:pt x="132" y="102"/>
                    <a:pt x="132" y="102"/>
                    <a:pt x="132" y="102"/>
                  </a:cubicBezTo>
                  <a:cubicBezTo>
                    <a:pt x="132" y="102"/>
                    <a:pt x="132" y="102"/>
                    <a:pt x="132" y="102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9" y="104"/>
                    <a:pt x="129" y="104"/>
                    <a:pt x="129" y="104"/>
                  </a:cubicBezTo>
                  <a:cubicBezTo>
                    <a:pt x="129" y="104"/>
                    <a:pt x="129" y="104"/>
                    <a:pt x="129" y="104"/>
                  </a:cubicBezTo>
                  <a:cubicBezTo>
                    <a:pt x="130" y="105"/>
                    <a:pt x="130" y="105"/>
                    <a:pt x="130" y="105"/>
                  </a:cubicBezTo>
                  <a:cubicBezTo>
                    <a:pt x="130" y="106"/>
                    <a:pt x="130" y="106"/>
                    <a:pt x="130" y="106"/>
                  </a:cubicBezTo>
                  <a:cubicBezTo>
                    <a:pt x="130" y="107"/>
                    <a:pt x="130" y="107"/>
                    <a:pt x="130" y="107"/>
                  </a:cubicBezTo>
                  <a:cubicBezTo>
                    <a:pt x="131" y="107"/>
                    <a:pt x="131" y="107"/>
                    <a:pt x="131" y="107"/>
                  </a:cubicBezTo>
                  <a:close/>
                  <a:moveTo>
                    <a:pt x="133" y="141"/>
                  </a:moveTo>
                  <a:cubicBezTo>
                    <a:pt x="133" y="141"/>
                    <a:pt x="134" y="141"/>
                    <a:pt x="134" y="141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5" y="141"/>
                    <a:pt x="135" y="141"/>
                    <a:pt x="135" y="141"/>
                  </a:cubicBezTo>
                  <a:cubicBezTo>
                    <a:pt x="135" y="140"/>
                    <a:pt x="135" y="140"/>
                    <a:pt x="135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3" y="141"/>
                    <a:pt x="133" y="141"/>
                    <a:pt x="133" y="141"/>
                  </a:cubicBezTo>
                  <a:close/>
                  <a:moveTo>
                    <a:pt x="150" y="160"/>
                  </a:moveTo>
                  <a:cubicBezTo>
                    <a:pt x="150" y="161"/>
                    <a:pt x="150" y="161"/>
                    <a:pt x="150" y="161"/>
                  </a:cubicBezTo>
                  <a:cubicBezTo>
                    <a:pt x="151" y="161"/>
                    <a:pt x="151" y="161"/>
                    <a:pt x="151" y="161"/>
                  </a:cubicBezTo>
                  <a:cubicBezTo>
                    <a:pt x="151" y="161"/>
                    <a:pt x="151" y="161"/>
                    <a:pt x="151" y="161"/>
                  </a:cubicBezTo>
                  <a:cubicBezTo>
                    <a:pt x="152" y="162"/>
                    <a:pt x="152" y="162"/>
                    <a:pt x="152" y="162"/>
                  </a:cubicBezTo>
                  <a:cubicBezTo>
                    <a:pt x="153" y="161"/>
                    <a:pt x="153" y="161"/>
                    <a:pt x="153" y="161"/>
                  </a:cubicBezTo>
                  <a:cubicBezTo>
                    <a:pt x="153" y="161"/>
                    <a:pt x="153" y="161"/>
                    <a:pt x="153" y="161"/>
                  </a:cubicBezTo>
                  <a:cubicBezTo>
                    <a:pt x="153" y="160"/>
                    <a:pt x="153" y="160"/>
                    <a:pt x="153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1" y="160"/>
                    <a:pt x="151" y="160"/>
                    <a:pt x="151" y="160"/>
                  </a:cubicBezTo>
                  <a:cubicBezTo>
                    <a:pt x="151" y="160"/>
                    <a:pt x="151" y="160"/>
                    <a:pt x="151" y="160"/>
                  </a:cubicBezTo>
                  <a:cubicBezTo>
                    <a:pt x="150" y="160"/>
                    <a:pt x="150" y="160"/>
                    <a:pt x="150" y="160"/>
                  </a:cubicBezTo>
                  <a:close/>
                  <a:moveTo>
                    <a:pt x="147" y="107"/>
                  </a:moveTo>
                  <a:cubicBezTo>
                    <a:pt x="147" y="106"/>
                    <a:pt x="147" y="106"/>
                    <a:pt x="147" y="106"/>
                  </a:cubicBezTo>
                  <a:cubicBezTo>
                    <a:pt x="146" y="106"/>
                    <a:pt x="146" y="106"/>
                    <a:pt x="146" y="106"/>
                  </a:cubicBezTo>
                  <a:cubicBezTo>
                    <a:pt x="146" y="105"/>
                    <a:pt x="146" y="105"/>
                    <a:pt x="146" y="105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7" y="104"/>
                    <a:pt x="147" y="104"/>
                    <a:pt x="147" y="104"/>
                  </a:cubicBezTo>
                  <a:cubicBezTo>
                    <a:pt x="146" y="104"/>
                    <a:pt x="146" y="104"/>
                    <a:pt x="146" y="104"/>
                  </a:cubicBezTo>
                  <a:cubicBezTo>
                    <a:pt x="145" y="104"/>
                    <a:pt x="145" y="104"/>
                    <a:pt x="145" y="104"/>
                  </a:cubicBezTo>
                  <a:cubicBezTo>
                    <a:pt x="145" y="106"/>
                    <a:pt x="145" y="106"/>
                    <a:pt x="145" y="106"/>
                  </a:cubicBezTo>
                  <a:cubicBezTo>
                    <a:pt x="145" y="106"/>
                    <a:pt x="145" y="106"/>
                    <a:pt x="145" y="106"/>
                  </a:cubicBezTo>
                  <a:cubicBezTo>
                    <a:pt x="146" y="106"/>
                    <a:pt x="146" y="106"/>
                    <a:pt x="146" y="106"/>
                  </a:cubicBezTo>
                  <a:cubicBezTo>
                    <a:pt x="146" y="107"/>
                    <a:pt x="146" y="107"/>
                    <a:pt x="146" y="107"/>
                  </a:cubicBezTo>
                  <a:cubicBezTo>
                    <a:pt x="147" y="107"/>
                    <a:pt x="147" y="107"/>
                    <a:pt x="147" y="107"/>
                  </a:cubicBezTo>
                  <a:close/>
                  <a:moveTo>
                    <a:pt x="146" y="101"/>
                  </a:moveTo>
                  <a:cubicBezTo>
                    <a:pt x="146" y="100"/>
                    <a:pt x="146" y="100"/>
                    <a:pt x="146" y="100"/>
                  </a:cubicBezTo>
                  <a:cubicBezTo>
                    <a:pt x="147" y="101"/>
                    <a:pt x="147" y="101"/>
                    <a:pt x="147" y="101"/>
                  </a:cubicBezTo>
                  <a:cubicBezTo>
                    <a:pt x="148" y="100"/>
                    <a:pt x="148" y="100"/>
                    <a:pt x="148" y="100"/>
                  </a:cubicBezTo>
                  <a:cubicBezTo>
                    <a:pt x="147" y="100"/>
                    <a:pt x="147" y="100"/>
                    <a:pt x="147" y="100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8" y="99"/>
                    <a:pt x="148" y="99"/>
                    <a:pt x="148" y="99"/>
                  </a:cubicBezTo>
                  <a:cubicBezTo>
                    <a:pt x="147" y="99"/>
                    <a:pt x="147" y="99"/>
                    <a:pt x="147" y="99"/>
                  </a:cubicBezTo>
                  <a:cubicBezTo>
                    <a:pt x="146" y="100"/>
                    <a:pt x="146" y="100"/>
                    <a:pt x="146" y="100"/>
                  </a:cubicBezTo>
                  <a:cubicBezTo>
                    <a:pt x="146" y="100"/>
                    <a:pt x="146" y="100"/>
                    <a:pt x="146" y="100"/>
                  </a:cubicBezTo>
                  <a:cubicBezTo>
                    <a:pt x="146" y="101"/>
                    <a:pt x="146" y="101"/>
                    <a:pt x="146" y="101"/>
                  </a:cubicBezTo>
                  <a:close/>
                  <a:moveTo>
                    <a:pt x="149" y="102"/>
                  </a:moveTo>
                  <a:cubicBezTo>
                    <a:pt x="150" y="103"/>
                    <a:pt x="150" y="103"/>
                    <a:pt x="150" y="103"/>
                  </a:cubicBezTo>
                  <a:cubicBezTo>
                    <a:pt x="151" y="103"/>
                    <a:pt x="151" y="103"/>
                    <a:pt x="151" y="103"/>
                  </a:cubicBezTo>
                  <a:cubicBezTo>
                    <a:pt x="152" y="103"/>
                    <a:pt x="152" y="103"/>
                    <a:pt x="152" y="103"/>
                  </a:cubicBezTo>
                  <a:cubicBezTo>
                    <a:pt x="152" y="102"/>
                    <a:pt x="152" y="102"/>
                    <a:pt x="152" y="102"/>
                  </a:cubicBezTo>
                  <a:cubicBezTo>
                    <a:pt x="151" y="102"/>
                    <a:pt x="151" y="102"/>
                    <a:pt x="151" y="102"/>
                  </a:cubicBezTo>
                  <a:cubicBezTo>
                    <a:pt x="150" y="102"/>
                    <a:pt x="150" y="102"/>
                    <a:pt x="150" y="102"/>
                  </a:cubicBezTo>
                  <a:cubicBezTo>
                    <a:pt x="149" y="102"/>
                    <a:pt x="149" y="102"/>
                    <a:pt x="149" y="102"/>
                  </a:cubicBezTo>
                  <a:close/>
                  <a:moveTo>
                    <a:pt x="158" y="108"/>
                  </a:moveTo>
                  <a:cubicBezTo>
                    <a:pt x="158" y="109"/>
                    <a:pt x="158" y="109"/>
                    <a:pt x="158" y="109"/>
                  </a:cubicBezTo>
                  <a:cubicBezTo>
                    <a:pt x="157" y="109"/>
                    <a:pt x="157" y="109"/>
                    <a:pt x="157" y="109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8" y="111"/>
                    <a:pt x="158" y="111"/>
                    <a:pt x="158" y="111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60" y="109"/>
                    <a:pt x="160" y="109"/>
                    <a:pt x="160" y="109"/>
                  </a:cubicBezTo>
                  <a:cubicBezTo>
                    <a:pt x="160" y="109"/>
                    <a:pt x="160" y="109"/>
                    <a:pt x="160" y="109"/>
                  </a:cubicBezTo>
                  <a:cubicBezTo>
                    <a:pt x="161" y="108"/>
                    <a:pt x="161" y="108"/>
                    <a:pt x="161" y="108"/>
                  </a:cubicBezTo>
                  <a:cubicBezTo>
                    <a:pt x="161" y="107"/>
                    <a:pt x="161" y="107"/>
                    <a:pt x="161" y="107"/>
                  </a:cubicBezTo>
                  <a:cubicBezTo>
                    <a:pt x="161" y="107"/>
                    <a:pt x="161" y="107"/>
                    <a:pt x="161" y="107"/>
                  </a:cubicBezTo>
                  <a:cubicBezTo>
                    <a:pt x="160" y="107"/>
                    <a:pt x="160" y="107"/>
                    <a:pt x="160" y="107"/>
                  </a:cubicBezTo>
                  <a:cubicBezTo>
                    <a:pt x="159" y="107"/>
                    <a:pt x="159" y="107"/>
                    <a:pt x="159" y="107"/>
                  </a:cubicBezTo>
                  <a:cubicBezTo>
                    <a:pt x="158" y="108"/>
                    <a:pt x="158" y="108"/>
                    <a:pt x="158" y="108"/>
                  </a:cubicBezTo>
                  <a:close/>
                  <a:moveTo>
                    <a:pt x="161" y="100"/>
                  </a:moveTo>
                  <a:cubicBezTo>
                    <a:pt x="160" y="101"/>
                    <a:pt x="160" y="101"/>
                    <a:pt x="160" y="101"/>
                  </a:cubicBezTo>
                  <a:cubicBezTo>
                    <a:pt x="160" y="103"/>
                    <a:pt x="160" y="103"/>
                    <a:pt x="160" y="103"/>
                  </a:cubicBezTo>
                  <a:cubicBezTo>
                    <a:pt x="160" y="104"/>
                    <a:pt x="160" y="104"/>
                    <a:pt x="160" y="104"/>
                  </a:cubicBezTo>
                  <a:cubicBezTo>
                    <a:pt x="160" y="104"/>
                    <a:pt x="160" y="104"/>
                    <a:pt x="160" y="104"/>
                  </a:cubicBezTo>
                  <a:cubicBezTo>
                    <a:pt x="161" y="104"/>
                    <a:pt x="161" y="104"/>
                    <a:pt x="161" y="104"/>
                  </a:cubicBezTo>
                  <a:cubicBezTo>
                    <a:pt x="161" y="105"/>
                    <a:pt x="161" y="105"/>
                    <a:pt x="161" y="105"/>
                  </a:cubicBezTo>
                  <a:cubicBezTo>
                    <a:pt x="162" y="105"/>
                    <a:pt x="162" y="105"/>
                    <a:pt x="162" y="105"/>
                  </a:cubicBezTo>
                  <a:cubicBezTo>
                    <a:pt x="163" y="105"/>
                    <a:pt x="163" y="105"/>
                    <a:pt x="163" y="105"/>
                  </a:cubicBezTo>
                  <a:cubicBezTo>
                    <a:pt x="163" y="105"/>
                    <a:pt x="163" y="105"/>
                    <a:pt x="163" y="105"/>
                  </a:cubicBezTo>
                  <a:cubicBezTo>
                    <a:pt x="164" y="104"/>
                    <a:pt x="164" y="104"/>
                    <a:pt x="164" y="104"/>
                  </a:cubicBezTo>
                  <a:cubicBezTo>
                    <a:pt x="163" y="103"/>
                    <a:pt x="163" y="103"/>
                    <a:pt x="163" y="103"/>
                  </a:cubicBezTo>
                  <a:cubicBezTo>
                    <a:pt x="163" y="102"/>
                    <a:pt x="163" y="102"/>
                    <a:pt x="163" y="102"/>
                  </a:cubicBezTo>
                  <a:cubicBezTo>
                    <a:pt x="162" y="101"/>
                    <a:pt x="162" y="101"/>
                    <a:pt x="162" y="101"/>
                  </a:cubicBezTo>
                  <a:cubicBezTo>
                    <a:pt x="161" y="100"/>
                    <a:pt x="161" y="100"/>
                    <a:pt x="161" y="100"/>
                  </a:cubicBezTo>
                  <a:close/>
                  <a:moveTo>
                    <a:pt x="155" y="87"/>
                  </a:moveTo>
                  <a:cubicBezTo>
                    <a:pt x="155" y="86"/>
                    <a:pt x="155" y="86"/>
                    <a:pt x="155" y="86"/>
                  </a:cubicBezTo>
                  <a:cubicBezTo>
                    <a:pt x="155" y="86"/>
                    <a:pt x="155" y="86"/>
                    <a:pt x="155" y="86"/>
                  </a:cubicBezTo>
                  <a:cubicBezTo>
                    <a:pt x="154" y="86"/>
                    <a:pt x="154" y="86"/>
                    <a:pt x="154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4" y="86"/>
                    <a:pt x="154" y="86"/>
                    <a:pt x="154" y="86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5" y="87"/>
                    <a:pt x="155" y="87"/>
                    <a:pt x="155" y="87"/>
                  </a:cubicBezTo>
                  <a:close/>
                  <a:moveTo>
                    <a:pt x="158" y="77"/>
                  </a:moveTo>
                  <a:cubicBezTo>
                    <a:pt x="157" y="77"/>
                    <a:pt x="157" y="77"/>
                    <a:pt x="157" y="77"/>
                  </a:cubicBezTo>
                  <a:cubicBezTo>
                    <a:pt x="157" y="76"/>
                    <a:pt x="157" y="76"/>
                    <a:pt x="157" y="76"/>
                  </a:cubicBezTo>
                  <a:cubicBezTo>
                    <a:pt x="157" y="78"/>
                    <a:pt x="157" y="78"/>
                    <a:pt x="157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9" y="79"/>
                    <a:pt x="159" y="79"/>
                    <a:pt x="159" y="79"/>
                  </a:cubicBezTo>
                  <a:cubicBezTo>
                    <a:pt x="159" y="79"/>
                    <a:pt x="159" y="79"/>
                    <a:pt x="159" y="79"/>
                  </a:cubicBezTo>
                  <a:cubicBezTo>
                    <a:pt x="159" y="79"/>
                    <a:pt x="159" y="79"/>
                    <a:pt x="159" y="79"/>
                  </a:cubicBezTo>
                  <a:cubicBezTo>
                    <a:pt x="159" y="78"/>
                    <a:pt x="159" y="78"/>
                    <a:pt x="159" y="78"/>
                  </a:cubicBezTo>
                  <a:cubicBezTo>
                    <a:pt x="159" y="77"/>
                    <a:pt x="159" y="77"/>
                    <a:pt x="159" y="77"/>
                  </a:cubicBezTo>
                  <a:cubicBezTo>
                    <a:pt x="159" y="77"/>
                    <a:pt x="159" y="77"/>
                    <a:pt x="159" y="77"/>
                  </a:cubicBezTo>
                  <a:cubicBezTo>
                    <a:pt x="159" y="76"/>
                    <a:pt x="159" y="76"/>
                    <a:pt x="159" y="76"/>
                  </a:cubicBezTo>
                  <a:cubicBezTo>
                    <a:pt x="159" y="76"/>
                    <a:pt x="159" y="76"/>
                    <a:pt x="159" y="76"/>
                  </a:cubicBezTo>
                  <a:cubicBezTo>
                    <a:pt x="159" y="75"/>
                    <a:pt x="159" y="75"/>
                    <a:pt x="159" y="75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7" y="76"/>
                    <a:pt x="157" y="76"/>
                    <a:pt x="157" y="76"/>
                  </a:cubicBezTo>
                  <a:cubicBezTo>
                    <a:pt x="158" y="76"/>
                    <a:pt x="158" y="76"/>
                    <a:pt x="158" y="76"/>
                  </a:cubicBezTo>
                  <a:cubicBezTo>
                    <a:pt x="158" y="77"/>
                    <a:pt x="158" y="77"/>
                    <a:pt x="158" y="77"/>
                  </a:cubicBezTo>
                  <a:close/>
                  <a:moveTo>
                    <a:pt x="156" y="72"/>
                  </a:move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5" y="73"/>
                    <a:pt x="155" y="73"/>
                    <a:pt x="155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6" y="72"/>
                    <a:pt x="156" y="72"/>
                    <a:pt x="156" y="72"/>
                  </a:cubicBezTo>
                  <a:close/>
                  <a:moveTo>
                    <a:pt x="156" y="71"/>
                  </a:moveTo>
                  <a:cubicBezTo>
                    <a:pt x="156" y="71"/>
                    <a:pt x="157" y="72"/>
                    <a:pt x="157" y="72"/>
                  </a:cubicBezTo>
                  <a:cubicBezTo>
                    <a:pt x="158" y="71"/>
                    <a:pt x="158" y="71"/>
                    <a:pt x="158" y="71"/>
                  </a:cubicBezTo>
                  <a:cubicBezTo>
                    <a:pt x="159" y="72"/>
                    <a:pt x="159" y="72"/>
                    <a:pt x="159" y="72"/>
                  </a:cubicBezTo>
                  <a:cubicBezTo>
                    <a:pt x="159" y="71"/>
                    <a:pt x="159" y="71"/>
                    <a:pt x="159" y="71"/>
                  </a:cubicBezTo>
                  <a:cubicBezTo>
                    <a:pt x="159" y="71"/>
                    <a:pt x="159" y="71"/>
                    <a:pt x="159" y="71"/>
                  </a:cubicBezTo>
                  <a:cubicBezTo>
                    <a:pt x="158" y="71"/>
                    <a:pt x="158" y="71"/>
                    <a:pt x="158" y="71"/>
                  </a:cubicBezTo>
                  <a:cubicBezTo>
                    <a:pt x="158" y="70"/>
                    <a:pt x="158" y="70"/>
                    <a:pt x="158" y="70"/>
                  </a:cubicBezTo>
                  <a:cubicBezTo>
                    <a:pt x="157" y="71"/>
                    <a:pt x="157" y="71"/>
                    <a:pt x="157" y="71"/>
                  </a:cubicBezTo>
                  <a:cubicBezTo>
                    <a:pt x="156" y="71"/>
                    <a:pt x="156" y="71"/>
                    <a:pt x="156" y="71"/>
                  </a:cubicBezTo>
                  <a:close/>
                  <a:moveTo>
                    <a:pt x="167" y="91"/>
                  </a:moveTo>
                  <a:cubicBezTo>
                    <a:pt x="167" y="90"/>
                    <a:pt x="167" y="90"/>
                    <a:pt x="167" y="90"/>
                  </a:cubicBezTo>
                  <a:cubicBezTo>
                    <a:pt x="167" y="89"/>
                    <a:pt x="167" y="89"/>
                    <a:pt x="167" y="89"/>
                  </a:cubicBezTo>
                  <a:cubicBezTo>
                    <a:pt x="166" y="90"/>
                    <a:pt x="166" y="90"/>
                    <a:pt x="166" y="90"/>
                  </a:cubicBezTo>
                  <a:cubicBezTo>
                    <a:pt x="166" y="90"/>
                    <a:pt x="166" y="90"/>
                    <a:pt x="166" y="90"/>
                  </a:cubicBezTo>
                  <a:cubicBezTo>
                    <a:pt x="166" y="91"/>
                    <a:pt x="166" y="91"/>
                    <a:pt x="166" y="91"/>
                  </a:cubicBezTo>
                  <a:cubicBezTo>
                    <a:pt x="167" y="91"/>
                    <a:pt x="167" y="91"/>
                    <a:pt x="167" y="91"/>
                  </a:cubicBezTo>
                  <a:close/>
                  <a:moveTo>
                    <a:pt x="169" y="90"/>
                  </a:moveTo>
                  <a:cubicBezTo>
                    <a:pt x="170" y="90"/>
                    <a:pt x="170" y="90"/>
                    <a:pt x="170" y="90"/>
                  </a:cubicBezTo>
                  <a:cubicBezTo>
                    <a:pt x="170" y="89"/>
                    <a:pt x="170" y="89"/>
                    <a:pt x="170" y="89"/>
                  </a:cubicBezTo>
                  <a:cubicBezTo>
                    <a:pt x="169" y="89"/>
                    <a:pt x="169" y="89"/>
                    <a:pt x="169" y="89"/>
                  </a:cubicBezTo>
                  <a:cubicBezTo>
                    <a:pt x="169" y="89"/>
                    <a:pt x="169" y="89"/>
                    <a:pt x="169" y="89"/>
                  </a:cubicBezTo>
                  <a:cubicBezTo>
                    <a:pt x="168" y="89"/>
                    <a:pt x="168" y="89"/>
                    <a:pt x="168" y="89"/>
                  </a:cubicBezTo>
                  <a:cubicBezTo>
                    <a:pt x="168" y="90"/>
                    <a:pt x="168" y="90"/>
                    <a:pt x="168" y="90"/>
                  </a:cubicBezTo>
                  <a:cubicBezTo>
                    <a:pt x="169" y="90"/>
                    <a:pt x="169" y="90"/>
                    <a:pt x="169" y="90"/>
                  </a:cubicBezTo>
                  <a:close/>
                  <a:moveTo>
                    <a:pt x="173" y="91"/>
                  </a:moveTo>
                  <a:cubicBezTo>
                    <a:pt x="174" y="90"/>
                    <a:pt x="174" y="90"/>
                    <a:pt x="174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2" y="90"/>
                    <a:pt x="172" y="90"/>
                    <a:pt x="172" y="90"/>
                  </a:cubicBezTo>
                  <a:cubicBezTo>
                    <a:pt x="172" y="91"/>
                    <a:pt x="172" y="91"/>
                    <a:pt x="172" y="91"/>
                  </a:cubicBezTo>
                  <a:cubicBezTo>
                    <a:pt x="173" y="91"/>
                    <a:pt x="173" y="91"/>
                    <a:pt x="173" y="91"/>
                  </a:cubicBezTo>
                  <a:close/>
                  <a:moveTo>
                    <a:pt x="179" y="89"/>
                  </a:moveTo>
                  <a:cubicBezTo>
                    <a:pt x="180" y="90"/>
                    <a:pt x="180" y="90"/>
                    <a:pt x="180" y="90"/>
                  </a:cubicBezTo>
                  <a:cubicBezTo>
                    <a:pt x="180" y="90"/>
                    <a:pt x="180" y="90"/>
                    <a:pt x="180" y="90"/>
                  </a:cubicBezTo>
                  <a:cubicBezTo>
                    <a:pt x="181" y="90"/>
                    <a:pt x="181" y="90"/>
                    <a:pt x="181" y="90"/>
                  </a:cubicBezTo>
                  <a:cubicBezTo>
                    <a:pt x="180" y="89"/>
                    <a:pt x="180" y="89"/>
                    <a:pt x="180" y="89"/>
                  </a:cubicBezTo>
                  <a:cubicBezTo>
                    <a:pt x="179" y="89"/>
                    <a:pt x="179" y="89"/>
                    <a:pt x="179" y="89"/>
                  </a:cubicBezTo>
                  <a:close/>
                  <a:moveTo>
                    <a:pt x="176" y="88"/>
                  </a:moveTo>
                  <a:cubicBezTo>
                    <a:pt x="177" y="88"/>
                    <a:pt x="177" y="88"/>
                    <a:pt x="177" y="88"/>
                  </a:cubicBezTo>
                  <a:cubicBezTo>
                    <a:pt x="177" y="88"/>
                    <a:pt x="177" y="88"/>
                    <a:pt x="177" y="88"/>
                  </a:cubicBezTo>
                  <a:cubicBezTo>
                    <a:pt x="176" y="87"/>
                    <a:pt x="176" y="87"/>
                    <a:pt x="176" y="87"/>
                  </a:cubicBezTo>
                  <a:cubicBezTo>
                    <a:pt x="176" y="87"/>
                    <a:pt x="176" y="87"/>
                    <a:pt x="176" y="87"/>
                  </a:cubicBezTo>
                  <a:cubicBezTo>
                    <a:pt x="176" y="88"/>
                    <a:pt x="176" y="88"/>
                    <a:pt x="176" y="88"/>
                  </a:cubicBezTo>
                  <a:cubicBezTo>
                    <a:pt x="176" y="88"/>
                    <a:pt x="176" y="88"/>
                    <a:pt x="176" y="88"/>
                  </a:cubicBezTo>
                  <a:close/>
                  <a:moveTo>
                    <a:pt x="173" y="85"/>
                  </a:moveTo>
                  <a:cubicBezTo>
                    <a:pt x="173" y="84"/>
                    <a:pt x="173" y="84"/>
                    <a:pt x="173" y="84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71" y="85"/>
                    <a:pt x="171" y="85"/>
                    <a:pt x="171" y="85"/>
                  </a:cubicBezTo>
                  <a:cubicBezTo>
                    <a:pt x="171" y="86"/>
                    <a:pt x="171" y="86"/>
                    <a:pt x="171" y="86"/>
                  </a:cubicBezTo>
                  <a:cubicBezTo>
                    <a:pt x="172" y="86"/>
                    <a:pt x="172" y="86"/>
                    <a:pt x="172" y="86"/>
                  </a:cubicBezTo>
                  <a:cubicBezTo>
                    <a:pt x="172" y="86"/>
                    <a:pt x="172" y="86"/>
                    <a:pt x="172" y="86"/>
                  </a:cubicBezTo>
                  <a:cubicBezTo>
                    <a:pt x="172" y="85"/>
                    <a:pt x="172" y="85"/>
                    <a:pt x="172" y="85"/>
                  </a:cubicBezTo>
                  <a:cubicBezTo>
                    <a:pt x="172" y="85"/>
                    <a:pt x="172" y="85"/>
                    <a:pt x="172" y="85"/>
                  </a:cubicBezTo>
                  <a:cubicBezTo>
                    <a:pt x="173" y="85"/>
                    <a:pt x="173" y="85"/>
                    <a:pt x="173" y="85"/>
                  </a:cubicBezTo>
                  <a:close/>
                  <a:moveTo>
                    <a:pt x="175" y="84"/>
                  </a:moveTo>
                  <a:cubicBezTo>
                    <a:pt x="175" y="84"/>
                    <a:pt x="175" y="84"/>
                    <a:pt x="175" y="84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174" y="84"/>
                    <a:pt x="174" y="84"/>
                    <a:pt x="174" y="84"/>
                  </a:cubicBezTo>
                  <a:cubicBezTo>
                    <a:pt x="174" y="85"/>
                    <a:pt x="174" y="85"/>
                    <a:pt x="174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5" y="84"/>
                    <a:pt x="175" y="84"/>
                    <a:pt x="175" y="84"/>
                  </a:cubicBezTo>
                  <a:close/>
                  <a:moveTo>
                    <a:pt x="176" y="85"/>
                  </a:moveTo>
                  <a:cubicBezTo>
                    <a:pt x="176" y="85"/>
                    <a:pt x="176" y="85"/>
                    <a:pt x="176" y="85"/>
                  </a:cubicBezTo>
                  <a:cubicBezTo>
                    <a:pt x="176" y="85"/>
                    <a:pt x="176" y="85"/>
                    <a:pt x="176" y="85"/>
                  </a:cubicBezTo>
                  <a:cubicBezTo>
                    <a:pt x="177" y="84"/>
                    <a:pt x="177" y="84"/>
                    <a:pt x="177" y="84"/>
                  </a:cubicBezTo>
                  <a:cubicBezTo>
                    <a:pt x="177" y="84"/>
                    <a:pt x="177" y="84"/>
                    <a:pt x="177" y="84"/>
                  </a:cubicBezTo>
                  <a:cubicBezTo>
                    <a:pt x="177" y="83"/>
                    <a:pt x="177" y="83"/>
                    <a:pt x="177" y="83"/>
                  </a:cubicBezTo>
                  <a:cubicBezTo>
                    <a:pt x="176" y="83"/>
                    <a:pt x="176" y="83"/>
                    <a:pt x="176" y="83"/>
                  </a:cubicBezTo>
                  <a:cubicBezTo>
                    <a:pt x="176" y="84"/>
                    <a:pt x="176" y="84"/>
                    <a:pt x="176" y="84"/>
                  </a:cubicBezTo>
                  <a:cubicBezTo>
                    <a:pt x="176" y="84"/>
                    <a:pt x="176" y="84"/>
                    <a:pt x="176" y="84"/>
                  </a:cubicBezTo>
                  <a:cubicBezTo>
                    <a:pt x="176" y="85"/>
                    <a:pt x="176" y="85"/>
                    <a:pt x="176" y="85"/>
                  </a:cubicBezTo>
                  <a:close/>
                  <a:moveTo>
                    <a:pt x="173" y="82"/>
                  </a:moveTo>
                  <a:cubicBezTo>
                    <a:pt x="174" y="81"/>
                    <a:pt x="174" y="81"/>
                    <a:pt x="174" y="81"/>
                  </a:cubicBezTo>
                  <a:cubicBezTo>
                    <a:pt x="173" y="81"/>
                    <a:pt x="173" y="81"/>
                    <a:pt x="173" y="81"/>
                  </a:cubicBezTo>
                  <a:cubicBezTo>
                    <a:pt x="173" y="81"/>
                    <a:pt x="173" y="81"/>
                    <a:pt x="173" y="81"/>
                  </a:cubicBezTo>
                  <a:cubicBezTo>
                    <a:pt x="172" y="81"/>
                    <a:pt x="172" y="81"/>
                    <a:pt x="172" y="81"/>
                  </a:cubicBezTo>
                  <a:cubicBezTo>
                    <a:pt x="171" y="81"/>
                    <a:pt x="171" y="81"/>
                    <a:pt x="171" y="81"/>
                  </a:cubicBezTo>
                  <a:cubicBezTo>
                    <a:pt x="171" y="82"/>
                    <a:pt x="171" y="82"/>
                    <a:pt x="171" y="82"/>
                  </a:cubicBezTo>
                  <a:cubicBezTo>
                    <a:pt x="173" y="82"/>
                    <a:pt x="173" y="82"/>
                    <a:pt x="173" y="82"/>
                  </a:cubicBezTo>
                  <a:cubicBezTo>
                    <a:pt x="173" y="82"/>
                    <a:pt x="173" y="82"/>
                    <a:pt x="173" y="82"/>
                  </a:cubicBezTo>
                  <a:close/>
                  <a:moveTo>
                    <a:pt x="177" y="80"/>
                  </a:moveTo>
                  <a:cubicBezTo>
                    <a:pt x="177" y="80"/>
                    <a:pt x="177" y="80"/>
                    <a:pt x="177" y="80"/>
                  </a:cubicBezTo>
                  <a:cubicBezTo>
                    <a:pt x="177" y="80"/>
                    <a:pt x="177" y="80"/>
                    <a:pt x="177" y="80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8" y="79"/>
                    <a:pt x="178" y="79"/>
                    <a:pt x="178" y="79"/>
                  </a:cubicBezTo>
                  <a:cubicBezTo>
                    <a:pt x="178" y="79"/>
                    <a:pt x="178" y="79"/>
                    <a:pt x="178" y="79"/>
                  </a:cubicBezTo>
                  <a:cubicBezTo>
                    <a:pt x="177" y="78"/>
                    <a:pt x="177" y="78"/>
                    <a:pt x="177" y="78"/>
                  </a:cubicBezTo>
                  <a:cubicBezTo>
                    <a:pt x="176" y="78"/>
                    <a:pt x="176" y="78"/>
                    <a:pt x="176" y="78"/>
                  </a:cubicBezTo>
                  <a:cubicBezTo>
                    <a:pt x="176" y="79"/>
                    <a:pt x="176" y="79"/>
                    <a:pt x="176" y="79"/>
                  </a:cubicBezTo>
                  <a:cubicBezTo>
                    <a:pt x="176" y="79"/>
                    <a:pt x="176" y="79"/>
                    <a:pt x="176" y="79"/>
                  </a:cubicBezTo>
                  <a:cubicBezTo>
                    <a:pt x="176" y="79"/>
                    <a:pt x="176" y="79"/>
                    <a:pt x="176" y="79"/>
                  </a:cubicBezTo>
                  <a:cubicBezTo>
                    <a:pt x="175" y="79"/>
                    <a:pt x="175" y="79"/>
                    <a:pt x="175" y="79"/>
                  </a:cubicBezTo>
                  <a:cubicBezTo>
                    <a:pt x="175" y="79"/>
                    <a:pt x="175" y="79"/>
                    <a:pt x="175" y="79"/>
                  </a:cubicBezTo>
                  <a:cubicBezTo>
                    <a:pt x="175" y="80"/>
                    <a:pt x="175" y="80"/>
                    <a:pt x="175" y="80"/>
                  </a:cubicBezTo>
                  <a:cubicBezTo>
                    <a:pt x="176" y="80"/>
                    <a:pt x="176" y="80"/>
                    <a:pt x="176" y="80"/>
                  </a:cubicBezTo>
                  <a:cubicBezTo>
                    <a:pt x="176" y="80"/>
                    <a:pt x="176" y="80"/>
                    <a:pt x="176" y="80"/>
                  </a:cubicBezTo>
                  <a:cubicBezTo>
                    <a:pt x="177" y="80"/>
                    <a:pt x="177" y="80"/>
                    <a:pt x="177" y="80"/>
                  </a:cubicBezTo>
                  <a:close/>
                  <a:moveTo>
                    <a:pt x="174" y="46"/>
                  </a:moveTo>
                  <a:cubicBezTo>
                    <a:pt x="174" y="46"/>
                    <a:pt x="174" y="46"/>
                    <a:pt x="174" y="46"/>
                  </a:cubicBezTo>
                  <a:cubicBezTo>
                    <a:pt x="174" y="45"/>
                    <a:pt x="174" y="45"/>
                    <a:pt x="174" y="45"/>
                  </a:cubicBezTo>
                  <a:cubicBezTo>
                    <a:pt x="174" y="45"/>
                    <a:pt x="174" y="45"/>
                    <a:pt x="174" y="45"/>
                  </a:cubicBezTo>
                  <a:cubicBezTo>
                    <a:pt x="173" y="45"/>
                    <a:pt x="173" y="45"/>
                    <a:pt x="173" y="45"/>
                  </a:cubicBezTo>
                  <a:cubicBezTo>
                    <a:pt x="174" y="46"/>
                    <a:pt x="174" y="46"/>
                    <a:pt x="174" y="46"/>
                  </a:cubicBezTo>
                  <a:close/>
                  <a:moveTo>
                    <a:pt x="169" y="53"/>
                  </a:moveTo>
                  <a:cubicBezTo>
                    <a:pt x="169" y="53"/>
                    <a:pt x="169" y="53"/>
                    <a:pt x="169" y="53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2"/>
                    <a:pt x="171" y="52"/>
                    <a:pt x="171" y="52"/>
                  </a:cubicBezTo>
                  <a:cubicBezTo>
                    <a:pt x="170" y="51"/>
                    <a:pt x="170" y="51"/>
                    <a:pt x="170" y="51"/>
                  </a:cubicBezTo>
                  <a:cubicBezTo>
                    <a:pt x="169" y="51"/>
                    <a:pt x="169" y="51"/>
                    <a:pt x="169" y="51"/>
                  </a:cubicBezTo>
                  <a:cubicBezTo>
                    <a:pt x="169" y="51"/>
                    <a:pt x="169" y="51"/>
                    <a:pt x="169" y="51"/>
                  </a:cubicBezTo>
                  <a:cubicBezTo>
                    <a:pt x="169" y="52"/>
                    <a:pt x="169" y="52"/>
                    <a:pt x="169" y="52"/>
                  </a:cubicBezTo>
                  <a:cubicBezTo>
                    <a:pt x="169" y="53"/>
                    <a:pt x="169" y="53"/>
                    <a:pt x="169" y="53"/>
                  </a:cubicBezTo>
                  <a:close/>
                  <a:moveTo>
                    <a:pt x="189" y="51"/>
                  </a:moveTo>
                  <a:cubicBezTo>
                    <a:pt x="189" y="51"/>
                    <a:pt x="189" y="51"/>
                    <a:pt x="189" y="51"/>
                  </a:cubicBezTo>
                  <a:cubicBezTo>
                    <a:pt x="190" y="51"/>
                    <a:pt x="190" y="51"/>
                    <a:pt x="190" y="51"/>
                  </a:cubicBezTo>
                  <a:cubicBezTo>
                    <a:pt x="190" y="51"/>
                    <a:pt x="190" y="51"/>
                    <a:pt x="190" y="51"/>
                  </a:cubicBezTo>
                  <a:cubicBezTo>
                    <a:pt x="191" y="51"/>
                    <a:pt x="191" y="51"/>
                    <a:pt x="191" y="51"/>
                  </a:cubicBezTo>
                  <a:cubicBezTo>
                    <a:pt x="191" y="51"/>
                    <a:pt x="191" y="51"/>
                    <a:pt x="191" y="51"/>
                  </a:cubicBezTo>
                  <a:cubicBezTo>
                    <a:pt x="191" y="51"/>
                    <a:pt x="191" y="51"/>
                    <a:pt x="191" y="51"/>
                  </a:cubicBezTo>
                  <a:cubicBezTo>
                    <a:pt x="192" y="51"/>
                    <a:pt x="192" y="51"/>
                    <a:pt x="192" y="51"/>
                  </a:cubicBezTo>
                  <a:cubicBezTo>
                    <a:pt x="192" y="50"/>
                    <a:pt x="192" y="50"/>
                    <a:pt x="192" y="50"/>
                  </a:cubicBezTo>
                  <a:cubicBezTo>
                    <a:pt x="192" y="49"/>
                    <a:pt x="192" y="49"/>
                    <a:pt x="192" y="49"/>
                  </a:cubicBezTo>
                  <a:cubicBezTo>
                    <a:pt x="193" y="49"/>
                    <a:pt x="193" y="49"/>
                    <a:pt x="193" y="49"/>
                  </a:cubicBezTo>
                  <a:cubicBezTo>
                    <a:pt x="193" y="48"/>
                    <a:pt x="193" y="48"/>
                    <a:pt x="193" y="48"/>
                  </a:cubicBezTo>
                  <a:cubicBezTo>
                    <a:pt x="193" y="48"/>
                    <a:pt x="193" y="48"/>
                    <a:pt x="193" y="48"/>
                  </a:cubicBezTo>
                  <a:cubicBezTo>
                    <a:pt x="192" y="48"/>
                    <a:pt x="192" y="48"/>
                    <a:pt x="192" y="48"/>
                  </a:cubicBezTo>
                  <a:cubicBezTo>
                    <a:pt x="192" y="48"/>
                    <a:pt x="192" y="48"/>
                    <a:pt x="192" y="48"/>
                  </a:cubicBezTo>
                  <a:cubicBezTo>
                    <a:pt x="191" y="49"/>
                    <a:pt x="191" y="49"/>
                    <a:pt x="191" y="49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89" y="51"/>
                    <a:pt x="189" y="51"/>
                    <a:pt x="189" y="51"/>
                  </a:cubicBezTo>
                  <a:cubicBezTo>
                    <a:pt x="189" y="51"/>
                    <a:pt x="189" y="51"/>
                    <a:pt x="189" y="51"/>
                  </a:cubicBezTo>
                  <a:close/>
                  <a:moveTo>
                    <a:pt x="197" y="52"/>
                  </a:moveTo>
                  <a:cubicBezTo>
                    <a:pt x="198" y="52"/>
                    <a:pt x="198" y="52"/>
                    <a:pt x="198" y="52"/>
                  </a:cubicBezTo>
                  <a:cubicBezTo>
                    <a:pt x="199" y="51"/>
                    <a:pt x="199" y="51"/>
                    <a:pt x="199" y="51"/>
                  </a:cubicBezTo>
                  <a:cubicBezTo>
                    <a:pt x="198" y="51"/>
                    <a:pt x="198" y="51"/>
                    <a:pt x="198" y="51"/>
                  </a:cubicBezTo>
                  <a:cubicBezTo>
                    <a:pt x="197" y="51"/>
                    <a:pt x="197" y="51"/>
                    <a:pt x="197" y="51"/>
                  </a:cubicBezTo>
                  <a:cubicBezTo>
                    <a:pt x="197" y="52"/>
                    <a:pt x="197" y="52"/>
                    <a:pt x="197" y="52"/>
                  </a:cubicBezTo>
                  <a:cubicBezTo>
                    <a:pt x="197" y="52"/>
                    <a:pt x="197" y="52"/>
                    <a:pt x="197" y="52"/>
                  </a:cubicBezTo>
                  <a:close/>
                  <a:moveTo>
                    <a:pt x="199" y="54"/>
                  </a:moveTo>
                  <a:cubicBezTo>
                    <a:pt x="199" y="54"/>
                    <a:pt x="199" y="54"/>
                    <a:pt x="199" y="54"/>
                  </a:cubicBezTo>
                  <a:cubicBezTo>
                    <a:pt x="199" y="54"/>
                    <a:pt x="199" y="54"/>
                    <a:pt x="199" y="54"/>
                  </a:cubicBezTo>
                  <a:cubicBezTo>
                    <a:pt x="200" y="53"/>
                    <a:pt x="200" y="53"/>
                    <a:pt x="200" y="53"/>
                  </a:cubicBezTo>
                  <a:cubicBezTo>
                    <a:pt x="199" y="53"/>
                    <a:pt x="199" y="53"/>
                    <a:pt x="199" y="53"/>
                  </a:cubicBezTo>
                  <a:cubicBezTo>
                    <a:pt x="199" y="52"/>
                    <a:pt x="199" y="52"/>
                    <a:pt x="199" y="52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9" y="53"/>
                    <a:pt x="199" y="53"/>
                    <a:pt x="199" y="53"/>
                  </a:cubicBezTo>
                  <a:cubicBezTo>
                    <a:pt x="199" y="54"/>
                    <a:pt x="199" y="54"/>
                    <a:pt x="199" y="54"/>
                  </a:cubicBezTo>
                  <a:close/>
                  <a:moveTo>
                    <a:pt x="191" y="56"/>
                  </a:moveTo>
                  <a:cubicBezTo>
                    <a:pt x="192" y="55"/>
                    <a:pt x="192" y="55"/>
                    <a:pt x="192" y="55"/>
                  </a:cubicBezTo>
                  <a:cubicBezTo>
                    <a:pt x="192" y="55"/>
                    <a:pt x="192" y="55"/>
                    <a:pt x="192" y="55"/>
                  </a:cubicBezTo>
                  <a:cubicBezTo>
                    <a:pt x="191" y="55"/>
                    <a:pt x="191" y="55"/>
                    <a:pt x="191" y="55"/>
                  </a:cubicBezTo>
                  <a:cubicBezTo>
                    <a:pt x="191" y="55"/>
                    <a:pt x="191" y="55"/>
                    <a:pt x="191" y="55"/>
                  </a:cubicBezTo>
                  <a:cubicBezTo>
                    <a:pt x="190" y="55"/>
                    <a:pt x="190" y="55"/>
                    <a:pt x="190" y="55"/>
                  </a:cubicBezTo>
                  <a:cubicBezTo>
                    <a:pt x="190" y="56"/>
                    <a:pt x="190" y="56"/>
                    <a:pt x="190" y="56"/>
                  </a:cubicBezTo>
                  <a:cubicBezTo>
                    <a:pt x="191" y="56"/>
                    <a:pt x="191" y="56"/>
                    <a:pt x="191" y="56"/>
                  </a:cubicBezTo>
                  <a:close/>
                  <a:moveTo>
                    <a:pt x="195" y="56"/>
                  </a:moveTo>
                  <a:cubicBezTo>
                    <a:pt x="196" y="55"/>
                    <a:pt x="196" y="55"/>
                    <a:pt x="196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4"/>
                    <a:pt x="196" y="54"/>
                    <a:pt x="196" y="54"/>
                  </a:cubicBezTo>
                  <a:cubicBezTo>
                    <a:pt x="195" y="54"/>
                    <a:pt x="195" y="54"/>
                    <a:pt x="195" y="54"/>
                  </a:cubicBezTo>
                  <a:cubicBezTo>
                    <a:pt x="195" y="54"/>
                    <a:pt x="195" y="54"/>
                    <a:pt x="195" y="54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5" y="55"/>
                    <a:pt x="195" y="55"/>
                    <a:pt x="195" y="55"/>
                  </a:cubicBezTo>
                  <a:cubicBezTo>
                    <a:pt x="195" y="55"/>
                    <a:pt x="195" y="55"/>
                    <a:pt x="195" y="55"/>
                  </a:cubicBezTo>
                  <a:cubicBezTo>
                    <a:pt x="195" y="56"/>
                    <a:pt x="195" y="56"/>
                    <a:pt x="195" y="56"/>
                  </a:cubicBezTo>
                  <a:close/>
                  <a:moveTo>
                    <a:pt x="196" y="60"/>
                  </a:moveTo>
                  <a:cubicBezTo>
                    <a:pt x="196" y="60"/>
                    <a:pt x="196" y="60"/>
                    <a:pt x="196" y="60"/>
                  </a:cubicBezTo>
                  <a:cubicBezTo>
                    <a:pt x="197" y="60"/>
                    <a:pt x="197" y="60"/>
                    <a:pt x="197" y="60"/>
                  </a:cubicBezTo>
                  <a:cubicBezTo>
                    <a:pt x="198" y="60"/>
                    <a:pt x="198" y="60"/>
                    <a:pt x="198" y="60"/>
                  </a:cubicBezTo>
                  <a:cubicBezTo>
                    <a:pt x="198" y="60"/>
                    <a:pt x="198" y="60"/>
                    <a:pt x="198" y="60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200" y="60"/>
                    <a:pt x="200" y="60"/>
                    <a:pt x="200" y="60"/>
                  </a:cubicBezTo>
                  <a:cubicBezTo>
                    <a:pt x="200" y="59"/>
                    <a:pt x="200" y="59"/>
                    <a:pt x="200" y="59"/>
                  </a:cubicBezTo>
                  <a:cubicBezTo>
                    <a:pt x="200" y="59"/>
                    <a:pt x="200" y="59"/>
                    <a:pt x="200" y="59"/>
                  </a:cubicBezTo>
                  <a:cubicBezTo>
                    <a:pt x="200" y="59"/>
                    <a:pt x="200" y="59"/>
                    <a:pt x="200" y="59"/>
                  </a:cubicBezTo>
                  <a:cubicBezTo>
                    <a:pt x="200" y="59"/>
                    <a:pt x="200" y="59"/>
                    <a:pt x="200" y="59"/>
                  </a:cubicBezTo>
                  <a:cubicBezTo>
                    <a:pt x="200" y="58"/>
                    <a:pt x="200" y="58"/>
                    <a:pt x="200" y="58"/>
                  </a:cubicBezTo>
                  <a:cubicBezTo>
                    <a:pt x="199" y="58"/>
                    <a:pt x="199" y="58"/>
                    <a:pt x="199" y="58"/>
                  </a:cubicBezTo>
                  <a:cubicBezTo>
                    <a:pt x="199" y="58"/>
                    <a:pt x="199" y="58"/>
                    <a:pt x="199" y="58"/>
                  </a:cubicBezTo>
                  <a:cubicBezTo>
                    <a:pt x="199" y="59"/>
                    <a:pt x="199" y="59"/>
                    <a:pt x="199" y="59"/>
                  </a:cubicBezTo>
                  <a:cubicBezTo>
                    <a:pt x="198" y="59"/>
                    <a:pt x="198" y="59"/>
                    <a:pt x="198" y="59"/>
                  </a:cubicBezTo>
                  <a:cubicBezTo>
                    <a:pt x="198" y="59"/>
                    <a:pt x="198" y="59"/>
                    <a:pt x="198" y="59"/>
                  </a:cubicBezTo>
                  <a:cubicBezTo>
                    <a:pt x="198" y="58"/>
                    <a:pt x="198" y="58"/>
                    <a:pt x="198" y="58"/>
                  </a:cubicBezTo>
                  <a:cubicBezTo>
                    <a:pt x="197" y="58"/>
                    <a:pt x="197" y="58"/>
                    <a:pt x="197" y="58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6" y="59"/>
                    <a:pt x="196" y="59"/>
                    <a:pt x="196" y="59"/>
                  </a:cubicBezTo>
                  <a:cubicBezTo>
                    <a:pt x="196" y="60"/>
                    <a:pt x="196" y="60"/>
                    <a:pt x="196" y="60"/>
                  </a:cubicBezTo>
                  <a:cubicBezTo>
                    <a:pt x="196" y="60"/>
                    <a:pt x="196" y="60"/>
                    <a:pt x="196" y="60"/>
                  </a:cubicBezTo>
                  <a:close/>
                  <a:moveTo>
                    <a:pt x="116" y="36"/>
                  </a:moveTo>
                  <a:cubicBezTo>
                    <a:pt x="117" y="36"/>
                    <a:pt x="117" y="36"/>
                    <a:pt x="117" y="36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0" y="36"/>
                    <a:pt x="120" y="36"/>
                    <a:pt x="120" y="36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18" y="36"/>
                    <a:pt x="118" y="36"/>
                    <a:pt x="118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17" y="35"/>
                    <a:pt x="117" y="35"/>
                    <a:pt x="117" y="35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6"/>
                    <a:pt x="116" y="36"/>
                    <a:pt x="116" y="36"/>
                  </a:cubicBezTo>
                  <a:close/>
                  <a:moveTo>
                    <a:pt x="114" y="19"/>
                  </a:moveTo>
                  <a:cubicBezTo>
                    <a:pt x="114" y="19"/>
                    <a:pt x="114" y="19"/>
                    <a:pt x="114" y="19"/>
                  </a:cubicBezTo>
                  <a:cubicBezTo>
                    <a:pt x="114" y="18"/>
                    <a:pt x="114" y="18"/>
                    <a:pt x="114" y="18"/>
                  </a:cubicBezTo>
                  <a:cubicBezTo>
                    <a:pt x="115" y="17"/>
                    <a:pt x="115" y="17"/>
                    <a:pt x="115" y="17"/>
                  </a:cubicBezTo>
                  <a:cubicBezTo>
                    <a:pt x="116" y="17"/>
                    <a:pt x="116" y="17"/>
                    <a:pt x="116" y="17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18" y="18"/>
                    <a:pt x="118" y="18"/>
                    <a:pt x="118" y="18"/>
                  </a:cubicBezTo>
                  <a:cubicBezTo>
                    <a:pt x="117" y="19"/>
                    <a:pt x="117" y="19"/>
                    <a:pt x="117" y="19"/>
                  </a:cubicBezTo>
                  <a:cubicBezTo>
                    <a:pt x="116" y="19"/>
                    <a:pt x="116" y="19"/>
                    <a:pt x="116" y="19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5" y="19"/>
                    <a:pt x="114" y="19"/>
                    <a:pt x="114" y="19"/>
                  </a:cubicBezTo>
                  <a:close/>
                  <a:moveTo>
                    <a:pt x="142" y="6"/>
                  </a:moveTo>
                  <a:cubicBezTo>
                    <a:pt x="142" y="5"/>
                    <a:pt x="142" y="5"/>
                    <a:pt x="142" y="5"/>
                  </a:cubicBezTo>
                  <a:cubicBezTo>
                    <a:pt x="143" y="5"/>
                    <a:pt x="143" y="5"/>
                    <a:pt x="143" y="5"/>
                  </a:cubicBezTo>
                  <a:cubicBezTo>
                    <a:pt x="144" y="5"/>
                    <a:pt x="144" y="5"/>
                    <a:pt x="144" y="5"/>
                  </a:cubicBezTo>
                  <a:cubicBezTo>
                    <a:pt x="145" y="5"/>
                    <a:pt x="145" y="5"/>
                    <a:pt x="145" y="5"/>
                  </a:cubicBezTo>
                  <a:cubicBezTo>
                    <a:pt x="145" y="5"/>
                    <a:pt x="145" y="5"/>
                    <a:pt x="145" y="5"/>
                  </a:cubicBezTo>
                  <a:cubicBezTo>
                    <a:pt x="145" y="6"/>
                    <a:pt x="145" y="6"/>
                    <a:pt x="145" y="6"/>
                  </a:cubicBezTo>
                  <a:cubicBezTo>
                    <a:pt x="144" y="7"/>
                    <a:pt x="144" y="7"/>
                    <a:pt x="144" y="7"/>
                  </a:cubicBezTo>
                  <a:cubicBezTo>
                    <a:pt x="143" y="7"/>
                    <a:pt x="143" y="7"/>
                    <a:pt x="143" y="7"/>
                  </a:cubicBezTo>
                  <a:cubicBezTo>
                    <a:pt x="142" y="7"/>
                    <a:pt x="142" y="7"/>
                    <a:pt x="142" y="7"/>
                  </a:cubicBezTo>
                  <a:cubicBezTo>
                    <a:pt x="142" y="6"/>
                    <a:pt x="142" y="6"/>
                    <a:pt x="142" y="6"/>
                  </a:cubicBezTo>
                  <a:close/>
                  <a:moveTo>
                    <a:pt x="161" y="18"/>
                  </a:moveTo>
                  <a:cubicBezTo>
                    <a:pt x="163" y="17"/>
                    <a:pt x="163" y="17"/>
                    <a:pt x="163" y="17"/>
                  </a:cubicBezTo>
                  <a:cubicBezTo>
                    <a:pt x="164" y="16"/>
                    <a:pt x="164" y="16"/>
                    <a:pt x="164" y="16"/>
                  </a:cubicBezTo>
                  <a:cubicBezTo>
                    <a:pt x="164" y="15"/>
                    <a:pt x="164" y="15"/>
                    <a:pt x="164" y="15"/>
                  </a:cubicBezTo>
                  <a:cubicBezTo>
                    <a:pt x="165" y="14"/>
                    <a:pt x="165" y="14"/>
                    <a:pt x="165" y="14"/>
                  </a:cubicBezTo>
                  <a:cubicBezTo>
                    <a:pt x="166" y="13"/>
                    <a:pt x="166" y="13"/>
                    <a:pt x="166" y="13"/>
                  </a:cubicBezTo>
                  <a:cubicBezTo>
                    <a:pt x="168" y="12"/>
                    <a:pt x="168" y="12"/>
                    <a:pt x="168" y="12"/>
                  </a:cubicBezTo>
                  <a:cubicBezTo>
                    <a:pt x="168" y="12"/>
                    <a:pt x="168" y="12"/>
                    <a:pt x="168" y="12"/>
                  </a:cubicBezTo>
                  <a:cubicBezTo>
                    <a:pt x="168" y="11"/>
                    <a:pt x="168" y="11"/>
                    <a:pt x="168" y="11"/>
                  </a:cubicBezTo>
                  <a:cubicBezTo>
                    <a:pt x="166" y="10"/>
                    <a:pt x="166" y="10"/>
                    <a:pt x="166" y="1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64" y="8"/>
                    <a:pt x="164" y="8"/>
                    <a:pt x="164" y="8"/>
                  </a:cubicBezTo>
                  <a:cubicBezTo>
                    <a:pt x="164" y="7"/>
                    <a:pt x="164" y="7"/>
                    <a:pt x="164" y="7"/>
                  </a:cubicBezTo>
                  <a:cubicBezTo>
                    <a:pt x="165" y="6"/>
                    <a:pt x="165" y="6"/>
                    <a:pt x="165" y="6"/>
                  </a:cubicBezTo>
                  <a:cubicBezTo>
                    <a:pt x="165" y="5"/>
                    <a:pt x="165" y="5"/>
                    <a:pt x="165" y="5"/>
                  </a:cubicBezTo>
                  <a:cubicBezTo>
                    <a:pt x="165" y="5"/>
                    <a:pt x="165" y="5"/>
                    <a:pt x="165" y="5"/>
                  </a:cubicBezTo>
                  <a:cubicBezTo>
                    <a:pt x="162" y="5"/>
                    <a:pt x="162" y="5"/>
                    <a:pt x="162" y="5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9" y="4"/>
                    <a:pt x="159" y="4"/>
                    <a:pt x="159" y="4"/>
                  </a:cubicBezTo>
                  <a:cubicBezTo>
                    <a:pt x="158" y="2"/>
                    <a:pt x="158" y="2"/>
                    <a:pt x="158" y="2"/>
                  </a:cubicBezTo>
                  <a:cubicBezTo>
                    <a:pt x="156" y="1"/>
                    <a:pt x="156" y="1"/>
                    <a:pt x="156" y="1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4" y="1"/>
                    <a:pt x="154" y="1"/>
                    <a:pt x="154" y="1"/>
                  </a:cubicBezTo>
                  <a:cubicBezTo>
                    <a:pt x="154" y="1"/>
                    <a:pt x="154" y="1"/>
                    <a:pt x="154" y="1"/>
                  </a:cubicBezTo>
                  <a:cubicBezTo>
                    <a:pt x="154" y="2"/>
                    <a:pt x="154" y="2"/>
                    <a:pt x="154" y="2"/>
                  </a:cubicBezTo>
                  <a:cubicBezTo>
                    <a:pt x="154" y="3"/>
                    <a:pt x="154" y="3"/>
                    <a:pt x="154" y="3"/>
                  </a:cubicBezTo>
                  <a:cubicBezTo>
                    <a:pt x="153" y="4"/>
                    <a:pt x="153" y="4"/>
                    <a:pt x="153" y="4"/>
                  </a:cubicBezTo>
                  <a:cubicBezTo>
                    <a:pt x="152" y="5"/>
                    <a:pt x="152" y="5"/>
                    <a:pt x="152" y="5"/>
                  </a:cubicBezTo>
                  <a:cubicBezTo>
                    <a:pt x="152" y="6"/>
                    <a:pt x="152" y="6"/>
                    <a:pt x="152" y="6"/>
                  </a:cubicBezTo>
                  <a:cubicBezTo>
                    <a:pt x="151" y="7"/>
                    <a:pt x="151" y="7"/>
                    <a:pt x="151" y="7"/>
                  </a:cubicBezTo>
                  <a:cubicBezTo>
                    <a:pt x="152" y="10"/>
                    <a:pt x="152" y="10"/>
                    <a:pt x="152" y="10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3" y="12"/>
                    <a:pt x="153" y="12"/>
                    <a:pt x="153" y="12"/>
                  </a:cubicBezTo>
                  <a:cubicBezTo>
                    <a:pt x="153" y="12"/>
                    <a:pt x="153" y="12"/>
                    <a:pt x="153" y="12"/>
                  </a:cubicBezTo>
                  <a:cubicBezTo>
                    <a:pt x="153" y="14"/>
                    <a:pt x="153" y="14"/>
                    <a:pt x="153" y="14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2" y="16"/>
                    <a:pt x="152" y="16"/>
                    <a:pt x="152" y="16"/>
                  </a:cubicBezTo>
                  <a:cubicBezTo>
                    <a:pt x="152" y="17"/>
                    <a:pt x="152" y="17"/>
                    <a:pt x="152" y="17"/>
                  </a:cubicBezTo>
                  <a:cubicBezTo>
                    <a:pt x="153" y="16"/>
                    <a:pt x="153" y="16"/>
                    <a:pt x="153" y="16"/>
                  </a:cubicBezTo>
                  <a:cubicBezTo>
                    <a:pt x="153" y="16"/>
                    <a:pt x="153" y="16"/>
                    <a:pt x="153" y="16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5" y="16"/>
                    <a:pt x="155" y="16"/>
                    <a:pt x="155" y="16"/>
                  </a:cubicBezTo>
                  <a:cubicBezTo>
                    <a:pt x="155" y="16"/>
                    <a:pt x="155" y="16"/>
                    <a:pt x="155" y="16"/>
                  </a:cubicBezTo>
                  <a:cubicBezTo>
                    <a:pt x="156" y="17"/>
                    <a:pt x="156" y="17"/>
                    <a:pt x="156" y="17"/>
                  </a:cubicBezTo>
                  <a:cubicBezTo>
                    <a:pt x="157" y="17"/>
                    <a:pt x="157" y="17"/>
                    <a:pt x="157" y="17"/>
                  </a:cubicBezTo>
                  <a:cubicBezTo>
                    <a:pt x="157" y="17"/>
                    <a:pt x="157" y="17"/>
                    <a:pt x="157" y="17"/>
                  </a:cubicBezTo>
                  <a:cubicBezTo>
                    <a:pt x="158" y="17"/>
                    <a:pt x="158" y="17"/>
                    <a:pt x="158" y="17"/>
                  </a:cubicBezTo>
                  <a:cubicBezTo>
                    <a:pt x="159" y="18"/>
                    <a:pt x="159" y="18"/>
                    <a:pt x="159" y="18"/>
                  </a:cubicBezTo>
                  <a:cubicBezTo>
                    <a:pt x="160" y="18"/>
                    <a:pt x="160" y="18"/>
                    <a:pt x="160" y="18"/>
                  </a:cubicBezTo>
                  <a:cubicBezTo>
                    <a:pt x="161" y="18"/>
                    <a:pt x="161" y="18"/>
                    <a:pt x="161" y="18"/>
                  </a:cubicBezTo>
                  <a:close/>
                  <a:moveTo>
                    <a:pt x="157" y="23"/>
                  </a:moveTo>
                  <a:cubicBezTo>
                    <a:pt x="157" y="23"/>
                    <a:pt x="157" y="23"/>
                    <a:pt x="157" y="23"/>
                  </a:cubicBezTo>
                  <a:cubicBezTo>
                    <a:pt x="158" y="24"/>
                    <a:pt x="158" y="24"/>
                    <a:pt x="158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60" y="23"/>
                    <a:pt x="160" y="23"/>
                    <a:pt x="160" y="23"/>
                  </a:cubicBezTo>
                  <a:cubicBezTo>
                    <a:pt x="161" y="23"/>
                    <a:pt x="161" y="23"/>
                    <a:pt x="161" y="23"/>
                  </a:cubicBezTo>
                  <a:cubicBezTo>
                    <a:pt x="162" y="22"/>
                    <a:pt x="162" y="22"/>
                    <a:pt x="162" y="22"/>
                  </a:cubicBezTo>
                  <a:cubicBezTo>
                    <a:pt x="162" y="21"/>
                    <a:pt x="162" y="21"/>
                    <a:pt x="162" y="21"/>
                  </a:cubicBezTo>
                  <a:cubicBezTo>
                    <a:pt x="163" y="20"/>
                    <a:pt x="163" y="20"/>
                    <a:pt x="163" y="20"/>
                  </a:cubicBezTo>
                  <a:cubicBezTo>
                    <a:pt x="162" y="19"/>
                    <a:pt x="162" y="19"/>
                    <a:pt x="162" y="19"/>
                  </a:cubicBezTo>
                  <a:cubicBezTo>
                    <a:pt x="161" y="19"/>
                    <a:pt x="161" y="19"/>
                    <a:pt x="161" y="19"/>
                  </a:cubicBezTo>
                  <a:cubicBezTo>
                    <a:pt x="159" y="18"/>
                    <a:pt x="159" y="18"/>
                    <a:pt x="159" y="18"/>
                  </a:cubicBezTo>
                  <a:cubicBezTo>
                    <a:pt x="158" y="19"/>
                    <a:pt x="158" y="19"/>
                    <a:pt x="158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6" y="19"/>
                    <a:pt x="156" y="19"/>
                    <a:pt x="156" y="19"/>
                  </a:cubicBezTo>
                  <a:cubicBezTo>
                    <a:pt x="155" y="19"/>
                    <a:pt x="155" y="19"/>
                    <a:pt x="155" y="19"/>
                  </a:cubicBezTo>
                  <a:cubicBezTo>
                    <a:pt x="155" y="19"/>
                    <a:pt x="155" y="19"/>
                    <a:pt x="155" y="19"/>
                  </a:cubicBezTo>
                  <a:cubicBezTo>
                    <a:pt x="154" y="19"/>
                    <a:pt x="154" y="19"/>
                    <a:pt x="154" y="19"/>
                  </a:cubicBezTo>
                  <a:cubicBezTo>
                    <a:pt x="153" y="19"/>
                    <a:pt x="153" y="19"/>
                    <a:pt x="153" y="19"/>
                  </a:cubicBezTo>
                  <a:cubicBezTo>
                    <a:pt x="154" y="20"/>
                    <a:pt x="154" y="20"/>
                    <a:pt x="154" y="20"/>
                  </a:cubicBezTo>
                  <a:cubicBezTo>
                    <a:pt x="155" y="20"/>
                    <a:pt x="155" y="20"/>
                    <a:pt x="155" y="20"/>
                  </a:cubicBezTo>
                  <a:cubicBezTo>
                    <a:pt x="155" y="21"/>
                    <a:pt x="155" y="21"/>
                    <a:pt x="155" y="21"/>
                  </a:cubicBezTo>
                  <a:cubicBezTo>
                    <a:pt x="156" y="21"/>
                    <a:pt x="156" y="21"/>
                    <a:pt x="156" y="21"/>
                  </a:cubicBezTo>
                  <a:cubicBezTo>
                    <a:pt x="157" y="22"/>
                    <a:pt x="157" y="22"/>
                    <a:pt x="157" y="22"/>
                  </a:cubicBezTo>
                  <a:cubicBezTo>
                    <a:pt x="158" y="22"/>
                    <a:pt x="158" y="22"/>
                    <a:pt x="158" y="22"/>
                  </a:cubicBezTo>
                  <a:cubicBezTo>
                    <a:pt x="159" y="22"/>
                    <a:pt x="159" y="22"/>
                    <a:pt x="159" y="22"/>
                  </a:cubicBezTo>
                  <a:cubicBezTo>
                    <a:pt x="160" y="23"/>
                    <a:pt x="160" y="23"/>
                    <a:pt x="160" y="23"/>
                  </a:cubicBezTo>
                  <a:cubicBezTo>
                    <a:pt x="160" y="23"/>
                    <a:pt x="160" y="23"/>
                    <a:pt x="160" y="23"/>
                  </a:cubicBezTo>
                  <a:cubicBezTo>
                    <a:pt x="158" y="23"/>
                    <a:pt x="158" y="23"/>
                    <a:pt x="158" y="23"/>
                  </a:cubicBezTo>
                  <a:cubicBezTo>
                    <a:pt x="157" y="23"/>
                    <a:pt x="157" y="23"/>
                    <a:pt x="157" y="23"/>
                  </a:cubicBezTo>
                  <a:close/>
                  <a:moveTo>
                    <a:pt x="187" y="26"/>
                  </a:moveTo>
                  <a:cubicBezTo>
                    <a:pt x="187" y="26"/>
                    <a:pt x="187" y="26"/>
                    <a:pt x="187" y="26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85" y="28"/>
                    <a:pt x="185" y="28"/>
                    <a:pt x="185" y="28"/>
                  </a:cubicBezTo>
                  <a:cubicBezTo>
                    <a:pt x="184" y="29"/>
                    <a:pt x="184" y="29"/>
                    <a:pt x="184" y="29"/>
                  </a:cubicBezTo>
                  <a:cubicBezTo>
                    <a:pt x="183" y="29"/>
                    <a:pt x="183" y="29"/>
                    <a:pt x="183" y="29"/>
                  </a:cubicBezTo>
                  <a:cubicBezTo>
                    <a:pt x="182" y="29"/>
                    <a:pt x="182" y="29"/>
                    <a:pt x="182" y="29"/>
                  </a:cubicBezTo>
                  <a:cubicBezTo>
                    <a:pt x="182" y="29"/>
                    <a:pt x="182" y="29"/>
                    <a:pt x="182" y="29"/>
                  </a:cubicBezTo>
                  <a:cubicBezTo>
                    <a:pt x="181" y="28"/>
                    <a:pt x="181" y="28"/>
                    <a:pt x="181" y="28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79" y="28"/>
                    <a:pt x="179" y="28"/>
                    <a:pt x="179" y="28"/>
                  </a:cubicBezTo>
                  <a:cubicBezTo>
                    <a:pt x="179" y="28"/>
                    <a:pt x="179" y="28"/>
                    <a:pt x="179" y="28"/>
                  </a:cubicBezTo>
                  <a:cubicBezTo>
                    <a:pt x="176" y="28"/>
                    <a:pt x="176" y="28"/>
                    <a:pt x="176" y="28"/>
                  </a:cubicBezTo>
                  <a:cubicBezTo>
                    <a:pt x="175" y="28"/>
                    <a:pt x="175" y="28"/>
                    <a:pt x="175" y="28"/>
                  </a:cubicBezTo>
                  <a:cubicBezTo>
                    <a:pt x="175" y="27"/>
                    <a:pt x="175" y="27"/>
                    <a:pt x="175" y="27"/>
                  </a:cubicBezTo>
                  <a:cubicBezTo>
                    <a:pt x="174" y="28"/>
                    <a:pt x="174" y="28"/>
                    <a:pt x="174" y="28"/>
                  </a:cubicBezTo>
                  <a:cubicBezTo>
                    <a:pt x="172" y="28"/>
                    <a:pt x="172" y="28"/>
                    <a:pt x="172" y="28"/>
                  </a:cubicBezTo>
                  <a:cubicBezTo>
                    <a:pt x="172" y="28"/>
                    <a:pt x="172" y="28"/>
                    <a:pt x="172" y="28"/>
                  </a:cubicBezTo>
                  <a:cubicBezTo>
                    <a:pt x="171" y="27"/>
                    <a:pt x="171" y="27"/>
                    <a:pt x="171" y="27"/>
                  </a:cubicBezTo>
                  <a:cubicBezTo>
                    <a:pt x="170" y="27"/>
                    <a:pt x="170" y="27"/>
                    <a:pt x="170" y="27"/>
                  </a:cubicBezTo>
                  <a:cubicBezTo>
                    <a:pt x="169" y="27"/>
                    <a:pt x="169" y="27"/>
                    <a:pt x="169" y="27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68" y="24"/>
                    <a:pt x="168" y="24"/>
                    <a:pt x="168" y="24"/>
                  </a:cubicBezTo>
                  <a:cubicBezTo>
                    <a:pt x="167" y="24"/>
                    <a:pt x="167" y="24"/>
                    <a:pt x="167" y="24"/>
                  </a:cubicBezTo>
                  <a:cubicBezTo>
                    <a:pt x="166" y="25"/>
                    <a:pt x="166" y="25"/>
                    <a:pt x="166" y="25"/>
                  </a:cubicBezTo>
                  <a:cubicBezTo>
                    <a:pt x="166" y="24"/>
                    <a:pt x="166" y="24"/>
                    <a:pt x="166" y="24"/>
                  </a:cubicBezTo>
                  <a:cubicBezTo>
                    <a:pt x="165" y="24"/>
                    <a:pt x="165" y="24"/>
                    <a:pt x="165" y="24"/>
                  </a:cubicBezTo>
                  <a:cubicBezTo>
                    <a:pt x="165" y="24"/>
                    <a:pt x="165" y="24"/>
                    <a:pt x="165" y="24"/>
                  </a:cubicBezTo>
                  <a:cubicBezTo>
                    <a:pt x="165" y="25"/>
                    <a:pt x="165" y="25"/>
                    <a:pt x="165" y="25"/>
                  </a:cubicBezTo>
                  <a:cubicBezTo>
                    <a:pt x="164" y="25"/>
                    <a:pt x="164" y="25"/>
                    <a:pt x="164" y="25"/>
                  </a:cubicBezTo>
                  <a:cubicBezTo>
                    <a:pt x="164" y="25"/>
                    <a:pt x="164" y="25"/>
                    <a:pt x="164" y="25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4" y="23"/>
                    <a:pt x="164" y="23"/>
                    <a:pt x="164" y="23"/>
                  </a:cubicBezTo>
                  <a:cubicBezTo>
                    <a:pt x="165" y="23"/>
                    <a:pt x="165" y="23"/>
                    <a:pt x="165" y="23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4" y="21"/>
                    <a:pt x="164" y="21"/>
                    <a:pt x="164" y="21"/>
                  </a:cubicBezTo>
                  <a:cubicBezTo>
                    <a:pt x="165" y="20"/>
                    <a:pt x="165" y="20"/>
                    <a:pt x="165" y="20"/>
                  </a:cubicBezTo>
                  <a:cubicBezTo>
                    <a:pt x="165" y="19"/>
                    <a:pt x="165" y="19"/>
                    <a:pt x="165" y="19"/>
                  </a:cubicBezTo>
                  <a:cubicBezTo>
                    <a:pt x="165" y="19"/>
                    <a:pt x="165" y="19"/>
                    <a:pt x="165" y="19"/>
                  </a:cubicBezTo>
                  <a:cubicBezTo>
                    <a:pt x="164" y="19"/>
                    <a:pt x="164" y="19"/>
                    <a:pt x="164" y="19"/>
                  </a:cubicBezTo>
                  <a:cubicBezTo>
                    <a:pt x="164" y="18"/>
                    <a:pt x="164" y="18"/>
                    <a:pt x="164" y="18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5" y="16"/>
                    <a:pt x="165" y="16"/>
                    <a:pt x="165" y="16"/>
                  </a:cubicBezTo>
                  <a:cubicBezTo>
                    <a:pt x="166" y="16"/>
                    <a:pt x="166" y="16"/>
                    <a:pt x="166" y="16"/>
                  </a:cubicBezTo>
                  <a:cubicBezTo>
                    <a:pt x="166" y="15"/>
                    <a:pt x="166" y="15"/>
                    <a:pt x="166" y="15"/>
                  </a:cubicBezTo>
                  <a:cubicBezTo>
                    <a:pt x="166" y="15"/>
                    <a:pt x="166" y="15"/>
                    <a:pt x="166" y="15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9" y="14"/>
                    <a:pt x="169" y="14"/>
                    <a:pt x="169" y="14"/>
                  </a:cubicBezTo>
                  <a:cubicBezTo>
                    <a:pt x="169" y="13"/>
                    <a:pt x="169" y="13"/>
                    <a:pt x="169" y="13"/>
                  </a:cubicBezTo>
                  <a:cubicBezTo>
                    <a:pt x="170" y="12"/>
                    <a:pt x="170" y="12"/>
                    <a:pt x="170" y="12"/>
                  </a:cubicBezTo>
                  <a:cubicBezTo>
                    <a:pt x="171" y="12"/>
                    <a:pt x="171" y="12"/>
                    <a:pt x="171" y="12"/>
                  </a:cubicBezTo>
                  <a:cubicBezTo>
                    <a:pt x="173" y="13"/>
                    <a:pt x="173" y="13"/>
                    <a:pt x="173" y="13"/>
                  </a:cubicBezTo>
                  <a:cubicBezTo>
                    <a:pt x="174" y="15"/>
                    <a:pt x="174" y="15"/>
                    <a:pt x="174" y="15"/>
                  </a:cubicBezTo>
                  <a:cubicBezTo>
                    <a:pt x="174" y="16"/>
                    <a:pt x="174" y="16"/>
                    <a:pt x="174" y="16"/>
                  </a:cubicBezTo>
                  <a:cubicBezTo>
                    <a:pt x="174" y="17"/>
                    <a:pt x="174" y="17"/>
                    <a:pt x="174" y="17"/>
                  </a:cubicBezTo>
                  <a:cubicBezTo>
                    <a:pt x="174" y="17"/>
                    <a:pt x="174" y="17"/>
                    <a:pt x="174" y="17"/>
                  </a:cubicBezTo>
                  <a:cubicBezTo>
                    <a:pt x="174" y="18"/>
                    <a:pt x="174" y="18"/>
                    <a:pt x="174" y="18"/>
                  </a:cubicBezTo>
                  <a:cubicBezTo>
                    <a:pt x="174" y="19"/>
                    <a:pt x="174" y="19"/>
                    <a:pt x="174" y="19"/>
                  </a:cubicBezTo>
                  <a:cubicBezTo>
                    <a:pt x="174" y="19"/>
                    <a:pt x="174" y="19"/>
                    <a:pt x="174" y="19"/>
                  </a:cubicBezTo>
                  <a:cubicBezTo>
                    <a:pt x="174" y="19"/>
                    <a:pt x="174" y="19"/>
                    <a:pt x="174" y="19"/>
                  </a:cubicBezTo>
                  <a:cubicBezTo>
                    <a:pt x="175" y="18"/>
                    <a:pt x="175" y="18"/>
                    <a:pt x="175" y="18"/>
                  </a:cubicBezTo>
                  <a:cubicBezTo>
                    <a:pt x="175" y="17"/>
                    <a:pt x="175" y="17"/>
                    <a:pt x="175" y="17"/>
                  </a:cubicBezTo>
                  <a:cubicBezTo>
                    <a:pt x="175" y="16"/>
                    <a:pt x="175" y="16"/>
                    <a:pt x="175" y="16"/>
                  </a:cubicBezTo>
                  <a:cubicBezTo>
                    <a:pt x="175" y="16"/>
                    <a:pt x="175" y="16"/>
                    <a:pt x="175" y="16"/>
                  </a:cubicBezTo>
                  <a:cubicBezTo>
                    <a:pt x="175" y="15"/>
                    <a:pt x="175" y="15"/>
                    <a:pt x="175" y="15"/>
                  </a:cubicBezTo>
                  <a:cubicBezTo>
                    <a:pt x="174" y="14"/>
                    <a:pt x="174" y="14"/>
                    <a:pt x="174" y="14"/>
                  </a:cubicBezTo>
                  <a:cubicBezTo>
                    <a:pt x="174" y="13"/>
                    <a:pt x="174" y="13"/>
                    <a:pt x="174" y="13"/>
                  </a:cubicBezTo>
                  <a:cubicBezTo>
                    <a:pt x="174" y="13"/>
                    <a:pt x="174" y="13"/>
                    <a:pt x="174" y="13"/>
                  </a:cubicBezTo>
                  <a:cubicBezTo>
                    <a:pt x="176" y="13"/>
                    <a:pt x="176" y="13"/>
                    <a:pt x="176" y="13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80" y="15"/>
                    <a:pt x="180" y="15"/>
                    <a:pt x="180" y="15"/>
                  </a:cubicBezTo>
                  <a:cubicBezTo>
                    <a:pt x="181" y="15"/>
                    <a:pt x="181" y="15"/>
                    <a:pt x="181" y="15"/>
                  </a:cubicBezTo>
                  <a:cubicBezTo>
                    <a:pt x="181" y="15"/>
                    <a:pt x="181" y="15"/>
                    <a:pt x="181" y="15"/>
                  </a:cubicBezTo>
                  <a:cubicBezTo>
                    <a:pt x="181" y="16"/>
                    <a:pt x="181" y="16"/>
                    <a:pt x="181" y="16"/>
                  </a:cubicBezTo>
                  <a:cubicBezTo>
                    <a:pt x="182" y="17"/>
                    <a:pt x="182" y="17"/>
                    <a:pt x="182" y="17"/>
                  </a:cubicBezTo>
                  <a:cubicBezTo>
                    <a:pt x="182" y="18"/>
                    <a:pt x="182" y="18"/>
                    <a:pt x="182" y="18"/>
                  </a:cubicBezTo>
                  <a:cubicBezTo>
                    <a:pt x="182" y="19"/>
                    <a:pt x="182" y="19"/>
                    <a:pt x="182" y="19"/>
                  </a:cubicBezTo>
                  <a:cubicBezTo>
                    <a:pt x="183" y="20"/>
                    <a:pt x="183" y="20"/>
                    <a:pt x="183" y="20"/>
                  </a:cubicBezTo>
                  <a:cubicBezTo>
                    <a:pt x="184" y="21"/>
                    <a:pt x="184" y="21"/>
                    <a:pt x="184" y="21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83" y="22"/>
                    <a:pt x="183" y="22"/>
                    <a:pt x="183" y="22"/>
                  </a:cubicBezTo>
                  <a:cubicBezTo>
                    <a:pt x="183" y="21"/>
                    <a:pt x="183" y="21"/>
                    <a:pt x="183" y="21"/>
                  </a:cubicBezTo>
                  <a:cubicBezTo>
                    <a:pt x="182" y="22"/>
                    <a:pt x="182" y="22"/>
                    <a:pt x="182" y="22"/>
                  </a:cubicBezTo>
                  <a:cubicBezTo>
                    <a:pt x="182" y="22"/>
                    <a:pt x="182" y="22"/>
                    <a:pt x="182" y="22"/>
                  </a:cubicBezTo>
                  <a:cubicBezTo>
                    <a:pt x="183" y="23"/>
                    <a:pt x="183" y="23"/>
                    <a:pt x="183" y="23"/>
                  </a:cubicBezTo>
                  <a:cubicBezTo>
                    <a:pt x="185" y="23"/>
                    <a:pt x="185" y="23"/>
                    <a:pt x="185" y="23"/>
                  </a:cubicBezTo>
                  <a:cubicBezTo>
                    <a:pt x="186" y="24"/>
                    <a:pt x="186" y="24"/>
                    <a:pt x="186" y="24"/>
                  </a:cubicBezTo>
                  <a:cubicBezTo>
                    <a:pt x="186" y="24"/>
                    <a:pt x="186" y="24"/>
                    <a:pt x="186" y="24"/>
                  </a:cubicBezTo>
                  <a:cubicBezTo>
                    <a:pt x="187" y="26"/>
                    <a:pt x="187" y="26"/>
                    <a:pt x="187" y="26"/>
                  </a:cubicBezTo>
                  <a:close/>
                  <a:moveTo>
                    <a:pt x="350" y="3"/>
                  </a:moveTo>
                  <a:cubicBezTo>
                    <a:pt x="350" y="2"/>
                    <a:pt x="350" y="2"/>
                    <a:pt x="350" y="2"/>
                  </a:cubicBezTo>
                  <a:cubicBezTo>
                    <a:pt x="351" y="1"/>
                    <a:pt x="351" y="1"/>
                    <a:pt x="351" y="1"/>
                  </a:cubicBezTo>
                  <a:cubicBezTo>
                    <a:pt x="351" y="1"/>
                    <a:pt x="351" y="1"/>
                    <a:pt x="351" y="1"/>
                  </a:cubicBezTo>
                  <a:cubicBezTo>
                    <a:pt x="352" y="1"/>
                    <a:pt x="352" y="1"/>
                    <a:pt x="352" y="1"/>
                  </a:cubicBezTo>
                  <a:cubicBezTo>
                    <a:pt x="352" y="2"/>
                    <a:pt x="352" y="2"/>
                    <a:pt x="352" y="2"/>
                  </a:cubicBezTo>
                  <a:cubicBezTo>
                    <a:pt x="351" y="2"/>
                    <a:pt x="351" y="2"/>
                    <a:pt x="351" y="2"/>
                  </a:cubicBezTo>
                  <a:cubicBezTo>
                    <a:pt x="351" y="3"/>
                    <a:pt x="351" y="3"/>
                    <a:pt x="351" y="3"/>
                  </a:cubicBezTo>
                  <a:cubicBezTo>
                    <a:pt x="350" y="3"/>
                    <a:pt x="350" y="3"/>
                    <a:pt x="350" y="3"/>
                  </a:cubicBezTo>
                  <a:close/>
                  <a:moveTo>
                    <a:pt x="359" y="17"/>
                  </a:moveTo>
                  <a:cubicBezTo>
                    <a:pt x="359" y="18"/>
                    <a:pt x="359" y="18"/>
                    <a:pt x="359" y="18"/>
                  </a:cubicBezTo>
                  <a:cubicBezTo>
                    <a:pt x="361" y="20"/>
                    <a:pt x="361" y="20"/>
                    <a:pt x="361" y="20"/>
                  </a:cubicBezTo>
                  <a:cubicBezTo>
                    <a:pt x="361" y="21"/>
                    <a:pt x="361" y="21"/>
                    <a:pt x="361" y="21"/>
                  </a:cubicBezTo>
                  <a:cubicBezTo>
                    <a:pt x="364" y="22"/>
                    <a:pt x="364" y="22"/>
                    <a:pt x="364" y="22"/>
                  </a:cubicBezTo>
                  <a:cubicBezTo>
                    <a:pt x="367" y="22"/>
                    <a:pt x="367" y="22"/>
                    <a:pt x="367" y="22"/>
                  </a:cubicBezTo>
                  <a:cubicBezTo>
                    <a:pt x="368" y="23"/>
                    <a:pt x="368" y="23"/>
                    <a:pt x="368" y="23"/>
                  </a:cubicBezTo>
                  <a:cubicBezTo>
                    <a:pt x="370" y="23"/>
                    <a:pt x="370" y="23"/>
                    <a:pt x="370" y="23"/>
                  </a:cubicBezTo>
                  <a:cubicBezTo>
                    <a:pt x="371" y="22"/>
                    <a:pt x="371" y="22"/>
                    <a:pt x="371" y="22"/>
                  </a:cubicBezTo>
                  <a:cubicBezTo>
                    <a:pt x="372" y="23"/>
                    <a:pt x="372" y="23"/>
                    <a:pt x="372" y="23"/>
                  </a:cubicBezTo>
                  <a:cubicBezTo>
                    <a:pt x="373" y="23"/>
                    <a:pt x="373" y="23"/>
                    <a:pt x="373" y="23"/>
                  </a:cubicBezTo>
                  <a:cubicBezTo>
                    <a:pt x="375" y="22"/>
                    <a:pt x="375" y="22"/>
                    <a:pt x="375" y="22"/>
                  </a:cubicBezTo>
                  <a:cubicBezTo>
                    <a:pt x="375" y="21"/>
                    <a:pt x="375" y="21"/>
                    <a:pt x="375" y="21"/>
                  </a:cubicBezTo>
                  <a:cubicBezTo>
                    <a:pt x="376" y="20"/>
                    <a:pt x="376" y="20"/>
                    <a:pt x="376" y="20"/>
                  </a:cubicBezTo>
                  <a:cubicBezTo>
                    <a:pt x="375" y="19"/>
                    <a:pt x="375" y="19"/>
                    <a:pt x="375" y="19"/>
                  </a:cubicBezTo>
                  <a:cubicBezTo>
                    <a:pt x="375" y="18"/>
                    <a:pt x="375" y="18"/>
                    <a:pt x="375" y="18"/>
                  </a:cubicBezTo>
                  <a:cubicBezTo>
                    <a:pt x="374" y="18"/>
                    <a:pt x="374" y="18"/>
                    <a:pt x="374" y="18"/>
                  </a:cubicBezTo>
                  <a:cubicBezTo>
                    <a:pt x="374" y="18"/>
                    <a:pt x="374" y="18"/>
                    <a:pt x="374" y="18"/>
                  </a:cubicBezTo>
                  <a:cubicBezTo>
                    <a:pt x="374" y="17"/>
                    <a:pt x="374" y="17"/>
                    <a:pt x="374" y="17"/>
                  </a:cubicBezTo>
                  <a:cubicBezTo>
                    <a:pt x="373" y="17"/>
                    <a:pt x="373" y="17"/>
                    <a:pt x="373" y="17"/>
                  </a:cubicBezTo>
                  <a:cubicBezTo>
                    <a:pt x="373" y="17"/>
                    <a:pt x="373" y="17"/>
                    <a:pt x="373" y="17"/>
                  </a:cubicBezTo>
                  <a:cubicBezTo>
                    <a:pt x="371" y="17"/>
                    <a:pt x="371" y="17"/>
                    <a:pt x="371" y="17"/>
                  </a:cubicBezTo>
                  <a:cubicBezTo>
                    <a:pt x="369" y="17"/>
                    <a:pt x="369" y="17"/>
                    <a:pt x="369" y="17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67" y="18"/>
                    <a:pt x="367" y="18"/>
                    <a:pt x="367" y="18"/>
                  </a:cubicBezTo>
                  <a:cubicBezTo>
                    <a:pt x="367" y="18"/>
                    <a:pt x="367" y="18"/>
                    <a:pt x="367" y="18"/>
                  </a:cubicBezTo>
                  <a:cubicBezTo>
                    <a:pt x="366" y="17"/>
                    <a:pt x="366" y="17"/>
                    <a:pt x="366" y="17"/>
                  </a:cubicBezTo>
                  <a:cubicBezTo>
                    <a:pt x="366" y="17"/>
                    <a:pt x="366" y="17"/>
                    <a:pt x="366" y="17"/>
                  </a:cubicBezTo>
                  <a:cubicBezTo>
                    <a:pt x="365" y="17"/>
                    <a:pt x="365" y="17"/>
                    <a:pt x="365" y="17"/>
                  </a:cubicBezTo>
                  <a:cubicBezTo>
                    <a:pt x="363" y="17"/>
                    <a:pt x="363" y="17"/>
                    <a:pt x="363" y="17"/>
                  </a:cubicBezTo>
                  <a:cubicBezTo>
                    <a:pt x="363" y="17"/>
                    <a:pt x="363" y="17"/>
                    <a:pt x="363" y="17"/>
                  </a:cubicBezTo>
                  <a:cubicBezTo>
                    <a:pt x="363" y="18"/>
                    <a:pt x="363" y="18"/>
                    <a:pt x="363" y="18"/>
                  </a:cubicBezTo>
                  <a:cubicBezTo>
                    <a:pt x="362" y="18"/>
                    <a:pt x="362" y="18"/>
                    <a:pt x="362" y="18"/>
                  </a:cubicBezTo>
                  <a:cubicBezTo>
                    <a:pt x="361" y="18"/>
                    <a:pt x="361" y="18"/>
                    <a:pt x="361" y="18"/>
                  </a:cubicBezTo>
                  <a:cubicBezTo>
                    <a:pt x="360" y="18"/>
                    <a:pt x="360" y="18"/>
                    <a:pt x="360" y="18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59" y="17"/>
                    <a:pt x="359" y="17"/>
                    <a:pt x="359" y="17"/>
                  </a:cubicBezTo>
                  <a:close/>
                  <a:moveTo>
                    <a:pt x="325" y="31"/>
                  </a:moveTo>
                  <a:cubicBezTo>
                    <a:pt x="324" y="29"/>
                    <a:pt x="324" y="29"/>
                    <a:pt x="324" y="29"/>
                  </a:cubicBezTo>
                  <a:cubicBezTo>
                    <a:pt x="324" y="28"/>
                    <a:pt x="324" y="28"/>
                    <a:pt x="324" y="28"/>
                  </a:cubicBezTo>
                  <a:cubicBezTo>
                    <a:pt x="323" y="27"/>
                    <a:pt x="323" y="27"/>
                    <a:pt x="323" y="27"/>
                  </a:cubicBezTo>
                  <a:cubicBezTo>
                    <a:pt x="321" y="27"/>
                    <a:pt x="321" y="27"/>
                    <a:pt x="321" y="27"/>
                  </a:cubicBezTo>
                  <a:cubicBezTo>
                    <a:pt x="321" y="26"/>
                    <a:pt x="321" y="26"/>
                    <a:pt x="321" y="26"/>
                  </a:cubicBezTo>
                  <a:cubicBezTo>
                    <a:pt x="320" y="26"/>
                    <a:pt x="320" y="26"/>
                    <a:pt x="320" y="26"/>
                  </a:cubicBezTo>
                  <a:cubicBezTo>
                    <a:pt x="319" y="25"/>
                    <a:pt x="319" y="25"/>
                    <a:pt x="319" y="25"/>
                  </a:cubicBezTo>
                  <a:cubicBezTo>
                    <a:pt x="320" y="26"/>
                    <a:pt x="320" y="26"/>
                    <a:pt x="320" y="26"/>
                  </a:cubicBezTo>
                  <a:cubicBezTo>
                    <a:pt x="320" y="27"/>
                    <a:pt x="320" y="27"/>
                    <a:pt x="320" y="27"/>
                  </a:cubicBezTo>
                  <a:cubicBezTo>
                    <a:pt x="322" y="28"/>
                    <a:pt x="322" y="28"/>
                    <a:pt x="322" y="28"/>
                  </a:cubicBezTo>
                  <a:cubicBezTo>
                    <a:pt x="323" y="30"/>
                    <a:pt x="323" y="30"/>
                    <a:pt x="323" y="30"/>
                  </a:cubicBezTo>
                  <a:cubicBezTo>
                    <a:pt x="324" y="32"/>
                    <a:pt x="324" y="32"/>
                    <a:pt x="324" y="32"/>
                  </a:cubicBezTo>
                  <a:cubicBezTo>
                    <a:pt x="324" y="32"/>
                    <a:pt x="324" y="32"/>
                    <a:pt x="324" y="32"/>
                  </a:cubicBezTo>
                  <a:cubicBezTo>
                    <a:pt x="325" y="32"/>
                    <a:pt x="325" y="32"/>
                    <a:pt x="325" y="32"/>
                  </a:cubicBezTo>
                  <a:cubicBezTo>
                    <a:pt x="325" y="31"/>
                    <a:pt x="325" y="31"/>
                    <a:pt x="325" y="31"/>
                  </a:cubicBezTo>
                  <a:close/>
                  <a:moveTo>
                    <a:pt x="342" y="32"/>
                  </a:moveTo>
                  <a:cubicBezTo>
                    <a:pt x="342" y="32"/>
                    <a:pt x="342" y="32"/>
                    <a:pt x="342" y="32"/>
                  </a:cubicBezTo>
                  <a:cubicBezTo>
                    <a:pt x="341" y="32"/>
                    <a:pt x="341" y="32"/>
                    <a:pt x="341" y="32"/>
                  </a:cubicBezTo>
                  <a:cubicBezTo>
                    <a:pt x="341" y="32"/>
                    <a:pt x="341" y="32"/>
                    <a:pt x="341" y="32"/>
                  </a:cubicBezTo>
                  <a:cubicBezTo>
                    <a:pt x="341" y="31"/>
                    <a:pt x="341" y="31"/>
                    <a:pt x="341" y="31"/>
                  </a:cubicBezTo>
                  <a:cubicBezTo>
                    <a:pt x="342" y="31"/>
                    <a:pt x="342" y="31"/>
                    <a:pt x="342" y="31"/>
                  </a:cubicBezTo>
                  <a:cubicBezTo>
                    <a:pt x="342" y="32"/>
                    <a:pt x="342" y="32"/>
                    <a:pt x="342" y="32"/>
                  </a:cubicBezTo>
                  <a:cubicBezTo>
                    <a:pt x="343" y="32"/>
                    <a:pt x="343" y="32"/>
                    <a:pt x="343" y="32"/>
                  </a:cubicBezTo>
                  <a:cubicBezTo>
                    <a:pt x="343" y="33"/>
                    <a:pt x="343" y="33"/>
                    <a:pt x="343" y="33"/>
                  </a:cubicBezTo>
                  <a:cubicBezTo>
                    <a:pt x="343" y="33"/>
                    <a:pt x="343" y="33"/>
                    <a:pt x="343" y="33"/>
                  </a:cubicBezTo>
                  <a:cubicBezTo>
                    <a:pt x="344" y="33"/>
                    <a:pt x="344" y="33"/>
                    <a:pt x="344" y="33"/>
                  </a:cubicBezTo>
                  <a:cubicBezTo>
                    <a:pt x="345" y="32"/>
                    <a:pt x="345" y="32"/>
                    <a:pt x="345" y="32"/>
                  </a:cubicBezTo>
                  <a:cubicBezTo>
                    <a:pt x="346" y="30"/>
                    <a:pt x="346" y="30"/>
                    <a:pt x="346" y="30"/>
                  </a:cubicBezTo>
                  <a:cubicBezTo>
                    <a:pt x="347" y="29"/>
                    <a:pt x="347" y="29"/>
                    <a:pt x="347" y="29"/>
                  </a:cubicBezTo>
                  <a:cubicBezTo>
                    <a:pt x="348" y="29"/>
                    <a:pt x="348" y="29"/>
                    <a:pt x="348" y="29"/>
                  </a:cubicBezTo>
                  <a:cubicBezTo>
                    <a:pt x="349" y="28"/>
                    <a:pt x="349" y="28"/>
                    <a:pt x="349" y="28"/>
                  </a:cubicBezTo>
                  <a:cubicBezTo>
                    <a:pt x="349" y="29"/>
                    <a:pt x="349" y="29"/>
                    <a:pt x="349" y="29"/>
                  </a:cubicBezTo>
                  <a:cubicBezTo>
                    <a:pt x="349" y="29"/>
                    <a:pt x="349" y="29"/>
                    <a:pt x="349" y="29"/>
                  </a:cubicBezTo>
                  <a:cubicBezTo>
                    <a:pt x="350" y="29"/>
                    <a:pt x="350" y="29"/>
                    <a:pt x="350" y="29"/>
                  </a:cubicBezTo>
                  <a:cubicBezTo>
                    <a:pt x="350" y="30"/>
                    <a:pt x="350" y="30"/>
                    <a:pt x="350" y="30"/>
                  </a:cubicBezTo>
                  <a:cubicBezTo>
                    <a:pt x="351" y="29"/>
                    <a:pt x="351" y="29"/>
                    <a:pt x="351" y="29"/>
                  </a:cubicBezTo>
                  <a:cubicBezTo>
                    <a:pt x="351" y="29"/>
                    <a:pt x="351" y="29"/>
                    <a:pt x="351" y="29"/>
                  </a:cubicBezTo>
                  <a:cubicBezTo>
                    <a:pt x="353" y="28"/>
                    <a:pt x="353" y="28"/>
                    <a:pt x="353" y="28"/>
                  </a:cubicBezTo>
                  <a:cubicBezTo>
                    <a:pt x="353" y="27"/>
                    <a:pt x="353" y="27"/>
                    <a:pt x="353" y="27"/>
                  </a:cubicBezTo>
                  <a:cubicBezTo>
                    <a:pt x="353" y="27"/>
                    <a:pt x="353" y="27"/>
                    <a:pt x="353" y="27"/>
                  </a:cubicBezTo>
                  <a:cubicBezTo>
                    <a:pt x="352" y="27"/>
                    <a:pt x="352" y="27"/>
                    <a:pt x="352" y="27"/>
                  </a:cubicBezTo>
                  <a:cubicBezTo>
                    <a:pt x="350" y="28"/>
                    <a:pt x="350" y="28"/>
                    <a:pt x="350" y="28"/>
                  </a:cubicBezTo>
                  <a:cubicBezTo>
                    <a:pt x="349" y="27"/>
                    <a:pt x="349" y="27"/>
                    <a:pt x="349" y="27"/>
                  </a:cubicBezTo>
                  <a:cubicBezTo>
                    <a:pt x="348" y="26"/>
                    <a:pt x="348" y="26"/>
                    <a:pt x="348" y="26"/>
                  </a:cubicBezTo>
                  <a:cubicBezTo>
                    <a:pt x="347" y="26"/>
                    <a:pt x="347" y="26"/>
                    <a:pt x="347" y="26"/>
                  </a:cubicBezTo>
                  <a:cubicBezTo>
                    <a:pt x="346" y="26"/>
                    <a:pt x="346" y="26"/>
                    <a:pt x="346" y="26"/>
                  </a:cubicBezTo>
                  <a:cubicBezTo>
                    <a:pt x="346" y="25"/>
                    <a:pt x="346" y="25"/>
                    <a:pt x="346" y="25"/>
                  </a:cubicBezTo>
                  <a:cubicBezTo>
                    <a:pt x="345" y="24"/>
                    <a:pt x="345" y="24"/>
                    <a:pt x="345" y="24"/>
                  </a:cubicBezTo>
                  <a:cubicBezTo>
                    <a:pt x="344" y="24"/>
                    <a:pt x="344" y="24"/>
                    <a:pt x="344" y="24"/>
                  </a:cubicBezTo>
                  <a:cubicBezTo>
                    <a:pt x="343" y="23"/>
                    <a:pt x="343" y="23"/>
                    <a:pt x="343" y="23"/>
                  </a:cubicBezTo>
                  <a:cubicBezTo>
                    <a:pt x="343" y="22"/>
                    <a:pt x="343" y="22"/>
                    <a:pt x="343" y="22"/>
                  </a:cubicBezTo>
                  <a:cubicBezTo>
                    <a:pt x="343" y="21"/>
                    <a:pt x="343" y="21"/>
                    <a:pt x="343" y="21"/>
                  </a:cubicBezTo>
                  <a:cubicBezTo>
                    <a:pt x="342" y="20"/>
                    <a:pt x="342" y="20"/>
                    <a:pt x="342" y="20"/>
                  </a:cubicBezTo>
                  <a:cubicBezTo>
                    <a:pt x="341" y="20"/>
                    <a:pt x="341" y="20"/>
                    <a:pt x="341" y="20"/>
                  </a:cubicBezTo>
                  <a:cubicBezTo>
                    <a:pt x="341" y="20"/>
                    <a:pt x="341" y="20"/>
                    <a:pt x="341" y="20"/>
                  </a:cubicBezTo>
                  <a:cubicBezTo>
                    <a:pt x="342" y="19"/>
                    <a:pt x="342" y="19"/>
                    <a:pt x="342" y="19"/>
                  </a:cubicBezTo>
                  <a:cubicBezTo>
                    <a:pt x="342" y="19"/>
                    <a:pt x="342" y="19"/>
                    <a:pt x="342" y="19"/>
                  </a:cubicBezTo>
                  <a:cubicBezTo>
                    <a:pt x="342" y="18"/>
                    <a:pt x="342" y="18"/>
                    <a:pt x="342" y="18"/>
                  </a:cubicBezTo>
                  <a:cubicBezTo>
                    <a:pt x="342" y="18"/>
                    <a:pt x="342" y="18"/>
                    <a:pt x="342" y="18"/>
                  </a:cubicBezTo>
                  <a:cubicBezTo>
                    <a:pt x="342" y="18"/>
                    <a:pt x="342" y="18"/>
                    <a:pt x="342" y="18"/>
                  </a:cubicBezTo>
                  <a:cubicBezTo>
                    <a:pt x="342" y="17"/>
                    <a:pt x="342" y="17"/>
                    <a:pt x="342" y="17"/>
                  </a:cubicBezTo>
                  <a:cubicBezTo>
                    <a:pt x="341" y="17"/>
                    <a:pt x="341" y="17"/>
                    <a:pt x="341" y="17"/>
                  </a:cubicBezTo>
                  <a:cubicBezTo>
                    <a:pt x="339" y="17"/>
                    <a:pt x="339" y="17"/>
                    <a:pt x="339" y="17"/>
                  </a:cubicBezTo>
                  <a:cubicBezTo>
                    <a:pt x="338" y="17"/>
                    <a:pt x="338" y="17"/>
                    <a:pt x="338" y="17"/>
                  </a:cubicBezTo>
                  <a:cubicBezTo>
                    <a:pt x="338" y="16"/>
                    <a:pt x="338" y="16"/>
                    <a:pt x="338" y="16"/>
                  </a:cubicBezTo>
                  <a:cubicBezTo>
                    <a:pt x="337" y="16"/>
                    <a:pt x="337" y="16"/>
                    <a:pt x="337" y="16"/>
                  </a:cubicBezTo>
                  <a:cubicBezTo>
                    <a:pt x="336" y="16"/>
                    <a:pt x="336" y="16"/>
                    <a:pt x="336" y="16"/>
                  </a:cubicBezTo>
                  <a:cubicBezTo>
                    <a:pt x="335" y="16"/>
                    <a:pt x="335" y="16"/>
                    <a:pt x="335" y="16"/>
                  </a:cubicBezTo>
                  <a:cubicBezTo>
                    <a:pt x="337" y="17"/>
                    <a:pt x="337" y="17"/>
                    <a:pt x="337" y="17"/>
                  </a:cubicBezTo>
                  <a:cubicBezTo>
                    <a:pt x="338" y="17"/>
                    <a:pt x="338" y="17"/>
                    <a:pt x="338" y="17"/>
                  </a:cubicBezTo>
                  <a:cubicBezTo>
                    <a:pt x="338" y="18"/>
                    <a:pt x="338" y="18"/>
                    <a:pt x="338" y="18"/>
                  </a:cubicBezTo>
                  <a:cubicBezTo>
                    <a:pt x="337" y="18"/>
                    <a:pt x="337" y="18"/>
                    <a:pt x="337" y="18"/>
                  </a:cubicBezTo>
                  <a:cubicBezTo>
                    <a:pt x="337" y="18"/>
                    <a:pt x="337" y="18"/>
                    <a:pt x="337" y="18"/>
                  </a:cubicBezTo>
                  <a:cubicBezTo>
                    <a:pt x="336" y="18"/>
                    <a:pt x="336" y="18"/>
                    <a:pt x="336" y="18"/>
                  </a:cubicBezTo>
                  <a:cubicBezTo>
                    <a:pt x="335" y="18"/>
                    <a:pt x="335" y="18"/>
                    <a:pt x="335" y="18"/>
                  </a:cubicBezTo>
                  <a:cubicBezTo>
                    <a:pt x="336" y="19"/>
                    <a:pt x="336" y="19"/>
                    <a:pt x="336" y="19"/>
                  </a:cubicBezTo>
                  <a:cubicBezTo>
                    <a:pt x="336" y="20"/>
                    <a:pt x="336" y="20"/>
                    <a:pt x="336" y="20"/>
                  </a:cubicBezTo>
                  <a:cubicBezTo>
                    <a:pt x="336" y="21"/>
                    <a:pt x="336" y="21"/>
                    <a:pt x="336" y="21"/>
                  </a:cubicBezTo>
                  <a:cubicBezTo>
                    <a:pt x="338" y="22"/>
                    <a:pt x="338" y="22"/>
                    <a:pt x="338" y="22"/>
                  </a:cubicBezTo>
                  <a:cubicBezTo>
                    <a:pt x="338" y="23"/>
                    <a:pt x="338" y="23"/>
                    <a:pt x="338" y="23"/>
                  </a:cubicBezTo>
                  <a:cubicBezTo>
                    <a:pt x="338" y="23"/>
                    <a:pt x="338" y="23"/>
                    <a:pt x="338" y="23"/>
                  </a:cubicBezTo>
                  <a:cubicBezTo>
                    <a:pt x="337" y="23"/>
                    <a:pt x="337" y="23"/>
                    <a:pt x="337" y="23"/>
                  </a:cubicBezTo>
                  <a:cubicBezTo>
                    <a:pt x="336" y="22"/>
                    <a:pt x="336" y="22"/>
                    <a:pt x="336" y="22"/>
                  </a:cubicBezTo>
                  <a:cubicBezTo>
                    <a:pt x="335" y="21"/>
                    <a:pt x="335" y="21"/>
                    <a:pt x="335" y="21"/>
                  </a:cubicBezTo>
                  <a:cubicBezTo>
                    <a:pt x="334" y="21"/>
                    <a:pt x="334" y="21"/>
                    <a:pt x="334" y="21"/>
                  </a:cubicBezTo>
                  <a:cubicBezTo>
                    <a:pt x="334" y="21"/>
                    <a:pt x="334" y="21"/>
                    <a:pt x="334" y="21"/>
                  </a:cubicBezTo>
                  <a:cubicBezTo>
                    <a:pt x="333" y="21"/>
                    <a:pt x="333" y="21"/>
                    <a:pt x="333" y="21"/>
                  </a:cubicBezTo>
                  <a:cubicBezTo>
                    <a:pt x="333" y="21"/>
                    <a:pt x="333" y="21"/>
                    <a:pt x="333" y="21"/>
                  </a:cubicBezTo>
                  <a:cubicBezTo>
                    <a:pt x="332" y="21"/>
                    <a:pt x="332" y="21"/>
                    <a:pt x="332" y="21"/>
                  </a:cubicBezTo>
                  <a:cubicBezTo>
                    <a:pt x="332" y="20"/>
                    <a:pt x="332" y="20"/>
                    <a:pt x="332" y="20"/>
                  </a:cubicBezTo>
                  <a:cubicBezTo>
                    <a:pt x="332" y="19"/>
                    <a:pt x="332" y="19"/>
                    <a:pt x="332" y="19"/>
                  </a:cubicBezTo>
                  <a:cubicBezTo>
                    <a:pt x="331" y="19"/>
                    <a:pt x="331" y="19"/>
                    <a:pt x="331" y="19"/>
                  </a:cubicBezTo>
                  <a:cubicBezTo>
                    <a:pt x="330" y="18"/>
                    <a:pt x="330" y="18"/>
                    <a:pt x="330" y="18"/>
                  </a:cubicBezTo>
                  <a:cubicBezTo>
                    <a:pt x="329" y="18"/>
                    <a:pt x="329" y="18"/>
                    <a:pt x="329" y="18"/>
                  </a:cubicBezTo>
                  <a:cubicBezTo>
                    <a:pt x="328" y="18"/>
                    <a:pt x="328" y="18"/>
                    <a:pt x="328" y="18"/>
                  </a:cubicBezTo>
                  <a:cubicBezTo>
                    <a:pt x="328" y="17"/>
                    <a:pt x="328" y="17"/>
                    <a:pt x="328" y="17"/>
                  </a:cubicBezTo>
                  <a:cubicBezTo>
                    <a:pt x="327" y="18"/>
                    <a:pt x="327" y="18"/>
                    <a:pt x="327" y="18"/>
                  </a:cubicBezTo>
                  <a:cubicBezTo>
                    <a:pt x="326" y="18"/>
                    <a:pt x="326" y="18"/>
                    <a:pt x="326" y="18"/>
                  </a:cubicBezTo>
                  <a:cubicBezTo>
                    <a:pt x="326" y="19"/>
                    <a:pt x="326" y="19"/>
                    <a:pt x="326" y="19"/>
                  </a:cubicBezTo>
                  <a:cubicBezTo>
                    <a:pt x="326" y="20"/>
                    <a:pt x="326" y="20"/>
                    <a:pt x="326" y="20"/>
                  </a:cubicBezTo>
                  <a:cubicBezTo>
                    <a:pt x="326" y="21"/>
                    <a:pt x="326" y="21"/>
                    <a:pt x="326" y="21"/>
                  </a:cubicBezTo>
                  <a:cubicBezTo>
                    <a:pt x="325" y="22"/>
                    <a:pt x="325" y="22"/>
                    <a:pt x="325" y="22"/>
                  </a:cubicBezTo>
                  <a:cubicBezTo>
                    <a:pt x="324" y="22"/>
                    <a:pt x="324" y="22"/>
                    <a:pt x="324" y="22"/>
                  </a:cubicBezTo>
                  <a:cubicBezTo>
                    <a:pt x="324" y="23"/>
                    <a:pt x="324" y="23"/>
                    <a:pt x="324" y="23"/>
                  </a:cubicBezTo>
                  <a:cubicBezTo>
                    <a:pt x="325" y="24"/>
                    <a:pt x="325" y="24"/>
                    <a:pt x="325" y="24"/>
                  </a:cubicBezTo>
                  <a:cubicBezTo>
                    <a:pt x="326" y="24"/>
                    <a:pt x="326" y="24"/>
                    <a:pt x="326" y="24"/>
                  </a:cubicBezTo>
                  <a:cubicBezTo>
                    <a:pt x="327" y="25"/>
                    <a:pt x="327" y="25"/>
                    <a:pt x="327" y="25"/>
                  </a:cubicBezTo>
                  <a:cubicBezTo>
                    <a:pt x="326" y="25"/>
                    <a:pt x="326" y="25"/>
                    <a:pt x="326" y="25"/>
                  </a:cubicBezTo>
                  <a:cubicBezTo>
                    <a:pt x="326" y="25"/>
                    <a:pt x="326" y="25"/>
                    <a:pt x="326" y="25"/>
                  </a:cubicBezTo>
                  <a:cubicBezTo>
                    <a:pt x="326" y="26"/>
                    <a:pt x="326" y="26"/>
                    <a:pt x="326" y="26"/>
                  </a:cubicBezTo>
                  <a:cubicBezTo>
                    <a:pt x="327" y="26"/>
                    <a:pt x="327" y="26"/>
                    <a:pt x="327" y="26"/>
                  </a:cubicBezTo>
                  <a:cubicBezTo>
                    <a:pt x="327" y="27"/>
                    <a:pt x="327" y="27"/>
                    <a:pt x="327" y="27"/>
                  </a:cubicBezTo>
                  <a:cubicBezTo>
                    <a:pt x="327" y="27"/>
                    <a:pt x="327" y="27"/>
                    <a:pt x="327" y="27"/>
                  </a:cubicBezTo>
                  <a:cubicBezTo>
                    <a:pt x="327" y="28"/>
                    <a:pt x="327" y="28"/>
                    <a:pt x="327" y="28"/>
                  </a:cubicBezTo>
                  <a:cubicBezTo>
                    <a:pt x="328" y="28"/>
                    <a:pt x="328" y="28"/>
                    <a:pt x="328" y="28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330" y="29"/>
                    <a:pt x="330" y="29"/>
                    <a:pt x="330" y="29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1"/>
                    <a:pt x="329" y="31"/>
                    <a:pt x="329" y="31"/>
                  </a:cubicBezTo>
                  <a:cubicBezTo>
                    <a:pt x="332" y="33"/>
                    <a:pt x="332" y="33"/>
                    <a:pt x="332" y="33"/>
                  </a:cubicBezTo>
                  <a:cubicBezTo>
                    <a:pt x="333" y="33"/>
                    <a:pt x="333" y="33"/>
                    <a:pt x="333" y="33"/>
                  </a:cubicBezTo>
                  <a:cubicBezTo>
                    <a:pt x="334" y="33"/>
                    <a:pt x="334" y="33"/>
                    <a:pt x="334" y="33"/>
                  </a:cubicBezTo>
                  <a:cubicBezTo>
                    <a:pt x="335" y="34"/>
                    <a:pt x="335" y="34"/>
                    <a:pt x="335" y="34"/>
                  </a:cubicBezTo>
                  <a:cubicBezTo>
                    <a:pt x="336" y="34"/>
                    <a:pt x="336" y="34"/>
                    <a:pt x="336" y="34"/>
                  </a:cubicBezTo>
                  <a:cubicBezTo>
                    <a:pt x="336" y="35"/>
                    <a:pt x="336" y="35"/>
                    <a:pt x="336" y="35"/>
                  </a:cubicBezTo>
                  <a:cubicBezTo>
                    <a:pt x="337" y="35"/>
                    <a:pt x="337" y="35"/>
                    <a:pt x="337" y="35"/>
                  </a:cubicBezTo>
                  <a:cubicBezTo>
                    <a:pt x="338" y="35"/>
                    <a:pt x="338" y="35"/>
                    <a:pt x="338" y="35"/>
                  </a:cubicBezTo>
                  <a:cubicBezTo>
                    <a:pt x="339" y="35"/>
                    <a:pt x="339" y="35"/>
                    <a:pt x="339" y="35"/>
                  </a:cubicBezTo>
                  <a:cubicBezTo>
                    <a:pt x="341" y="35"/>
                    <a:pt x="341" y="35"/>
                    <a:pt x="341" y="35"/>
                  </a:cubicBezTo>
                  <a:cubicBezTo>
                    <a:pt x="342" y="36"/>
                    <a:pt x="342" y="36"/>
                    <a:pt x="342" y="36"/>
                  </a:cubicBezTo>
                  <a:cubicBezTo>
                    <a:pt x="342" y="35"/>
                    <a:pt x="342" y="35"/>
                    <a:pt x="342" y="35"/>
                  </a:cubicBezTo>
                  <a:cubicBezTo>
                    <a:pt x="343" y="35"/>
                    <a:pt x="343" y="35"/>
                    <a:pt x="343" y="35"/>
                  </a:cubicBezTo>
                  <a:cubicBezTo>
                    <a:pt x="343" y="34"/>
                    <a:pt x="343" y="34"/>
                    <a:pt x="343" y="34"/>
                  </a:cubicBezTo>
                  <a:cubicBezTo>
                    <a:pt x="342" y="33"/>
                    <a:pt x="342" y="33"/>
                    <a:pt x="342" y="33"/>
                  </a:cubicBezTo>
                  <a:cubicBezTo>
                    <a:pt x="342" y="32"/>
                    <a:pt x="342" y="32"/>
                    <a:pt x="342" y="32"/>
                  </a:cubicBezTo>
                  <a:close/>
                  <a:moveTo>
                    <a:pt x="343" y="17"/>
                  </a:moveTo>
                  <a:cubicBezTo>
                    <a:pt x="344" y="17"/>
                    <a:pt x="344" y="17"/>
                    <a:pt x="344" y="17"/>
                  </a:cubicBezTo>
                  <a:cubicBezTo>
                    <a:pt x="345" y="17"/>
                    <a:pt x="345" y="17"/>
                    <a:pt x="345" y="17"/>
                  </a:cubicBezTo>
                  <a:cubicBezTo>
                    <a:pt x="346" y="17"/>
                    <a:pt x="346" y="17"/>
                    <a:pt x="346" y="17"/>
                  </a:cubicBezTo>
                  <a:cubicBezTo>
                    <a:pt x="348" y="18"/>
                    <a:pt x="348" y="18"/>
                    <a:pt x="348" y="18"/>
                  </a:cubicBezTo>
                  <a:cubicBezTo>
                    <a:pt x="349" y="18"/>
                    <a:pt x="349" y="18"/>
                    <a:pt x="349" y="18"/>
                  </a:cubicBezTo>
                  <a:cubicBezTo>
                    <a:pt x="350" y="18"/>
                    <a:pt x="350" y="18"/>
                    <a:pt x="350" y="18"/>
                  </a:cubicBezTo>
                  <a:cubicBezTo>
                    <a:pt x="352" y="18"/>
                    <a:pt x="352" y="18"/>
                    <a:pt x="352" y="18"/>
                  </a:cubicBezTo>
                  <a:cubicBezTo>
                    <a:pt x="355" y="19"/>
                    <a:pt x="355" y="19"/>
                    <a:pt x="355" y="19"/>
                  </a:cubicBezTo>
                  <a:cubicBezTo>
                    <a:pt x="355" y="19"/>
                    <a:pt x="355" y="19"/>
                    <a:pt x="355" y="19"/>
                  </a:cubicBezTo>
                  <a:cubicBezTo>
                    <a:pt x="354" y="19"/>
                    <a:pt x="354" y="19"/>
                    <a:pt x="354" y="19"/>
                  </a:cubicBezTo>
                  <a:cubicBezTo>
                    <a:pt x="353" y="20"/>
                    <a:pt x="353" y="20"/>
                    <a:pt x="353" y="20"/>
                  </a:cubicBezTo>
                  <a:cubicBezTo>
                    <a:pt x="353" y="21"/>
                    <a:pt x="353" y="21"/>
                    <a:pt x="353" y="21"/>
                  </a:cubicBezTo>
                  <a:cubicBezTo>
                    <a:pt x="354" y="22"/>
                    <a:pt x="354" y="22"/>
                    <a:pt x="354" y="22"/>
                  </a:cubicBezTo>
                  <a:cubicBezTo>
                    <a:pt x="355" y="22"/>
                    <a:pt x="355" y="22"/>
                    <a:pt x="355" y="22"/>
                  </a:cubicBezTo>
                  <a:cubicBezTo>
                    <a:pt x="355" y="23"/>
                    <a:pt x="355" y="23"/>
                    <a:pt x="355" y="23"/>
                  </a:cubicBezTo>
                  <a:cubicBezTo>
                    <a:pt x="355" y="23"/>
                    <a:pt x="355" y="23"/>
                    <a:pt x="355" y="23"/>
                  </a:cubicBezTo>
                  <a:cubicBezTo>
                    <a:pt x="355" y="24"/>
                    <a:pt x="355" y="24"/>
                    <a:pt x="355" y="24"/>
                  </a:cubicBezTo>
                  <a:cubicBezTo>
                    <a:pt x="355" y="25"/>
                    <a:pt x="355" y="25"/>
                    <a:pt x="355" y="25"/>
                  </a:cubicBezTo>
                  <a:cubicBezTo>
                    <a:pt x="354" y="26"/>
                    <a:pt x="354" y="26"/>
                    <a:pt x="354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3" y="26"/>
                    <a:pt x="353" y="26"/>
                    <a:pt x="353" y="26"/>
                  </a:cubicBezTo>
                  <a:cubicBezTo>
                    <a:pt x="352" y="26"/>
                    <a:pt x="352" y="26"/>
                    <a:pt x="352" y="26"/>
                  </a:cubicBezTo>
                  <a:cubicBezTo>
                    <a:pt x="351" y="26"/>
                    <a:pt x="351" y="26"/>
                    <a:pt x="351" y="26"/>
                  </a:cubicBezTo>
                  <a:cubicBezTo>
                    <a:pt x="350" y="27"/>
                    <a:pt x="350" y="27"/>
                    <a:pt x="350" y="27"/>
                  </a:cubicBezTo>
                  <a:cubicBezTo>
                    <a:pt x="348" y="26"/>
                    <a:pt x="348" y="26"/>
                    <a:pt x="348" y="26"/>
                  </a:cubicBezTo>
                  <a:cubicBezTo>
                    <a:pt x="347" y="25"/>
                    <a:pt x="347" y="25"/>
                    <a:pt x="347" y="25"/>
                  </a:cubicBezTo>
                  <a:cubicBezTo>
                    <a:pt x="345" y="23"/>
                    <a:pt x="345" y="23"/>
                    <a:pt x="345" y="23"/>
                  </a:cubicBezTo>
                  <a:cubicBezTo>
                    <a:pt x="345" y="22"/>
                    <a:pt x="345" y="22"/>
                    <a:pt x="345" y="22"/>
                  </a:cubicBezTo>
                  <a:cubicBezTo>
                    <a:pt x="345" y="21"/>
                    <a:pt x="345" y="21"/>
                    <a:pt x="345" y="21"/>
                  </a:cubicBezTo>
                  <a:cubicBezTo>
                    <a:pt x="345" y="21"/>
                    <a:pt x="345" y="21"/>
                    <a:pt x="345" y="21"/>
                  </a:cubicBezTo>
                  <a:cubicBezTo>
                    <a:pt x="346" y="20"/>
                    <a:pt x="346" y="20"/>
                    <a:pt x="346" y="20"/>
                  </a:cubicBezTo>
                  <a:cubicBezTo>
                    <a:pt x="345" y="20"/>
                    <a:pt x="345" y="20"/>
                    <a:pt x="345" y="20"/>
                  </a:cubicBezTo>
                  <a:cubicBezTo>
                    <a:pt x="345" y="19"/>
                    <a:pt x="345" y="19"/>
                    <a:pt x="345" y="19"/>
                  </a:cubicBezTo>
                  <a:cubicBezTo>
                    <a:pt x="344" y="19"/>
                    <a:pt x="344" y="19"/>
                    <a:pt x="344" y="19"/>
                  </a:cubicBezTo>
                  <a:cubicBezTo>
                    <a:pt x="344" y="18"/>
                    <a:pt x="344" y="18"/>
                    <a:pt x="344" y="18"/>
                  </a:cubicBezTo>
                  <a:cubicBezTo>
                    <a:pt x="343" y="18"/>
                    <a:pt x="343" y="18"/>
                    <a:pt x="343" y="18"/>
                  </a:cubicBezTo>
                  <a:cubicBezTo>
                    <a:pt x="343" y="17"/>
                    <a:pt x="343" y="17"/>
                    <a:pt x="343" y="17"/>
                  </a:cubicBezTo>
                  <a:close/>
                  <a:moveTo>
                    <a:pt x="195" y="38"/>
                  </a:moveTo>
                  <a:cubicBezTo>
                    <a:pt x="195" y="38"/>
                    <a:pt x="196" y="37"/>
                    <a:pt x="196" y="37"/>
                  </a:cubicBezTo>
                  <a:cubicBezTo>
                    <a:pt x="197" y="36"/>
                    <a:pt x="197" y="36"/>
                    <a:pt x="197" y="36"/>
                  </a:cubicBezTo>
                  <a:cubicBezTo>
                    <a:pt x="198" y="35"/>
                    <a:pt x="198" y="35"/>
                    <a:pt x="198" y="35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8" y="34"/>
                    <a:pt x="198" y="34"/>
                    <a:pt x="198" y="34"/>
                  </a:cubicBezTo>
                  <a:cubicBezTo>
                    <a:pt x="199" y="33"/>
                    <a:pt x="199" y="33"/>
                    <a:pt x="199" y="33"/>
                  </a:cubicBezTo>
                  <a:cubicBezTo>
                    <a:pt x="200" y="32"/>
                    <a:pt x="200" y="32"/>
                    <a:pt x="200" y="32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2" y="33"/>
                    <a:pt x="202" y="33"/>
                    <a:pt x="202" y="33"/>
                  </a:cubicBezTo>
                  <a:cubicBezTo>
                    <a:pt x="202" y="32"/>
                    <a:pt x="202" y="32"/>
                    <a:pt x="202" y="32"/>
                  </a:cubicBezTo>
                  <a:cubicBezTo>
                    <a:pt x="203" y="32"/>
                    <a:pt x="203" y="32"/>
                    <a:pt x="203" y="32"/>
                  </a:cubicBezTo>
                  <a:cubicBezTo>
                    <a:pt x="203" y="31"/>
                    <a:pt x="203" y="31"/>
                    <a:pt x="203" y="31"/>
                  </a:cubicBezTo>
                  <a:cubicBezTo>
                    <a:pt x="204" y="31"/>
                    <a:pt x="204" y="31"/>
                    <a:pt x="204" y="31"/>
                  </a:cubicBezTo>
                  <a:cubicBezTo>
                    <a:pt x="206" y="30"/>
                    <a:pt x="206" y="30"/>
                    <a:pt x="206" y="30"/>
                  </a:cubicBezTo>
                  <a:cubicBezTo>
                    <a:pt x="206" y="29"/>
                    <a:pt x="206" y="29"/>
                    <a:pt x="206" y="29"/>
                  </a:cubicBezTo>
                  <a:cubicBezTo>
                    <a:pt x="206" y="29"/>
                    <a:pt x="206" y="29"/>
                    <a:pt x="206" y="29"/>
                  </a:cubicBezTo>
                  <a:cubicBezTo>
                    <a:pt x="207" y="27"/>
                    <a:pt x="207" y="27"/>
                    <a:pt x="207" y="27"/>
                  </a:cubicBezTo>
                  <a:cubicBezTo>
                    <a:pt x="207" y="26"/>
                    <a:pt x="207" y="26"/>
                    <a:pt x="207" y="26"/>
                  </a:cubicBezTo>
                  <a:cubicBezTo>
                    <a:pt x="206" y="25"/>
                    <a:pt x="206" y="25"/>
                    <a:pt x="206" y="25"/>
                  </a:cubicBezTo>
                  <a:cubicBezTo>
                    <a:pt x="205" y="24"/>
                    <a:pt x="205" y="24"/>
                    <a:pt x="205" y="24"/>
                  </a:cubicBezTo>
                  <a:cubicBezTo>
                    <a:pt x="205" y="23"/>
                    <a:pt x="205" y="23"/>
                    <a:pt x="205" y="23"/>
                  </a:cubicBezTo>
                  <a:cubicBezTo>
                    <a:pt x="204" y="23"/>
                    <a:pt x="204" y="23"/>
                    <a:pt x="204" y="23"/>
                  </a:cubicBezTo>
                  <a:cubicBezTo>
                    <a:pt x="203" y="22"/>
                    <a:pt x="203" y="22"/>
                    <a:pt x="203" y="22"/>
                  </a:cubicBezTo>
                  <a:cubicBezTo>
                    <a:pt x="203" y="23"/>
                    <a:pt x="203" y="23"/>
                    <a:pt x="203" y="23"/>
                  </a:cubicBezTo>
                  <a:cubicBezTo>
                    <a:pt x="202" y="22"/>
                    <a:pt x="202" y="22"/>
                    <a:pt x="202" y="22"/>
                  </a:cubicBezTo>
                  <a:cubicBezTo>
                    <a:pt x="201" y="22"/>
                    <a:pt x="201" y="22"/>
                    <a:pt x="201" y="22"/>
                  </a:cubicBezTo>
                  <a:cubicBezTo>
                    <a:pt x="200" y="21"/>
                    <a:pt x="200" y="21"/>
                    <a:pt x="200" y="21"/>
                  </a:cubicBezTo>
                  <a:cubicBezTo>
                    <a:pt x="199" y="21"/>
                    <a:pt x="199" y="21"/>
                    <a:pt x="199" y="21"/>
                  </a:cubicBezTo>
                  <a:cubicBezTo>
                    <a:pt x="199" y="21"/>
                    <a:pt x="199" y="21"/>
                    <a:pt x="199" y="21"/>
                  </a:cubicBezTo>
                  <a:cubicBezTo>
                    <a:pt x="198" y="21"/>
                    <a:pt x="198" y="21"/>
                    <a:pt x="198" y="21"/>
                  </a:cubicBezTo>
                  <a:cubicBezTo>
                    <a:pt x="198" y="20"/>
                    <a:pt x="198" y="20"/>
                    <a:pt x="198" y="20"/>
                  </a:cubicBezTo>
                  <a:cubicBezTo>
                    <a:pt x="198" y="20"/>
                    <a:pt x="198" y="20"/>
                    <a:pt x="198" y="20"/>
                  </a:cubicBezTo>
                  <a:cubicBezTo>
                    <a:pt x="197" y="20"/>
                    <a:pt x="197" y="20"/>
                    <a:pt x="197" y="20"/>
                  </a:cubicBezTo>
                  <a:cubicBezTo>
                    <a:pt x="197" y="20"/>
                    <a:pt x="197" y="20"/>
                    <a:pt x="197" y="20"/>
                  </a:cubicBezTo>
                  <a:cubicBezTo>
                    <a:pt x="196" y="20"/>
                    <a:pt x="196" y="20"/>
                    <a:pt x="196" y="20"/>
                  </a:cubicBezTo>
                  <a:cubicBezTo>
                    <a:pt x="195" y="19"/>
                    <a:pt x="195" y="19"/>
                    <a:pt x="195" y="19"/>
                  </a:cubicBezTo>
                  <a:cubicBezTo>
                    <a:pt x="195" y="19"/>
                    <a:pt x="195" y="19"/>
                    <a:pt x="195" y="19"/>
                  </a:cubicBezTo>
                  <a:cubicBezTo>
                    <a:pt x="195" y="20"/>
                    <a:pt x="195" y="20"/>
                    <a:pt x="195" y="20"/>
                  </a:cubicBezTo>
                  <a:cubicBezTo>
                    <a:pt x="196" y="20"/>
                    <a:pt x="196" y="20"/>
                    <a:pt x="196" y="20"/>
                  </a:cubicBezTo>
                  <a:cubicBezTo>
                    <a:pt x="196" y="21"/>
                    <a:pt x="196" y="21"/>
                    <a:pt x="196" y="21"/>
                  </a:cubicBezTo>
                  <a:cubicBezTo>
                    <a:pt x="195" y="21"/>
                    <a:pt x="195" y="21"/>
                    <a:pt x="195" y="21"/>
                  </a:cubicBezTo>
                  <a:cubicBezTo>
                    <a:pt x="195" y="22"/>
                    <a:pt x="195" y="22"/>
                    <a:pt x="195" y="22"/>
                  </a:cubicBezTo>
                  <a:cubicBezTo>
                    <a:pt x="195" y="22"/>
                    <a:pt x="195" y="22"/>
                    <a:pt x="195" y="22"/>
                  </a:cubicBezTo>
                  <a:cubicBezTo>
                    <a:pt x="194" y="21"/>
                    <a:pt x="194" y="21"/>
                    <a:pt x="194" y="21"/>
                  </a:cubicBezTo>
                  <a:cubicBezTo>
                    <a:pt x="194" y="19"/>
                    <a:pt x="194" y="19"/>
                    <a:pt x="194" y="19"/>
                  </a:cubicBezTo>
                  <a:cubicBezTo>
                    <a:pt x="193" y="18"/>
                    <a:pt x="193" y="18"/>
                    <a:pt x="193" y="18"/>
                  </a:cubicBezTo>
                  <a:cubicBezTo>
                    <a:pt x="192" y="18"/>
                    <a:pt x="192" y="18"/>
                    <a:pt x="192" y="18"/>
                  </a:cubicBezTo>
                  <a:cubicBezTo>
                    <a:pt x="191" y="18"/>
                    <a:pt x="191" y="18"/>
                    <a:pt x="191" y="18"/>
                  </a:cubicBezTo>
                  <a:cubicBezTo>
                    <a:pt x="191" y="18"/>
                    <a:pt x="191" y="18"/>
                    <a:pt x="191" y="18"/>
                  </a:cubicBezTo>
                  <a:cubicBezTo>
                    <a:pt x="190" y="18"/>
                    <a:pt x="190" y="18"/>
                    <a:pt x="190" y="18"/>
                  </a:cubicBezTo>
                  <a:cubicBezTo>
                    <a:pt x="190" y="19"/>
                    <a:pt x="190" y="19"/>
                    <a:pt x="190" y="19"/>
                  </a:cubicBezTo>
                  <a:cubicBezTo>
                    <a:pt x="191" y="20"/>
                    <a:pt x="191" y="20"/>
                    <a:pt x="191" y="20"/>
                  </a:cubicBezTo>
                  <a:cubicBezTo>
                    <a:pt x="192" y="20"/>
                    <a:pt x="192" y="20"/>
                    <a:pt x="192" y="20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0" y="20"/>
                    <a:pt x="190" y="20"/>
                    <a:pt x="190" y="20"/>
                  </a:cubicBezTo>
                  <a:cubicBezTo>
                    <a:pt x="190" y="20"/>
                    <a:pt x="190" y="20"/>
                    <a:pt x="190" y="20"/>
                  </a:cubicBezTo>
                  <a:cubicBezTo>
                    <a:pt x="189" y="20"/>
                    <a:pt x="189" y="20"/>
                    <a:pt x="189" y="20"/>
                  </a:cubicBezTo>
                  <a:cubicBezTo>
                    <a:pt x="190" y="20"/>
                    <a:pt x="190" y="20"/>
                    <a:pt x="190" y="20"/>
                  </a:cubicBezTo>
                  <a:cubicBezTo>
                    <a:pt x="190" y="21"/>
                    <a:pt x="190" y="21"/>
                    <a:pt x="190" y="21"/>
                  </a:cubicBezTo>
                  <a:cubicBezTo>
                    <a:pt x="190" y="21"/>
                    <a:pt x="190" y="21"/>
                    <a:pt x="190" y="21"/>
                  </a:cubicBezTo>
                  <a:cubicBezTo>
                    <a:pt x="190" y="22"/>
                    <a:pt x="190" y="22"/>
                    <a:pt x="190" y="22"/>
                  </a:cubicBezTo>
                  <a:cubicBezTo>
                    <a:pt x="190" y="22"/>
                    <a:pt x="190" y="22"/>
                    <a:pt x="190" y="22"/>
                  </a:cubicBezTo>
                  <a:cubicBezTo>
                    <a:pt x="191" y="23"/>
                    <a:pt x="191" y="23"/>
                    <a:pt x="191" y="23"/>
                  </a:cubicBezTo>
                  <a:cubicBezTo>
                    <a:pt x="191" y="23"/>
                    <a:pt x="191" y="23"/>
                    <a:pt x="191" y="23"/>
                  </a:cubicBezTo>
                  <a:cubicBezTo>
                    <a:pt x="191" y="24"/>
                    <a:pt x="191" y="24"/>
                    <a:pt x="191" y="24"/>
                  </a:cubicBezTo>
                  <a:cubicBezTo>
                    <a:pt x="192" y="26"/>
                    <a:pt x="192" y="26"/>
                    <a:pt x="192" y="26"/>
                  </a:cubicBezTo>
                  <a:cubicBezTo>
                    <a:pt x="193" y="26"/>
                    <a:pt x="193" y="26"/>
                    <a:pt x="193" y="26"/>
                  </a:cubicBezTo>
                  <a:cubicBezTo>
                    <a:pt x="193" y="26"/>
                    <a:pt x="193" y="26"/>
                    <a:pt x="193" y="26"/>
                  </a:cubicBezTo>
                  <a:cubicBezTo>
                    <a:pt x="193" y="27"/>
                    <a:pt x="193" y="27"/>
                    <a:pt x="193" y="27"/>
                  </a:cubicBezTo>
                  <a:cubicBezTo>
                    <a:pt x="192" y="27"/>
                    <a:pt x="192" y="27"/>
                    <a:pt x="192" y="27"/>
                  </a:cubicBezTo>
                  <a:cubicBezTo>
                    <a:pt x="192" y="28"/>
                    <a:pt x="192" y="28"/>
                    <a:pt x="192" y="28"/>
                  </a:cubicBezTo>
                  <a:cubicBezTo>
                    <a:pt x="192" y="30"/>
                    <a:pt x="192" y="30"/>
                    <a:pt x="192" y="30"/>
                  </a:cubicBezTo>
                  <a:cubicBezTo>
                    <a:pt x="193" y="31"/>
                    <a:pt x="193" y="31"/>
                    <a:pt x="193" y="31"/>
                  </a:cubicBezTo>
                  <a:cubicBezTo>
                    <a:pt x="193" y="32"/>
                    <a:pt x="193" y="32"/>
                    <a:pt x="193" y="32"/>
                  </a:cubicBezTo>
                  <a:cubicBezTo>
                    <a:pt x="193" y="32"/>
                    <a:pt x="193" y="32"/>
                    <a:pt x="193" y="32"/>
                  </a:cubicBezTo>
                  <a:cubicBezTo>
                    <a:pt x="193" y="33"/>
                    <a:pt x="193" y="33"/>
                    <a:pt x="193" y="33"/>
                  </a:cubicBezTo>
                  <a:cubicBezTo>
                    <a:pt x="193" y="33"/>
                    <a:pt x="193" y="33"/>
                    <a:pt x="193" y="33"/>
                  </a:cubicBezTo>
                  <a:cubicBezTo>
                    <a:pt x="193" y="34"/>
                    <a:pt x="193" y="34"/>
                    <a:pt x="193" y="34"/>
                  </a:cubicBezTo>
                  <a:cubicBezTo>
                    <a:pt x="194" y="36"/>
                    <a:pt x="194" y="36"/>
                    <a:pt x="194" y="36"/>
                  </a:cubicBezTo>
                  <a:cubicBezTo>
                    <a:pt x="195" y="36"/>
                    <a:pt x="195" y="36"/>
                    <a:pt x="195" y="36"/>
                  </a:cubicBezTo>
                  <a:cubicBezTo>
                    <a:pt x="195" y="37"/>
                    <a:pt x="195" y="37"/>
                    <a:pt x="195" y="37"/>
                  </a:cubicBezTo>
                  <a:cubicBezTo>
                    <a:pt x="195" y="38"/>
                    <a:pt x="195" y="38"/>
                    <a:pt x="195" y="38"/>
                  </a:cubicBezTo>
                  <a:close/>
                  <a:moveTo>
                    <a:pt x="212" y="29"/>
                  </a:moveTo>
                  <a:cubicBezTo>
                    <a:pt x="213" y="28"/>
                    <a:pt x="213" y="28"/>
                    <a:pt x="213" y="28"/>
                  </a:cubicBezTo>
                  <a:cubicBezTo>
                    <a:pt x="213" y="28"/>
                    <a:pt x="213" y="28"/>
                    <a:pt x="213" y="28"/>
                  </a:cubicBezTo>
                  <a:cubicBezTo>
                    <a:pt x="213" y="28"/>
                    <a:pt x="213" y="28"/>
                    <a:pt x="213" y="28"/>
                  </a:cubicBezTo>
                  <a:cubicBezTo>
                    <a:pt x="213" y="27"/>
                    <a:pt x="213" y="27"/>
                    <a:pt x="213" y="27"/>
                  </a:cubicBezTo>
                  <a:cubicBezTo>
                    <a:pt x="214" y="27"/>
                    <a:pt x="214" y="27"/>
                    <a:pt x="214" y="27"/>
                  </a:cubicBezTo>
                  <a:cubicBezTo>
                    <a:pt x="213" y="26"/>
                    <a:pt x="213" y="26"/>
                    <a:pt x="213" y="26"/>
                  </a:cubicBezTo>
                  <a:cubicBezTo>
                    <a:pt x="213" y="27"/>
                    <a:pt x="213" y="27"/>
                    <a:pt x="213" y="27"/>
                  </a:cubicBezTo>
                  <a:cubicBezTo>
                    <a:pt x="212" y="27"/>
                    <a:pt x="212" y="27"/>
                    <a:pt x="212" y="27"/>
                  </a:cubicBezTo>
                  <a:cubicBezTo>
                    <a:pt x="212" y="28"/>
                    <a:pt x="212" y="28"/>
                    <a:pt x="212" y="28"/>
                  </a:cubicBezTo>
                  <a:cubicBezTo>
                    <a:pt x="212" y="28"/>
                    <a:pt x="212" y="28"/>
                    <a:pt x="212" y="28"/>
                  </a:cubicBezTo>
                  <a:cubicBezTo>
                    <a:pt x="211" y="29"/>
                    <a:pt x="211" y="29"/>
                    <a:pt x="211" y="29"/>
                  </a:cubicBezTo>
                  <a:cubicBezTo>
                    <a:pt x="212" y="29"/>
                    <a:pt x="212" y="29"/>
                    <a:pt x="212" y="29"/>
                  </a:cubicBezTo>
                  <a:cubicBezTo>
                    <a:pt x="212" y="29"/>
                    <a:pt x="212" y="29"/>
                    <a:pt x="212" y="29"/>
                  </a:cubicBezTo>
                  <a:close/>
                  <a:moveTo>
                    <a:pt x="213" y="29"/>
                  </a:moveTo>
                  <a:cubicBezTo>
                    <a:pt x="214" y="28"/>
                    <a:pt x="214" y="28"/>
                    <a:pt x="214" y="28"/>
                  </a:cubicBezTo>
                  <a:cubicBezTo>
                    <a:pt x="215" y="28"/>
                    <a:pt x="215" y="28"/>
                    <a:pt x="215" y="28"/>
                  </a:cubicBezTo>
                  <a:cubicBezTo>
                    <a:pt x="216" y="28"/>
                    <a:pt x="216" y="28"/>
                    <a:pt x="216" y="28"/>
                  </a:cubicBezTo>
                  <a:cubicBezTo>
                    <a:pt x="216" y="28"/>
                    <a:pt x="216" y="28"/>
                    <a:pt x="216" y="28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18" y="28"/>
                    <a:pt x="218" y="28"/>
                    <a:pt x="218" y="28"/>
                  </a:cubicBezTo>
                  <a:cubicBezTo>
                    <a:pt x="217" y="29"/>
                    <a:pt x="217" y="29"/>
                    <a:pt x="217" y="29"/>
                  </a:cubicBezTo>
                  <a:cubicBezTo>
                    <a:pt x="216" y="29"/>
                    <a:pt x="216" y="29"/>
                    <a:pt x="216" y="29"/>
                  </a:cubicBezTo>
                  <a:cubicBezTo>
                    <a:pt x="216" y="29"/>
                    <a:pt x="216" y="29"/>
                    <a:pt x="216" y="29"/>
                  </a:cubicBezTo>
                  <a:cubicBezTo>
                    <a:pt x="215" y="29"/>
                    <a:pt x="215" y="29"/>
                    <a:pt x="215" y="29"/>
                  </a:cubicBezTo>
                  <a:cubicBezTo>
                    <a:pt x="213" y="29"/>
                    <a:pt x="213" y="29"/>
                    <a:pt x="213" y="29"/>
                  </a:cubicBezTo>
                  <a:cubicBezTo>
                    <a:pt x="213" y="29"/>
                    <a:pt x="213" y="29"/>
                    <a:pt x="213" y="29"/>
                  </a:cubicBezTo>
                  <a:close/>
                  <a:moveTo>
                    <a:pt x="222" y="36"/>
                  </a:moveTo>
                  <a:cubicBezTo>
                    <a:pt x="222" y="37"/>
                    <a:pt x="222" y="37"/>
                    <a:pt x="222" y="37"/>
                  </a:cubicBezTo>
                  <a:cubicBezTo>
                    <a:pt x="223" y="38"/>
                    <a:pt x="223" y="38"/>
                    <a:pt x="223" y="38"/>
                  </a:cubicBezTo>
                  <a:cubicBezTo>
                    <a:pt x="223" y="38"/>
                    <a:pt x="223" y="38"/>
                    <a:pt x="223" y="38"/>
                  </a:cubicBezTo>
                  <a:cubicBezTo>
                    <a:pt x="223" y="39"/>
                    <a:pt x="223" y="39"/>
                    <a:pt x="223" y="39"/>
                  </a:cubicBezTo>
                  <a:cubicBezTo>
                    <a:pt x="224" y="38"/>
                    <a:pt x="224" y="38"/>
                    <a:pt x="224" y="38"/>
                  </a:cubicBezTo>
                  <a:cubicBezTo>
                    <a:pt x="224" y="37"/>
                    <a:pt x="224" y="37"/>
                    <a:pt x="224" y="37"/>
                  </a:cubicBezTo>
                  <a:cubicBezTo>
                    <a:pt x="224" y="36"/>
                    <a:pt x="224" y="36"/>
                    <a:pt x="224" y="36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2" y="36"/>
                    <a:pt x="222" y="36"/>
                    <a:pt x="222" y="36"/>
                  </a:cubicBezTo>
                  <a:close/>
                  <a:moveTo>
                    <a:pt x="305" y="61"/>
                  </a:moveTo>
                  <a:cubicBezTo>
                    <a:pt x="305" y="60"/>
                    <a:pt x="305" y="60"/>
                    <a:pt x="305" y="60"/>
                  </a:cubicBezTo>
                  <a:cubicBezTo>
                    <a:pt x="306" y="59"/>
                    <a:pt x="306" y="59"/>
                    <a:pt x="306" y="59"/>
                  </a:cubicBezTo>
                  <a:cubicBezTo>
                    <a:pt x="306" y="59"/>
                    <a:pt x="306" y="59"/>
                    <a:pt x="306" y="59"/>
                  </a:cubicBezTo>
                  <a:cubicBezTo>
                    <a:pt x="304" y="59"/>
                    <a:pt x="304" y="59"/>
                    <a:pt x="304" y="59"/>
                  </a:cubicBezTo>
                  <a:cubicBezTo>
                    <a:pt x="304" y="60"/>
                    <a:pt x="304" y="60"/>
                    <a:pt x="304" y="60"/>
                  </a:cubicBezTo>
                  <a:cubicBezTo>
                    <a:pt x="304" y="60"/>
                    <a:pt x="304" y="60"/>
                    <a:pt x="304" y="60"/>
                  </a:cubicBezTo>
                  <a:cubicBezTo>
                    <a:pt x="305" y="60"/>
                    <a:pt x="305" y="60"/>
                    <a:pt x="305" y="60"/>
                  </a:cubicBezTo>
                  <a:cubicBezTo>
                    <a:pt x="305" y="61"/>
                    <a:pt x="305" y="61"/>
                    <a:pt x="305" y="61"/>
                  </a:cubicBezTo>
                  <a:close/>
                  <a:moveTo>
                    <a:pt x="294" y="72"/>
                  </a:moveTo>
                  <a:cubicBezTo>
                    <a:pt x="295" y="72"/>
                    <a:pt x="295" y="72"/>
                    <a:pt x="295" y="72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72"/>
                    <a:pt x="296" y="72"/>
                    <a:pt x="296" y="72"/>
                  </a:cubicBezTo>
                  <a:cubicBezTo>
                    <a:pt x="296" y="71"/>
                    <a:pt x="296" y="71"/>
                    <a:pt x="296" y="71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4" y="70"/>
                    <a:pt x="294" y="70"/>
                    <a:pt x="294" y="70"/>
                  </a:cubicBezTo>
                  <a:cubicBezTo>
                    <a:pt x="294" y="70"/>
                    <a:pt x="294" y="70"/>
                    <a:pt x="294" y="70"/>
                  </a:cubicBezTo>
                  <a:cubicBezTo>
                    <a:pt x="293" y="70"/>
                    <a:pt x="293" y="70"/>
                    <a:pt x="293" y="70"/>
                  </a:cubicBezTo>
                  <a:cubicBezTo>
                    <a:pt x="293" y="71"/>
                    <a:pt x="293" y="71"/>
                    <a:pt x="293" y="71"/>
                  </a:cubicBezTo>
                  <a:cubicBezTo>
                    <a:pt x="294" y="71"/>
                    <a:pt x="294" y="71"/>
                    <a:pt x="294" y="71"/>
                  </a:cubicBezTo>
                  <a:cubicBezTo>
                    <a:pt x="294" y="71"/>
                    <a:pt x="294" y="72"/>
                    <a:pt x="294" y="72"/>
                  </a:cubicBezTo>
                  <a:close/>
                  <a:moveTo>
                    <a:pt x="263" y="67"/>
                  </a:moveTo>
                  <a:cubicBezTo>
                    <a:pt x="264" y="67"/>
                    <a:pt x="264" y="67"/>
                    <a:pt x="264" y="67"/>
                  </a:cubicBezTo>
                  <a:cubicBezTo>
                    <a:pt x="265" y="67"/>
                    <a:pt x="265" y="67"/>
                    <a:pt x="265" y="67"/>
                  </a:cubicBezTo>
                  <a:cubicBezTo>
                    <a:pt x="265" y="67"/>
                    <a:pt x="265" y="67"/>
                    <a:pt x="265" y="67"/>
                  </a:cubicBezTo>
                  <a:cubicBezTo>
                    <a:pt x="265" y="66"/>
                    <a:pt x="265" y="66"/>
                    <a:pt x="265" y="66"/>
                  </a:cubicBezTo>
                  <a:cubicBezTo>
                    <a:pt x="266" y="66"/>
                    <a:pt x="266" y="66"/>
                    <a:pt x="266" y="66"/>
                  </a:cubicBezTo>
                  <a:cubicBezTo>
                    <a:pt x="266" y="65"/>
                    <a:pt x="266" y="65"/>
                    <a:pt x="266" y="65"/>
                  </a:cubicBezTo>
                  <a:cubicBezTo>
                    <a:pt x="265" y="65"/>
                    <a:pt x="265" y="65"/>
                    <a:pt x="265" y="65"/>
                  </a:cubicBezTo>
                  <a:cubicBezTo>
                    <a:pt x="265" y="64"/>
                    <a:pt x="265" y="64"/>
                    <a:pt x="265" y="64"/>
                  </a:cubicBezTo>
                  <a:cubicBezTo>
                    <a:pt x="265" y="63"/>
                    <a:pt x="265" y="63"/>
                    <a:pt x="265" y="63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62" y="62"/>
                    <a:pt x="262" y="62"/>
                    <a:pt x="262" y="62"/>
                  </a:cubicBezTo>
                  <a:cubicBezTo>
                    <a:pt x="261" y="63"/>
                    <a:pt x="261" y="63"/>
                    <a:pt x="261" y="63"/>
                  </a:cubicBezTo>
                  <a:cubicBezTo>
                    <a:pt x="260" y="63"/>
                    <a:pt x="260" y="63"/>
                    <a:pt x="260" y="63"/>
                  </a:cubicBezTo>
                  <a:cubicBezTo>
                    <a:pt x="259" y="63"/>
                    <a:pt x="259" y="63"/>
                    <a:pt x="259" y="63"/>
                  </a:cubicBezTo>
                  <a:cubicBezTo>
                    <a:pt x="260" y="64"/>
                    <a:pt x="260" y="64"/>
                    <a:pt x="260" y="64"/>
                  </a:cubicBezTo>
                  <a:cubicBezTo>
                    <a:pt x="260" y="65"/>
                    <a:pt x="260" y="65"/>
                    <a:pt x="260" y="65"/>
                  </a:cubicBezTo>
                  <a:cubicBezTo>
                    <a:pt x="261" y="65"/>
                    <a:pt x="261" y="65"/>
                    <a:pt x="261" y="65"/>
                  </a:cubicBezTo>
                  <a:cubicBezTo>
                    <a:pt x="260" y="66"/>
                    <a:pt x="260" y="66"/>
                    <a:pt x="260" y="66"/>
                  </a:cubicBezTo>
                  <a:cubicBezTo>
                    <a:pt x="259" y="66"/>
                    <a:pt x="259" y="66"/>
                    <a:pt x="259" y="66"/>
                  </a:cubicBezTo>
                  <a:cubicBezTo>
                    <a:pt x="259" y="66"/>
                    <a:pt x="259" y="66"/>
                    <a:pt x="259" y="66"/>
                  </a:cubicBezTo>
                  <a:cubicBezTo>
                    <a:pt x="260" y="66"/>
                    <a:pt x="260" y="66"/>
                    <a:pt x="260" y="66"/>
                  </a:cubicBezTo>
                  <a:cubicBezTo>
                    <a:pt x="261" y="66"/>
                    <a:pt x="261" y="66"/>
                    <a:pt x="261" y="66"/>
                  </a:cubicBezTo>
                  <a:cubicBezTo>
                    <a:pt x="263" y="67"/>
                    <a:pt x="263" y="67"/>
                    <a:pt x="263" y="67"/>
                  </a:cubicBezTo>
                  <a:close/>
                  <a:moveTo>
                    <a:pt x="353" y="42"/>
                  </a:moveTo>
                  <a:cubicBezTo>
                    <a:pt x="354" y="42"/>
                    <a:pt x="354" y="42"/>
                    <a:pt x="354" y="42"/>
                  </a:cubicBezTo>
                  <a:cubicBezTo>
                    <a:pt x="354" y="42"/>
                    <a:pt x="354" y="42"/>
                    <a:pt x="354" y="42"/>
                  </a:cubicBezTo>
                  <a:cubicBezTo>
                    <a:pt x="354" y="41"/>
                    <a:pt x="354" y="41"/>
                    <a:pt x="354" y="41"/>
                  </a:cubicBezTo>
                  <a:cubicBezTo>
                    <a:pt x="354" y="40"/>
                    <a:pt x="354" y="40"/>
                    <a:pt x="354" y="40"/>
                  </a:cubicBezTo>
                  <a:cubicBezTo>
                    <a:pt x="354" y="40"/>
                    <a:pt x="354" y="40"/>
                    <a:pt x="354" y="40"/>
                  </a:cubicBezTo>
                  <a:cubicBezTo>
                    <a:pt x="353" y="39"/>
                    <a:pt x="353" y="39"/>
                    <a:pt x="353" y="39"/>
                  </a:cubicBezTo>
                  <a:cubicBezTo>
                    <a:pt x="353" y="38"/>
                    <a:pt x="353" y="38"/>
                    <a:pt x="353" y="38"/>
                  </a:cubicBezTo>
                  <a:cubicBezTo>
                    <a:pt x="352" y="37"/>
                    <a:pt x="352" y="37"/>
                    <a:pt x="352" y="37"/>
                  </a:cubicBezTo>
                  <a:cubicBezTo>
                    <a:pt x="351" y="38"/>
                    <a:pt x="351" y="38"/>
                    <a:pt x="351" y="38"/>
                  </a:cubicBezTo>
                  <a:cubicBezTo>
                    <a:pt x="350" y="38"/>
                    <a:pt x="350" y="38"/>
                    <a:pt x="350" y="38"/>
                  </a:cubicBezTo>
                  <a:cubicBezTo>
                    <a:pt x="350" y="39"/>
                    <a:pt x="350" y="39"/>
                    <a:pt x="350" y="39"/>
                  </a:cubicBezTo>
                  <a:cubicBezTo>
                    <a:pt x="351" y="40"/>
                    <a:pt x="351" y="40"/>
                    <a:pt x="351" y="40"/>
                  </a:cubicBezTo>
                  <a:cubicBezTo>
                    <a:pt x="351" y="40"/>
                    <a:pt x="351" y="40"/>
                    <a:pt x="351" y="40"/>
                  </a:cubicBezTo>
                  <a:cubicBezTo>
                    <a:pt x="351" y="41"/>
                    <a:pt x="351" y="41"/>
                    <a:pt x="351" y="41"/>
                  </a:cubicBezTo>
                  <a:cubicBezTo>
                    <a:pt x="352" y="41"/>
                    <a:pt x="352" y="41"/>
                    <a:pt x="352" y="41"/>
                  </a:cubicBezTo>
                  <a:cubicBezTo>
                    <a:pt x="353" y="42"/>
                    <a:pt x="353" y="42"/>
                    <a:pt x="353" y="42"/>
                  </a:cubicBezTo>
                  <a:cubicBezTo>
                    <a:pt x="353" y="42"/>
                    <a:pt x="353" y="42"/>
                    <a:pt x="353" y="42"/>
                  </a:cubicBezTo>
                  <a:close/>
                  <a:moveTo>
                    <a:pt x="356" y="48"/>
                  </a:moveTo>
                  <a:cubicBezTo>
                    <a:pt x="357" y="48"/>
                    <a:pt x="357" y="48"/>
                    <a:pt x="357" y="48"/>
                  </a:cubicBezTo>
                  <a:cubicBezTo>
                    <a:pt x="357" y="47"/>
                    <a:pt x="357" y="47"/>
                    <a:pt x="357" y="47"/>
                  </a:cubicBezTo>
                  <a:cubicBezTo>
                    <a:pt x="359" y="47"/>
                    <a:pt x="359" y="47"/>
                    <a:pt x="359" y="47"/>
                  </a:cubicBezTo>
                  <a:cubicBezTo>
                    <a:pt x="360" y="47"/>
                    <a:pt x="360" y="47"/>
                    <a:pt x="360" y="47"/>
                  </a:cubicBezTo>
                  <a:cubicBezTo>
                    <a:pt x="362" y="47"/>
                    <a:pt x="362" y="47"/>
                    <a:pt x="362" y="47"/>
                  </a:cubicBezTo>
                  <a:cubicBezTo>
                    <a:pt x="363" y="47"/>
                    <a:pt x="363" y="47"/>
                    <a:pt x="363" y="47"/>
                  </a:cubicBezTo>
                  <a:cubicBezTo>
                    <a:pt x="365" y="47"/>
                    <a:pt x="365" y="47"/>
                    <a:pt x="365" y="47"/>
                  </a:cubicBezTo>
                  <a:cubicBezTo>
                    <a:pt x="366" y="46"/>
                    <a:pt x="366" y="46"/>
                    <a:pt x="366" y="46"/>
                  </a:cubicBezTo>
                  <a:cubicBezTo>
                    <a:pt x="367" y="46"/>
                    <a:pt x="367" y="46"/>
                    <a:pt x="367" y="46"/>
                  </a:cubicBezTo>
                  <a:cubicBezTo>
                    <a:pt x="368" y="46"/>
                    <a:pt x="368" y="46"/>
                    <a:pt x="368" y="46"/>
                  </a:cubicBezTo>
                  <a:cubicBezTo>
                    <a:pt x="369" y="46"/>
                    <a:pt x="369" y="46"/>
                    <a:pt x="369" y="46"/>
                  </a:cubicBezTo>
                  <a:cubicBezTo>
                    <a:pt x="368" y="45"/>
                    <a:pt x="368" y="45"/>
                    <a:pt x="368" y="45"/>
                  </a:cubicBezTo>
                  <a:cubicBezTo>
                    <a:pt x="368" y="44"/>
                    <a:pt x="368" y="44"/>
                    <a:pt x="368" y="44"/>
                  </a:cubicBezTo>
                  <a:cubicBezTo>
                    <a:pt x="367" y="43"/>
                    <a:pt x="367" y="43"/>
                    <a:pt x="367" y="43"/>
                  </a:cubicBezTo>
                  <a:cubicBezTo>
                    <a:pt x="365" y="42"/>
                    <a:pt x="365" y="42"/>
                    <a:pt x="365" y="42"/>
                  </a:cubicBezTo>
                  <a:cubicBezTo>
                    <a:pt x="364" y="42"/>
                    <a:pt x="364" y="42"/>
                    <a:pt x="364" y="42"/>
                  </a:cubicBezTo>
                  <a:cubicBezTo>
                    <a:pt x="363" y="41"/>
                    <a:pt x="363" y="41"/>
                    <a:pt x="363" y="41"/>
                  </a:cubicBezTo>
                  <a:cubicBezTo>
                    <a:pt x="362" y="41"/>
                    <a:pt x="362" y="41"/>
                    <a:pt x="362" y="41"/>
                  </a:cubicBezTo>
                  <a:cubicBezTo>
                    <a:pt x="361" y="41"/>
                    <a:pt x="361" y="41"/>
                    <a:pt x="361" y="41"/>
                  </a:cubicBezTo>
                  <a:cubicBezTo>
                    <a:pt x="360" y="41"/>
                    <a:pt x="360" y="41"/>
                    <a:pt x="360" y="41"/>
                  </a:cubicBezTo>
                  <a:cubicBezTo>
                    <a:pt x="359" y="40"/>
                    <a:pt x="359" y="40"/>
                    <a:pt x="359" y="40"/>
                  </a:cubicBezTo>
                  <a:cubicBezTo>
                    <a:pt x="358" y="40"/>
                    <a:pt x="358" y="40"/>
                    <a:pt x="358" y="40"/>
                  </a:cubicBezTo>
                  <a:cubicBezTo>
                    <a:pt x="358" y="41"/>
                    <a:pt x="358" y="41"/>
                    <a:pt x="358" y="41"/>
                  </a:cubicBezTo>
                  <a:cubicBezTo>
                    <a:pt x="357" y="43"/>
                    <a:pt x="357" y="43"/>
                    <a:pt x="357" y="43"/>
                  </a:cubicBezTo>
                  <a:cubicBezTo>
                    <a:pt x="357" y="43"/>
                    <a:pt x="357" y="43"/>
                    <a:pt x="357" y="43"/>
                  </a:cubicBezTo>
                  <a:cubicBezTo>
                    <a:pt x="357" y="45"/>
                    <a:pt x="357" y="45"/>
                    <a:pt x="357" y="45"/>
                  </a:cubicBezTo>
                  <a:cubicBezTo>
                    <a:pt x="356" y="47"/>
                    <a:pt x="356" y="47"/>
                    <a:pt x="356" y="47"/>
                  </a:cubicBezTo>
                  <a:cubicBezTo>
                    <a:pt x="355" y="48"/>
                    <a:pt x="355" y="48"/>
                    <a:pt x="355" y="48"/>
                  </a:cubicBezTo>
                  <a:cubicBezTo>
                    <a:pt x="355" y="48"/>
                    <a:pt x="355" y="48"/>
                    <a:pt x="355" y="48"/>
                  </a:cubicBezTo>
                  <a:cubicBezTo>
                    <a:pt x="356" y="48"/>
                    <a:pt x="356" y="48"/>
                    <a:pt x="356" y="48"/>
                  </a:cubicBezTo>
                  <a:close/>
                  <a:moveTo>
                    <a:pt x="335" y="44"/>
                  </a:moveTo>
                  <a:cubicBezTo>
                    <a:pt x="335" y="45"/>
                    <a:pt x="335" y="45"/>
                    <a:pt x="335" y="45"/>
                  </a:cubicBezTo>
                  <a:cubicBezTo>
                    <a:pt x="336" y="46"/>
                    <a:pt x="336" y="46"/>
                    <a:pt x="336" y="46"/>
                  </a:cubicBezTo>
                  <a:cubicBezTo>
                    <a:pt x="337" y="46"/>
                    <a:pt x="337" y="46"/>
                    <a:pt x="337" y="46"/>
                  </a:cubicBezTo>
                  <a:cubicBezTo>
                    <a:pt x="337" y="46"/>
                    <a:pt x="337" y="46"/>
                    <a:pt x="337" y="46"/>
                  </a:cubicBezTo>
                  <a:cubicBezTo>
                    <a:pt x="339" y="46"/>
                    <a:pt x="339" y="46"/>
                    <a:pt x="339" y="46"/>
                  </a:cubicBezTo>
                  <a:cubicBezTo>
                    <a:pt x="339" y="47"/>
                    <a:pt x="339" y="47"/>
                    <a:pt x="339" y="47"/>
                  </a:cubicBezTo>
                  <a:cubicBezTo>
                    <a:pt x="340" y="47"/>
                    <a:pt x="340" y="47"/>
                    <a:pt x="340" y="47"/>
                  </a:cubicBezTo>
                  <a:cubicBezTo>
                    <a:pt x="340" y="47"/>
                    <a:pt x="340" y="47"/>
                    <a:pt x="340" y="47"/>
                  </a:cubicBezTo>
                  <a:cubicBezTo>
                    <a:pt x="339" y="46"/>
                    <a:pt x="339" y="46"/>
                    <a:pt x="339" y="46"/>
                  </a:cubicBezTo>
                  <a:cubicBezTo>
                    <a:pt x="338" y="45"/>
                    <a:pt x="338" y="45"/>
                    <a:pt x="338" y="45"/>
                  </a:cubicBezTo>
                  <a:cubicBezTo>
                    <a:pt x="337" y="45"/>
                    <a:pt x="337" y="45"/>
                    <a:pt x="337" y="45"/>
                  </a:cubicBezTo>
                  <a:cubicBezTo>
                    <a:pt x="336" y="44"/>
                    <a:pt x="336" y="44"/>
                    <a:pt x="336" y="44"/>
                  </a:cubicBezTo>
                  <a:cubicBezTo>
                    <a:pt x="335" y="44"/>
                    <a:pt x="335" y="44"/>
                    <a:pt x="335" y="44"/>
                  </a:cubicBezTo>
                  <a:cubicBezTo>
                    <a:pt x="335" y="44"/>
                    <a:pt x="335" y="44"/>
                    <a:pt x="335" y="44"/>
                  </a:cubicBezTo>
                  <a:close/>
                  <a:moveTo>
                    <a:pt x="363" y="70"/>
                  </a:moveTo>
                  <a:cubicBezTo>
                    <a:pt x="364" y="71"/>
                    <a:pt x="364" y="71"/>
                    <a:pt x="364" y="71"/>
                  </a:cubicBezTo>
                  <a:cubicBezTo>
                    <a:pt x="365" y="71"/>
                    <a:pt x="365" y="71"/>
                    <a:pt x="365" y="71"/>
                  </a:cubicBezTo>
                  <a:cubicBezTo>
                    <a:pt x="365" y="71"/>
                    <a:pt x="365" y="71"/>
                    <a:pt x="365" y="71"/>
                  </a:cubicBezTo>
                  <a:cubicBezTo>
                    <a:pt x="366" y="70"/>
                    <a:pt x="366" y="70"/>
                    <a:pt x="366" y="70"/>
                  </a:cubicBezTo>
                  <a:cubicBezTo>
                    <a:pt x="366" y="70"/>
                    <a:pt x="366" y="70"/>
                    <a:pt x="366" y="70"/>
                  </a:cubicBezTo>
                  <a:cubicBezTo>
                    <a:pt x="366" y="69"/>
                    <a:pt x="366" y="69"/>
                    <a:pt x="366" y="69"/>
                  </a:cubicBezTo>
                  <a:cubicBezTo>
                    <a:pt x="365" y="68"/>
                    <a:pt x="365" y="68"/>
                    <a:pt x="365" y="68"/>
                  </a:cubicBezTo>
                  <a:cubicBezTo>
                    <a:pt x="365" y="69"/>
                    <a:pt x="365" y="69"/>
                    <a:pt x="365" y="69"/>
                  </a:cubicBezTo>
                  <a:cubicBezTo>
                    <a:pt x="365" y="69"/>
                    <a:pt x="365" y="69"/>
                    <a:pt x="365" y="69"/>
                  </a:cubicBezTo>
                  <a:cubicBezTo>
                    <a:pt x="364" y="70"/>
                    <a:pt x="364" y="70"/>
                    <a:pt x="364" y="70"/>
                  </a:cubicBezTo>
                  <a:cubicBezTo>
                    <a:pt x="364" y="70"/>
                    <a:pt x="363" y="70"/>
                    <a:pt x="363" y="70"/>
                  </a:cubicBezTo>
                  <a:close/>
                  <a:moveTo>
                    <a:pt x="462" y="63"/>
                  </a:moveTo>
                  <a:cubicBezTo>
                    <a:pt x="462" y="63"/>
                    <a:pt x="462" y="63"/>
                    <a:pt x="462" y="63"/>
                  </a:cubicBezTo>
                  <a:cubicBezTo>
                    <a:pt x="463" y="62"/>
                    <a:pt x="463" y="62"/>
                    <a:pt x="463" y="62"/>
                  </a:cubicBezTo>
                  <a:cubicBezTo>
                    <a:pt x="462" y="62"/>
                    <a:pt x="462" y="62"/>
                    <a:pt x="462" y="62"/>
                  </a:cubicBezTo>
                  <a:cubicBezTo>
                    <a:pt x="462" y="62"/>
                    <a:pt x="462" y="62"/>
                    <a:pt x="462" y="62"/>
                  </a:cubicBezTo>
                  <a:cubicBezTo>
                    <a:pt x="462" y="62"/>
                    <a:pt x="462" y="62"/>
                    <a:pt x="462" y="62"/>
                  </a:cubicBezTo>
                  <a:cubicBezTo>
                    <a:pt x="462" y="63"/>
                    <a:pt x="462" y="63"/>
                    <a:pt x="462" y="63"/>
                  </a:cubicBezTo>
                  <a:close/>
                  <a:moveTo>
                    <a:pt x="461" y="64"/>
                  </a:moveTo>
                  <a:cubicBezTo>
                    <a:pt x="462" y="64"/>
                    <a:pt x="462" y="64"/>
                    <a:pt x="462" y="64"/>
                  </a:cubicBezTo>
                  <a:cubicBezTo>
                    <a:pt x="462" y="63"/>
                    <a:pt x="462" y="63"/>
                    <a:pt x="462" y="63"/>
                  </a:cubicBezTo>
                  <a:cubicBezTo>
                    <a:pt x="461" y="62"/>
                    <a:pt x="461" y="62"/>
                    <a:pt x="461" y="62"/>
                  </a:cubicBezTo>
                  <a:cubicBezTo>
                    <a:pt x="461" y="62"/>
                    <a:pt x="461" y="62"/>
                    <a:pt x="461" y="62"/>
                  </a:cubicBezTo>
                  <a:cubicBezTo>
                    <a:pt x="461" y="63"/>
                    <a:pt x="461" y="63"/>
                    <a:pt x="461" y="63"/>
                  </a:cubicBezTo>
                  <a:cubicBezTo>
                    <a:pt x="461" y="64"/>
                    <a:pt x="461" y="64"/>
                    <a:pt x="461" y="64"/>
                  </a:cubicBezTo>
                  <a:close/>
                  <a:moveTo>
                    <a:pt x="461" y="64"/>
                  </a:moveTo>
                  <a:cubicBezTo>
                    <a:pt x="461" y="65"/>
                    <a:pt x="461" y="65"/>
                    <a:pt x="461" y="65"/>
                  </a:cubicBezTo>
                  <a:cubicBezTo>
                    <a:pt x="462" y="66"/>
                    <a:pt x="462" y="66"/>
                    <a:pt x="462" y="66"/>
                  </a:cubicBezTo>
                  <a:cubicBezTo>
                    <a:pt x="462" y="65"/>
                    <a:pt x="462" y="65"/>
                    <a:pt x="462" y="65"/>
                  </a:cubicBezTo>
                  <a:cubicBezTo>
                    <a:pt x="462" y="64"/>
                    <a:pt x="462" y="64"/>
                    <a:pt x="462" y="64"/>
                  </a:cubicBezTo>
                  <a:cubicBezTo>
                    <a:pt x="461" y="64"/>
                    <a:pt x="461" y="64"/>
                    <a:pt x="461" y="64"/>
                  </a:cubicBezTo>
                  <a:cubicBezTo>
                    <a:pt x="461" y="64"/>
                    <a:pt x="461" y="64"/>
                    <a:pt x="461" y="64"/>
                  </a:cubicBezTo>
                  <a:cubicBezTo>
                    <a:pt x="461" y="64"/>
                    <a:pt x="461" y="64"/>
                    <a:pt x="461" y="64"/>
                  </a:cubicBezTo>
                  <a:close/>
                  <a:moveTo>
                    <a:pt x="458" y="63"/>
                  </a:moveTo>
                  <a:cubicBezTo>
                    <a:pt x="459" y="64"/>
                    <a:pt x="459" y="64"/>
                    <a:pt x="459" y="64"/>
                  </a:cubicBezTo>
                  <a:cubicBezTo>
                    <a:pt x="460" y="65"/>
                    <a:pt x="460" y="65"/>
                    <a:pt x="460" y="65"/>
                  </a:cubicBezTo>
                  <a:cubicBezTo>
                    <a:pt x="460" y="64"/>
                    <a:pt x="460" y="64"/>
                    <a:pt x="460" y="64"/>
                  </a:cubicBezTo>
                  <a:cubicBezTo>
                    <a:pt x="460" y="64"/>
                    <a:pt x="460" y="64"/>
                    <a:pt x="460" y="64"/>
                  </a:cubicBezTo>
                  <a:cubicBezTo>
                    <a:pt x="460" y="63"/>
                    <a:pt x="460" y="63"/>
                    <a:pt x="460" y="63"/>
                  </a:cubicBezTo>
                  <a:cubicBezTo>
                    <a:pt x="459" y="63"/>
                    <a:pt x="459" y="63"/>
                    <a:pt x="459" y="63"/>
                  </a:cubicBezTo>
                  <a:cubicBezTo>
                    <a:pt x="459" y="63"/>
                    <a:pt x="459" y="63"/>
                    <a:pt x="459" y="63"/>
                  </a:cubicBezTo>
                  <a:cubicBezTo>
                    <a:pt x="458" y="63"/>
                    <a:pt x="458" y="63"/>
                    <a:pt x="458" y="63"/>
                  </a:cubicBezTo>
                  <a:close/>
                  <a:moveTo>
                    <a:pt x="483" y="54"/>
                  </a:moveTo>
                  <a:cubicBezTo>
                    <a:pt x="484" y="55"/>
                    <a:pt x="484" y="55"/>
                    <a:pt x="484" y="55"/>
                  </a:cubicBezTo>
                  <a:cubicBezTo>
                    <a:pt x="485" y="54"/>
                    <a:pt x="485" y="54"/>
                    <a:pt x="485" y="54"/>
                  </a:cubicBezTo>
                  <a:cubicBezTo>
                    <a:pt x="486" y="54"/>
                    <a:pt x="486" y="54"/>
                    <a:pt x="486" y="54"/>
                  </a:cubicBezTo>
                  <a:cubicBezTo>
                    <a:pt x="485" y="53"/>
                    <a:pt x="485" y="53"/>
                    <a:pt x="485" y="53"/>
                  </a:cubicBezTo>
                  <a:cubicBezTo>
                    <a:pt x="485" y="52"/>
                    <a:pt x="485" y="52"/>
                    <a:pt x="485" y="52"/>
                  </a:cubicBezTo>
                  <a:cubicBezTo>
                    <a:pt x="485" y="52"/>
                    <a:pt x="485" y="52"/>
                    <a:pt x="485" y="52"/>
                  </a:cubicBezTo>
                  <a:cubicBezTo>
                    <a:pt x="485" y="51"/>
                    <a:pt x="485" y="51"/>
                    <a:pt x="485" y="51"/>
                  </a:cubicBezTo>
                  <a:cubicBezTo>
                    <a:pt x="484" y="50"/>
                    <a:pt x="484" y="50"/>
                    <a:pt x="484" y="50"/>
                  </a:cubicBezTo>
                  <a:cubicBezTo>
                    <a:pt x="484" y="51"/>
                    <a:pt x="484" y="51"/>
                    <a:pt x="484" y="51"/>
                  </a:cubicBezTo>
                  <a:cubicBezTo>
                    <a:pt x="483" y="51"/>
                    <a:pt x="483" y="51"/>
                    <a:pt x="483" y="51"/>
                  </a:cubicBezTo>
                  <a:cubicBezTo>
                    <a:pt x="482" y="50"/>
                    <a:pt x="482" y="50"/>
                    <a:pt x="482" y="50"/>
                  </a:cubicBezTo>
                  <a:cubicBezTo>
                    <a:pt x="481" y="50"/>
                    <a:pt x="481" y="50"/>
                    <a:pt x="481" y="50"/>
                  </a:cubicBezTo>
                  <a:cubicBezTo>
                    <a:pt x="481" y="51"/>
                    <a:pt x="481" y="51"/>
                    <a:pt x="481" y="51"/>
                  </a:cubicBezTo>
                  <a:cubicBezTo>
                    <a:pt x="480" y="51"/>
                    <a:pt x="480" y="51"/>
                    <a:pt x="480" y="51"/>
                  </a:cubicBezTo>
                  <a:cubicBezTo>
                    <a:pt x="481" y="51"/>
                    <a:pt x="481" y="51"/>
                    <a:pt x="481" y="51"/>
                  </a:cubicBezTo>
                  <a:cubicBezTo>
                    <a:pt x="480" y="51"/>
                    <a:pt x="480" y="51"/>
                    <a:pt x="480" y="51"/>
                  </a:cubicBezTo>
                  <a:cubicBezTo>
                    <a:pt x="480" y="52"/>
                    <a:pt x="480" y="52"/>
                    <a:pt x="480" y="52"/>
                  </a:cubicBezTo>
                  <a:cubicBezTo>
                    <a:pt x="480" y="53"/>
                    <a:pt x="480" y="53"/>
                    <a:pt x="480" y="53"/>
                  </a:cubicBezTo>
                  <a:cubicBezTo>
                    <a:pt x="480" y="53"/>
                    <a:pt x="480" y="53"/>
                    <a:pt x="480" y="53"/>
                  </a:cubicBezTo>
                  <a:cubicBezTo>
                    <a:pt x="481" y="53"/>
                    <a:pt x="481" y="53"/>
                    <a:pt x="481" y="53"/>
                  </a:cubicBezTo>
                  <a:cubicBezTo>
                    <a:pt x="482" y="54"/>
                    <a:pt x="482" y="54"/>
                    <a:pt x="482" y="54"/>
                  </a:cubicBezTo>
                  <a:cubicBezTo>
                    <a:pt x="483" y="54"/>
                    <a:pt x="483" y="54"/>
                    <a:pt x="483" y="54"/>
                  </a:cubicBezTo>
                  <a:close/>
                  <a:moveTo>
                    <a:pt x="489" y="52"/>
                  </a:moveTo>
                  <a:cubicBezTo>
                    <a:pt x="489" y="52"/>
                    <a:pt x="489" y="52"/>
                    <a:pt x="489" y="52"/>
                  </a:cubicBezTo>
                  <a:cubicBezTo>
                    <a:pt x="489" y="51"/>
                    <a:pt x="489" y="51"/>
                    <a:pt x="489" y="51"/>
                  </a:cubicBezTo>
                  <a:cubicBezTo>
                    <a:pt x="489" y="52"/>
                    <a:pt x="489" y="52"/>
                    <a:pt x="489" y="52"/>
                  </a:cubicBezTo>
                  <a:cubicBezTo>
                    <a:pt x="488" y="52"/>
                    <a:pt x="488" y="52"/>
                    <a:pt x="488" y="52"/>
                  </a:cubicBezTo>
                  <a:cubicBezTo>
                    <a:pt x="489" y="52"/>
                    <a:pt x="489" y="52"/>
                    <a:pt x="489" y="52"/>
                  </a:cubicBezTo>
                  <a:close/>
                  <a:moveTo>
                    <a:pt x="495" y="267"/>
                  </a:moveTo>
                  <a:cubicBezTo>
                    <a:pt x="495" y="267"/>
                    <a:pt x="495" y="267"/>
                    <a:pt x="495" y="267"/>
                  </a:cubicBezTo>
                  <a:cubicBezTo>
                    <a:pt x="495" y="266"/>
                    <a:pt x="495" y="266"/>
                    <a:pt x="495" y="266"/>
                  </a:cubicBezTo>
                  <a:cubicBezTo>
                    <a:pt x="494" y="265"/>
                    <a:pt x="494" y="265"/>
                    <a:pt x="494" y="265"/>
                  </a:cubicBezTo>
                  <a:cubicBezTo>
                    <a:pt x="494" y="264"/>
                    <a:pt x="494" y="264"/>
                    <a:pt x="494" y="264"/>
                  </a:cubicBezTo>
                  <a:cubicBezTo>
                    <a:pt x="494" y="263"/>
                    <a:pt x="494" y="263"/>
                    <a:pt x="494" y="263"/>
                  </a:cubicBezTo>
                  <a:cubicBezTo>
                    <a:pt x="495" y="262"/>
                    <a:pt x="495" y="262"/>
                    <a:pt x="495" y="262"/>
                  </a:cubicBezTo>
                  <a:cubicBezTo>
                    <a:pt x="496" y="262"/>
                    <a:pt x="496" y="262"/>
                    <a:pt x="496" y="262"/>
                  </a:cubicBezTo>
                  <a:cubicBezTo>
                    <a:pt x="496" y="263"/>
                    <a:pt x="496" y="263"/>
                    <a:pt x="496" y="263"/>
                  </a:cubicBezTo>
                  <a:cubicBezTo>
                    <a:pt x="496" y="263"/>
                    <a:pt x="496" y="263"/>
                    <a:pt x="496" y="263"/>
                  </a:cubicBezTo>
                  <a:cubicBezTo>
                    <a:pt x="498" y="263"/>
                    <a:pt x="498" y="263"/>
                    <a:pt x="498" y="263"/>
                  </a:cubicBezTo>
                  <a:cubicBezTo>
                    <a:pt x="498" y="263"/>
                    <a:pt x="498" y="263"/>
                    <a:pt x="498" y="263"/>
                  </a:cubicBezTo>
                  <a:cubicBezTo>
                    <a:pt x="498" y="263"/>
                    <a:pt x="498" y="263"/>
                    <a:pt x="498" y="263"/>
                  </a:cubicBezTo>
                  <a:cubicBezTo>
                    <a:pt x="499" y="263"/>
                    <a:pt x="499" y="263"/>
                    <a:pt x="499" y="263"/>
                  </a:cubicBezTo>
                  <a:cubicBezTo>
                    <a:pt x="498" y="263"/>
                    <a:pt x="498" y="263"/>
                    <a:pt x="498" y="263"/>
                  </a:cubicBezTo>
                  <a:cubicBezTo>
                    <a:pt x="498" y="264"/>
                    <a:pt x="498" y="264"/>
                    <a:pt x="498" y="264"/>
                  </a:cubicBezTo>
                  <a:cubicBezTo>
                    <a:pt x="499" y="265"/>
                    <a:pt x="499" y="265"/>
                    <a:pt x="499" y="265"/>
                  </a:cubicBezTo>
                  <a:cubicBezTo>
                    <a:pt x="500" y="265"/>
                    <a:pt x="500" y="265"/>
                    <a:pt x="500" y="265"/>
                  </a:cubicBezTo>
                  <a:cubicBezTo>
                    <a:pt x="500" y="266"/>
                    <a:pt x="500" y="266"/>
                    <a:pt x="500" y="266"/>
                  </a:cubicBezTo>
                  <a:cubicBezTo>
                    <a:pt x="500" y="265"/>
                    <a:pt x="500" y="265"/>
                    <a:pt x="500" y="265"/>
                  </a:cubicBezTo>
                  <a:cubicBezTo>
                    <a:pt x="500" y="265"/>
                    <a:pt x="500" y="265"/>
                    <a:pt x="500" y="265"/>
                  </a:cubicBezTo>
                  <a:cubicBezTo>
                    <a:pt x="500" y="264"/>
                    <a:pt x="500" y="264"/>
                    <a:pt x="500" y="264"/>
                  </a:cubicBezTo>
                  <a:cubicBezTo>
                    <a:pt x="500" y="263"/>
                    <a:pt x="500" y="263"/>
                    <a:pt x="500" y="263"/>
                  </a:cubicBezTo>
                  <a:cubicBezTo>
                    <a:pt x="499" y="263"/>
                    <a:pt x="499" y="263"/>
                    <a:pt x="499" y="263"/>
                  </a:cubicBezTo>
                  <a:cubicBezTo>
                    <a:pt x="499" y="261"/>
                    <a:pt x="499" y="261"/>
                    <a:pt x="499" y="261"/>
                  </a:cubicBezTo>
                  <a:cubicBezTo>
                    <a:pt x="499" y="261"/>
                    <a:pt x="499" y="261"/>
                    <a:pt x="499" y="261"/>
                  </a:cubicBezTo>
                  <a:cubicBezTo>
                    <a:pt x="498" y="261"/>
                    <a:pt x="498" y="261"/>
                    <a:pt x="498" y="261"/>
                  </a:cubicBezTo>
                  <a:cubicBezTo>
                    <a:pt x="497" y="261"/>
                    <a:pt x="497" y="261"/>
                    <a:pt x="497" y="261"/>
                  </a:cubicBezTo>
                  <a:cubicBezTo>
                    <a:pt x="496" y="260"/>
                    <a:pt x="496" y="260"/>
                    <a:pt x="496" y="260"/>
                  </a:cubicBezTo>
                  <a:cubicBezTo>
                    <a:pt x="496" y="259"/>
                    <a:pt x="496" y="259"/>
                    <a:pt x="496" y="259"/>
                  </a:cubicBezTo>
                  <a:cubicBezTo>
                    <a:pt x="495" y="258"/>
                    <a:pt x="495" y="258"/>
                    <a:pt x="495" y="258"/>
                  </a:cubicBezTo>
                  <a:cubicBezTo>
                    <a:pt x="494" y="257"/>
                    <a:pt x="494" y="257"/>
                    <a:pt x="494" y="257"/>
                  </a:cubicBezTo>
                  <a:cubicBezTo>
                    <a:pt x="494" y="257"/>
                    <a:pt x="494" y="257"/>
                    <a:pt x="494" y="257"/>
                  </a:cubicBezTo>
                  <a:cubicBezTo>
                    <a:pt x="493" y="256"/>
                    <a:pt x="493" y="256"/>
                    <a:pt x="493" y="256"/>
                  </a:cubicBezTo>
                  <a:cubicBezTo>
                    <a:pt x="493" y="255"/>
                    <a:pt x="493" y="255"/>
                    <a:pt x="493" y="255"/>
                  </a:cubicBezTo>
                  <a:cubicBezTo>
                    <a:pt x="492" y="254"/>
                    <a:pt x="492" y="254"/>
                    <a:pt x="492" y="254"/>
                  </a:cubicBezTo>
                  <a:cubicBezTo>
                    <a:pt x="492" y="253"/>
                    <a:pt x="492" y="253"/>
                    <a:pt x="492" y="253"/>
                  </a:cubicBezTo>
                  <a:cubicBezTo>
                    <a:pt x="492" y="252"/>
                    <a:pt x="492" y="252"/>
                    <a:pt x="492" y="252"/>
                  </a:cubicBezTo>
                  <a:cubicBezTo>
                    <a:pt x="491" y="250"/>
                    <a:pt x="491" y="250"/>
                    <a:pt x="491" y="250"/>
                  </a:cubicBezTo>
                  <a:cubicBezTo>
                    <a:pt x="491" y="249"/>
                    <a:pt x="491" y="249"/>
                    <a:pt x="491" y="249"/>
                  </a:cubicBezTo>
                  <a:cubicBezTo>
                    <a:pt x="491" y="248"/>
                    <a:pt x="491" y="248"/>
                    <a:pt x="491" y="248"/>
                  </a:cubicBezTo>
                  <a:cubicBezTo>
                    <a:pt x="491" y="247"/>
                    <a:pt x="491" y="247"/>
                    <a:pt x="491" y="247"/>
                  </a:cubicBezTo>
                  <a:cubicBezTo>
                    <a:pt x="490" y="246"/>
                    <a:pt x="490" y="246"/>
                    <a:pt x="490" y="246"/>
                  </a:cubicBezTo>
                  <a:cubicBezTo>
                    <a:pt x="491" y="246"/>
                    <a:pt x="491" y="246"/>
                    <a:pt x="491" y="246"/>
                  </a:cubicBezTo>
                  <a:cubicBezTo>
                    <a:pt x="491" y="245"/>
                    <a:pt x="491" y="245"/>
                    <a:pt x="491" y="245"/>
                  </a:cubicBezTo>
                  <a:cubicBezTo>
                    <a:pt x="491" y="245"/>
                    <a:pt x="491" y="245"/>
                    <a:pt x="491" y="245"/>
                  </a:cubicBezTo>
                  <a:cubicBezTo>
                    <a:pt x="491" y="245"/>
                    <a:pt x="491" y="245"/>
                    <a:pt x="491" y="245"/>
                  </a:cubicBezTo>
                  <a:cubicBezTo>
                    <a:pt x="492" y="245"/>
                    <a:pt x="492" y="245"/>
                    <a:pt x="492" y="245"/>
                  </a:cubicBezTo>
                  <a:cubicBezTo>
                    <a:pt x="493" y="245"/>
                    <a:pt x="493" y="245"/>
                    <a:pt x="493" y="245"/>
                  </a:cubicBezTo>
                  <a:cubicBezTo>
                    <a:pt x="494" y="245"/>
                    <a:pt x="494" y="245"/>
                    <a:pt x="494" y="245"/>
                  </a:cubicBezTo>
                  <a:cubicBezTo>
                    <a:pt x="495" y="245"/>
                    <a:pt x="495" y="245"/>
                    <a:pt x="495" y="245"/>
                  </a:cubicBezTo>
                  <a:cubicBezTo>
                    <a:pt x="495" y="246"/>
                    <a:pt x="495" y="246"/>
                    <a:pt x="495" y="246"/>
                  </a:cubicBezTo>
                  <a:cubicBezTo>
                    <a:pt x="496" y="247"/>
                    <a:pt x="496" y="247"/>
                    <a:pt x="496" y="247"/>
                  </a:cubicBezTo>
                  <a:cubicBezTo>
                    <a:pt x="497" y="247"/>
                    <a:pt x="497" y="247"/>
                    <a:pt x="497" y="247"/>
                  </a:cubicBezTo>
                  <a:cubicBezTo>
                    <a:pt x="498" y="248"/>
                    <a:pt x="498" y="248"/>
                    <a:pt x="498" y="248"/>
                  </a:cubicBezTo>
                  <a:cubicBezTo>
                    <a:pt x="499" y="248"/>
                    <a:pt x="499" y="248"/>
                    <a:pt x="499" y="248"/>
                  </a:cubicBezTo>
                  <a:cubicBezTo>
                    <a:pt x="498" y="247"/>
                    <a:pt x="498" y="247"/>
                    <a:pt x="498" y="247"/>
                  </a:cubicBezTo>
                  <a:cubicBezTo>
                    <a:pt x="497" y="246"/>
                    <a:pt x="497" y="246"/>
                    <a:pt x="497" y="246"/>
                  </a:cubicBezTo>
                  <a:cubicBezTo>
                    <a:pt x="496" y="246"/>
                    <a:pt x="496" y="246"/>
                    <a:pt x="496" y="246"/>
                  </a:cubicBezTo>
                  <a:cubicBezTo>
                    <a:pt x="495" y="244"/>
                    <a:pt x="495" y="244"/>
                    <a:pt x="495" y="244"/>
                  </a:cubicBezTo>
                  <a:cubicBezTo>
                    <a:pt x="494" y="243"/>
                    <a:pt x="494" y="243"/>
                    <a:pt x="494" y="243"/>
                  </a:cubicBezTo>
                  <a:cubicBezTo>
                    <a:pt x="494" y="243"/>
                    <a:pt x="494" y="243"/>
                    <a:pt x="494" y="243"/>
                  </a:cubicBezTo>
                  <a:cubicBezTo>
                    <a:pt x="494" y="243"/>
                    <a:pt x="494" y="243"/>
                    <a:pt x="494" y="243"/>
                  </a:cubicBezTo>
                  <a:cubicBezTo>
                    <a:pt x="493" y="241"/>
                    <a:pt x="493" y="241"/>
                    <a:pt x="493" y="241"/>
                  </a:cubicBezTo>
                  <a:cubicBezTo>
                    <a:pt x="493" y="240"/>
                    <a:pt x="493" y="240"/>
                    <a:pt x="493" y="240"/>
                  </a:cubicBezTo>
                  <a:cubicBezTo>
                    <a:pt x="492" y="240"/>
                    <a:pt x="492" y="240"/>
                    <a:pt x="492" y="240"/>
                  </a:cubicBezTo>
                  <a:cubicBezTo>
                    <a:pt x="492" y="239"/>
                    <a:pt x="492" y="239"/>
                    <a:pt x="492" y="239"/>
                  </a:cubicBezTo>
                  <a:cubicBezTo>
                    <a:pt x="491" y="238"/>
                    <a:pt x="491" y="238"/>
                    <a:pt x="491" y="238"/>
                  </a:cubicBezTo>
                  <a:cubicBezTo>
                    <a:pt x="489" y="236"/>
                    <a:pt x="489" y="236"/>
                    <a:pt x="489" y="236"/>
                  </a:cubicBezTo>
                  <a:cubicBezTo>
                    <a:pt x="489" y="235"/>
                    <a:pt x="489" y="235"/>
                    <a:pt x="489" y="235"/>
                  </a:cubicBezTo>
                  <a:cubicBezTo>
                    <a:pt x="488" y="233"/>
                    <a:pt x="488" y="233"/>
                    <a:pt x="488" y="233"/>
                  </a:cubicBezTo>
                  <a:cubicBezTo>
                    <a:pt x="487" y="232"/>
                    <a:pt x="487" y="232"/>
                    <a:pt x="487" y="232"/>
                  </a:cubicBezTo>
                  <a:cubicBezTo>
                    <a:pt x="486" y="231"/>
                    <a:pt x="486" y="231"/>
                    <a:pt x="486" y="231"/>
                  </a:cubicBezTo>
                  <a:cubicBezTo>
                    <a:pt x="486" y="230"/>
                    <a:pt x="486" y="230"/>
                    <a:pt x="486" y="230"/>
                  </a:cubicBezTo>
                  <a:cubicBezTo>
                    <a:pt x="486" y="230"/>
                    <a:pt x="486" y="230"/>
                    <a:pt x="486" y="230"/>
                  </a:cubicBezTo>
                  <a:cubicBezTo>
                    <a:pt x="485" y="229"/>
                    <a:pt x="485" y="229"/>
                    <a:pt x="485" y="229"/>
                  </a:cubicBezTo>
                  <a:cubicBezTo>
                    <a:pt x="485" y="230"/>
                    <a:pt x="485" y="230"/>
                    <a:pt x="485" y="230"/>
                  </a:cubicBezTo>
                  <a:cubicBezTo>
                    <a:pt x="485" y="230"/>
                    <a:pt x="485" y="230"/>
                    <a:pt x="485" y="230"/>
                  </a:cubicBezTo>
                  <a:cubicBezTo>
                    <a:pt x="484" y="229"/>
                    <a:pt x="484" y="229"/>
                    <a:pt x="484" y="229"/>
                  </a:cubicBezTo>
                  <a:cubicBezTo>
                    <a:pt x="485" y="229"/>
                    <a:pt x="485" y="229"/>
                    <a:pt x="485" y="229"/>
                  </a:cubicBezTo>
                  <a:cubicBezTo>
                    <a:pt x="484" y="228"/>
                    <a:pt x="484" y="228"/>
                    <a:pt x="484" y="228"/>
                  </a:cubicBezTo>
                  <a:cubicBezTo>
                    <a:pt x="483" y="228"/>
                    <a:pt x="483" y="228"/>
                    <a:pt x="483" y="228"/>
                  </a:cubicBezTo>
                  <a:cubicBezTo>
                    <a:pt x="483" y="227"/>
                    <a:pt x="483" y="227"/>
                    <a:pt x="483" y="227"/>
                  </a:cubicBezTo>
                  <a:cubicBezTo>
                    <a:pt x="482" y="226"/>
                    <a:pt x="482" y="226"/>
                    <a:pt x="482" y="226"/>
                  </a:cubicBezTo>
                  <a:cubicBezTo>
                    <a:pt x="482" y="225"/>
                    <a:pt x="482" y="225"/>
                    <a:pt x="482" y="225"/>
                  </a:cubicBezTo>
                  <a:cubicBezTo>
                    <a:pt x="482" y="224"/>
                    <a:pt x="482" y="224"/>
                    <a:pt x="482" y="224"/>
                  </a:cubicBezTo>
                  <a:cubicBezTo>
                    <a:pt x="482" y="224"/>
                    <a:pt x="482" y="224"/>
                    <a:pt x="482" y="224"/>
                  </a:cubicBezTo>
                  <a:cubicBezTo>
                    <a:pt x="482" y="224"/>
                    <a:pt x="482" y="224"/>
                    <a:pt x="482" y="224"/>
                  </a:cubicBezTo>
                  <a:cubicBezTo>
                    <a:pt x="482" y="223"/>
                    <a:pt x="482" y="223"/>
                    <a:pt x="482" y="223"/>
                  </a:cubicBezTo>
                  <a:cubicBezTo>
                    <a:pt x="482" y="221"/>
                    <a:pt x="482" y="221"/>
                    <a:pt x="482" y="221"/>
                  </a:cubicBezTo>
                  <a:cubicBezTo>
                    <a:pt x="481" y="220"/>
                    <a:pt x="481" y="220"/>
                    <a:pt x="481" y="220"/>
                  </a:cubicBezTo>
                  <a:cubicBezTo>
                    <a:pt x="480" y="220"/>
                    <a:pt x="480" y="220"/>
                    <a:pt x="480" y="220"/>
                  </a:cubicBezTo>
                  <a:cubicBezTo>
                    <a:pt x="480" y="219"/>
                    <a:pt x="480" y="219"/>
                    <a:pt x="480" y="219"/>
                  </a:cubicBezTo>
                  <a:cubicBezTo>
                    <a:pt x="479" y="219"/>
                    <a:pt x="479" y="219"/>
                    <a:pt x="479" y="219"/>
                  </a:cubicBezTo>
                  <a:cubicBezTo>
                    <a:pt x="479" y="218"/>
                    <a:pt x="479" y="218"/>
                    <a:pt x="479" y="218"/>
                  </a:cubicBezTo>
                  <a:cubicBezTo>
                    <a:pt x="479" y="218"/>
                    <a:pt x="479" y="218"/>
                    <a:pt x="479" y="218"/>
                  </a:cubicBezTo>
                  <a:cubicBezTo>
                    <a:pt x="479" y="218"/>
                    <a:pt x="479" y="218"/>
                    <a:pt x="479" y="218"/>
                  </a:cubicBezTo>
                  <a:cubicBezTo>
                    <a:pt x="480" y="218"/>
                    <a:pt x="480" y="218"/>
                    <a:pt x="480" y="218"/>
                  </a:cubicBezTo>
                  <a:cubicBezTo>
                    <a:pt x="481" y="219"/>
                    <a:pt x="481" y="219"/>
                    <a:pt x="481" y="219"/>
                  </a:cubicBezTo>
                  <a:cubicBezTo>
                    <a:pt x="481" y="218"/>
                    <a:pt x="481" y="218"/>
                    <a:pt x="481" y="218"/>
                  </a:cubicBezTo>
                  <a:cubicBezTo>
                    <a:pt x="480" y="217"/>
                    <a:pt x="480" y="217"/>
                    <a:pt x="480" y="217"/>
                  </a:cubicBezTo>
                  <a:cubicBezTo>
                    <a:pt x="479" y="216"/>
                    <a:pt x="479" y="216"/>
                    <a:pt x="479" y="216"/>
                  </a:cubicBezTo>
                  <a:cubicBezTo>
                    <a:pt x="478" y="216"/>
                    <a:pt x="478" y="216"/>
                    <a:pt x="478" y="216"/>
                  </a:cubicBezTo>
                  <a:cubicBezTo>
                    <a:pt x="478" y="215"/>
                    <a:pt x="478" y="215"/>
                    <a:pt x="478" y="215"/>
                  </a:cubicBezTo>
                  <a:cubicBezTo>
                    <a:pt x="476" y="214"/>
                    <a:pt x="476" y="214"/>
                    <a:pt x="476" y="214"/>
                  </a:cubicBezTo>
                  <a:cubicBezTo>
                    <a:pt x="476" y="213"/>
                    <a:pt x="476" y="213"/>
                    <a:pt x="476" y="213"/>
                  </a:cubicBezTo>
                  <a:cubicBezTo>
                    <a:pt x="476" y="212"/>
                    <a:pt x="476" y="212"/>
                    <a:pt x="476" y="212"/>
                  </a:cubicBezTo>
                  <a:cubicBezTo>
                    <a:pt x="475" y="211"/>
                    <a:pt x="475" y="211"/>
                    <a:pt x="475" y="211"/>
                  </a:cubicBezTo>
                  <a:cubicBezTo>
                    <a:pt x="474" y="211"/>
                    <a:pt x="474" y="211"/>
                    <a:pt x="474" y="211"/>
                  </a:cubicBezTo>
                  <a:cubicBezTo>
                    <a:pt x="473" y="210"/>
                    <a:pt x="473" y="210"/>
                    <a:pt x="473" y="210"/>
                  </a:cubicBezTo>
                  <a:cubicBezTo>
                    <a:pt x="473" y="209"/>
                    <a:pt x="473" y="209"/>
                    <a:pt x="473" y="209"/>
                  </a:cubicBezTo>
                  <a:cubicBezTo>
                    <a:pt x="473" y="210"/>
                    <a:pt x="473" y="210"/>
                    <a:pt x="473" y="210"/>
                  </a:cubicBezTo>
                  <a:cubicBezTo>
                    <a:pt x="473" y="210"/>
                    <a:pt x="473" y="210"/>
                    <a:pt x="473" y="210"/>
                  </a:cubicBezTo>
                  <a:cubicBezTo>
                    <a:pt x="473" y="211"/>
                    <a:pt x="473" y="211"/>
                    <a:pt x="473" y="211"/>
                  </a:cubicBezTo>
                  <a:cubicBezTo>
                    <a:pt x="472" y="211"/>
                    <a:pt x="472" y="211"/>
                    <a:pt x="472" y="211"/>
                  </a:cubicBezTo>
                  <a:cubicBezTo>
                    <a:pt x="472" y="211"/>
                    <a:pt x="472" y="211"/>
                    <a:pt x="472" y="211"/>
                  </a:cubicBezTo>
                  <a:cubicBezTo>
                    <a:pt x="471" y="211"/>
                    <a:pt x="471" y="211"/>
                    <a:pt x="471" y="211"/>
                  </a:cubicBezTo>
                  <a:cubicBezTo>
                    <a:pt x="472" y="212"/>
                    <a:pt x="472" y="212"/>
                    <a:pt x="472" y="212"/>
                  </a:cubicBezTo>
                  <a:cubicBezTo>
                    <a:pt x="474" y="212"/>
                    <a:pt x="474" y="212"/>
                    <a:pt x="474" y="212"/>
                  </a:cubicBezTo>
                  <a:cubicBezTo>
                    <a:pt x="474" y="213"/>
                    <a:pt x="474" y="213"/>
                    <a:pt x="474" y="213"/>
                  </a:cubicBezTo>
                  <a:cubicBezTo>
                    <a:pt x="474" y="214"/>
                    <a:pt x="474" y="214"/>
                    <a:pt x="474" y="214"/>
                  </a:cubicBezTo>
                  <a:cubicBezTo>
                    <a:pt x="474" y="214"/>
                    <a:pt x="474" y="214"/>
                    <a:pt x="474" y="214"/>
                  </a:cubicBezTo>
                  <a:cubicBezTo>
                    <a:pt x="475" y="214"/>
                    <a:pt x="475" y="214"/>
                    <a:pt x="475" y="214"/>
                  </a:cubicBezTo>
                  <a:cubicBezTo>
                    <a:pt x="475" y="214"/>
                    <a:pt x="475" y="214"/>
                    <a:pt x="475" y="214"/>
                  </a:cubicBezTo>
                  <a:cubicBezTo>
                    <a:pt x="475" y="215"/>
                    <a:pt x="475" y="215"/>
                    <a:pt x="475" y="215"/>
                  </a:cubicBezTo>
                  <a:cubicBezTo>
                    <a:pt x="474" y="215"/>
                    <a:pt x="474" y="215"/>
                    <a:pt x="474" y="215"/>
                  </a:cubicBezTo>
                  <a:cubicBezTo>
                    <a:pt x="474" y="215"/>
                    <a:pt x="474" y="215"/>
                    <a:pt x="474" y="215"/>
                  </a:cubicBezTo>
                  <a:cubicBezTo>
                    <a:pt x="475" y="215"/>
                    <a:pt x="475" y="215"/>
                    <a:pt x="475" y="215"/>
                  </a:cubicBezTo>
                  <a:cubicBezTo>
                    <a:pt x="475" y="216"/>
                    <a:pt x="475" y="216"/>
                    <a:pt x="475" y="216"/>
                  </a:cubicBezTo>
                  <a:cubicBezTo>
                    <a:pt x="475" y="216"/>
                    <a:pt x="475" y="216"/>
                    <a:pt x="475" y="216"/>
                  </a:cubicBezTo>
                  <a:cubicBezTo>
                    <a:pt x="474" y="216"/>
                    <a:pt x="474" y="216"/>
                    <a:pt x="474" y="216"/>
                  </a:cubicBezTo>
                  <a:cubicBezTo>
                    <a:pt x="473" y="216"/>
                    <a:pt x="473" y="216"/>
                    <a:pt x="473" y="216"/>
                  </a:cubicBezTo>
                  <a:cubicBezTo>
                    <a:pt x="473" y="216"/>
                    <a:pt x="473" y="216"/>
                    <a:pt x="473" y="216"/>
                  </a:cubicBezTo>
                  <a:cubicBezTo>
                    <a:pt x="472" y="217"/>
                    <a:pt x="472" y="217"/>
                    <a:pt x="472" y="217"/>
                  </a:cubicBezTo>
                  <a:cubicBezTo>
                    <a:pt x="473" y="218"/>
                    <a:pt x="473" y="218"/>
                    <a:pt x="473" y="218"/>
                  </a:cubicBezTo>
                  <a:cubicBezTo>
                    <a:pt x="473" y="219"/>
                    <a:pt x="473" y="219"/>
                    <a:pt x="473" y="219"/>
                  </a:cubicBezTo>
                  <a:cubicBezTo>
                    <a:pt x="474" y="220"/>
                    <a:pt x="474" y="220"/>
                    <a:pt x="474" y="220"/>
                  </a:cubicBezTo>
                  <a:cubicBezTo>
                    <a:pt x="475" y="221"/>
                    <a:pt x="475" y="221"/>
                    <a:pt x="475" y="221"/>
                  </a:cubicBezTo>
                  <a:cubicBezTo>
                    <a:pt x="475" y="223"/>
                    <a:pt x="475" y="223"/>
                    <a:pt x="475" y="223"/>
                  </a:cubicBezTo>
                  <a:cubicBezTo>
                    <a:pt x="475" y="223"/>
                    <a:pt x="475" y="223"/>
                    <a:pt x="475" y="223"/>
                  </a:cubicBezTo>
                  <a:cubicBezTo>
                    <a:pt x="476" y="225"/>
                    <a:pt x="476" y="225"/>
                    <a:pt x="476" y="225"/>
                  </a:cubicBezTo>
                  <a:cubicBezTo>
                    <a:pt x="476" y="227"/>
                    <a:pt x="476" y="227"/>
                    <a:pt x="476" y="227"/>
                  </a:cubicBezTo>
                  <a:cubicBezTo>
                    <a:pt x="477" y="228"/>
                    <a:pt x="477" y="228"/>
                    <a:pt x="477" y="228"/>
                  </a:cubicBezTo>
                  <a:cubicBezTo>
                    <a:pt x="478" y="228"/>
                    <a:pt x="478" y="228"/>
                    <a:pt x="478" y="228"/>
                  </a:cubicBezTo>
                  <a:cubicBezTo>
                    <a:pt x="478" y="229"/>
                    <a:pt x="478" y="229"/>
                    <a:pt x="478" y="229"/>
                  </a:cubicBezTo>
                  <a:cubicBezTo>
                    <a:pt x="478" y="229"/>
                    <a:pt x="478" y="229"/>
                    <a:pt x="478" y="229"/>
                  </a:cubicBezTo>
                  <a:cubicBezTo>
                    <a:pt x="480" y="231"/>
                    <a:pt x="480" y="231"/>
                    <a:pt x="480" y="231"/>
                  </a:cubicBezTo>
                  <a:cubicBezTo>
                    <a:pt x="480" y="231"/>
                    <a:pt x="480" y="231"/>
                    <a:pt x="480" y="231"/>
                  </a:cubicBezTo>
                  <a:cubicBezTo>
                    <a:pt x="481" y="232"/>
                    <a:pt x="481" y="232"/>
                    <a:pt x="481" y="232"/>
                  </a:cubicBezTo>
                  <a:cubicBezTo>
                    <a:pt x="482" y="234"/>
                    <a:pt x="482" y="234"/>
                    <a:pt x="482" y="234"/>
                  </a:cubicBezTo>
                  <a:cubicBezTo>
                    <a:pt x="482" y="235"/>
                    <a:pt x="482" y="235"/>
                    <a:pt x="482" y="235"/>
                  </a:cubicBezTo>
                  <a:cubicBezTo>
                    <a:pt x="482" y="236"/>
                    <a:pt x="482" y="236"/>
                    <a:pt x="482" y="236"/>
                  </a:cubicBezTo>
                  <a:cubicBezTo>
                    <a:pt x="482" y="237"/>
                    <a:pt x="482" y="237"/>
                    <a:pt x="482" y="237"/>
                  </a:cubicBezTo>
                  <a:cubicBezTo>
                    <a:pt x="483" y="237"/>
                    <a:pt x="483" y="237"/>
                    <a:pt x="483" y="237"/>
                  </a:cubicBezTo>
                  <a:cubicBezTo>
                    <a:pt x="484" y="238"/>
                    <a:pt x="484" y="238"/>
                    <a:pt x="484" y="238"/>
                  </a:cubicBezTo>
                  <a:cubicBezTo>
                    <a:pt x="484" y="238"/>
                    <a:pt x="484" y="238"/>
                    <a:pt x="484" y="238"/>
                  </a:cubicBezTo>
                  <a:cubicBezTo>
                    <a:pt x="484" y="239"/>
                    <a:pt x="484" y="239"/>
                    <a:pt x="484" y="239"/>
                  </a:cubicBezTo>
                  <a:cubicBezTo>
                    <a:pt x="485" y="240"/>
                    <a:pt x="485" y="240"/>
                    <a:pt x="485" y="240"/>
                  </a:cubicBezTo>
                  <a:cubicBezTo>
                    <a:pt x="485" y="241"/>
                    <a:pt x="485" y="241"/>
                    <a:pt x="485" y="241"/>
                  </a:cubicBezTo>
                  <a:cubicBezTo>
                    <a:pt x="485" y="242"/>
                    <a:pt x="485" y="242"/>
                    <a:pt x="485" y="242"/>
                  </a:cubicBezTo>
                  <a:cubicBezTo>
                    <a:pt x="486" y="244"/>
                    <a:pt x="486" y="244"/>
                    <a:pt x="486" y="244"/>
                  </a:cubicBezTo>
                  <a:cubicBezTo>
                    <a:pt x="486" y="244"/>
                    <a:pt x="486" y="244"/>
                    <a:pt x="486" y="244"/>
                  </a:cubicBezTo>
                  <a:cubicBezTo>
                    <a:pt x="486" y="245"/>
                    <a:pt x="486" y="245"/>
                    <a:pt x="486" y="245"/>
                  </a:cubicBezTo>
                  <a:cubicBezTo>
                    <a:pt x="486" y="246"/>
                    <a:pt x="486" y="246"/>
                    <a:pt x="486" y="246"/>
                  </a:cubicBezTo>
                  <a:cubicBezTo>
                    <a:pt x="487" y="248"/>
                    <a:pt x="487" y="248"/>
                    <a:pt x="487" y="248"/>
                  </a:cubicBezTo>
                  <a:cubicBezTo>
                    <a:pt x="486" y="248"/>
                    <a:pt x="486" y="248"/>
                    <a:pt x="486" y="248"/>
                  </a:cubicBezTo>
                  <a:cubicBezTo>
                    <a:pt x="487" y="250"/>
                    <a:pt x="487" y="250"/>
                    <a:pt x="487" y="250"/>
                  </a:cubicBezTo>
                  <a:cubicBezTo>
                    <a:pt x="487" y="250"/>
                    <a:pt x="487" y="250"/>
                    <a:pt x="487" y="250"/>
                  </a:cubicBezTo>
                  <a:cubicBezTo>
                    <a:pt x="489" y="252"/>
                    <a:pt x="489" y="252"/>
                    <a:pt x="489" y="252"/>
                  </a:cubicBezTo>
                  <a:cubicBezTo>
                    <a:pt x="489" y="253"/>
                    <a:pt x="489" y="253"/>
                    <a:pt x="489" y="253"/>
                  </a:cubicBezTo>
                  <a:cubicBezTo>
                    <a:pt x="490" y="254"/>
                    <a:pt x="490" y="254"/>
                    <a:pt x="490" y="254"/>
                  </a:cubicBezTo>
                  <a:cubicBezTo>
                    <a:pt x="490" y="256"/>
                    <a:pt x="490" y="256"/>
                    <a:pt x="490" y="256"/>
                  </a:cubicBezTo>
                  <a:cubicBezTo>
                    <a:pt x="490" y="257"/>
                    <a:pt x="490" y="257"/>
                    <a:pt x="490" y="257"/>
                  </a:cubicBezTo>
                  <a:cubicBezTo>
                    <a:pt x="491" y="258"/>
                    <a:pt x="491" y="258"/>
                    <a:pt x="491" y="258"/>
                  </a:cubicBezTo>
                  <a:cubicBezTo>
                    <a:pt x="491" y="259"/>
                    <a:pt x="491" y="259"/>
                    <a:pt x="491" y="259"/>
                  </a:cubicBezTo>
                  <a:cubicBezTo>
                    <a:pt x="492" y="260"/>
                    <a:pt x="492" y="260"/>
                    <a:pt x="492" y="260"/>
                  </a:cubicBezTo>
                  <a:cubicBezTo>
                    <a:pt x="492" y="261"/>
                    <a:pt x="492" y="261"/>
                    <a:pt x="492" y="261"/>
                  </a:cubicBezTo>
                  <a:cubicBezTo>
                    <a:pt x="492" y="262"/>
                    <a:pt x="492" y="262"/>
                    <a:pt x="492" y="262"/>
                  </a:cubicBezTo>
                  <a:cubicBezTo>
                    <a:pt x="492" y="264"/>
                    <a:pt x="492" y="264"/>
                    <a:pt x="492" y="264"/>
                  </a:cubicBezTo>
                  <a:cubicBezTo>
                    <a:pt x="492" y="265"/>
                    <a:pt x="492" y="265"/>
                    <a:pt x="492" y="265"/>
                  </a:cubicBezTo>
                  <a:cubicBezTo>
                    <a:pt x="493" y="266"/>
                    <a:pt x="493" y="266"/>
                    <a:pt x="493" y="266"/>
                  </a:cubicBezTo>
                  <a:cubicBezTo>
                    <a:pt x="494" y="267"/>
                    <a:pt x="494" y="267"/>
                    <a:pt x="494" y="267"/>
                  </a:cubicBezTo>
                  <a:cubicBezTo>
                    <a:pt x="495" y="267"/>
                    <a:pt x="495" y="267"/>
                    <a:pt x="495" y="267"/>
                  </a:cubicBezTo>
                  <a:close/>
                  <a:moveTo>
                    <a:pt x="450" y="211"/>
                  </a:moveTo>
                  <a:cubicBezTo>
                    <a:pt x="450" y="211"/>
                    <a:pt x="450" y="211"/>
                    <a:pt x="450" y="211"/>
                  </a:cubicBezTo>
                  <a:cubicBezTo>
                    <a:pt x="450" y="210"/>
                    <a:pt x="450" y="210"/>
                    <a:pt x="450" y="210"/>
                  </a:cubicBezTo>
                  <a:cubicBezTo>
                    <a:pt x="450" y="210"/>
                    <a:pt x="450" y="210"/>
                    <a:pt x="450" y="210"/>
                  </a:cubicBezTo>
                  <a:cubicBezTo>
                    <a:pt x="451" y="210"/>
                    <a:pt x="451" y="210"/>
                    <a:pt x="451" y="210"/>
                  </a:cubicBezTo>
                  <a:cubicBezTo>
                    <a:pt x="451" y="211"/>
                    <a:pt x="451" y="211"/>
                    <a:pt x="451" y="211"/>
                  </a:cubicBezTo>
                  <a:cubicBezTo>
                    <a:pt x="452" y="211"/>
                    <a:pt x="452" y="211"/>
                    <a:pt x="452" y="211"/>
                  </a:cubicBezTo>
                  <a:cubicBezTo>
                    <a:pt x="452" y="210"/>
                    <a:pt x="452" y="210"/>
                    <a:pt x="452" y="210"/>
                  </a:cubicBezTo>
                  <a:cubicBezTo>
                    <a:pt x="453" y="210"/>
                    <a:pt x="453" y="210"/>
                    <a:pt x="453" y="210"/>
                  </a:cubicBezTo>
                  <a:cubicBezTo>
                    <a:pt x="452" y="209"/>
                    <a:pt x="452" y="209"/>
                    <a:pt x="452" y="209"/>
                  </a:cubicBezTo>
                  <a:cubicBezTo>
                    <a:pt x="452" y="209"/>
                    <a:pt x="452" y="209"/>
                    <a:pt x="452" y="209"/>
                  </a:cubicBezTo>
                  <a:cubicBezTo>
                    <a:pt x="453" y="209"/>
                    <a:pt x="453" y="209"/>
                    <a:pt x="453" y="209"/>
                  </a:cubicBezTo>
                  <a:cubicBezTo>
                    <a:pt x="453" y="208"/>
                    <a:pt x="453" y="208"/>
                    <a:pt x="453" y="208"/>
                  </a:cubicBezTo>
                  <a:cubicBezTo>
                    <a:pt x="452" y="208"/>
                    <a:pt x="452" y="208"/>
                    <a:pt x="452" y="208"/>
                  </a:cubicBezTo>
                  <a:cubicBezTo>
                    <a:pt x="452" y="208"/>
                    <a:pt x="452" y="208"/>
                    <a:pt x="452" y="208"/>
                  </a:cubicBezTo>
                  <a:cubicBezTo>
                    <a:pt x="452" y="209"/>
                    <a:pt x="452" y="209"/>
                    <a:pt x="452" y="209"/>
                  </a:cubicBezTo>
                  <a:cubicBezTo>
                    <a:pt x="451" y="209"/>
                    <a:pt x="451" y="209"/>
                    <a:pt x="451" y="209"/>
                  </a:cubicBezTo>
                  <a:cubicBezTo>
                    <a:pt x="452" y="208"/>
                    <a:pt x="452" y="208"/>
                    <a:pt x="452" y="208"/>
                  </a:cubicBezTo>
                  <a:cubicBezTo>
                    <a:pt x="452" y="208"/>
                    <a:pt x="452" y="208"/>
                    <a:pt x="452" y="208"/>
                  </a:cubicBezTo>
                  <a:cubicBezTo>
                    <a:pt x="452" y="208"/>
                    <a:pt x="452" y="208"/>
                    <a:pt x="452" y="208"/>
                  </a:cubicBezTo>
                  <a:cubicBezTo>
                    <a:pt x="451" y="208"/>
                    <a:pt x="451" y="208"/>
                    <a:pt x="451" y="208"/>
                  </a:cubicBezTo>
                  <a:cubicBezTo>
                    <a:pt x="450" y="207"/>
                    <a:pt x="450" y="207"/>
                    <a:pt x="450" y="207"/>
                  </a:cubicBezTo>
                  <a:cubicBezTo>
                    <a:pt x="450" y="208"/>
                    <a:pt x="450" y="208"/>
                    <a:pt x="450" y="208"/>
                  </a:cubicBezTo>
                  <a:cubicBezTo>
                    <a:pt x="449" y="209"/>
                    <a:pt x="449" y="209"/>
                    <a:pt x="449" y="209"/>
                  </a:cubicBezTo>
                  <a:cubicBezTo>
                    <a:pt x="449" y="209"/>
                    <a:pt x="449" y="209"/>
                    <a:pt x="449" y="209"/>
                  </a:cubicBezTo>
                  <a:cubicBezTo>
                    <a:pt x="449" y="210"/>
                    <a:pt x="449" y="210"/>
                    <a:pt x="449" y="210"/>
                  </a:cubicBezTo>
                  <a:cubicBezTo>
                    <a:pt x="450" y="211"/>
                    <a:pt x="450" y="211"/>
                    <a:pt x="450" y="211"/>
                  </a:cubicBezTo>
                  <a:close/>
                  <a:moveTo>
                    <a:pt x="447" y="210"/>
                  </a:moveTo>
                  <a:cubicBezTo>
                    <a:pt x="447" y="210"/>
                    <a:pt x="447" y="210"/>
                    <a:pt x="447" y="210"/>
                  </a:cubicBezTo>
                  <a:cubicBezTo>
                    <a:pt x="447" y="210"/>
                    <a:pt x="447" y="210"/>
                    <a:pt x="447" y="210"/>
                  </a:cubicBezTo>
                  <a:cubicBezTo>
                    <a:pt x="447" y="209"/>
                    <a:pt x="447" y="209"/>
                    <a:pt x="447" y="209"/>
                  </a:cubicBezTo>
                  <a:cubicBezTo>
                    <a:pt x="448" y="210"/>
                    <a:pt x="448" y="210"/>
                    <a:pt x="448" y="210"/>
                  </a:cubicBezTo>
                  <a:cubicBezTo>
                    <a:pt x="448" y="210"/>
                    <a:pt x="448" y="210"/>
                    <a:pt x="448" y="210"/>
                  </a:cubicBezTo>
                  <a:cubicBezTo>
                    <a:pt x="448" y="209"/>
                    <a:pt x="448" y="209"/>
                    <a:pt x="448" y="209"/>
                  </a:cubicBezTo>
                  <a:cubicBezTo>
                    <a:pt x="448" y="209"/>
                    <a:pt x="448" y="209"/>
                    <a:pt x="448" y="209"/>
                  </a:cubicBezTo>
                  <a:cubicBezTo>
                    <a:pt x="448" y="208"/>
                    <a:pt x="448" y="208"/>
                    <a:pt x="448" y="208"/>
                  </a:cubicBezTo>
                  <a:cubicBezTo>
                    <a:pt x="448" y="208"/>
                    <a:pt x="448" y="208"/>
                    <a:pt x="448" y="208"/>
                  </a:cubicBezTo>
                  <a:cubicBezTo>
                    <a:pt x="447" y="209"/>
                    <a:pt x="447" y="209"/>
                    <a:pt x="447" y="209"/>
                  </a:cubicBezTo>
                  <a:cubicBezTo>
                    <a:pt x="446" y="209"/>
                    <a:pt x="446" y="209"/>
                    <a:pt x="446" y="209"/>
                  </a:cubicBezTo>
                  <a:cubicBezTo>
                    <a:pt x="446" y="210"/>
                    <a:pt x="446" y="210"/>
                    <a:pt x="446" y="210"/>
                  </a:cubicBezTo>
                  <a:cubicBezTo>
                    <a:pt x="447" y="210"/>
                    <a:pt x="447" y="210"/>
                    <a:pt x="447" y="210"/>
                  </a:cubicBezTo>
                  <a:close/>
                  <a:moveTo>
                    <a:pt x="453" y="213"/>
                  </a:moveTo>
                  <a:cubicBezTo>
                    <a:pt x="453" y="213"/>
                    <a:pt x="453" y="213"/>
                    <a:pt x="453" y="213"/>
                  </a:cubicBezTo>
                  <a:cubicBezTo>
                    <a:pt x="453" y="213"/>
                    <a:pt x="453" y="213"/>
                    <a:pt x="453" y="213"/>
                  </a:cubicBezTo>
                  <a:cubicBezTo>
                    <a:pt x="454" y="212"/>
                    <a:pt x="454" y="212"/>
                    <a:pt x="454" y="212"/>
                  </a:cubicBezTo>
                  <a:cubicBezTo>
                    <a:pt x="453" y="212"/>
                    <a:pt x="453" y="212"/>
                    <a:pt x="453" y="212"/>
                  </a:cubicBezTo>
                  <a:cubicBezTo>
                    <a:pt x="453" y="212"/>
                    <a:pt x="453" y="212"/>
                    <a:pt x="453" y="212"/>
                  </a:cubicBezTo>
                  <a:cubicBezTo>
                    <a:pt x="453" y="212"/>
                    <a:pt x="453" y="212"/>
                    <a:pt x="453" y="212"/>
                  </a:cubicBezTo>
                  <a:cubicBezTo>
                    <a:pt x="453" y="213"/>
                    <a:pt x="453" y="213"/>
                    <a:pt x="453" y="213"/>
                  </a:cubicBezTo>
                  <a:close/>
                  <a:moveTo>
                    <a:pt x="452" y="212"/>
                  </a:moveTo>
                  <a:cubicBezTo>
                    <a:pt x="452" y="212"/>
                    <a:pt x="452" y="212"/>
                    <a:pt x="452" y="212"/>
                  </a:cubicBezTo>
                  <a:cubicBezTo>
                    <a:pt x="452" y="213"/>
                    <a:pt x="452" y="213"/>
                    <a:pt x="452" y="213"/>
                  </a:cubicBezTo>
                  <a:cubicBezTo>
                    <a:pt x="452" y="212"/>
                    <a:pt x="452" y="212"/>
                    <a:pt x="452" y="212"/>
                  </a:cubicBezTo>
                  <a:cubicBezTo>
                    <a:pt x="452" y="212"/>
                    <a:pt x="452" y="212"/>
                    <a:pt x="452" y="212"/>
                  </a:cubicBezTo>
                  <a:cubicBezTo>
                    <a:pt x="452" y="212"/>
                    <a:pt x="452" y="212"/>
                    <a:pt x="452" y="212"/>
                  </a:cubicBezTo>
                  <a:cubicBezTo>
                    <a:pt x="452" y="212"/>
                    <a:pt x="452" y="212"/>
                    <a:pt x="452" y="212"/>
                  </a:cubicBezTo>
                  <a:close/>
                  <a:moveTo>
                    <a:pt x="452" y="215"/>
                  </a:moveTo>
                  <a:cubicBezTo>
                    <a:pt x="452" y="215"/>
                    <a:pt x="452" y="215"/>
                    <a:pt x="452" y="215"/>
                  </a:cubicBezTo>
                  <a:cubicBezTo>
                    <a:pt x="453" y="215"/>
                    <a:pt x="453" y="215"/>
                    <a:pt x="453" y="215"/>
                  </a:cubicBezTo>
                  <a:cubicBezTo>
                    <a:pt x="453" y="214"/>
                    <a:pt x="453" y="214"/>
                    <a:pt x="453" y="214"/>
                  </a:cubicBezTo>
                  <a:cubicBezTo>
                    <a:pt x="453" y="214"/>
                    <a:pt x="453" y="214"/>
                    <a:pt x="453" y="214"/>
                  </a:cubicBezTo>
                  <a:cubicBezTo>
                    <a:pt x="453" y="213"/>
                    <a:pt x="453" y="213"/>
                    <a:pt x="453" y="213"/>
                  </a:cubicBezTo>
                  <a:cubicBezTo>
                    <a:pt x="452" y="214"/>
                    <a:pt x="452" y="214"/>
                    <a:pt x="452" y="214"/>
                  </a:cubicBezTo>
                  <a:cubicBezTo>
                    <a:pt x="451" y="214"/>
                    <a:pt x="451" y="214"/>
                    <a:pt x="451" y="214"/>
                  </a:cubicBezTo>
                  <a:cubicBezTo>
                    <a:pt x="451" y="215"/>
                    <a:pt x="451" y="215"/>
                    <a:pt x="451" y="215"/>
                  </a:cubicBezTo>
                  <a:cubicBezTo>
                    <a:pt x="452" y="215"/>
                    <a:pt x="452" y="215"/>
                    <a:pt x="452" y="215"/>
                  </a:cubicBezTo>
                  <a:close/>
                  <a:moveTo>
                    <a:pt x="486" y="169"/>
                  </a:moveTo>
                  <a:cubicBezTo>
                    <a:pt x="486" y="169"/>
                    <a:pt x="486" y="169"/>
                    <a:pt x="486" y="169"/>
                  </a:cubicBezTo>
                  <a:cubicBezTo>
                    <a:pt x="487" y="168"/>
                    <a:pt x="487" y="168"/>
                    <a:pt x="487" y="168"/>
                  </a:cubicBezTo>
                  <a:cubicBezTo>
                    <a:pt x="487" y="167"/>
                    <a:pt x="487" y="167"/>
                    <a:pt x="487" y="167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6" y="168"/>
                    <a:pt x="486" y="168"/>
                    <a:pt x="486" y="168"/>
                  </a:cubicBezTo>
                  <a:cubicBezTo>
                    <a:pt x="486" y="169"/>
                    <a:pt x="486" y="169"/>
                    <a:pt x="486" y="169"/>
                  </a:cubicBezTo>
                  <a:close/>
                  <a:moveTo>
                    <a:pt x="540" y="163"/>
                  </a:moveTo>
                  <a:cubicBezTo>
                    <a:pt x="540" y="164"/>
                    <a:pt x="540" y="164"/>
                    <a:pt x="540" y="164"/>
                  </a:cubicBezTo>
                  <a:cubicBezTo>
                    <a:pt x="540" y="163"/>
                    <a:pt x="540" y="163"/>
                    <a:pt x="540" y="163"/>
                  </a:cubicBezTo>
                  <a:cubicBezTo>
                    <a:pt x="540" y="162"/>
                    <a:pt x="540" y="162"/>
                    <a:pt x="540" y="162"/>
                  </a:cubicBezTo>
                  <a:cubicBezTo>
                    <a:pt x="540" y="162"/>
                    <a:pt x="540" y="162"/>
                    <a:pt x="540" y="162"/>
                  </a:cubicBezTo>
                  <a:cubicBezTo>
                    <a:pt x="540" y="161"/>
                    <a:pt x="540" y="161"/>
                    <a:pt x="540" y="161"/>
                  </a:cubicBezTo>
                  <a:cubicBezTo>
                    <a:pt x="541" y="160"/>
                    <a:pt x="541" y="160"/>
                    <a:pt x="541" y="160"/>
                  </a:cubicBezTo>
                  <a:cubicBezTo>
                    <a:pt x="541" y="159"/>
                    <a:pt x="541" y="159"/>
                    <a:pt x="541" y="159"/>
                  </a:cubicBezTo>
                  <a:cubicBezTo>
                    <a:pt x="542" y="159"/>
                    <a:pt x="542" y="159"/>
                    <a:pt x="542" y="159"/>
                  </a:cubicBezTo>
                  <a:cubicBezTo>
                    <a:pt x="543" y="158"/>
                    <a:pt x="543" y="158"/>
                    <a:pt x="543" y="158"/>
                  </a:cubicBezTo>
                  <a:cubicBezTo>
                    <a:pt x="543" y="158"/>
                    <a:pt x="543" y="158"/>
                    <a:pt x="543" y="158"/>
                  </a:cubicBezTo>
                  <a:cubicBezTo>
                    <a:pt x="542" y="157"/>
                    <a:pt x="542" y="157"/>
                    <a:pt x="542" y="157"/>
                  </a:cubicBezTo>
                  <a:cubicBezTo>
                    <a:pt x="541" y="155"/>
                    <a:pt x="541" y="155"/>
                    <a:pt x="541" y="155"/>
                  </a:cubicBezTo>
                  <a:cubicBezTo>
                    <a:pt x="541" y="155"/>
                    <a:pt x="541" y="155"/>
                    <a:pt x="541" y="155"/>
                  </a:cubicBezTo>
                  <a:cubicBezTo>
                    <a:pt x="540" y="156"/>
                    <a:pt x="540" y="156"/>
                    <a:pt x="540" y="156"/>
                  </a:cubicBezTo>
                  <a:cubicBezTo>
                    <a:pt x="540" y="156"/>
                    <a:pt x="540" y="156"/>
                    <a:pt x="540" y="156"/>
                  </a:cubicBezTo>
                  <a:cubicBezTo>
                    <a:pt x="540" y="156"/>
                    <a:pt x="540" y="156"/>
                    <a:pt x="540" y="156"/>
                  </a:cubicBezTo>
                  <a:cubicBezTo>
                    <a:pt x="539" y="158"/>
                    <a:pt x="539" y="158"/>
                    <a:pt x="539" y="158"/>
                  </a:cubicBezTo>
                  <a:cubicBezTo>
                    <a:pt x="538" y="158"/>
                    <a:pt x="538" y="158"/>
                    <a:pt x="538" y="158"/>
                  </a:cubicBezTo>
                  <a:cubicBezTo>
                    <a:pt x="538" y="159"/>
                    <a:pt x="538" y="159"/>
                    <a:pt x="538" y="159"/>
                  </a:cubicBezTo>
                  <a:cubicBezTo>
                    <a:pt x="538" y="158"/>
                    <a:pt x="538" y="158"/>
                    <a:pt x="538" y="158"/>
                  </a:cubicBezTo>
                  <a:cubicBezTo>
                    <a:pt x="539" y="158"/>
                    <a:pt x="539" y="158"/>
                    <a:pt x="539" y="158"/>
                  </a:cubicBezTo>
                  <a:cubicBezTo>
                    <a:pt x="539" y="158"/>
                    <a:pt x="539" y="158"/>
                    <a:pt x="539" y="158"/>
                  </a:cubicBezTo>
                  <a:cubicBezTo>
                    <a:pt x="539" y="159"/>
                    <a:pt x="539" y="159"/>
                    <a:pt x="539" y="159"/>
                  </a:cubicBezTo>
                  <a:cubicBezTo>
                    <a:pt x="539" y="160"/>
                    <a:pt x="539" y="160"/>
                    <a:pt x="539" y="160"/>
                  </a:cubicBezTo>
                  <a:cubicBezTo>
                    <a:pt x="540" y="161"/>
                    <a:pt x="540" y="161"/>
                    <a:pt x="540" y="161"/>
                  </a:cubicBezTo>
                  <a:cubicBezTo>
                    <a:pt x="540" y="162"/>
                    <a:pt x="540" y="162"/>
                    <a:pt x="540" y="162"/>
                  </a:cubicBezTo>
                  <a:cubicBezTo>
                    <a:pt x="539" y="162"/>
                    <a:pt x="539" y="162"/>
                    <a:pt x="539" y="162"/>
                  </a:cubicBezTo>
                  <a:cubicBezTo>
                    <a:pt x="539" y="163"/>
                    <a:pt x="539" y="163"/>
                    <a:pt x="539" y="163"/>
                  </a:cubicBezTo>
                  <a:cubicBezTo>
                    <a:pt x="540" y="163"/>
                    <a:pt x="540" y="163"/>
                    <a:pt x="540" y="163"/>
                  </a:cubicBezTo>
                  <a:close/>
                  <a:moveTo>
                    <a:pt x="572" y="189"/>
                  </a:moveTo>
                  <a:cubicBezTo>
                    <a:pt x="572" y="189"/>
                    <a:pt x="572" y="189"/>
                    <a:pt x="572" y="189"/>
                  </a:cubicBezTo>
                  <a:cubicBezTo>
                    <a:pt x="573" y="189"/>
                    <a:pt x="573" y="189"/>
                    <a:pt x="573" y="189"/>
                  </a:cubicBezTo>
                  <a:cubicBezTo>
                    <a:pt x="574" y="190"/>
                    <a:pt x="574" y="190"/>
                    <a:pt x="574" y="190"/>
                  </a:cubicBezTo>
                  <a:cubicBezTo>
                    <a:pt x="576" y="191"/>
                    <a:pt x="576" y="191"/>
                    <a:pt x="576" y="191"/>
                  </a:cubicBezTo>
                  <a:cubicBezTo>
                    <a:pt x="576" y="191"/>
                    <a:pt x="576" y="191"/>
                    <a:pt x="576" y="191"/>
                  </a:cubicBezTo>
                  <a:cubicBezTo>
                    <a:pt x="577" y="191"/>
                    <a:pt x="577" y="191"/>
                    <a:pt x="577" y="191"/>
                  </a:cubicBezTo>
                  <a:cubicBezTo>
                    <a:pt x="577" y="190"/>
                    <a:pt x="577" y="190"/>
                    <a:pt x="577" y="190"/>
                  </a:cubicBezTo>
                  <a:cubicBezTo>
                    <a:pt x="576" y="190"/>
                    <a:pt x="576" y="190"/>
                    <a:pt x="576" y="190"/>
                  </a:cubicBezTo>
                  <a:cubicBezTo>
                    <a:pt x="575" y="190"/>
                    <a:pt x="575" y="190"/>
                    <a:pt x="575" y="190"/>
                  </a:cubicBezTo>
                  <a:cubicBezTo>
                    <a:pt x="574" y="189"/>
                    <a:pt x="574" y="189"/>
                    <a:pt x="574" y="189"/>
                  </a:cubicBezTo>
                  <a:cubicBezTo>
                    <a:pt x="574" y="189"/>
                    <a:pt x="574" y="189"/>
                    <a:pt x="574" y="189"/>
                  </a:cubicBezTo>
                  <a:cubicBezTo>
                    <a:pt x="572" y="189"/>
                    <a:pt x="572" y="189"/>
                    <a:pt x="572" y="189"/>
                  </a:cubicBezTo>
                  <a:cubicBezTo>
                    <a:pt x="572" y="189"/>
                    <a:pt x="572" y="189"/>
                    <a:pt x="572" y="189"/>
                  </a:cubicBezTo>
                  <a:close/>
                  <a:moveTo>
                    <a:pt x="563" y="187"/>
                  </a:moveTo>
                  <a:cubicBezTo>
                    <a:pt x="564" y="187"/>
                    <a:pt x="564" y="187"/>
                    <a:pt x="564" y="187"/>
                  </a:cubicBezTo>
                  <a:cubicBezTo>
                    <a:pt x="564" y="187"/>
                    <a:pt x="564" y="187"/>
                    <a:pt x="564" y="187"/>
                  </a:cubicBezTo>
                  <a:cubicBezTo>
                    <a:pt x="565" y="188"/>
                    <a:pt x="565" y="188"/>
                    <a:pt x="565" y="188"/>
                  </a:cubicBezTo>
                  <a:cubicBezTo>
                    <a:pt x="565" y="188"/>
                    <a:pt x="565" y="188"/>
                    <a:pt x="565" y="188"/>
                  </a:cubicBezTo>
                  <a:cubicBezTo>
                    <a:pt x="566" y="189"/>
                    <a:pt x="566" y="189"/>
                    <a:pt x="566" y="189"/>
                  </a:cubicBezTo>
                  <a:cubicBezTo>
                    <a:pt x="566" y="189"/>
                    <a:pt x="566" y="189"/>
                    <a:pt x="566" y="189"/>
                  </a:cubicBezTo>
                  <a:cubicBezTo>
                    <a:pt x="567" y="190"/>
                    <a:pt x="567" y="190"/>
                    <a:pt x="567" y="190"/>
                  </a:cubicBezTo>
                  <a:cubicBezTo>
                    <a:pt x="567" y="190"/>
                    <a:pt x="567" y="190"/>
                    <a:pt x="567" y="190"/>
                  </a:cubicBezTo>
                  <a:cubicBezTo>
                    <a:pt x="568" y="190"/>
                    <a:pt x="568" y="190"/>
                    <a:pt x="568" y="190"/>
                  </a:cubicBezTo>
                  <a:cubicBezTo>
                    <a:pt x="569" y="190"/>
                    <a:pt x="569" y="190"/>
                    <a:pt x="569" y="190"/>
                  </a:cubicBezTo>
                  <a:cubicBezTo>
                    <a:pt x="570" y="190"/>
                    <a:pt x="570" y="190"/>
                    <a:pt x="570" y="190"/>
                  </a:cubicBezTo>
                  <a:cubicBezTo>
                    <a:pt x="570" y="190"/>
                    <a:pt x="570" y="190"/>
                    <a:pt x="570" y="190"/>
                  </a:cubicBezTo>
                  <a:cubicBezTo>
                    <a:pt x="569" y="189"/>
                    <a:pt x="569" y="189"/>
                    <a:pt x="569" y="189"/>
                  </a:cubicBezTo>
                  <a:cubicBezTo>
                    <a:pt x="568" y="189"/>
                    <a:pt x="568" y="189"/>
                    <a:pt x="568" y="189"/>
                  </a:cubicBezTo>
                  <a:cubicBezTo>
                    <a:pt x="567" y="188"/>
                    <a:pt x="567" y="188"/>
                    <a:pt x="567" y="188"/>
                  </a:cubicBezTo>
                  <a:cubicBezTo>
                    <a:pt x="567" y="187"/>
                    <a:pt x="567" y="187"/>
                    <a:pt x="567" y="187"/>
                  </a:cubicBezTo>
                  <a:cubicBezTo>
                    <a:pt x="566" y="187"/>
                    <a:pt x="566" y="187"/>
                    <a:pt x="566" y="187"/>
                  </a:cubicBezTo>
                  <a:cubicBezTo>
                    <a:pt x="565" y="186"/>
                    <a:pt x="565" y="186"/>
                    <a:pt x="565" y="186"/>
                  </a:cubicBezTo>
                  <a:cubicBezTo>
                    <a:pt x="565" y="186"/>
                    <a:pt x="565" y="186"/>
                    <a:pt x="565" y="186"/>
                  </a:cubicBezTo>
                  <a:cubicBezTo>
                    <a:pt x="566" y="186"/>
                    <a:pt x="566" y="186"/>
                    <a:pt x="566" y="186"/>
                  </a:cubicBezTo>
                  <a:cubicBezTo>
                    <a:pt x="565" y="186"/>
                    <a:pt x="565" y="186"/>
                    <a:pt x="565" y="186"/>
                  </a:cubicBezTo>
                  <a:cubicBezTo>
                    <a:pt x="564" y="186"/>
                    <a:pt x="564" y="186"/>
                    <a:pt x="564" y="186"/>
                  </a:cubicBezTo>
                  <a:cubicBezTo>
                    <a:pt x="563" y="186"/>
                    <a:pt x="563" y="186"/>
                    <a:pt x="563" y="186"/>
                  </a:cubicBezTo>
                  <a:cubicBezTo>
                    <a:pt x="563" y="186"/>
                    <a:pt x="563" y="186"/>
                    <a:pt x="563" y="186"/>
                  </a:cubicBezTo>
                  <a:cubicBezTo>
                    <a:pt x="563" y="187"/>
                    <a:pt x="563" y="187"/>
                    <a:pt x="563" y="187"/>
                  </a:cubicBezTo>
                  <a:close/>
                  <a:moveTo>
                    <a:pt x="541" y="228"/>
                  </a:moveTo>
                  <a:cubicBezTo>
                    <a:pt x="541" y="228"/>
                    <a:pt x="541" y="228"/>
                    <a:pt x="541" y="228"/>
                  </a:cubicBezTo>
                  <a:cubicBezTo>
                    <a:pt x="542" y="228"/>
                    <a:pt x="542" y="228"/>
                    <a:pt x="542" y="228"/>
                  </a:cubicBezTo>
                  <a:cubicBezTo>
                    <a:pt x="542" y="227"/>
                    <a:pt x="542" y="227"/>
                    <a:pt x="542" y="227"/>
                  </a:cubicBezTo>
                  <a:cubicBezTo>
                    <a:pt x="541" y="227"/>
                    <a:pt x="541" y="227"/>
                    <a:pt x="541" y="227"/>
                  </a:cubicBezTo>
                  <a:cubicBezTo>
                    <a:pt x="540" y="227"/>
                    <a:pt x="540" y="227"/>
                    <a:pt x="540" y="227"/>
                  </a:cubicBezTo>
                  <a:cubicBezTo>
                    <a:pt x="540" y="228"/>
                    <a:pt x="540" y="228"/>
                    <a:pt x="540" y="228"/>
                  </a:cubicBezTo>
                  <a:cubicBezTo>
                    <a:pt x="541" y="228"/>
                    <a:pt x="541" y="228"/>
                    <a:pt x="541" y="228"/>
                  </a:cubicBezTo>
                  <a:close/>
                  <a:moveTo>
                    <a:pt x="536" y="227"/>
                  </a:moveTo>
                  <a:cubicBezTo>
                    <a:pt x="536" y="228"/>
                    <a:pt x="536" y="228"/>
                    <a:pt x="536" y="228"/>
                  </a:cubicBezTo>
                  <a:cubicBezTo>
                    <a:pt x="537" y="228"/>
                    <a:pt x="537" y="228"/>
                    <a:pt x="537" y="228"/>
                  </a:cubicBezTo>
                  <a:cubicBezTo>
                    <a:pt x="538" y="228"/>
                    <a:pt x="538" y="228"/>
                    <a:pt x="538" y="228"/>
                  </a:cubicBezTo>
                  <a:cubicBezTo>
                    <a:pt x="538" y="228"/>
                    <a:pt x="538" y="228"/>
                    <a:pt x="538" y="228"/>
                  </a:cubicBezTo>
                  <a:cubicBezTo>
                    <a:pt x="537" y="227"/>
                    <a:pt x="537" y="227"/>
                    <a:pt x="537" y="227"/>
                  </a:cubicBezTo>
                  <a:cubicBezTo>
                    <a:pt x="536" y="227"/>
                    <a:pt x="536" y="227"/>
                    <a:pt x="536" y="227"/>
                  </a:cubicBezTo>
                  <a:close/>
                  <a:moveTo>
                    <a:pt x="539" y="234"/>
                  </a:moveTo>
                  <a:cubicBezTo>
                    <a:pt x="539" y="234"/>
                    <a:pt x="539" y="234"/>
                    <a:pt x="539" y="234"/>
                  </a:cubicBezTo>
                  <a:cubicBezTo>
                    <a:pt x="539" y="233"/>
                    <a:pt x="539" y="233"/>
                    <a:pt x="539" y="233"/>
                  </a:cubicBezTo>
                  <a:cubicBezTo>
                    <a:pt x="539" y="232"/>
                    <a:pt x="539" y="232"/>
                    <a:pt x="539" y="232"/>
                  </a:cubicBezTo>
                  <a:cubicBezTo>
                    <a:pt x="540" y="232"/>
                    <a:pt x="540" y="232"/>
                    <a:pt x="540" y="232"/>
                  </a:cubicBezTo>
                  <a:cubicBezTo>
                    <a:pt x="541" y="231"/>
                    <a:pt x="541" y="231"/>
                    <a:pt x="541" y="231"/>
                  </a:cubicBezTo>
                  <a:cubicBezTo>
                    <a:pt x="540" y="230"/>
                    <a:pt x="540" y="230"/>
                    <a:pt x="540" y="230"/>
                  </a:cubicBezTo>
                  <a:cubicBezTo>
                    <a:pt x="541" y="230"/>
                    <a:pt x="541" y="230"/>
                    <a:pt x="541" y="230"/>
                  </a:cubicBezTo>
                  <a:cubicBezTo>
                    <a:pt x="541" y="229"/>
                    <a:pt x="541" y="229"/>
                    <a:pt x="541" y="229"/>
                  </a:cubicBezTo>
                  <a:cubicBezTo>
                    <a:pt x="541" y="229"/>
                    <a:pt x="541" y="229"/>
                    <a:pt x="541" y="229"/>
                  </a:cubicBezTo>
                  <a:cubicBezTo>
                    <a:pt x="539" y="228"/>
                    <a:pt x="539" y="228"/>
                    <a:pt x="539" y="228"/>
                  </a:cubicBezTo>
                  <a:cubicBezTo>
                    <a:pt x="539" y="228"/>
                    <a:pt x="539" y="228"/>
                    <a:pt x="539" y="228"/>
                  </a:cubicBezTo>
                  <a:cubicBezTo>
                    <a:pt x="539" y="230"/>
                    <a:pt x="539" y="230"/>
                    <a:pt x="539" y="230"/>
                  </a:cubicBezTo>
                  <a:cubicBezTo>
                    <a:pt x="539" y="230"/>
                    <a:pt x="539" y="230"/>
                    <a:pt x="539" y="230"/>
                  </a:cubicBezTo>
                  <a:cubicBezTo>
                    <a:pt x="538" y="231"/>
                    <a:pt x="538" y="231"/>
                    <a:pt x="538" y="231"/>
                  </a:cubicBezTo>
                  <a:cubicBezTo>
                    <a:pt x="538" y="231"/>
                    <a:pt x="538" y="231"/>
                    <a:pt x="538" y="231"/>
                  </a:cubicBezTo>
                  <a:cubicBezTo>
                    <a:pt x="537" y="231"/>
                    <a:pt x="537" y="231"/>
                    <a:pt x="537" y="231"/>
                  </a:cubicBezTo>
                  <a:cubicBezTo>
                    <a:pt x="537" y="232"/>
                    <a:pt x="537" y="232"/>
                    <a:pt x="537" y="232"/>
                  </a:cubicBezTo>
                  <a:cubicBezTo>
                    <a:pt x="538" y="232"/>
                    <a:pt x="538" y="232"/>
                    <a:pt x="538" y="232"/>
                  </a:cubicBezTo>
                  <a:cubicBezTo>
                    <a:pt x="538" y="233"/>
                    <a:pt x="538" y="233"/>
                    <a:pt x="538" y="233"/>
                  </a:cubicBezTo>
                  <a:cubicBezTo>
                    <a:pt x="538" y="233"/>
                    <a:pt x="538" y="233"/>
                    <a:pt x="538" y="233"/>
                  </a:cubicBezTo>
                  <a:cubicBezTo>
                    <a:pt x="538" y="233"/>
                    <a:pt x="538" y="233"/>
                    <a:pt x="538" y="233"/>
                  </a:cubicBezTo>
                  <a:cubicBezTo>
                    <a:pt x="539" y="233"/>
                    <a:pt x="539" y="233"/>
                    <a:pt x="539" y="233"/>
                  </a:cubicBezTo>
                  <a:cubicBezTo>
                    <a:pt x="539" y="234"/>
                    <a:pt x="539" y="234"/>
                    <a:pt x="539" y="234"/>
                  </a:cubicBezTo>
                  <a:close/>
                  <a:moveTo>
                    <a:pt x="538" y="239"/>
                  </a:moveTo>
                  <a:cubicBezTo>
                    <a:pt x="538" y="239"/>
                    <a:pt x="538" y="238"/>
                    <a:pt x="538" y="238"/>
                  </a:cubicBezTo>
                  <a:cubicBezTo>
                    <a:pt x="538" y="238"/>
                    <a:pt x="538" y="238"/>
                    <a:pt x="538" y="238"/>
                  </a:cubicBezTo>
                  <a:cubicBezTo>
                    <a:pt x="538" y="237"/>
                    <a:pt x="538" y="237"/>
                    <a:pt x="538" y="237"/>
                  </a:cubicBezTo>
                  <a:cubicBezTo>
                    <a:pt x="538" y="237"/>
                    <a:pt x="538" y="237"/>
                    <a:pt x="538" y="237"/>
                  </a:cubicBezTo>
                  <a:cubicBezTo>
                    <a:pt x="538" y="237"/>
                    <a:pt x="538" y="237"/>
                    <a:pt x="538" y="237"/>
                  </a:cubicBezTo>
                  <a:cubicBezTo>
                    <a:pt x="537" y="238"/>
                    <a:pt x="537" y="238"/>
                    <a:pt x="537" y="238"/>
                  </a:cubicBezTo>
                  <a:cubicBezTo>
                    <a:pt x="538" y="239"/>
                    <a:pt x="538" y="239"/>
                    <a:pt x="538" y="239"/>
                  </a:cubicBezTo>
                  <a:close/>
                  <a:moveTo>
                    <a:pt x="538" y="240"/>
                  </a:moveTo>
                  <a:cubicBezTo>
                    <a:pt x="539" y="240"/>
                    <a:pt x="539" y="240"/>
                    <a:pt x="539" y="240"/>
                  </a:cubicBezTo>
                  <a:cubicBezTo>
                    <a:pt x="538" y="240"/>
                    <a:pt x="538" y="240"/>
                    <a:pt x="538" y="240"/>
                  </a:cubicBezTo>
                  <a:cubicBezTo>
                    <a:pt x="538" y="239"/>
                    <a:pt x="538" y="239"/>
                    <a:pt x="538" y="239"/>
                  </a:cubicBezTo>
                  <a:cubicBezTo>
                    <a:pt x="538" y="240"/>
                    <a:pt x="538" y="240"/>
                    <a:pt x="538" y="240"/>
                  </a:cubicBezTo>
                  <a:cubicBezTo>
                    <a:pt x="538" y="240"/>
                    <a:pt x="538" y="240"/>
                    <a:pt x="538" y="240"/>
                  </a:cubicBezTo>
                  <a:cubicBezTo>
                    <a:pt x="538" y="240"/>
                    <a:pt x="538" y="240"/>
                    <a:pt x="538" y="240"/>
                  </a:cubicBezTo>
                  <a:close/>
                  <a:moveTo>
                    <a:pt x="537" y="241"/>
                  </a:moveTo>
                  <a:cubicBezTo>
                    <a:pt x="537" y="241"/>
                    <a:pt x="537" y="241"/>
                    <a:pt x="537" y="241"/>
                  </a:cubicBezTo>
                  <a:cubicBezTo>
                    <a:pt x="537" y="241"/>
                    <a:pt x="537" y="241"/>
                    <a:pt x="537" y="241"/>
                  </a:cubicBezTo>
                  <a:cubicBezTo>
                    <a:pt x="536" y="241"/>
                    <a:pt x="536" y="241"/>
                    <a:pt x="536" y="241"/>
                  </a:cubicBezTo>
                  <a:cubicBezTo>
                    <a:pt x="536" y="241"/>
                    <a:pt x="536" y="241"/>
                    <a:pt x="536" y="241"/>
                  </a:cubicBezTo>
                  <a:cubicBezTo>
                    <a:pt x="537" y="241"/>
                    <a:pt x="537" y="241"/>
                    <a:pt x="537" y="241"/>
                  </a:cubicBezTo>
                  <a:close/>
                  <a:moveTo>
                    <a:pt x="537" y="243"/>
                  </a:moveTo>
                  <a:cubicBezTo>
                    <a:pt x="538" y="243"/>
                    <a:pt x="538" y="243"/>
                    <a:pt x="538" y="243"/>
                  </a:cubicBezTo>
                  <a:cubicBezTo>
                    <a:pt x="538" y="243"/>
                    <a:pt x="538" y="243"/>
                    <a:pt x="538" y="243"/>
                  </a:cubicBezTo>
                  <a:cubicBezTo>
                    <a:pt x="538" y="242"/>
                    <a:pt x="538" y="242"/>
                    <a:pt x="538" y="242"/>
                  </a:cubicBezTo>
                  <a:cubicBezTo>
                    <a:pt x="538" y="242"/>
                    <a:pt x="538" y="242"/>
                    <a:pt x="538" y="242"/>
                  </a:cubicBezTo>
                  <a:cubicBezTo>
                    <a:pt x="537" y="242"/>
                    <a:pt x="537" y="242"/>
                    <a:pt x="537" y="242"/>
                  </a:cubicBezTo>
                  <a:cubicBezTo>
                    <a:pt x="537" y="243"/>
                    <a:pt x="537" y="243"/>
                    <a:pt x="537" y="243"/>
                  </a:cubicBezTo>
                  <a:close/>
                  <a:moveTo>
                    <a:pt x="536" y="248"/>
                  </a:moveTo>
                  <a:cubicBezTo>
                    <a:pt x="536" y="248"/>
                    <a:pt x="536" y="248"/>
                    <a:pt x="536" y="248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36" y="248"/>
                    <a:pt x="536" y="248"/>
                    <a:pt x="536" y="248"/>
                  </a:cubicBezTo>
                  <a:close/>
                  <a:moveTo>
                    <a:pt x="536" y="251"/>
                  </a:moveTo>
                  <a:cubicBezTo>
                    <a:pt x="536" y="250"/>
                    <a:pt x="536" y="250"/>
                    <a:pt x="536" y="250"/>
                  </a:cubicBezTo>
                  <a:cubicBezTo>
                    <a:pt x="536" y="250"/>
                    <a:pt x="536" y="250"/>
                    <a:pt x="536" y="250"/>
                  </a:cubicBezTo>
                  <a:cubicBezTo>
                    <a:pt x="536" y="250"/>
                    <a:pt x="536" y="250"/>
                    <a:pt x="536" y="250"/>
                  </a:cubicBezTo>
                  <a:cubicBezTo>
                    <a:pt x="536" y="251"/>
                    <a:pt x="536" y="251"/>
                    <a:pt x="536" y="251"/>
                  </a:cubicBezTo>
                  <a:close/>
                  <a:moveTo>
                    <a:pt x="536" y="252"/>
                  </a:moveTo>
                  <a:cubicBezTo>
                    <a:pt x="536" y="252"/>
                    <a:pt x="536" y="252"/>
                    <a:pt x="536" y="252"/>
                  </a:cubicBezTo>
                  <a:cubicBezTo>
                    <a:pt x="536" y="252"/>
                    <a:pt x="536" y="252"/>
                    <a:pt x="536" y="252"/>
                  </a:cubicBezTo>
                  <a:cubicBezTo>
                    <a:pt x="536" y="252"/>
                    <a:pt x="536" y="252"/>
                    <a:pt x="536" y="252"/>
                  </a:cubicBezTo>
                  <a:close/>
                  <a:moveTo>
                    <a:pt x="535" y="253"/>
                  </a:moveTo>
                  <a:cubicBezTo>
                    <a:pt x="535" y="253"/>
                    <a:pt x="535" y="253"/>
                    <a:pt x="535" y="253"/>
                  </a:cubicBezTo>
                  <a:cubicBezTo>
                    <a:pt x="535" y="253"/>
                    <a:pt x="535" y="253"/>
                    <a:pt x="535" y="253"/>
                  </a:cubicBezTo>
                  <a:cubicBezTo>
                    <a:pt x="535" y="253"/>
                    <a:pt x="535" y="253"/>
                    <a:pt x="535" y="253"/>
                  </a:cubicBezTo>
                  <a:cubicBezTo>
                    <a:pt x="535" y="253"/>
                    <a:pt x="535" y="253"/>
                    <a:pt x="535" y="253"/>
                  </a:cubicBezTo>
                  <a:cubicBezTo>
                    <a:pt x="535" y="253"/>
                    <a:pt x="535" y="253"/>
                    <a:pt x="535" y="253"/>
                  </a:cubicBezTo>
                  <a:close/>
                  <a:moveTo>
                    <a:pt x="534" y="256"/>
                  </a:moveTo>
                  <a:cubicBezTo>
                    <a:pt x="534" y="256"/>
                    <a:pt x="534" y="256"/>
                    <a:pt x="534" y="256"/>
                  </a:cubicBezTo>
                  <a:cubicBezTo>
                    <a:pt x="534" y="255"/>
                    <a:pt x="534" y="255"/>
                    <a:pt x="534" y="255"/>
                  </a:cubicBezTo>
                  <a:cubicBezTo>
                    <a:pt x="534" y="255"/>
                    <a:pt x="534" y="255"/>
                    <a:pt x="534" y="255"/>
                  </a:cubicBezTo>
                  <a:cubicBezTo>
                    <a:pt x="534" y="255"/>
                    <a:pt x="534" y="255"/>
                    <a:pt x="534" y="255"/>
                  </a:cubicBezTo>
                  <a:cubicBezTo>
                    <a:pt x="534" y="256"/>
                    <a:pt x="534" y="256"/>
                    <a:pt x="534" y="256"/>
                  </a:cubicBezTo>
                  <a:cubicBezTo>
                    <a:pt x="534" y="256"/>
                    <a:pt x="534" y="256"/>
                    <a:pt x="534" y="256"/>
                  </a:cubicBezTo>
                  <a:close/>
                  <a:moveTo>
                    <a:pt x="526" y="266"/>
                  </a:moveTo>
                  <a:cubicBezTo>
                    <a:pt x="527" y="266"/>
                    <a:pt x="527" y="266"/>
                    <a:pt x="527" y="266"/>
                  </a:cubicBezTo>
                  <a:cubicBezTo>
                    <a:pt x="528" y="265"/>
                    <a:pt x="528" y="265"/>
                    <a:pt x="528" y="265"/>
                  </a:cubicBezTo>
                  <a:cubicBezTo>
                    <a:pt x="528" y="264"/>
                    <a:pt x="528" y="264"/>
                    <a:pt x="528" y="264"/>
                  </a:cubicBezTo>
                  <a:cubicBezTo>
                    <a:pt x="529" y="264"/>
                    <a:pt x="529" y="264"/>
                    <a:pt x="529" y="264"/>
                  </a:cubicBezTo>
                  <a:cubicBezTo>
                    <a:pt x="529" y="263"/>
                    <a:pt x="529" y="263"/>
                    <a:pt x="529" y="263"/>
                  </a:cubicBezTo>
                  <a:cubicBezTo>
                    <a:pt x="529" y="262"/>
                    <a:pt x="529" y="262"/>
                    <a:pt x="529" y="262"/>
                  </a:cubicBezTo>
                  <a:cubicBezTo>
                    <a:pt x="530" y="261"/>
                    <a:pt x="530" y="261"/>
                    <a:pt x="530" y="261"/>
                  </a:cubicBezTo>
                  <a:cubicBezTo>
                    <a:pt x="530" y="261"/>
                    <a:pt x="530" y="261"/>
                    <a:pt x="530" y="261"/>
                  </a:cubicBezTo>
                  <a:cubicBezTo>
                    <a:pt x="529" y="261"/>
                    <a:pt x="529" y="261"/>
                    <a:pt x="529" y="261"/>
                  </a:cubicBezTo>
                  <a:cubicBezTo>
                    <a:pt x="528" y="262"/>
                    <a:pt x="528" y="262"/>
                    <a:pt x="528" y="262"/>
                  </a:cubicBezTo>
                  <a:cubicBezTo>
                    <a:pt x="528" y="262"/>
                    <a:pt x="528" y="262"/>
                    <a:pt x="528" y="262"/>
                  </a:cubicBezTo>
                  <a:cubicBezTo>
                    <a:pt x="528" y="263"/>
                    <a:pt x="528" y="263"/>
                    <a:pt x="528" y="263"/>
                  </a:cubicBezTo>
                  <a:cubicBezTo>
                    <a:pt x="527" y="263"/>
                    <a:pt x="527" y="263"/>
                    <a:pt x="527" y="263"/>
                  </a:cubicBezTo>
                  <a:cubicBezTo>
                    <a:pt x="527" y="264"/>
                    <a:pt x="527" y="264"/>
                    <a:pt x="527" y="264"/>
                  </a:cubicBezTo>
                  <a:cubicBezTo>
                    <a:pt x="527" y="264"/>
                    <a:pt x="527" y="264"/>
                    <a:pt x="527" y="264"/>
                  </a:cubicBezTo>
                  <a:cubicBezTo>
                    <a:pt x="526" y="266"/>
                    <a:pt x="526" y="266"/>
                    <a:pt x="526" y="266"/>
                  </a:cubicBezTo>
                  <a:close/>
                  <a:moveTo>
                    <a:pt x="518" y="274"/>
                  </a:moveTo>
                  <a:cubicBezTo>
                    <a:pt x="519" y="274"/>
                    <a:pt x="519" y="274"/>
                    <a:pt x="519" y="274"/>
                  </a:cubicBezTo>
                  <a:cubicBezTo>
                    <a:pt x="519" y="273"/>
                    <a:pt x="519" y="273"/>
                    <a:pt x="519" y="273"/>
                  </a:cubicBezTo>
                  <a:cubicBezTo>
                    <a:pt x="519" y="273"/>
                    <a:pt x="519" y="273"/>
                    <a:pt x="519" y="273"/>
                  </a:cubicBezTo>
                  <a:cubicBezTo>
                    <a:pt x="519" y="272"/>
                    <a:pt x="519" y="272"/>
                    <a:pt x="519" y="272"/>
                  </a:cubicBezTo>
                  <a:cubicBezTo>
                    <a:pt x="520" y="272"/>
                    <a:pt x="520" y="272"/>
                    <a:pt x="520" y="272"/>
                  </a:cubicBezTo>
                  <a:cubicBezTo>
                    <a:pt x="520" y="271"/>
                    <a:pt x="520" y="271"/>
                    <a:pt x="520" y="271"/>
                  </a:cubicBezTo>
                  <a:cubicBezTo>
                    <a:pt x="520" y="271"/>
                    <a:pt x="520" y="271"/>
                    <a:pt x="520" y="271"/>
                  </a:cubicBezTo>
                  <a:cubicBezTo>
                    <a:pt x="521" y="271"/>
                    <a:pt x="521" y="271"/>
                    <a:pt x="521" y="271"/>
                  </a:cubicBezTo>
                  <a:cubicBezTo>
                    <a:pt x="521" y="270"/>
                    <a:pt x="521" y="270"/>
                    <a:pt x="521" y="270"/>
                  </a:cubicBezTo>
                  <a:cubicBezTo>
                    <a:pt x="522" y="269"/>
                    <a:pt x="522" y="269"/>
                    <a:pt x="522" y="269"/>
                  </a:cubicBezTo>
                  <a:cubicBezTo>
                    <a:pt x="523" y="268"/>
                    <a:pt x="523" y="268"/>
                    <a:pt x="523" y="268"/>
                  </a:cubicBezTo>
                  <a:cubicBezTo>
                    <a:pt x="524" y="268"/>
                    <a:pt x="524" y="268"/>
                    <a:pt x="524" y="268"/>
                  </a:cubicBezTo>
                  <a:cubicBezTo>
                    <a:pt x="524" y="268"/>
                    <a:pt x="524" y="268"/>
                    <a:pt x="524" y="268"/>
                  </a:cubicBezTo>
                  <a:cubicBezTo>
                    <a:pt x="524" y="267"/>
                    <a:pt x="524" y="267"/>
                    <a:pt x="524" y="267"/>
                  </a:cubicBezTo>
                  <a:cubicBezTo>
                    <a:pt x="524" y="266"/>
                    <a:pt x="524" y="266"/>
                    <a:pt x="524" y="266"/>
                  </a:cubicBezTo>
                  <a:cubicBezTo>
                    <a:pt x="523" y="266"/>
                    <a:pt x="523" y="266"/>
                    <a:pt x="523" y="266"/>
                  </a:cubicBezTo>
                  <a:cubicBezTo>
                    <a:pt x="523" y="267"/>
                    <a:pt x="523" y="267"/>
                    <a:pt x="523" y="267"/>
                  </a:cubicBezTo>
                  <a:cubicBezTo>
                    <a:pt x="522" y="268"/>
                    <a:pt x="522" y="268"/>
                    <a:pt x="522" y="268"/>
                  </a:cubicBezTo>
                  <a:cubicBezTo>
                    <a:pt x="522" y="268"/>
                    <a:pt x="522" y="268"/>
                    <a:pt x="522" y="268"/>
                  </a:cubicBezTo>
                  <a:cubicBezTo>
                    <a:pt x="521" y="268"/>
                    <a:pt x="521" y="268"/>
                    <a:pt x="521" y="268"/>
                  </a:cubicBezTo>
                  <a:cubicBezTo>
                    <a:pt x="521" y="268"/>
                    <a:pt x="521" y="268"/>
                    <a:pt x="521" y="268"/>
                  </a:cubicBezTo>
                  <a:cubicBezTo>
                    <a:pt x="520" y="268"/>
                    <a:pt x="520" y="268"/>
                    <a:pt x="520" y="268"/>
                  </a:cubicBezTo>
                  <a:cubicBezTo>
                    <a:pt x="520" y="268"/>
                    <a:pt x="520" y="268"/>
                    <a:pt x="520" y="268"/>
                  </a:cubicBezTo>
                  <a:cubicBezTo>
                    <a:pt x="520" y="268"/>
                    <a:pt x="520" y="268"/>
                    <a:pt x="520" y="268"/>
                  </a:cubicBezTo>
                  <a:cubicBezTo>
                    <a:pt x="520" y="269"/>
                    <a:pt x="520" y="269"/>
                    <a:pt x="520" y="269"/>
                  </a:cubicBezTo>
                  <a:cubicBezTo>
                    <a:pt x="520" y="269"/>
                    <a:pt x="520" y="269"/>
                    <a:pt x="520" y="269"/>
                  </a:cubicBezTo>
                  <a:cubicBezTo>
                    <a:pt x="519" y="270"/>
                    <a:pt x="519" y="270"/>
                    <a:pt x="519" y="270"/>
                  </a:cubicBezTo>
                  <a:cubicBezTo>
                    <a:pt x="519" y="270"/>
                    <a:pt x="519" y="270"/>
                    <a:pt x="519" y="270"/>
                  </a:cubicBezTo>
                  <a:cubicBezTo>
                    <a:pt x="519" y="271"/>
                    <a:pt x="519" y="271"/>
                    <a:pt x="519" y="271"/>
                  </a:cubicBezTo>
                  <a:cubicBezTo>
                    <a:pt x="519" y="271"/>
                    <a:pt x="519" y="271"/>
                    <a:pt x="519" y="271"/>
                  </a:cubicBezTo>
                  <a:cubicBezTo>
                    <a:pt x="518" y="272"/>
                    <a:pt x="518" y="272"/>
                    <a:pt x="518" y="272"/>
                  </a:cubicBezTo>
                  <a:cubicBezTo>
                    <a:pt x="518" y="272"/>
                    <a:pt x="518" y="272"/>
                    <a:pt x="518" y="272"/>
                  </a:cubicBezTo>
                  <a:cubicBezTo>
                    <a:pt x="518" y="273"/>
                    <a:pt x="518" y="273"/>
                    <a:pt x="518" y="273"/>
                  </a:cubicBezTo>
                  <a:cubicBezTo>
                    <a:pt x="518" y="273"/>
                    <a:pt x="518" y="273"/>
                    <a:pt x="518" y="273"/>
                  </a:cubicBezTo>
                  <a:cubicBezTo>
                    <a:pt x="518" y="274"/>
                    <a:pt x="518" y="274"/>
                    <a:pt x="518" y="274"/>
                  </a:cubicBezTo>
                  <a:cubicBezTo>
                    <a:pt x="518" y="274"/>
                    <a:pt x="518" y="274"/>
                    <a:pt x="518" y="274"/>
                  </a:cubicBezTo>
                  <a:close/>
                  <a:moveTo>
                    <a:pt x="514" y="280"/>
                  </a:moveTo>
                  <a:cubicBezTo>
                    <a:pt x="514" y="280"/>
                    <a:pt x="514" y="279"/>
                    <a:pt x="514" y="279"/>
                  </a:cubicBezTo>
                  <a:cubicBezTo>
                    <a:pt x="515" y="277"/>
                    <a:pt x="515" y="277"/>
                    <a:pt x="515" y="277"/>
                  </a:cubicBezTo>
                  <a:cubicBezTo>
                    <a:pt x="515" y="277"/>
                    <a:pt x="515" y="277"/>
                    <a:pt x="515" y="277"/>
                  </a:cubicBezTo>
                  <a:cubicBezTo>
                    <a:pt x="516" y="276"/>
                    <a:pt x="516" y="276"/>
                    <a:pt x="516" y="276"/>
                  </a:cubicBezTo>
                  <a:cubicBezTo>
                    <a:pt x="516" y="275"/>
                    <a:pt x="516" y="275"/>
                    <a:pt x="516" y="275"/>
                  </a:cubicBezTo>
                  <a:cubicBezTo>
                    <a:pt x="516" y="275"/>
                    <a:pt x="516" y="275"/>
                    <a:pt x="516" y="275"/>
                  </a:cubicBezTo>
                  <a:cubicBezTo>
                    <a:pt x="516" y="275"/>
                    <a:pt x="516" y="275"/>
                    <a:pt x="516" y="275"/>
                  </a:cubicBezTo>
                  <a:cubicBezTo>
                    <a:pt x="515" y="275"/>
                    <a:pt x="515" y="275"/>
                    <a:pt x="515" y="275"/>
                  </a:cubicBezTo>
                  <a:cubicBezTo>
                    <a:pt x="515" y="274"/>
                    <a:pt x="515" y="274"/>
                    <a:pt x="515" y="274"/>
                  </a:cubicBezTo>
                  <a:cubicBezTo>
                    <a:pt x="514" y="275"/>
                    <a:pt x="514" y="275"/>
                    <a:pt x="514" y="275"/>
                  </a:cubicBezTo>
                  <a:cubicBezTo>
                    <a:pt x="514" y="276"/>
                    <a:pt x="514" y="276"/>
                    <a:pt x="514" y="276"/>
                  </a:cubicBezTo>
                  <a:cubicBezTo>
                    <a:pt x="514" y="276"/>
                    <a:pt x="514" y="276"/>
                    <a:pt x="514" y="276"/>
                  </a:cubicBezTo>
                  <a:cubicBezTo>
                    <a:pt x="514" y="278"/>
                    <a:pt x="514" y="278"/>
                    <a:pt x="514" y="278"/>
                  </a:cubicBezTo>
                  <a:cubicBezTo>
                    <a:pt x="513" y="278"/>
                    <a:pt x="513" y="278"/>
                    <a:pt x="513" y="278"/>
                  </a:cubicBezTo>
                  <a:cubicBezTo>
                    <a:pt x="514" y="279"/>
                    <a:pt x="514" y="279"/>
                    <a:pt x="514" y="279"/>
                  </a:cubicBezTo>
                  <a:cubicBezTo>
                    <a:pt x="514" y="280"/>
                    <a:pt x="514" y="280"/>
                    <a:pt x="514" y="280"/>
                  </a:cubicBezTo>
                  <a:close/>
                  <a:moveTo>
                    <a:pt x="9" y="215"/>
                  </a:moveTo>
                  <a:cubicBezTo>
                    <a:pt x="9" y="215"/>
                    <a:pt x="8" y="216"/>
                    <a:pt x="8" y="216"/>
                  </a:cubicBezTo>
                  <a:cubicBezTo>
                    <a:pt x="9" y="217"/>
                    <a:pt x="9" y="217"/>
                    <a:pt x="9" y="217"/>
                  </a:cubicBezTo>
                  <a:cubicBezTo>
                    <a:pt x="10" y="216"/>
                    <a:pt x="10" y="216"/>
                    <a:pt x="10" y="216"/>
                  </a:cubicBezTo>
                  <a:lnTo>
                    <a:pt x="9" y="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0" name="Freeform 11"/>
            <p:cNvSpPr>
              <a:spLocks noEditPoints="1"/>
            </p:cNvSpPr>
            <p:nvPr/>
          </p:nvSpPr>
          <p:spPr bwMode="auto">
            <a:xfrm>
              <a:off x="4426829" y="1014430"/>
              <a:ext cx="299785" cy="329377"/>
            </a:xfrm>
            <a:custGeom>
              <a:avLst/>
              <a:gdLst>
                <a:gd name="T0" fmla="*/ 60 w 63"/>
                <a:gd name="T1" fmla="*/ 6 h 69"/>
                <a:gd name="T2" fmla="*/ 26 w 63"/>
                <a:gd name="T3" fmla="*/ 0 h 69"/>
                <a:gd name="T4" fmla="*/ 21 w 63"/>
                <a:gd name="T5" fmla="*/ 7 h 69"/>
                <a:gd name="T6" fmla="*/ 28 w 63"/>
                <a:gd name="T7" fmla="*/ 13 h 69"/>
                <a:gd name="T8" fmla="*/ 28 w 63"/>
                <a:gd name="T9" fmla="*/ 13 h 69"/>
                <a:gd name="T10" fmla="*/ 25 w 63"/>
                <a:gd name="T11" fmla="*/ 14 h 69"/>
                <a:gd name="T12" fmla="*/ 33 w 63"/>
                <a:gd name="T13" fmla="*/ 17 h 69"/>
                <a:gd name="T14" fmla="*/ 39 w 63"/>
                <a:gd name="T15" fmla="*/ 17 h 69"/>
                <a:gd name="T16" fmla="*/ 45 w 63"/>
                <a:gd name="T17" fmla="*/ 12 h 69"/>
                <a:gd name="T18" fmla="*/ 44 w 63"/>
                <a:gd name="T19" fmla="*/ 7 h 69"/>
                <a:gd name="T20" fmla="*/ 38 w 63"/>
                <a:gd name="T21" fmla="*/ 5 h 69"/>
                <a:gd name="T22" fmla="*/ 35 w 63"/>
                <a:gd name="T23" fmla="*/ 7 h 69"/>
                <a:gd name="T24" fmla="*/ 33 w 63"/>
                <a:gd name="T25" fmla="*/ 3 h 69"/>
                <a:gd name="T26" fmla="*/ 33 w 63"/>
                <a:gd name="T27" fmla="*/ 10 h 69"/>
                <a:gd name="T28" fmla="*/ 28 w 63"/>
                <a:gd name="T29" fmla="*/ 7 h 69"/>
                <a:gd name="T30" fmla="*/ 25 w 63"/>
                <a:gd name="T31" fmla="*/ 3 h 69"/>
                <a:gd name="T32" fmla="*/ 24 w 63"/>
                <a:gd name="T33" fmla="*/ 8 h 69"/>
                <a:gd name="T34" fmla="*/ 21 w 63"/>
                <a:gd name="T35" fmla="*/ 10 h 69"/>
                <a:gd name="T36" fmla="*/ 51 w 63"/>
                <a:gd name="T37" fmla="*/ 22 h 69"/>
                <a:gd name="T38" fmla="*/ 52 w 63"/>
                <a:gd name="T39" fmla="*/ 22 h 69"/>
                <a:gd name="T40" fmla="*/ 49 w 63"/>
                <a:gd name="T41" fmla="*/ 24 h 69"/>
                <a:gd name="T42" fmla="*/ 39 w 63"/>
                <a:gd name="T43" fmla="*/ 30 h 69"/>
                <a:gd name="T44" fmla="*/ 44 w 63"/>
                <a:gd name="T45" fmla="*/ 34 h 69"/>
                <a:gd name="T46" fmla="*/ 38 w 63"/>
                <a:gd name="T47" fmla="*/ 39 h 69"/>
                <a:gd name="T48" fmla="*/ 33 w 63"/>
                <a:gd name="T49" fmla="*/ 39 h 69"/>
                <a:gd name="T50" fmla="*/ 33 w 63"/>
                <a:gd name="T51" fmla="*/ 32 h 69"/>
                <a:gd name="T52" fmla="*/ 29 w 63"/>
                <a:gd name="T53" fmla="*/ 27 h 69"/>
                <a:gd name="T54" fmla="*/ 35 w 63"/>
                <a:gd name="T55" fmla="*/ 29 h 69"/>
                <a:gd name="T56" fmla="*/ 33 w 63"/>
                <a:gd name="T57" fmla="*/ 25 h 69"/>
                <a:gd name="T58" fmla="*/ 3 w 63"/>
                <a:gd name="T59" fmla="*/ 28 h 69"/>
                <a:gd name="T60" fmla="*/ 3 w 63"/>
                <a:gd name="T61" fmla="*/ 27 h 69"/>
                <a:gd name="T62" fmla="*/ 21 w 63"/>
                <a:gd name="T63" fmla="*/ 48 h 69"/>
                <a:gd name="T64" fmla="*/ 19 w 63"/>
                <a:gd name="T65" fmla="*/ 44 h 69"/>
                <a:gd name="T66" fmla="*/ 14 w 63"/>
                <a:gd name="T67" fmla="*/ 42 h 69"/>
                <a:gd name="T68" fmla="*/ 12 w 63"/>
                <a:gd name="T69" fmla="*/ 39 h 69"/>
                <a:gd name="T70" fmla="*/ 16 w 63"/>
                <a:gd name="T71" fmla="*/ 38 h 69"/>
                <a:gd name="T72" fmla="*/ 19 w 63"/>
                <a:gd name="T73" fmla="*/ 35 h 69"/>
                <a:gd name="T74" fmla="*/ 17 w 63"/>
                <a:gd name="T75" fmla="*/ 34 h 69"/>
                <a:gd name="T76" fmla="*/ 11 w 63"/>
                <a:gd name="T77" fmla="*/ 35 h 69"/>
                <a:gd name="T78" fmla="*/ 14 w 63"/>
                <a:gd name="T79" fmla="*/ 31 h 69"/>
                <a:gd name="T80" fmla="*/ 19 w 63"/>
                <a:gd name="T81" fmla="*/ 28 h 69"/>
                <a:gd name="T82" fmla="*/ 15 w 63"/>
                <a:gd name="T83" fmla="*/ 28 h 69"/>
                <a:gd name="T84" fmla="*/ 14 w 63"/>
                <a:gd name="T85" fmla="*/ 26 h 69"/>
                <a:gd name="T86" fmla="*/ 13 w 63"/>
                <a:gd name="T87" fmla="*/ 29 h 69"/>
                <a:gd name="T88" fmla="*/ 7 w 63"/>
                <a:gd name="T89" fmla="*/ 29 h 69"/>
                <a:gd name="T90" fmla="*/ 4 w 63"/>
                <a:gd name="T91" fmla="*/ 25 h 69"/>
                <a:gd name="T92" fmla="*/ 5 w 63"/>
                <a:gd name="T93" fmla="*/ 24 h 69"/>
                <a:gd name="T94" fmla="*/ 4 w 63"/>
                <a:gd name="T95" fmla="*/ 19 h 69"/>
                <a:gd name="T96" fmla="*/ 0 w 63"/>
                <a:gd name="T97" fmla="*/ 17 h 69"/>
                <a:gd name="T98" fmla="*/ 5 w 63"/>
                <a:gd name="T99" fmla="*/ 15 h 69"/>
                <a:gd name="T100" fmla="*/ 9 w 63"/>
                <a:gd name="T101" fmla="*/ 14 h 69"/>
                <a:gd name="T102" fmla="*/ 9 w 63"/>
                <a:gd name="T103" fmla="*/ 15 h 69"/>
                <a:gd name="T104" fmla="*/ 10 w 63"/>
                <a:gd name="T105" fmla="*/ 19 h 69"/>
                <a:gd name="T106" fmla="*/ 13 w 63"/>
                <a:gd name="T107" fmla="*/ 17 h 69"/>
                <a:gd name="T108" fmla="*/ 17 w 63"/>
                <a:gd name="T109" fmla="*/ 23 h 69"/>
                <a:gd name="T110" fmla="*/ 15 w 63"/>
                <a:gd name="T111" fmla="*/ 12 h 69"/>
                <a:gd name="T112" fmla="*/ 21 w 63"/>
                <a:gd name="T113" fmla="*/ 13 h 69"/>
                <a:gd name="T114" fmla="*/ 23 w 63"/>
                <a:gd name="T115" fmla="*/ 15 h 69"/>
                <a:gd name="T116" fmla="*/ 32 w 63"/>
                <a:gd name="T117" fmla="*/ 23 h 69"/>
                <a:gd name="T118" fmla="*/ 27 w 63"/>
                <a:gd name="T119" fmla="*/ 27 h 69"/>
                <a:gd name="T120" fmla="*/ 26 w 63"/>
                <a:gd name="T121" fmla="*/ 34 h 69"/>
                <a:gd name="T122" fmla="*/ 23 w 63"/>
                <a:gd name="T123" fmla="*/ 41 h 69"/>
                <a:gd name="T124" fmla="*/ 32 w 63"/>
                <a:gd name="T1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3" h="69">
                  <a:moveTo>
                    <a:pt x="58" y="6"/>
                  </a:moveTo>
                  <a:cubicBezTo>
                    <a:pt x="59" y="6"/>
                    <a:pt x="59" y="5"/>
                    <a:pt x="59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1" y="5"/>
                    <a:pt x="61" y="5"/>
                    <a:pt x="61" y="5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62" y="3"/>
                    <a:pt x="62" y="3"/>
                    <a:pt x="62" y="3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1" y="5"/>
                    <a:pt x="61" y="5"/>
                    <a:pt x="61" y="5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58" y="6"/>
                    <a:pt x="58" y="6"/>
                    <a:pt x="58" y="6"/>
                  </a:cubicBezTo>
                  <a:close/>
                  <a:moveTo>
                    <a:pt x="47" y="7"/>
                  </a:move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7" y="7"/>
                    <a:pt x="47" y="7"/>
                    <a:pt x="47" y="7"/>
                  </a:cubicBezTo>
                  <a:close/>
                  <a:moveTo>
                    <a:pt x="26" y="0"/>
                  </a:moveTo>
                  <a:cubicBezTo>
                    <a:pt x="27" y="1"/>
                    <a:pt x="27" y="1"/>
                    <a:pt x="27" y="1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lose/>
                  <a:moveTo>
                    <a:pt x="22" y="7"/>
                  </a:moveTo>
                  <a:cubicBezTo>
                    <a:pt x="21" y="7"/>
                    <a:pt x="21" y="7"/>
                    <a:pt x="21" y="7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lose/>
                  <a:moveTo>
                    <a:pt x="26" y="13"/>
                  </a:move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2" y="13"/>
                    <a:pt x="32" y="13"/>
                    <a:pt x="32" y="13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6" y="12"/>
                    <a:pt x="46" y="12"/>
                    <a:pt x="46" y="12"/>
                  </a:cubicBezTo>
                  <a:cubicBezTo>
                    <a:pt x="47" y="11"/>
                    <a:pt x="47" y="11"/>
                    <a:pt x="47" y="11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6" y="13"/>
                    <a:pt x="26" y="13"/>
                    <a:pt x="26" y="13"/>
                  </a:cubicBezTo>
                  <a:close/>
                  <a:moveTo>
                    <a:pt x="51" y="22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21"/>
                    <a:pt x="52" y="21"/>
                    <a:pt x="52" y="21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6" y="21"/>
                    <a:pt x="56" y="21"/>
                    <a:pt x="56" y="21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1" y="22"/>
                    <a:pt x="51" y="22"/>
                    <a:pt x="51" y="22"/>
                  </a:cubicBezTo>
                  <a:cubicBezTo>
                    <a:pt x="51" y="22"/>
                    <a:pt x="51" y="22"/>
                    <a:pt x="51" y="22"/>
                  </a:cubicBezTo>
                  <a:close/>
                  <a:moveTo>
                    <a:pt x="48" y="25"/>
                  </a:moveTo>
                  <a:cubicBezTo>
                    <a:pt x="48" y="24"/>
                    <a:pt x="48" y="24"/>
                    <a:pt x="48" y="2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25"/>
                    <a:pt x="48" y="25"/>
                    <a:pt x="48" y="25"/>
                  </a:cubicBezTo>
                  <a:close/>
                  <a:moveTo>
                    <a:pt x="32" y="32"/>
                  </a:moveTo>
                  <a:cubicBezTo>
                    <a:pt x="32" y="31"/>
                    <a:pt x="32" y="31"/>
                    <a:pt x="32" y="3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2" y="32"/>
                    <a:pt x="32" y="32"/>
                    <a:pt x="32" y="32"/>
                  </a:cubicBezTo>
                  <a:close/>
                  <a:moveTo>
                    <a:pt x="28" y="20"/>
                  </a:moveTo>
                  <a:cubicBezTo>
                    <a:pt x="28" y="21"/>
                    <a:pt x="28" y="21"/>
                    <a:pt x="28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8" y="20"/>
                    <a:pt x="28" y="20"/>
                    <a:pt x="28" y="20"/>
                  </a:cubicBezTo>
                  <a:close/>
                  <a:moveTo>
                    <a:pt x="29" y="27"/>
                  </a:moveTo>
                  <a:cubicBezTo>
                    <a:pt x="30" y="28"/>
                    <a:pt x="30" y="28"/>
                    <a:pt x="30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29" y="27"/>
                    <a:pt x="29" y="27"/>
                    <a:pt x="29" y="27"/>
                  </a:cubicBezTo>
                  <a:close/>
                  <a:moveTo>
                    <a:pt x="5" y="31"/>
                  </a:moveTo>
                  <a:cubicBezTo>
                    <a:pt x="4" y="30"/>
                    <a:pt x="4" y="30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lose/>
                  <a:moveTo>
                    <a:pt x="21" y="49"/>
                  </a:moveTo>
                  <a:cubicBezTo>
                    <a:pt x="21" y="48"/>
                    <a:pt x="21" y="48"/>
                    <a:pt x="21" y="48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8" y="46"/>
                    <a:pt x="18" y="46"/>
                    <a:pt x="18" y="46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1" y="49"/>
                    <a:pt x="21" y="49"/>
                    <a:pt x="21" y="49"/>
                  </a:cubicBezTo>
                  <a:close/>
                  <a:moveTo>
                    <a:pt x="31" y="69"/>
                  </a:moveTo>
                  <a:cubicBezTo>
                    <a:pt x="32" y="69"/>
                    <a:pt x="32" y="69"/>
                    <a:pt x="32" y="69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1" y="69"/>
                    <a:pt x="31" y="69"/>
                    <a:pt x="31" y="69"/>
                  </a:cubicBezTo>
                  <a:cubicBezTo>
                    <a:pt x="31" y="69"/>
                    <a:pt x="31" y="69"/>
                    <a:pt x="31" y="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1" name="Freeform 12"/>
            <p:cNvSpPr>
              <a:spLocks noEditPoints="1"/>
            </p:cNvSpPr>
            <p:nvPr/>
          </p:nvSpPr>
          <p:spPr bwMode="auto">
            <a:xfrm>
              <a:off x="6884296" y="2097772"/>
              <a:ext cx="333238" cy="582844"/>
            </a:xfrm>
            <a:custGeom>
              <a:avLst/>
              <a:gdLst>
                <a:gd name="T0" fmla="*/ 108 w 259"/>
                <a:gd name="T1" fmla="*/ 219 h 453"/>
                <a:gd name="T2" fmla="*/ 11 w 259"/>
                <a:gd name="T3" fmla="*/ 449 h 453"/>
                <a:gd name="T4" fmla="*/ 60 w 259"/>
                <a:gd name="T5" fmla="*/ 412 h 453"/>
                <a:gd name="T6" fmla="*/ 60 w 259"/>
                <a:gd name="T7" fmla="*/ 412 h 453"/>
                <a:gd name="T8" fmla="*/ 74 w 259"/>
                <a:gd name="T9" fmla="*/ 375 h 453"/>
                <a:gd name="T10" fmla="*/ 78 w 259"/>
                <a:gd name="T11" fmla="*/ 378 h 453"/>
                <a:gd name="T12" fmla="*/ 182 w 259"/>
                <a:gd name="T13" fmla="*/ 93 h 453"/>
                <a:gd name="T14" fmla="*/ 174 w 259"/>
                <a:gd name="T15" fmla="*/ 63 h 453"/>
                <a:gd name="T16" fmla="*/ 185 w 259"/>
                <a:gd name="T17" fmla="*/ 56 h 453"/>
                <a:gd name="T18" fmla="*/ 185 w 259"/>
                <a:gd name="T19" fmla="*/ 33 h 453"/>
                <a:gd name="T20" fmla="*/ 185 w 259"/>
                <a:gd name="T21" fmla="*/ 0 h 453"/>
                <a:gd name="T22" fmla="*/ 230 w 259"/>
                <a:gd name="T23" fmla="*/ 33 h 453"/>
                <a:gd name="T24" fmla="*/ 245 w 259"/>
                <a:gd name="T25" fmla="*/ 33 h 453"/>
                <a:gd name="T26" fmla="*/ 256 w 259"/>
                <a:gd name="T27" fmla="*/ 48 h 453"/>
                <a:gd name="T28" fmla="*/ 230 w 259"/>
                <a:gd name="T29" fmla="*/ 67 h 453"/>
                <a:gd name="T30" fmla="*/ 200 w 259"/>
                <a:gd name="T31" fmla="*/ 67 h 453"/>
                <a:gd name="T32" fmla="*/ 189 w 259"/>
                <a:gd name="T33" fmla="*/ 78 h 453"/>
                <a:gd name="T34" fmla="*/ 185 w 259"/>
                <a:gd name="T35" fmla="*/ 96 h 453"/>
                <a:gd name="T36" fmla="*/ 182 w 259"/>
                <a:gd name="T37" fmla="*/ 171 h 453"/>
                <a:gd name="T38" fmla="*/ 60 w 259"/>
                <a:gd name="T39" fmla="*/ 278 h 453"/>
                <a:gd name="T40" fmla="*/ 52 w 259"/>
                <a:gd name="T41" fmla="*/ 286 h 453"/>
                <a:gd name="T42" fmla="*/ 52 w 259"/>
                <a:gd name="T43" fmla="*/ 293 h 453"/>
                <a:gd name="T44" fmla="*/ 74 w 259"/>
                <a:gd name="T45" fmla="*/ 300 h 453"/>
                <a:gd name="T46" fmla="*/ 71 w 259"/>
                <a:gd name="T47" fmla="*/ 289 h 453"/>
                <a:gd name="T48" fmla="*/ 130 w 259"/>
                <a:gd name="T49" fmla="*/ 252 h 453"/>
                <a:gd name="T50" fmla="*/ 122 w 259"/>
                <a:gd name="T51" fmla="*/ 282 h 453"/>
                <a:gd name="T52" fmla="*/ 145 w 259"/>
                <a:gd name="T53" fmla="*/ 260 h 453"/>
                <a:gd name="T54" fmla="*/ 115 w 259"/>
                <a:gd name="T55" fmla="*/ 263 h 453"/>
                <a:gd name="T56" fmla="*/ 115 w 259"/>
                <a:gd name="T57" fmla="*/ 282 h 453"/>
                <a:gd name="T58" fmla="*/ 97 w 259"/>
                <a:gd name="T59" fmla="*/ 330 h 453"/>
                <a:gd name="T60" fmla="*/ 93 w 259"/>
                <a:gd name="T61" fmla="*/ 312 h 453"/>
                <a:gd name="T62" fmla="*/ 100 w 259"/>
                <a:gd name="T63" fmla="*/ 282 h 453"/>
                <a:gd name="T64" fmla="*/ 89 w 259"/>
                <a:gd name="T65" fmla="*/ 271 h 453"/>
                <a:gd name="T66" fmla="*/ 104 w 259"/>
                <a:gd name="T67" fmla="*/ 252 h 453"/>
                <a:gd name="T68" fmla="*/ 134 w 259"/>
                <a:gd name="T69" fmla="*/ 249 h 453"/>
                <a:gd name="T70" fmla="*/ 148 w 259"/>
                <a:gd name="T71" fmla="*/ 260 h 453"/>
                <a:gd name="T72" fmla="*/ 171 w 259"/>
                <a:gd name="T73" fmla="*/ 252 h 453"/>
                <a:gd name="T74" fmla="*/ 171 w 259"/>
                <a:gd name="T75" fmla="*/ 241 h 453"/>
                <a:gd name="T76" fmla="*/ 185 w 259"/>
                <a:gd name="T77" fmla="*/ 241 h 453"/>
                <a:gd name="T78" fmla="*/ 208 w 259"/>
                <a:gd name="T79" fmla="*/ 237 h 453"/>
                <a:gd name="T80" fmla="*/ 219 w 259"/>
                <a:gd name="T81" fmla="*/ 226 h 453"/>
                <a:gd name="T82" fmla="*/ 226 w 259"/>
                <a:gd name="T83" fmla="*/ 211 h 453"/>
                <a:gd name="T84" fmla="*/ 230 w 259"/>
                <a:gd name="T85" fmla="*/ 163 h 453"/>
                <a:gd name="T86" fmla="*/ 226 w 259"/>
                <a:gd name="T87" fmla="*/ 137 h 453"/>
                <a:gd name="T88" fmla="*/ 204 w 259"/>
                <a:gd name="T89" fmla="*/ 93 h 453"/>
                <a:gd name="T90" fmla="*/ 204 w 259"/>
                <a:gd name="T91" fmla="*/ 100 h 453"/>
                <a:gd name="T92" fmla="*/ 189 w 259"/>
                <a:gd name="T93" fmla="*/ 100 h 453"/>
                <a:gd name="T94" fmla="*/ 185 w 259"/>
                <a:gd name="T95" fmla="*/ 126 h 453"/>
                <a:gd name="T96" fmla="*/ 185 w 259"/>
                <a:gd name="T97" fmla="*/ 178 h 453"/>
                <a:gd name="T98" fmla="*/ 163 w 259"/>
                <a:gd name="T99" fmla="*/ 189 h 453"/>
                <a:gd name="T100" fmla="*/ 152 w 259"/>
                <a:gd name="T101" fmla="*/ 211 h 453"/>
                <a:gd name="T102" fmla="*/ 145 w 259"/>
                <a:gd name="T103" fmla="*/ 226 h 453"/>
                <a:gd name="T104" fmla="*/ 111 w 259"/>
                <a:gd name="T105" fmla="*/ 230 h 453"/>
                <a:gd name="T106" fmla="*/ 78 w 259"/>
                <a:gd name="T107" fmla="*/ 256 h 453"/>
                <a:gd name="T108" fmla="*/ 63 w 259"/>
                <a:gd name="T109" fmla="*/ 278 h 453"/>
                <a:gd name="T110" fmla="*/ 67 w 259"/>
                <a:gd name="T111" fmla="*/ 289 h 453"/>
                <a:gd name="T112" fmla="*/ 71 w 259"/>
                <a:gd name="T113" fmla="*/ 282 h 453"/>
                <a:gd name="T114" fmla="*/ 78 w 259"/>
                <a:gd name="T115" fmla="*/ 308 h 453"/>
                <a:gd name="T116" fmla="*/ 89 w 259"/>
                <a:gd name="T117" fmla="*/ 308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9" h="453">
                  <a:moveTo>
                    <a:pt x="104" y="219"/>
                  </a:moveTo>
                  <a:lnTo>
                    <a:pt x="108" y="219"/>
                  </a:lnTo>
                  <a:lnTo>
                    <a:pt x="104" y="219"/>
                  </a:lnTo>
                  <a:lnTo>
                    <a:pt x="104" y="219"/>
                  </a:lnTo>
                  <a:lnTo>
                    <a:pt x="104" y="219"/>
                  </a:lnTo>
                  <a:lnTo>
                    <a:pt x="104" y="219"/>
                  </a:lnTo>
                  <a:close/>
                  <a:moveTo>
                    <a:pt x="108" y="219"/>
                  </a:moveTo>
                  <a:lnTo>
                    <a:pt x="108" y="215"/>
                  </a:lnTo>
                  <a:lnTo>
                    <a:pt x="108" y="215"/>
                  </a:lnTo>
                  <a:lnTo>
                    <a:pt x="111" y="215"/>
                  </a:lnTo>
                  <a:lnTo>
                    <a:pt x="111" y="215"/>
                  </a:lnTo>
                  <a:lnTo>
                    <a:pt x="108" y="219"/>
                  </a:lnTo>
                  <a:lnTo>
                    <a:pt x="108" y="219"/>
                  </a:lnTo>
                  <a:lnTo>
                    <a:pt x="108" y="219"/>
                  </a:lnTo>
                  <a:close/>
                  <a:moveTo>
                    <a:pt x="4" y="453"/>
                  </a:moveTo>
                  <a:lnTo>
                    <a:pt x="4" y="449"/>
                  </a:lnTo>
                  <a:lnTo>
                    <a:pt x="0" y="449"/>
                  </a:lnTo>
                  <a:lnTo>
                    <a:pt x="0" y="453"/>
                  </a:lnTo>
                  <a:lnTo>
                    <a:pt x="4" y="453"/>
                  </a:lnTo>
                  <a:lnTo>
                    <a:pt x="4" y="453"/>
                  </a:lnTo>
                  <a:lnTo>
                    <a:pt x="4" y="453"/>
                  </a:lnTo>
                  <a:close/>
                  <a:moveTo>
                    <a:pt x="8" y="449"/>
                  </a:moveTo>
                  <a:lnTo>
                    <a:pt x="8" y="445"/>
                  </a:lnTo>
                  <a:lnTo>
                    <a:pt x="11" y="449"/>
                  </a:lnTo>
                  <a:lnTo>
                    <a:pt x="8" y="453"/>
                  </a:lnTo>
                  <a:lnTo>
                    <a:pt x="8" y="449"/>
                  </a:lnTo>
                  <a:lnTo>
                    <a:pt x="8" y="449"/>
                  </a:lnTo>
                  <a:lnTo>
                    <a:pt x="8" y="449"/>
                  </a:lnTo>
                  <a:close/>
                  <a:moveTo>
                    <a:pt x="22" y="438"/>
                  </a:moveTo>
                  <a:lnTo>
                    <a:pt x="22" y="441"/>
                  </a:lnTo>
                  <a:lnTo>
                    <a:pt x="22" y="441"/>
                  </a:lnTo>
                  <a:lnTo>
                    <a:pt x="26" y="441"/>
                  </a:lnTo>
                  <a:lnTo>
                    <a:pt x="26" y="441"/>
                  </a:lnTo>
                  <a:lnTo>
                    <a:pt x="22" y="438"/>
                  </a:lnTo>
                  <a:lnTo>
                    <a:pt x="22" y="438"/>
                  </a:lnTo>
                  <a:close/>
                  <a:moveTo>
                    <a:pt x="60" y="412"/>
                  </a:moveTo>
                  <a:lnTo>
                    <a:pt x="56" y="408"/>
                  </a:lnTo>
                  <a:lnTo>
                    <a:pt x="60" y="408"/>
                  </a:lnTo>
                  <a:lnTo>
                    <a:pt x="60" y="404"/>
                  </a:lnTo>
                  <a:lnTo>
                    <a:pt x="60" y="404"/>
                  </a:lnTo>
                  <a:lnTo>
                    <a:pt x="63" y="401"/>
                  </a:lnTo>
                  <a:lnTo>
                    <a:pt x="63" y="401"/>
                  </a:lnTo>
                  <a:lnTo>
                    <a:pt x="67" y="401"/>
                  </a:lnTo>
                  <a:lnTo>
                    <a:pt x="63" y="404"/>
                  </a:lnTo>
                  <a:lnTo>
                    <a:pt x="63" y="408"/>
                  </a:lnTo>
                  <a:lnTo>
                    <a:pt x="60" y="408"/>
                  </a:lnTo>
                  <a:lnTo>
                    <a:pt x="60" y="412"/>
                  </a:lnTo>
                  <a:lnTo>
                    <a:pt x="60" y="412"/>
                  </a:lnTo>
                  <a:lnTo>
                    <a:pt x="60" y="412"/>
                  </a:lnTo>
                  <a:close/>
                  <a:moveTo>
                    <a:pt x="74" y="382"/>
                  </a:moveTo>
                  <a:lnTo>
                    <a:pt x="74" y="382"/>
                  </a:lnTo>
                  <a:lnTo>
                    <a:pt x="74" y="386"/>
                  </a:lnTo>
                  <a:lnTo>
                    <a:pt x="74" y="386"/>
                  </a:lnTo>
                  <a:lnTo>
                    <a:pt x="71" y="386"/>
                  </a:lnTo>
                  <a:lnTo>
                    <a:pt x="71" y="382"/>
                  </a:lnTo>
                  <a:lnTo>
                    <a:pt x="74" y="382"/>
                  </a:lnTo>
                  <a:lnTo>
                    <a:pt x="74" y="382"/>
                  </a:lnTo>
                  <a:close/>
                  <a:moveTo>
                    <a:pt x="78" y="378"/>
                  </a:moveTo>
                  <a:lnTo>
                    <a:pt x="78" y="375"/>
                  </a:lnTo>
                  <a:lnTo>
                    <a:pt x="74" y="375"/>
                  </a:lnTo>
                  <a:lnTo>
                    <a:pt x="74" y="375"/>
                  </a:lnTo>
                  <a:lnTo>
                    <a:pt x="74" y="375"/>
                  </a:lnTo>
                  <a:lnTo>
                    <a:pt x="78" y="371"/>
                  </a:lnTo>
                  <a:lnTo>
                    <a:pt x="78" y="371"/>
                  </a:lnTo>
                  <a:lnTo>
                    <a:pt x="82" y="371"/>
                  </a:lnTo>
                  <a:lnTo>
                    <a:pt x="82" y="371"/>
                  </a:lnTo>
                  <a:lnTo>
                    <a:pt x="82" y="371"/>
                  </a:lnTo>
                  <a:lnTo>
                    <a:pt x="85" y="371"/>
                  </a:lnTo>
                  <a:lnTo>
                    <a:pt x="82" y="371"/>
                  </a:lnTo>
                  <a:lnTo>
                    <a:pt x="82" y="375"/>
                  </a:lnTo>
                  <a:lnTo>
                    <a:pt x="82" y="375"/>
                  </a:lnTo>
                  <a:lnTo>
                    <a:pt x="78" y="378"/>
                  </a:lnTo>
                  <a:lnTo>
                    <a:pt x="78" y="378"/>
                  </a:lnTo>
                  <a:close/>
                  <a:moveTo>
                    <a:pt x="163" y="82"/>
                  </a:moveTo>
                  <a:lnTo>
                    <a:pt x="163" y="82"/>
                  </a:lnTo>
                  <a:lnTo>
                    <a:pt x="163" y="78"/>
                  </a:lnTo>
                  <a:lnTo>
                    <a:pt x="167" y="74"/>
                  </a:lnTo>
                  <a:lnTo>
                    <a:pt x="167" y="74"/>
                  </a:lnTo>
                  <a:lnTo>
                    <a:pt x="167" y="78"/>
                  </a:lnTo>
                  <a:lnTo>
                    <a:pt x="167" y="82"/>
                  </a:lnTo>
                  <a:lnTo>
                    <a:pt x="163" y="82"/>
                  </a:lnTo>
                  <a:lnTo>
                    <a:pt x="163" y="82"/>
                  </a:lnTo>
                  <a:close/>
                  <a:moveTo>
                    <a:pt x="185" y="96"/>
                  </a:moveTo>
                  <a:lnTo>
                    <a:pt x="182" y="93"/>
                  </a:lnTo>
                  <a:lnTo>
                    <a:pt x="182" y="93"/>
                  </a:lnTo>
                  <a:lnTo>
                    <a:pt x="182" y="93"/>
                  </a:lnTo>
                  <a:lnTo>
                    <a:pt x="182" y="85"/>
                  </a:lnTo>
                  <a:lnTo>
                    <a:pt x="178" y="82"/>
                  </a:lnTo>
                  <a:lnTo>
                    <a:pt x="174" y="78"/>
                  </a:lnTo>
                  <a:lnTo>
                    <a:pt x="174" y="78"/>
                  </a:lnTo>
                  <a:lnTo>
                    <a:pt x="171" y="78"/>
                  </a:lnTo>
                  <a:lnTo>
                    <a:pt x="171" y="74"/>
                  </a:lnTo>
                  <a:lnTo>
                    <a:pt x="171" y="71"/>
                  </a:lnTo>
                  <a:lnTo>
                    <a:pt x="171" y="67"/>
                  </a:lnTo>
                  <a:lnTo>
                    <a:pt x="171" y="67"/>
                  </a:lnTo>
                  <a:lnTo>
                    <a:pt x="174" y="63"/>
                  </a:lnTo>
                  <a:lnTo>
                    <a:pt x="174" y="63"/>
                  </a:lnTo>
                  <a:lnTo>
                    <a:pt x="174" y="63"/>
                  </a:lnTo>
                  <a:lnTo>
                    <a:pt x="178" y="59"/>
                  </a:lnTo>
                  <a:lnTo>
                    <a:pt x="178" y="59"/>
                  </a:lnTo>
                  <a:lnTo>
                    <a:pt x="178" y="56"/>
                  </a:lnTo>
                  <a:lnTo>
                    <a:pt x="174" y="56"/>
                  </a:lnTo>
                  <a:lnTo>
                    <a:pt x="174" y="56"/>
                  </a:lnTo>
                  <a:lnTo>
                    <a:pt x="174" y="56"/>
                  </a:lnTo>
                  <a:lnTo>
                    <a:pt x="174" y="52"/>
                  </a:lnTo>
                  <a:lnTo>
                    <a:pt x="178" y="52"/>
                  </a:lnTo>
                  <a:lnTo>
                    <a:pt x="182" y="52"/>
                  </a:lnTo>
                  <a:lnTo>
                    <a:pt x="185" y="56"/>
                  </a:lnTo>
                  <a:lnTo>
                    <a:pt x="189" y="52"/>
                  </a:lnTo>
                  <a:lnTo>
                    <a:pt x="189" y="52"/>
                  </a:lnTo>
                  <a:lnTo>
                    <a:pt x="189" y="48"/>
                  </a:lnTo>
                  <a:lnTo>
                    <a:pt x="189" y="48"/>
                  </a:lnTo>
                  <a:lnTo>
                    <a:pt x="189" y="48"/>
                  </a:lnTo>
                  <a:lnTo>
                    <a:pt x="185" y="45"/>
                  </a:lnTo>
                  <a:lnTo>
                    <a:pt x="185" y="45"/>
                  </a:lnTo>
                  <a:lnTo>
                    <a:pt x="185" y="41"/>
                  </a:lnTo>
                  <a:lnTo>
                    <a:pt x="185" y="37"/>
                  </a:lnTo>
                  <a:lnTo>
                    <a:pt x="189" y="37"/>
                  </a:lnTo>
                  <a:lnTo>
                    <a:pt x="189" y="37"/>
                  </a:lnTo>
                  <a:lnTo>
                    <a:pt x="185" y="33"/>
                  </a:lnTo>
                  <a:lnTo>
                    <a:pt x="185" y="30"/>
                  </a:lnTo>
                  <a:lnTo>
                    <a:pt x="185" y="26"/>
                  </a:lnTo>
                  <a:lnTo>
                    <a:pt x="185" y="22"/>
                  </a:lnTo>
                  <a:lnTo>
                    <a:pt x="185" y="19"/>
                  </a:lnTo>
                  <a:lnTo>
                    <a:pt x="178" y="11"/>
                  </a:lnTo>
                  <a:lnTo>
                    <a:pt x="178" y="7"/>
                  </a:lnTo>
                  <a:lnTo>
                    <a:pt x="178" y="4"/>
                  </a:lnTo>
                  <a:lnTo>
                    <a:pt x="178" y="4"/>
                  </a:lnTo>
                  <a:lnTo>
                    <a:pt x="178" y="4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85" y="0"/>
                  </a:lnTo>
                  <a:lnTo>
                    <a:pt x="185" y="4"/>
                  </a:lnTo>
                  <a:lnTo>
                    <a:pt x="189" y="7"/>
                  </a:lnTo>
                  <a:lnTo>
                    <a:pt x="197" y="7"/>
                  </a:lnTo>
                  <a:lnTo>
                    <a:pt x="197" y="11"/>
                  </a:lnTo>
                  <a:lnTo>
                    <a:pt x="204" y="19"/>
                  </a:lnTo>
                  <a:lnTo>
                    <a:pt x="208" y="22"/>
                  </a:lnTo>
                  <a:lnTo>
                    <a:pt x="211" y="22"/>
                  </a:lnTo>
                  <a:lnTo>
                    <a:pt x="211" y="22"/>
                  </a:lnTo>
                  <a:lnTo>
                    <a:pt x="215" y="26"/>
                  </a:lnTo>
                  <a:lnTo>
                    <a:pt x="222" y="30"/>
                  </a:lnTo>
                  <a:lnTo>
                    <a:pt x="226" y="30"/>
                  </a:lnTo>
                  <a:lnTo>
                    <a:pt x="230" y="33"/>
                  </a:lnTo>
                  <a:lnTo>
                    <a:pt x="230" y="30"/>
                  </a:lnTo>
                  <a:lnTo>
                    <a:pt x="234" y="33"/>
                  </a:lnTo>
                  <a:lnTo>
                    <a:pt x="237" y="30"/>
                  </a:lnTo>
                  <a:lnTo>
                    <a:pt x="241" y="30"/>
                  </a:lnTo>
                  <a:lnTo>
                    <a:pt x="245" y="26"/>
                  </a:lnTo>
                  <a:lnTo>
                    <a:pt x="245" y="22"/>
                  </a:lnTo>
                  <a:lnTo>
                    <a:pt x="245" y="22"/>
                  </a:lnTo>
                  <a:lnTo>
                    <a:pt x="245" y="22"/>
                  </a:lnTo>
                  <a:lnTo>
                    <a:pt x="245" y="26"/>
                  </a:lnTo>
                  <a:lnTo>
                    <a:pt x="245" y="30"/>
                  </a:lnTo>
                  <a:lnTo>
                    <a:pt x="245" y="33"/>
                  </a:lnTo>
                  <a:lnTo>
                    <a:pt x="245" y="33"/>
                  </a:lnTo>
                  <a:lnTo>
                    <a:pt x="248" y="37"/>
                  </a:lnTo>
                  <a:lnTo>
                    <a:pt x="252" y="41"/>
                  </a:lnTo>
                  <a:lnTo>
                    <a:pt x="252" y="41"/>
                  </a:lnTo>
                  <a:lnTo>
                    <a:pt x="252" y="45"/>
                  </a:lnTo>
                  <a:lnTo>
                    <a:pt x="256" y="45"/>
                  </a:lnTo>
                  <a:lnTo>
                    <a:pt x="256" y="41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59" y="41"/>
                  </a:lnTo>
                  <a:lnTo>
                    <a:pt x="259" y="45"/>
                  </a:lnTo>
                  <a:lnTo>
                    <a:pt x="256" y="48"/>
                  </a:lnTo>
                  <a:lnTo>
                    <a:pt x="252" y="48"/>
                  </a:lnTo>
                  <a:lnTo>
                    <a:pt x="252" y="52"/>
                  </a:lnTo>
                  <a:lnTo>
                    <a:pt x="252" y="52"/>
                  </a:lnTo>
                  <a:lnTo>
                    <a:pt x="248" y="52"/>
                  </a:lnTo>
                  <a:lnTo>
                    <a:pt x="248" y="52"/>
                  </a:lnTo>
                  <a:lnTo>
                    <a:pt x="245" y="52"/>
                  </a:lnTo>
                  <a:lnTo>
                    <a:pt x="245" y="56"/>
                  </a:lnTo>
                  <a:lnTo>
                    <a:pt x="241" y="56"/>
                  </a:lnTo>
                  <a:lnTo>
                    <a:pt x="237" y="52"/>
                  </a:lnTo>
                  <a:lnTo>
                    <a:pt x="237" y="56"/>
                  </a:lnTo>
                  <a:lnTo>
                    <a:pt x="230" y="59"/>
                  </a:lnTo>
                  <a:lnTo>
                    <a:pt x="230" y="67"/>
                  </a:lnTo>
                  <a:lnTo>
                    <a:pt x="230" y="71"/>
                  </a:lnTo>
                  <a:lnTo>
                    <a:pt x="230" y="74"/>
                  </a:lnTo>
                  <a:lnTo>
                    <a:pt x="230" y="78"/>
                  </a:lnTo>
                  <a:lnTo>
                    <a:pt x="230" y="78"/>
                  </a:lnTo>
                  <a:lnTo>
                    <a:pt x="226" y="78"/>
                  </a:lnTo>
                  <a:lnTo>
                    <a:pt x="226" y="74"/>
                  </a:lnTo>
                  <a:lnTo>
                    <a:pt x="219" y="74"/>
                  </a:lnTo>
                  <a:lnTo>
                    <a:pt x="215" y="71"/>
                  </a:lnTo>
                  <a:lnTo>
                    <a:pt x="211" y="67"/>
                  </a:lnTo>
                  <a:lnTo>
                    <a:pt x="208" y="67"/>
                  </a:lnTo>
                  <a:lnTo>
                    <a:pt x="204" y="67"/>
                  </a:lnTo>
                  <a:lnTo>
                    <a:pt x="200" y="67"/>
                  </a:lnTo>
                  <a:lnTo>
                    <a:pt x="200" y="63"/>
                  </a:lnTo>
                  <a:lnTo>
                    <a:pt x="197" y="63"/>
                  </a:lnTo>
                  <a:lnTo>
                    <a:pt x="193" y="67"/>
                  </a:lnTo>
                  <a:lnTo>
                    <a:pt x="189" y="71"/>
                  </a:lnTo>
                  <a:lnTo>
                    <a:pt x="189" y="71"/>
                  </a:lnTo>
                  <a:lnTo>
                    <a:pt x="185" y="67"/>
                  </a:lnTo>
                  <a:lnTo>
                    <a:pt x="182" y="67"/>
                  </a:lnTo>
                  <a:lnTo>
                    <a:pt x="182" y="71"/>
                  </a:lnTo>
                  <a:lnTo>
                    <a:pt x="182" y="74"/>
                  </a:lnTo>
                  <a:lnTo>
                    <a:pt x="182" y="74"/>
                  </a:lnTo>
                  <a:lnTo>
                    <a:pt x="185" y="78"/>
                  </a:lnTo>
                  <a:lnTo>
                    <a:pt x="189" y="78"/>
                  </a:lnTo>
                  <a:lnTo>
                    <a:pt x="193" y="82"/>
                  </a:lnTo>
                  <a:lnTo>
                    <a:pt x="197" y="82"/>
                  </a:lnTo>
                  <a:lnTo>
                    <a:pt x="200" y="82"/>
                  </a:lnTo>
                  <a:lnTo>
                    <a:pt x="200" y="82"/>
                  </a:lnTo>
                  <a:lnTo>
                    <a:pt x="197" y="85"/>
                  </a:lnTo>
                  <a:lnTo>
                    <a:pt x="197" y="89"/>
                  </a:lnTo>
                  <a:lnTo>
                    <a:pt x="197" y="85"/>
                  </a:lnTo>
                  <a:lnTo>
                    <a:pt x="189" y="85"/>
                  </a:lnTo>
                  <a:lnTo>
                    <a:pt x="189" y="89"/>
                  </a:lnTo>
                  <a:lnTo>
                    <a:pt x="189" y="89"/>
                  </a:lnTo>
                  <a:lnTo>
                    <a:pt x="189" y="93"/>
                  </a:lnTo>
                  <a:lnTo>
                    <a:pt x="185" y="96"/>
                  </a:lnTo>
                  <a:lnTo>
                    <a:pt x="185" y="96"/>
                  </a:lnTo>
                  <a:close/>
                  <a:moveTo>
                    <a:pt x="178" y="178"/>
                  </a:moveTo>
                  <a:lnTo>
                    <a:pt x="178" y="174"/>
                  </a:lnTo>
                  <a:lnTo>
                    <a:pt x="182" y="174"/>
                  </a:lnTo>
                  <a:lnTo>
                    <a:pt x="178" y="174"/>
                  </a:lnTo>
                  <a:lnTo>
                    <a:pt x="178" y="174"/>
                  </a:lnTo>
                  <a:lnTo>
                    <a:pt x="178" y="174"/>
                  </a:lnTo>
                  <a:lnTo>
                    <a:pt x="178" y="167"/>
                  </a:lnTo>
                  <a:lnTo>
                    <a:pt x="178" y="167"/>
                  </a:lnTo>
                  <a:lnTo>
                    <a:pt x="182" y="167"/>
                  </a:lnTo>
                  <a:lnTo>
                    <a:pt x="182" y="171"/>
                  </a:lnTo>
                  <a:lnTo>
                    <a:pt x="182" y="171"/>
                  </a:lnTo>
                  <a:lnTo>
                    <a:pt x="182" y="174"/>
                  </a:lnTo>
                  <a:lnTo>
                    <a:pt x="182" y="178"/>
                  </a:lnTo>
                  <a:lnTo>
                    <a:pt x="182" y="178"/>
                  </a:lnTo>
                  <a:lnTo>
                    <a:pt x="178" y="178"/>
                  </a:lnTo>
                  <a:lnTo>
                    <a:pt x="178" y="178"/>
                  </a:lnTo>
                  <a:close/>
                  <a:moveTo>
                    <a:pt x="60" y="278"/>
                  </a:moveTo>
                  <a:lnTo>
                    <a:pt x="60" y="282"/>
                  </a:lnTo>
                  <a:lnTo>
                    <a:pt x="60" y="278"/>
                  </a:lnTo>
                  <a:lnTo>
                    <a:pt x="60" y="278"/>
                  </a:lnTo>
                  <a:lnTo>
                    <a:pt x="60" y="278"/>
                  </a:lnTo>
                  <a:lnTo>
                    <a:pt x="60" y="278"/>
                  </a:lnTo>
                  <a:lnTo>
                    <a:pt x="60" y="278"/>
                  </a:lnTo>
                  <a:close/>
                  <a:moveTo>
                    <a:pt x="56" y="282"/>
                  </a:moveTo>
                  <a:lnTo>
                    <a:pt x="60" y="282"/>
                  </a:lnTo>
                  <a:lnTo>
                    <a:pt x="60" y="282"/>
                  </a:lnTo>
                  <a:lnTo>
                    <a:pt x="56" y="282"/>
                  </a:lnTo>
                  <a:lnTo>
                    <a:pt x="56" y="282"/>
                  </a:lnTo>
                  <a:close/>
                  <a:moveTo>
                    <a:pt x="56" y="282"/>
                  </a:moveTo>
                  <a:lnTo>
                    <a:pt x="56" y="282"/>
                  </a:lnTo>
                  <a:lnTo>
                    <a:pt x="56" y="282"/>
                  </a:lnTo>
                  <a:lnTo>
                    <a:pt x="56" y="282"/>
                  </a:lnTo>
                  <a:lnTo>
                    <a:pt x="56" y="282"/>
                  </a:lnTo>
                  <a:close/>
                  <a:moveTo>
                    <a:pt x="52" y="286"/>
                  </a:moveTo>
                  <a:lnTo>
                    <a:pt x="52" y="286"/>
                  </a:lnTo>
                  <a:lnTo>
                    <a:pt x="56" y="286"/>
                  </a:lnTo>
                  <a:lnTo>
                    <a:pt x="52" y="286"/>
                  </a:lnTo>
                  <a:lnTo>
                    <a:pt x="52" y="286"/>
                  </a:lnTo>
                  <a:close/>
                  <a:moveTo>
                    <a:pt x="52" y="293"/>
                  </a:moveTo>
                  <a:lnTo>
                    <a:pt x="48" y="289"/>
                  </a:lnTo>
                  <a:lnTo>
                    <a:pt x="48" y="286"/>
                  </a:lnTo>
                  <a:lnTo>
                    <a:pt x="52" y="286"/>
                  </a:lnTo>
                  <a:lnTo>
                    <a:pt x="52" y="289"/>
                  </a:lnTo>
                  <a:lnTo>
                    <a:pt x="52" y="289"/>
                  </a:lnTo>
                  <a:lnTo>
                    <a:pt x="56" y="289"/>
                  </a:lnTo>
                  <a:lnTo>
                    <a:pt x="52" y="293"/>
                  </a:lnTo>
                  <a:lnTo>
                    <a:pt x="52" y="293"/>
                  </a:lnTo>
                  <a:lnTo>
                    <a:pt x="52" y="293"/>
                  </a:lnTo>
                  <a:close/>
                  <a:moveTo>
                    <a:pt x="74" y="293"/>
                  </a:moveTo>
                  <a:lnTo>
                    <a:pt x="74" y="293"/>
                  </a:lnTo>
                  <a:lnTo>
                    <a:pt x="78" y="289"/>
                  </a:lnTo>
                  <a:lnTo>
                    <a:pt x="78" y="293"/>
                  </a:lnTo>
                  <a:lnTo>
                    <a:pt x="78" y="293"/>
                  </a:lnTo>
                  <a:lnTo>
                    <a:pt x="74" y="293"/>
                  </a:lnTo>
                  <a:lnTo>
                    <a:pt x="74" y="293"/>
                  </a:lnTo>
                  <a:close/>
                  <a:moveTo>
                    <a:pt x="74" y="297"/>
                  </a:moveTo>
                  <a:lnTo>
                    <a:pt x="74" y="297"/>
                  </a:lnTo>
                  <a:lnTo>
                    <a:pt x="74" y="297"/>
                  </a:lnTo>
                  <a:lnTo>
                    <a:pt x="74" y="300"/>
                  </a:lnTo>
                  <a:lnTo>
                    <a:pt x="74" y="297"/>
                  </a:lnTo>
                  <a:lnTo>
                    <a:pt x="74" y="297"/>
                  </a:lnTo>
                  <a:close/>
                  <a:moveTo>
                    <a:pt x="71" y="289"/>
                  </a:moveTo>
                  <a:lnTo>
                    <a:pt x="71" y="293"/>
                  </a:lnTo>
                  <a:lnTo>
                    <a:pt x="71" y="293"/>
                  </a:lnTo>
                  <a:lnTo>
                    <a:pt x="71" y="297"/>
                  </a:lnTo>
                  <a:lnTo>
                    <a:pt x="74" y="297"/>
                  </a:lnTo>
                  <a:lnTo>
                    <a:pt x="74" y="293"/>
                  </a:lnTo>
                  <a:lnTo>
                    <a:pt x="74" y="293"/>
                  </a:lnTo>
                  <a:lnTo>
                    <a:pt x="74" y="289"/>
                  </a:lnTo>
                  <a:lnTo>
                    <a:pt x="71" y="289"/>
                  </a:lnTo>
                  <a:lnTo>
                    <a:pt x="71" y="289"/>
                  </a:lnTo>
                  <a:close/>
                  <a:moveTo>
                    <a:pt x="141" y="256"/>
                  </a:moveTo>
                  <a:lnTo>
                    <a:pt x="141" y="252"/>
                  </a:lnTo>
                  <a:lnTo>
                    <a:pt x="141" y="249"/>
                  </a:lnTo>
                  <a:lnTo>
                    <a:pt x="141" y="249"/>
                  </a:lnTo>
                  <a:lnTo>
                    <a:pt x="145" y="249"/>
                  </a:lnTo>
                  <a:lnTo>
                    <a:pt x="145" y="249"/>
                  </a:lnTo>
                  <a:lnTo>
                    <a:pt x="145" y="252"/>
                  </a:lnTo>
                  <a:lnTo>
                    <a:pt x="145" y="252"/>
                  </a:lnTo>
                  <a:lnTo>
                    <a:pt x="145" y="256"/>
                  </a:lnTo>
                  <a:lnTo>
                    <a:pt x="141" y="256"/>
                  </a:lnTo>
                  <a:lnTo>
                    <a:pt x="141" y="256"/>
                  </a:lnTo>
                  <a:close/>
                  <a:moveTo>
                    <a:pt x="130" y="252"/>
                  </a:moveTo>
                  <a:lnTo>
                    <a:pt x="134" y="249"/>
                  </a:lnTo>
                  <a:lnTo>
                    <a:pt x="137" y="249"/>
                  </a:lnTo>
                  <a:lnTo>
                    <a:pt x="134" y="252"/>
                  </a:lnTo>
                  <a:lnTo>
                    <a:pt x="134" y="252"/>
                  </a:lnTo>
                  <a:lnTo>
                    <a:pt x="130" y="252"/>
                  </a:lnTo>
                  <a:lnTo>
                    <a:pt x="130" y="252"/>
                  </a:lnTo>
                  <a:close/>
                  <a:moveTo>
                    <a:pt x="115" y="282"/>
                  </a:moveTo>
                  <a:lnTo>
                    <a:pt x="119" y="282"/>
                  </a:lnTo>
                  <a:lnTo>
                    <a:pt x="119" y="282"/>
                  </a:lnTo>
                  <a:lnTo>
                    <a:pt x="119" y="282"/>
                  </a:lnTo>
                  <a:lnTo>
                    <a:pt x="122" y="282"/>
                  </a:lnTo>
                  <a:lnTo>
                    <a:pt x="122" y="282"/>
                  </a:lnTo>
                  <a:lnTo>
                    <a:pt x="119" y="278"/>
                  </a:lnTo>
                  <a:lnTo>
                    <a:pt x="119" y="275"/>
                  </a:lnTo>
                  <a:lnTo>
                    <a:pt x="122" y="271"/>
                  </a:lnTo>
                  <a:lnTo>
                    <a:pt x="126" y="271"/>
                  </a:lnTo>
                  <a:lnTo>
                    <a:pt x="126" y="267"/>
                  </a:lnTo>
                  <a:lnTo>
                    <a:pt x="130" y="267"/>
                  </a:lnTo>
                  <a:lnTo>
                    <a:pt x="134" y="271"/>
                  </a:lnTo>
                  <a:lnTo>
                    <a:pt x="137" y="271"/>
                  </a:lnTo>
                  <a:lnTo>
                    <a:pt x="137" y="271"/>
                  </a:lnTo>
                  <a:lnTo>
                    <a:pt x="141" y="267"/>
                  </a:lnTo>
                  <a:lnTo>
                    <a:pt x="145" y="263"/>
                  </a:lnTo>
                  <a:lnTo>
                    <a:pt x="145" y="260"/>
                  </a:lnTo>
                  <a:lnTo>
                    <a:pt x="141" y="260"/>
                  </a:lnTo>
                  <a:lnTo>
                    <a:pt x="141" y="260"/>
                  </a:lnTo>
                  <a:lnTo>
                    <a:pt x="137" y="256"/>
                  </a:lnTo>
                  <a:lnTo>
                    <a:pt x="137" y="256"/>
                  </a:lnTo>
                  <a:lnTo>
                    <a:pt x="134" y="256"/>
                  </a:lnTo>
                  <a:lnTo>
                    <a:pt x="130" y="252"/>
                  </a:lnTo>
                  <a:lnTo>
                    <a:pt x="126" y="256"/>
                  </a:lnTo>
                  <a:lnTo>
                    <a:pt x="126" y="260"/>
                  </a:lnTo>
                  <a:lnTo>
                    <a:pt x="122" y="260"/>
                  </a:lnTo>
                  <a:lnTo>
                    <a:pt x="119" y="263"/>
                  </a:lnTo>
                  <a:lnTo>
                    <a:pt x="119" y="263"/>
                  </a:lnTo>
                  <a:lnTo>
                    <a:pt x="115" y="263"/>
                  </a:lnTo>
                  <a:lnTo>
                    <a:pt x="115" y="260"/>
                  </a:lnTo>
                  <a:lnTo>
                    <a:pt x="111" y="260"/>
                  </a:lnTo>
                  <a:lnTo>
                    <a:pt x="108" y="263"/>
                  </a:lnTo>
                  <a:lnTo>
                    <a:pt x="108" y="267"/>
                  </a:lnTo>
                  <a:lnTo>
                    <a:pt x="104" y="267"/>
                  </a:lnTo>
                  <a:lnTo>
                    <a:pt x="104" y="271"/>
                  </a:lnTo>
                  <a:lnTo>
                    <a:pt x="111" y="271"/>
                  </a:lnTo>
                  <a:lnTo>
                    <a:pt x="111" y="275"/>
                  </a:lnTo>
                  <a:lnTo>
                    <a:pt x="111" y="275"/>
                  </a:lnTo>
                  <a:lnTo>
                    <a:pt x="111" y="278"/>
                  </a:lnTo>
                  <a:lnTo>
                    <a:pt x="111" y="282"/>
                  </a:lnTo>
                  <a:lnTo>
                    <a:pt x="115" y="282"/>
                  </a:lnTo>
                  <a:lnTo>
                    <a:pt x="115" y="282"/>
                  </a:lnTo>
                  <a:lnTo>
                    <a:pt x="115" y="282"/>
                  </a:lnTo>
                  <a:close/>
                  <a:moveTo>
                    <a:pt x="93" y="334"/>
                  </a:moveTo>
                  <a:lnTo>
                    <a:pt x="93" y="330"/>
                  </a:lnTo>
                  <a:lnTo>
                    <a:pt x="89" y="330"/>
                  </a:lnTo>
                  <a:lnTo>
                    <a:pt x="89" y="334"/>
                  </a:lnTo>
                  <a:lnTo>
                    <a:pt x="93" y="338"/>
                  </a:lnTo>
                  <a:lnTo>
                    <a:pt x="93" y="338"/>
                  </a:lnTo>
                  <a:lnTo>
                    <a:pt x="97" y="334"/>
                  </a:lnTo>
                  <a:lnTo>
                    <a:pt x="93" y="334"/>
                  </a:lnTo>
                  <a:lnTo>
                    <a:pt x="93" y="334"/>
                  </a:lnTo>
                  <a:close/>
                  <a:moveTo>
                    <a:pt x="97" y="330"/>
                  </a:moveTo>
                  <a:lnTo>
                    <a:pt x="97" y="326"/>
                  </a:lnTo>
                  <a:lnTo>
                    <a:pt x="97" y="323"/>
                  </a:lnTo>
                  <a:lnTo>
                    <a:pt x="100" y="326"/>
                  </a:lnTo>
                  <a:lnTo>
                    <a:pt x="100" y="326"/>
                  </a:lnTo>
                  <a:lnTo>
                    <a:pt x="97" y="330"/>
                  </a:lnTo>
                  <a:lnTo>
                    <a:pt x="97" y="330"/>
                  </a:lnTo>
                  <a:lnTo>
                    <a:pt x="97" y="330"/>
                  </a:lnTo>
                  <a:close/>
                  <a:moveTo>
                    <a:pt x="93" y="323"/>
                  </a:moveTo>
                  <a:lnTo>
                    <a:pt x="93" y="319"/>
                  </a:lnTo>
                  <a:lnTo>
                    <a:pt x="97" y="315"/>
                  </a:lnTo>
                  <a:lnTo>
                    <a:pt x="97" y="312"/>
                  </a:lnTo>
                  <a:lnTo>
                    <a:pt x="93" y="312"/>
                  </a:lnTo>
                  <a:lnTo>
                    <a:pt x="97" y="312"/>
                  </a:lnTo>
                  <a:lnTo>
                    <a:pt x="100" y="312"/>
                  </a:lnTo>
                  <a:lnTo>
                    <a:pt x="100" y="312"/>
                  </a:lnTo>
                  <a:lnTo>
                    <a:pt x="100" y="312"/>
                  </a:lnTo>
                  <a:lnTo>
                    <a:pt x="100" y="304"/>
                  </a:lnTo>
                  <a:lnTo>
                    <a:pt x="100" y="304"/>
                  </a:lnTo>
                  <a:lnTo>
                    <a:pt x="100" y="293"/>
                  </a:lnTo>
                  <a:lnTo>
                    <a:pt x="100" y="289"/>
                  </a:lnTo>
                  <a:lnTo>
                    <a:pt x="100" y="286"/>
                  </a:lnTo>
                  <a:lnTo>
                    <a:pt x="104" y="286"/>
                  </a:lnTo>
                  <a:lnTo>
                    <a:pt x="104" y="282"/>
                  </a:lnTo>
                  <a:lnTo>
                    <a:pt x="100" y="282"/>
                  </a:lnTo>
                  <a:lnTo>
                    <a:pt x="100" y="278"/>
                  </a:lnTo>
                  <a:lnTo>
                    <a:pt x="100" y="278"/>
                  </a:lnTo>
                  <a:lnTo>
                    <a:pt x="100" y="278"/>
                  </a:lnTo>
                  <a:lnTo>
                    <a:pt x="97" y="278"/>
                  </a:lnTo>
                  <a:lnTo>
                    <a:pt x="93" y="275"/>
                  </a:lnTo>
                  <a:lnTo>
                    <a:pt x="97" y="275"/>
                  </a:lnTo>
                  <a:lnTo>
                    <a:pt x="97" y="271"/>
                  </a:lnTo>
                  <a:lnTo>
                    <a:pt x="97" y="267"/>
                  </a:lnTo>
                  <a:lnTo>
                    <a:pt x="97" y="267"/>
                  </a:lnTo>
                  <a:lnTo>
                    <a:pt x="93" y="267"/>
                  </a:lnTo>
                  <a:lnTo>
                    <a:pt x="93" y="267"/>
                  </a:lnTo>
                  <a:lnTo>
                    <a:pt x="89" y="271"/>
                  </a:lnTo>
                  <a:lnTo>
                    <a:pt x="89" y="271"/>
                  </a:lnTo>
                  <a:lnTo>
                    <a:pt x="85" y="267"/>
                  </a:lnTo>
                  <a:lnTo>
                    <a:pt x="85" y="263"/>
                  </a:lnTo>
                  <a:lnTo>
                    <a:pt x="89" y="263"/>
                  </a:lnTo>
                  <a:lnTo>
                    <a:pt x="93" y="260"/>
                  </a:lnTo>
                  <a:lnTo>
                    <a:pt x="100" y="263"/>
                  </a:lnTo>
                  <a:lnTo>
                    <a:pt x="100" y="263"/>
                  </a:lnTo>
                  <a:lnTo>
                    <a:pt x="104" y="263"/>
                  </a:lnTo>
                  <a:lnTo>
                    <a:pt x="104" y="260"/>
                  </a:lnTo>
                  <a:lnTo>
                    <a:pt x="104" y="256"/>
                  </a:lnTo>
                  <a:lnTo>
                    <a:pt x="100" y="256"/>
                  </a:lnTo>
                  <a:lnTo>
                    <a:pt x="104" y="252"/>
                  </a:lnTo>
                  <a:lnTo>
                    <a:pt x="104" y="252"/>
                  </a:lnTo>
                  <a:lnTo>
                    <a:pt x="108" y="256"/>
                  </a:lnTo>
                  <a:lnTo>
                    <a:pt x="108" y="256"/>
                  </a:lnTo>
                  <a:lnTo>
                    <a:pt x="111" y="252"/>
                  </a:lnTo>
                  <a:lnTo>
                    <a:pt x="115" y="252"/>
                  </a:lnTo>
                  <a:lnTo>
                    <a:pt x="122" y="252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30" y="252"/>
                  </a:lnTo>
                  <a:lnTo>
                    <a:pt x="130" y="249"/>
                  </a:lnTo>
                  <a:lnTo>
                    <a:pt x="134" y="249"/>
                  </a:lnTo>
                  <a:lnTo>
                    <a:pt x="134" y="249"/>
                  </a:lnTo>
                  <a:lnTo>
                    <a:pt x="137" y="245"/>
                  </a:lnTo>
                  <a:lnTo>
                    <a:pt x="141" y="241"/>
                  </a:lnTo>
                  <a:lnTo>
                    <a:pt x="145" y="245"/>
                  </a:lnTo>
                  <a:lnTo>
                    <a:pt x="148" y="245"/>
                  </a:lnTo>
                  <a:lnTo>
                    <a:pt x="148" y="245"/>
                  </a:lnTo>
                  <a:lnTo>
                    <a:pt x="148" y="245"/>
                  </a:lnTo>
                  <a:lnTo>
                    <a:pt x="148" y="249"/>
                  </a:lnTo>
                  <a:lnTo>
                    <a:pt x="145" y="252"/>
                  </a:lnTo>
                  <a:lnTo>
                    <a:pt x="148" y="252"/>
                  </a:lnTo>
                  <a:lnTo>
                    <a:pt x="148" y="256"/>
                  </a:lnTo>
                  <a:lnTo>
                    <a:pt x="148" y="260"/>
                  </a:lnTo>
                  <a:lnTo>
                    <a:pt x="148" y="260"/>
                  </a:lnTo>
                  <a:lnTo>
                    <a:pt x="148" y="263"/>
                  </a:lnTo>
                  <a:lnTo>
                    <a:pt x="152" y="263"/>
                  </a:lnTo>
                  <a:lnTo>
                    <a:pt x="156" y="267"/>
                  </a:lnTo>
                  <a:lnTo>
                    <a:pt x="159" y="267"/>
                  </a:lnTo>
                  <a:lnTo>
                    <a:pt x="163" y="267"/>
                  </a:lnTo>
                  <a:lnTo>
                    <a:pt x="163" y="263"/>
                  </a:lnTo>
                  <a:lnTo>
                    <a:pt x="167" y="260"/>
                  </a:lnTo>
                  <a:lnTo>
                    <a:pt x="167" y="260"/>
                  </a:lnTo>
                  <a:lnTo>
                    <a:pt x="167" y="260"/>
                  </a:lnTo>
                  <a:lnTo>
                    <a:pt x="167" y="256"/>
                  </a:lnTo>
                  <a:lnTo>
                    <a:pt x="171" y="252"/>
                  </a:lnTo>
                  <a:lnTo>
                    <a:pt x="171" y="252"/>
                  </a:lnTo>
                  <a:lnTo>
                    <a:pt x="174" y="252"/>
                  </a:lnTo>
                  <a:lnTo>
                    <a:pt x="174" y="252"/>
                  </a:lnTo>
                  <a:lnTo>
                    <a:pt x="174" y="249"/>
                  </a:lnTo>
                  <a:lnTo>
                    <a:pt x="174" y="245"/>
                  </a:lnTo>
                  <a:lnTo>
                    <a:pt x="167" y="245"/>
                  </a:lnTo>
                  <a:lnTo>
                    <a:pt x="167" y="241"/>
                  </a:lnTo>
                  <a:lnTo>
                    <a:pt x="167" y="237"/>
                  </a:lnTo>
                  <a:lnTo>
                    <a:pt x="171" y="237"/>
                  </a:lnTo>
                  <a:lnTo>
                    <a:pt x="171" y="237"/>
                  </a:lnTo>
                  <a:lnTo>
                    <a:pt x="171" y="237"/>
                  </a:lnTo>
                  <a:lnTo>
                    <a:pt x="171" y="241"/>
                  </a:lnTo>
                  <a:lnTo>
                    <a:pt x="171" y="241"/>
                  </a:lnTo>
                  <a:lnTo>
                    <a:pt x="174" y="241"/>
                  </a:lnTo>
                  <a:lnTo>
                    <a:pt x="174" y="241"/>
                  </a:lnTo>
                  <a:lnTo>
                    <a:pt x="178" y="241"/>
                  </a:lnTo>
                  <a:lnTo>
                    <a:pt x="178" y="241"/>
                  </a:lnTo>
                  <a:lnTo>
                    <a:pt x="182" y="241"/>
                  </a:lnTo>
                  <a:lnTo>
                    <a:pt x="182" y="241"/>
                  </a:lnTo>
                  <a:lnTo>
                    <a:pt x="182" y="241"/>
                  </a:lnTo>
                  <a:lnTo>
                    <a:pt x="178" y="245"/>
                  </a:lnTo>
                  <a:lnTo>
                    <a:pt x="178" y="245"/>
                  </a:lnTo>
                  <a:lnTo>
                    <a:pt x="178" y="245"/>
                  </a:lnTo>
                  <a:lnTo>
                    <a:pt x="182" y="245"/>
                  </a:lnTo>
                  <a:lnTo>
                    <a:pt x="185" y="241"/>
                  </a:lnTo>
                  <a:lnTo>
                    <a:pt x="193" y="241"/>
                  </a:lnTo>
                  <a:lnTo>
                    <a:pt x="197" y="241"/>
                  </a:lnTo>
                  <a:lnTo>
                    <a:pt x="197" y="241"/>
                  </a:lnTo>
                  <a:lnTo>
                    <a:pt x="197" y="237"/>
                  </a:lnTo>
                  <a:lnTo>
                    <a:pt x="197" y="234"/>
                  </a:lnTo>
                  <a:lnTo>
                    <a:pt x="200" y="234"/>
                  </a:lnTo>
                  <a:lnTo>
                    <a:pt x="204" y="234"/>
                  </a:lnTo>
                  <a:lnTo>
                    <a:pt x="204" y="237"/>
                  </a:lnTo>
                  <a:lnTo>
                    <a:pt x="204" y="241"/>
                  </a:lnTo>
                  <a:lnTo>
                    <a:pt x="204" y="241"/>
                  </a:lnTo>
                  <a:lnTo>
                    <a:pt x="208" y="241"/>
                  </a:lnTo>
                  <a:lnTo>
                    <a:pt x="208" y="237"/>
                  </a:lnTo>
                  <a:lnTo>
                    <a:pt x="208" y="234"/>
                  </a:lnTo>
                  <a:lnTo>
                    <a:pt x="208" y="230"/>
                  </a:lnTo>
                  <a:lnTo>
                    <a:pt x="211" y="226"/>
                  </a:lnTo>
                  <a:lnTo>
                    <a:pt x="215" y="226"/>
                  </a:lnTo>
                  <a:lnTo>
                    <a:pt x="215" y="226"/>
                  </a:lnTo>
                  <a:lnTo>
                    <a:pt x="211" y="223"/>
                  </a:lnTo>
                  <a:lnTo>
                    <a:pt x="215" y="219"/>
                  </a:lnTo>
                  <a:lnTo>
                    <a:pt x="215" y="219"/>
                  </a:lnTo>
                  <a:lnTo>
                    <a:pt x="219" y="219"/>
                  </a:lnTo>
                  <a:lnTo>
                    <a:pt x="219" y="223"/>
                  </a:lnTo>
                  <a:lnTo>
                    <a:pt x="219" y="223"/>
                  </a:lnTo>
                  <a:lnTo>
                    <a:pt x="219" y="226"/>
                  </a:lnTo>
                  <a:lnTo>
                    <a:pt x="219" y="237"/>
                  </a:lnTo>
                  <a:lnTo>
                    <a:pt x="219" y="237"/>
                  </a:lnTo>
                  <a:lnTo>
                    <a:pt x="222" y="234"/>
                  </a:lnTo>
                  <a:lnTo>
                    <a:pt x="222" y="234"/>
                  </a:lnTo>
                  <a:lnTo>
                    <a:pt x="226" y="234"/>
                  </a:lnTo>
                  <a:lnTo>
                    <a:pt x="230" y="230"/>
                  </a:lnTo>
                  <a:lnTo>
                    <a:pt x="230" y="226"/>
                  </a:lnTo>
                  <a:lnTo>
                    <a:pt x="230" y="223"/>
                  </a:lnTo>
                  <a:lnTo>
                    <a:pt x="234" y="219"/>
                  </a:lnTo>
                  <a:lnTo>
                    <a:pt x="234" y="219"/>
                  </a:lnTo>
                  <a:lnTo>
                    <a:pt x="230" y="215"/>
                  </a:lnTo>
                  <a:lnTo>
                    <a:pt x="226" y="211"/>
                  </a:lnTo>
                  <a:lnTo>
                    <a:pt x="226" y="208"/>
                  </a:lnTo>
                  <a:lnTo>
                    <a:pt x="226" y="200"/>
                  </a:lnTo>
                  <a:lnTo>
                    <a:pt x="226" y="193"/>
                  </a:lnTo>
                  <a:lnTo>
                    <a:pt x="226" y="186"/>
                  </a:lnTo>
                  <a:lnTo>
                    <a:pt x="222" y="178"/>
                  </a:lnTo>
                  <a:lnTo>
                    <a:pt x="219" y="171"/>
                  </a:lnTo>
                  <a:lnTo>
                    <a:pt x="219" y="167"/>
                  </a:lnTo>
                  <a:lnTo>
                    <a:pt x="219" y="163"/>
                  </a:lnTo>
                  <a:lnTo>
                    <a:pt x="226" y="160"/>
                  </a:lnTo>
                  <a:lnTo>
                    <a:pt x="226" y="160"/>
                  </a:lnTo>
                  <a:lnTo>
                    <a:pt x="230" y="163"/>
                  </a:lnTo>
                  <a:lnTo>
                    <a:pt x="230" y="163"/>
                  </a:lnTo>
                  <a:lnTo>
                    <a:pt x="230" y="160"/>
                  </a:lnTo>
                  <a:lnTo>
                    <a:pt x="230" y="156"/>
                  </a:lnTo>
                  <a:lnTo>
                    <a:pt x="226" y="156"/>
                  </a:lnTo>
                  <a:lnTo>
                    <a:pt x="226" y="152"/>
                  </a:lnTo>
                  <a:lnTo>
                    <a:pt x="226" y="152"/>
                  </a:lnTo>
                  <a:lnTo>
                    <a:pt x="226" y="148"/>
                  </a:lnTo>
                  <a:lnTo>
                    <a:pt x="226" y="148"/>
                  </a:lnTo>
                  <a:lnTo>
                    <a:pt x="226" y="145"/>
                  </a:lnTo>
                  <a:lnTo>
                    <a:pt x="226" y="145"/>
                  </a:lnTo>
                  <a:lnTo>
                    <a:pt x="226" y="141"/>
                  </a:lnTo>
                  <a:lnTo>
                    <a:pt x="226" y="137"/>
                  </a:lnTo>
                  <a:lnTo>
                    <a:pt x="226" y="137"/>
                  </a:lnTo>
                  <a:lnTo>
                    <a:pt x="226" y="134"/>
                  </a:lnTo>
                  <a:lnTo>
                    <a:pt x="226" y="130"/>
                  </a:lnTo>
                  <a:lnTo>
                    <a:pt x="222" y="122"/>
                  </a:lnTo>
                  <a:lnTo>
                    <a:pt x="222" y="122"/>
                  </a:lnTo>
                  <a:lnTo>
                    <a:pt x="219" y="122"/>
                  </a:lnTo>
                  <a:lnTo>
                    <a:pt x="219" y="115"/>
                  </a:lnTo>
                  <a:lnTo>
                    <a:pt x="215" y="115"/>
                  </a:lnTo>
                  <a:lnTo>
                    <a:pt x="208" y="108"/>
                  </a:lnTo>
                  <a:lnTo>
                    <a:pt x="208" y="104"/>
                  </a:lnTo>
                  <a:lnTo>
                    <a:pt x="204" y="100"/>
                  </a:lnTo>
                  <a:lnTo>
                    <a:pt x="204" y="96"/>
                  </a:lnTo>
                  <a:lnTo>
                    <a:pt x="204" y="93"/>
                  </a:lnTo>
                  <a:lnTo>
                    <a:pt x="204" y="96"/>
                  </a:lnTo>
                  <a:lnTo>
                    <a:pt x="204" y="96"/>
                  </a:lnTo>
                  <a:lnTo>
                    <a:pt x="200" y="93"/>
                  </a:lnTo>
                  <a:lnTo>
                    <a:pt x="200" y="93"/>
                  </a:lnTo>
                  <a:lnTo>
                    <a:pt x="197" y="93"/>
                  </a:lnTo>
                  <a:lnTo>
                    <a:pt x="197" y="93"/>
                  </a:lnTo>
                  <a:lnTo>
                    <a:pt x="197" y="96"/>
                  </a:lnTo>
                  <a:lnTo>
                    <a:pt x="197" y="100"/>
                  </a:lnTo>
                  <a:lnTo>
                    <a:pt x="197" y="100"/>
                  </a:lnTo>
                  <a:lnTo>
                    <a:pt x="200" y="100"/>
                  </a:lnTo>
                  <a:lnTo>
                    <a:pt x="204" y="96"/>
                  </a:lnTo>
                  <a:lnTo>
                    <a:pt x="204" y="100"/>
                  </a:lnTo>
                  <a:lnTo>
                    <a:pt x="204" y="104"/>
                  </a:lnTo>
                  <a:lnTo>
                    <a:pt x="200" y="104"/>
                  </a:lnTo>
                  <a:lnTo>
                    <a:pt x="200" y="104"/>
                  </a:lnTo>
                  <a:lnTo>
                    <a:pt x="197" y="104"/>
                  </a:lnTo>
                  <a:lnTo>
                    <a:pt x="200" y="108"/>
                  </a:lnTo>
                  <a:lnTo>
                    <a:pt x="197" y="108"/>
                  </a:lnTo>
                  <a:lnTo>
                    <a:pt x="197" y="108"/>
                  </a:lnTo>
                  <a:lnTo>
                    <a:pt x="193" y="104"/>
                  </a:lnTo>
                  <a:lnTo>
                    <a:pt x="193" y="104"/>
                  </a:lnTo>
                  <a:lnTo>
                    <a:pt x="193" y="100"/>
                  </a:lnTo>
                  <a:lnTo>
                    <a:pt x="189" y="100"/>
                  </a:lnTo>
                  <a:lnTo>
                    <a:pt x="189" y="100"/>
                  </a:lnTo>
                  <a:lnTo>
                    <a:pt x="189" y="104"/>
                  </a:lnTo>
                  <a:lnTo>
                    <a:pt x="189" y="108"/>
                  </a:lnTo>
                  <a:lnTo>
                    <a:pt x="189" y="111"/>
                  </a:lnTo>
                  <a:lnTo>
                    <a:pt x="189" y="111"/>
                  </a:lnTo>
                  <a:lnTo>
                    <a:pt x="185" y="115"/>
                  </a:lnTo>
                  <a:lnTo>
                    <a:pt x="185" y="115"/>
                  </a:lnTo>
                  <a:lnTo>
                    <a:pt x="189" y="119"/>
                  </a:lnTo>
                  <a:lnTo>
                    <a:pt x="193" y="122"/>
                  </a:lnTo>
                  <a:lnTo>
                    <a:pt x="189" y="126"/>
                  </a:lnTo>
                  <a:lnTo>
                    <a:pt x="189" y="126"/>
                  </a:lnTo>
                  <a:lnTo>
                    <a:pt x="185" y="126"/>
                  </a:lnTo>
                  <a:lnTo>
                    <a:pt x="185" y="126"/>
                  </a:lnTo>
                  <a:lnTo>
                    <a:pt x="185" y="130"/>
                  </a:lnTo>
                  <a:lnTo>
                    <a:pt x="189" y="130"/>
                  </a:lnTo>
                  <a:lnTo>
                    <a:pt x="193" y="126"/>
                  </a:lnTo>
                  <a:lnTo>
                    <a:pt x="197" y="134"/>
                  </a:lnTo>
                  <a:lnTo>
                    <a:pt x="197" y="141"/>
                  </a:lnTo>
                  <a:lnTo>
                    <a:pt x="197" y="145"/>
                  </a:lnTo>
                  <a:lnTo>
                    <a:pt x="197" y="152"/>
                  </a:lnTo>
                  <a:lnTo>
                    <a:pt x="193" y="163"/>
                  </a:lnTo>
                  <a:lnTo>
                    <a:pt x="193" y="167"/>
                  </a:lnTo>
                  <a:lnTo>
                    <a:pt x="193" y="171"/>
                  </a:lnTo>
                  <a:lnTo>
                    <a:pt x="189" y="174"/>
                  </a:lnTo>
                  <a:lnTo>
                    <a:pt x="185" y="178"/>
                  </a:lnTo>
                  <a:lnTo>
                    <a:pt x="185" y="182"/>
                  </a:lnTo>
                  <a:lnTo>
                    <a:pt x="185" y="186"/>
                  </a:lnTo>
                  <a:lnTo>
                    <a:pt x="185" y="189"/>
                  </a:lnTo>
                  <a:lnTo>
                    <a:pt x="182" y="193"/>
                  </a:lnTo>
                  <a:lnTo>
                    <a:pt x="171" y="197"/>
                  </a:lnTo>
                  <a:lnTo>
                    <a:pt x="171" y="197"/>
                  </a:lnTo>
                  <a:lnTo>
                    <a:pt x="167" y="200"/>
                  </a:lnTo>
                  <a:lnTo>
                    <a:pt x="163" y="197"/>
                  </a:lnTo>
                  <a:lnTo>
                    <a:pt x="159" y="193"/>
                  </a:lnTo>
                  <a:lnTo>
                    <a:pt x="159" y="193"/>
                  </a:lnTo>
                  <a:lnTo>
                    <a:pt x="163" y="189"/>
                  </a:lnTo>
                  <a:lnTo>
                    <a:pt x="163" y="189"/>
                  </a:lnTo>
                  <a:lnTo>
                    <a:pt x="163" y="186"/>
                  </a:lnTo>
                  <a:lnTo>
                    <a:pt x="167" y="186"/>
                  </a:lnTo>
                  <a:lnTo>
                    <a:pt x="167" y="182"/>
                  </a:lnTo>
                  <a:lnTo>
                    <a:pt x="159" y="186"/>
                  </a:lnTo>
                  <a:lnTo>
                    <a:pt x="159" y="186"/>
                  </a:lnTo>
                  <a:lnTo>
                    <a:pt x="156" y="189"/>
                  </a:lnTo>
                  <a:lnTo>
                    <a:pt x="156" y="193"/>
                  </a:lnTo>
                  <a:lnTo>
                    <a:pt x="156" y="193"/>
                  </a:lnTo>
                  <a:lnTo>
                    <a:pt x="156" y="200"/>
                  </a:lnTo>
                  <a:lnTo>
                    <a:pt x="156" y="204"/>
                  </a:lnTo>
                  <a:lnTo>
                    <a:pt x="152" y="208"/>
                  </a:lnTo>
                  <a:lnTo>
                    <a:pt x="152" y="211"/>
                  </a:lnTo>
                  <a:lnTo>
                    <a:pt x="152" y="211"/>
                  </a:lnTo>
                  <a:lnTo>
                    <a:pt x="152" y="219"/>
                  </a:lnTo>
                  <a:lnTo>
                    <a:pt x="152" y="219"/>
                  </a:lnTo>
                  <a:lnTo>
                    <a:pt x="152" y="219"/>
                  </a:lnTo>
                  <a:lnTo>
                    <a:pt x="152" y="223"/>
                  </a:lnTo>
                  <a:lnTo>
                    <a:pt x="152" y="223"/>
                  </a:lnTo>
                  <a:lnTo>
                    <a:pt x="152" y="223"/>
                  </a:lnTo>
                  <a:lnTo>
                    <a:pt x="148" y="223"/>
                  </a:lnTo>
                  <a:lnTo>
                    <a:pt x="152" y="226"/>
                  </a:lnTo>
                  <a:lnTo>
                    <a:pt x="148" y="226"/>
                  </a:lnTo>
                  <a:lnTo>
                    <a:pt x="148" y="226"/>
                  </a:lnTo>
                  <a:lnTo>
                    <a:pt x="145" y="226"/>
                  </a:lnTo>
                  <a:lnTo>
                    <a:pt x="145" y="226"/>
                  </a:lnTo>
                  <a:lnTo>
                    <a:pt x="141" y="223"/>
                  </a:lnTo>
                  <a:lnTo>
                    <a:pt x="141" y="223"/>
                  </a:lnTo>
                  <a:lnTo>
                    <a:pt x="141" y="223"/>
                  </a:lnTo>
                  <a:lnTo>
                    <a:pt x="137" y="223"/>
                  </a:lnTo>
                  <a:lnTo>
                    <a:pt x="137" y="223"/>
                  </a:lnTo>
                  <a:lnTo>
                    <a:pt x="130" y="226"/>
                  </a:lnTo>
                  <a:lnTo>
                    <a:pt x="126" y="226"/>
                  </a:lnTo>
                  <a:lnTo>
                    <a:pt x="122" y="230"/>
                  </a:lnTo>
                  <a:lnTo>
                    <a:pt x="119" y="230"/>
                  </a:lnTo>
                  <a:lnTo>
                    <a:pt x="115" y="230"/>
                  </a:lnTo>
                  <a:lnTo>
                    <a:pt x="111" y="230"/>
                  </a:lnTo>
                  <a:lnTo>
                    <a:pt x="108" y="230"/>
                  </a:lnTo>
                  <a:lnTo>
                    <a:pt x="104" y="234"/>
                  </a:lnTo>
                  <a:lnTo>
                    <a:pt x="100" y="237"/>
                  </a:lnTo>
                  <a:lnTo>
                    <a:pt x="100" y="237"/>
                  </a:lnTo>
                  <a:lnTo>
                    <a:pt x="100" y="241"/>
                  </a:lnTo>
                  <a:lnTo>
                    <a:pt x="93" y="245"/>
                  </a:lnTo>
                  <a:lnTo>
                    <a:pt x="93" y="245"/>
                  </a:lnTo>
                  <a:lnTo>
                    <a:pt x="89" y="249"/>
                  </a:lnTo>
                  <a:lnTo>
                    <a:pt x="89" y="252"/>
                  </a:lnTo>
                  <a:lnTo>
                    <a:pt x="85" y="252"/>
                  </a:lnTo>
                  <a:lnTo>
                    <a:pt x="82" y="252"/>
                  </a:lnTo>
                  <a:lnTo>
                    <a:pt x="78" y="256"/>
                  </a:lnTo>
                  <a:lnTo>
                    <a:pt x="82" y="260"/>
                  </a:lnTo>
                  <a:lnTo>
                    <a:pt x="82" y="260"/>
                  </a:lnTo>
                  <a:lnTo>
                    <a:pt x="82" y="263"/>
                  </a:lnTo>
                  <a:lnTo>
                    <a:pt x="82" y="263"/>
                  </a:lnTo>
                  <a:lnTo>
                    <a:pt x="78" y="263"/>
                  </a:lnTo>
                  <a:lnTo>
                    <a:pt x="74" y="267"/>
                  </a:lnTo>
                  <a:lnTo>
                    <a:pt x="74" y="271"/>
                  </a:lnTo>
                  <a:lnTo>
                    <a:pt x="74" y="271"/>
                  </a:lnTo>
                  <a:lnTo>
                    <a:pt x="71" y="275"/>
                  </a:lnTo>
                  <a:lnTo>
                    <a:pt x="67" y="275"/>
                  </a:lnTo>
                  <a:lnTo>
                    <a:pt x="67" y="275"/>
                  </a:lnTo>
                  <a:lnTo>
                    <a:pt x="63" y="278"/>
                  </a:lnTo>
                  <a:lnTo>
                    <a:pt x="63" y="278"/>
                  </a:lnTo>
                  <a:lnTo>
                    <a:pt x="67" y="278"/>
                  </a:lnTo>
                  <a:lnTo>
                    <a:pt x="67" y="282"/>
                  </a:lnTo>
                  <a:lnTo>
                    <a:pt x="67" y="282"/>
                  </a:lnTo>
                  <a:lnTo>
                    <a:pt x="67" y="286"/>
                  </a:lnTo>
                  <a:lnTo>
                    <a:pt x="67" y="282"/>
                  </a:lnTo>
                  <a:lnTo>
                    <a:pt x="67" y="282"/>
                  </a:lnTo>
                  <a:lnTo>
                    <a:pt x="63" y="282"/>
                  </a:lnTo>
                  <a:lnTo>
                    <a:pt x="67" y="286"/>
                  </a:lnTo>
                  <a:lnTo>
                    <a:pt x="67" y="286"/>
                  </a:lnTo>
                  <a:lnTo>
                    <a:pt x="67" y="289"/>
                  </a:lnTo>
                  <a:lnTo>
                    <a:pt x="67" y="289"/>
                  </a:lnTo>
                  <a:lnTo>
                    <a:pt x="67" y="289"/>
                  </a:lnTo>
                  <a:lnTo>
                    <a:pt x="71" y="286"/>
                  </a:lnTo>
                  <a:lnTo>
                    <a:pt x="71" y="286"/>
                  </a:lnTo>
                  <a:lnTo>
                    <a:pt x="74" y="286"/>
                  </a:lnTo>
                  <a:lnTo>
                    <a:pt x="74" y="289"/>
                  </a:lnTo>
                  <a:lnTo>
                    <a:pt x="74" y="289"/>
                  </a:lnTo>
                  <a:lnTo>
                    <a:pt x="78" y="289"/>
                  </a:lnTo>
                  <a:lnTo>
                    <a:pt x="74" y="286"/>
                  </a:lnTo>
                  <a:lnTo>
                    <a:pt x="74" y="286"/>
                  </a:lnTo>
                  <a:lnTo>
                    <a:pt x="71" y="286"/>
                  </a:lnTo>
                  <a:lnTo>
                    <a:pt x="71" y="282"/>
                  </a:lnTo>
                  <a:lnTo>
                    <a:pt x="71" y="282"/>
                  </a:lnTo>
                  <a:lnTo>
                    <a:pt x="71" y="278"/>
                  </a:lnTo>
                  <a:lnTo>
                    <a:pt x="74" y="278"/>
                  </a:lnTo>
                  <a:lnTo>
                    <a:pt x="74" y="278"/>
                  </a:lnTo>
                  <a:lnTo>
                    <a:pt x="78" y="282"/>
                  </a:lnTo>
                  <a:lnTo>
                    <a:pt x="78" y="286"/>
                  </a:lnTo>
                  <a:lnTo>
                    <a:pt x="82" y="289"/>
                  </a:lnTo>
                  <a:lnTo>
                    <a:pt x="82" y="293"/>
                  </a:lnTo>
                  <a:lnTo>
                    <a:pt x="78" y="297"/>
                  </a:lnTo>
                  <a:lnTo>
                    <a:pt x="74" y="297"/>
                  </a:lnTo>
                  <a:lnTo>
                    <a:pt x="74" y="300"/>
                  </a:lnTo>
                  <a:lnTo>
                    <a:pt x="78" y="304"/>
                  </a:lnTo>
                  <a:lnTo>
                    <a:pt x="78" y="308"/>
                  </a:lnTo>
                  <a:lnTo>
                    <a:pt x="82" y="312"/>
                  </a:lnTo>
                  <a:lnTo>
                    <a:pt x="82" y="315"/>
                  </a:lnTo>
                  <a:lnTo>
                    <a:pt x="82" y="315"/>
                  </a:lnTo>
                  <a:lnTo>
                    <a:pt x="82" y="319"/>
                  </a:lnTo>
                  <a:lnTo>
                    <a:pt x="85" y="319"/>
                  </a:lnTo>
                  <a:lnTo>
                    <a:pt x="89" y="319"/>
                  </a:lnTo>
                  <a:lnTo>
                    <a:pt x="89" y="319"/>
                  </a:lnTo>
                  <a:lnTo>
                    <a:pt x="89" y="315"/>
                  </a:lnTo>
                  <a:lnTo>
                    <a:pt x="85" y="312"/>
                  </a:lnTo>
                  <a:lnTo>
                    <a:pt x="85" y="308"/>
                  </a:lnTo>
                  <a:lnTo>
                    <a:pt x="89" y="308"/>
                  </a:lnTo>
                  <a:lnTo>
                    <a:pt x="89" y="308"/>
                  </a:lnTo>
                  <a:lnTo>
                    <a:pt x="89" y="308"/>
                  </a:lnTo>
                  <a:lnTo>
                    <a:pt x="89" y="312"/>
                  </a:lnTo>
                  <a:lnTo>
                    <a:pt x="89" y="312"/>
                  </a:lnTo>
                  <a:lnTo>
                    <a:pt x="93" y="319"/>
                  </a:lnTo>
                  <a:lnTo>
                    <a:pt x="93" y="319"/>
                  </a:lnTo>
                  <a:lnTo>
                    <a:pt x="93" y="3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2" name="Freeform 13"/>
            <p:cNvSpPr>
              <a:spLocks noEditPoints="1"/>
            </p:cNvSpPr>
            <p:nvPr/>
          </p:nvSpPr>
          <p:spPr bwMode="auto">
            <a:xfrm>
              <a:off x="6861137" y="2317785"/>
              <a:ext cx="95211" cy="137670"/>
            </a:xfrm>
            <a:custGeom>
              <a:avLst/>
              <a:gdLst>
                <a:gd name="T0" fmla="*/ 48 w 74"/>
                <a:gd name="T1" fmla="*/ 78 h 107"/>
                <a:gd name="T2" fmla="*/ 44 w 74"/>
                <a:gd name="T3" fmla="*/ 78 h 107"/>
                <a:gd name="T4" fmla="*/ 44 w 74"/>
                <a:gd name="T5" fmla="*/ 78 h 107"/>
                <a:gd name="T6" fmla="*/ 18 w 74"/>
                <a:gd name="T7" fmla="*/ 85 h 107"/>
                <a:gd name="T8" fmla="*/ 22 w 74"/>
                <a:gd name="T9" fmla="*/ 85 h 107"/>
                <a:gd name="T10" fmla="*/ 22 w 74"/>
                <a:gd name="T11" fmla="*/ 85 h 107"/>
                <a:gd name="T12" fmla="*/ 22 w 74"/>
                <a:gd name="T13" fmla="*/ 89 h 107"/>
                <a:gd name="T14" fmla="*/ 22 w 74"/>
                <a:gd name="T15" fmla="*/ 89 h 107"/>
                <a:gd name="T16" fmla="*/ 55 w 74"/>
                <a:gd name="T17" fmla="*/ 74 h 107"/>
                <a:gd name="T18" fmla="*/ 59 w 74"/>
                <a:gd name="T19" fmla="*/ 78 h 107"/>
                <a:gd name="T20" fmla="*/ 59 w 74"/>
                <a:gd name="T21" fmla="*/ 78 h 107"/>
                <a:gd name="T22" fmla="*/ 59 w 74"/>
                <a:gd name="T23" fmla="*/ 74 h 107"/>
                <a:gd name="T24" fmla="*/ 70 w 74"/>
                <a:gd name="T25" fmla="*/ 92 h 107"/>
                <a:gd name="T26" fmla="*/ 70 w 74"/>
                <a:gd name="T27" fmla="*/ 89 h 107"/>
                <a:gd name="T28" fmla="*/ 74 w 74"/>
                <a:gd name="T29" fmla="*/ 92 h 107"/>
                <a:gd name="T30" fmla="*/ 70 w 74"/>
                <a:gd name="T31" fmla="*/ 92 h 107"/>
                <a:gd name="T32" fmla="*/ 74 w 74"/>
                <a:gd name="T33" fmla="*/ 85 h 107"/>
                <a:gd name="T34" fmla="*/ 70 w 74"/>
                <a:gd name="T35" fmla="*/ 85 h 107"/>
                <a:gd name="T36" fmla="*/ 70 w 74"/>
                <a:gd name="T37" fmla="*/ 81 h 107"/>
                <a:gd name="T38" fmla="*/ 74 w 74"/>
                <a:gd name="T39" fmla="*/ 81 h 107"/>
                <a:gd name="T40" fmla="*/ 74 w 74"/>
                <a:gd name="T41" fmla="*/ 85 h 107"/>
                <a:gd name="T42" fmla="*/ 26 w 74"/>
                <a:gd name="T43" fmla="*/ 107 h 107"/>
                <a:gd name="T44" fmla="*/ 26 w 74"/>
                <a:gd name="T45" fmla="*/ 104 h 107"/>
                <a:gd name="T46" fmla="*/ 37 w 74"/>
                <a:gd name="T47" fmla="*/ 104 h 107"/>
                <a:gd name="T48" fmla="*/ 33 w 74"/>
                <a:gd name="T49" fmla="*/ 107 h 107"/>
                <a:gd name="T50" fmla="*/ 26 w 74"/>
                <a:gd name="T51" fmla="*/ 107 h 107"/>
                <a:gd name="T52" fmla="*/ 0 w 74"/>
                <a:gd name="T53" fmla="*/ 18 h 107"/>
                <a:gd name="T54" fmla="*/ 3 w 74"/>
                <a:gd name="T55" fmla="*/ 18 h 107"/>
                <a:gd name="T56" fmla="*/ 3 w 74"/>
                <a:gd name="T57" fmla="*/ 18 h 107"/>
                <a:gd name="T58" fmla="*/ 15 w 74"/>
                <a:gd name="T59" fmla="*/ 29 h 107"/>
                <a:gd name="T60" fmla="*/ 18 w 74"/>
                <a:gd name="T61" fmla="*/ 33 h 107"/>
                <a:gd name="T62" fmla="*/ 22 w 74"/>
                <a:gd name="T63" fmla="*/ 37 h 107"/>
                <a:gd name="T64" fmla="*/ 15 w 74"/>
                <a:gd name="T65" fmla="*/ 33 h 107"/>
                <a:gd name="T66" fmla="*/ 11 w 74"/>
                <a:gd name="T67" fmla="*/ 37 h 107"/>
                <a:gd name="T68" fmla="*/ 15 w 74"/>
                <a:gd name="T69" fmla="*/ 44 h 107"/>
                <a:gd name="T70" fmla="*/ 18 w 74"/>
                <a:gd name="T71" fmla="*/ 44 h 107"/>
                <a:gd name="T72" fmla="*/ 18 w 74"/>
                <a:gd name="T73" fmla="*/ 52 h 107"/>
                <a:gd name="T74" fmla="*/ 22 w 74"/>
                <a:gd name="T75" fmla="*/ 59 h 107"/>
                <a:gd name="T76" fmla="*/ 18 w 74"/>
                <a:gd name="T77" fmla="*/ 63 h 107"/>
                <a:gd name="T78" fmla="*/ 22 w 74"/>
                <a:gd name="T79" fmla="*/ 66 h 107"/>
                <a:gd name="T80" fmla="*/ 18 w 74"/>
                <a:gd name="T81" fmla="*/ 70 h 107"/>
                <a:gd name="T82" fmla="*/ 18 w 74"/>
                <a:gd name="T83" fmla="*/ 74 h 107"/>
                <a:gd name="T84" fmla="*/ 26 w 74"/>
                <a:gd name="T85" fmla="*/ 81 h 107"/>
                <a:gd name="T86" fmla="*/ 26 w 74"/>
                <a:gd name="T87" fmla="*/ 85 h 107"/>
                <a:gd name="T88" fmla="*/ 29 w 74"/>
                <a:gd name="T89" fmla="*/ 85 h 107"/>
                <a:gd name="T90" fmla="*/ 29 w 74"/>
                <a:gd name="T91" fmla="*/ 85 h 107"/>
                <a:gd name="T92" fmla="*/ 40 w 74"/>
                <a:gd name="T93" fmla="*/ 74 h 107"/>
                <a:gd name="T94" fmla="*/ 44 w 74"/>
                <a:gd name="T95" fmla="*/ 78 h 107"/>
                <a:gd name="T96" fmla="*/ 48 w 74"/>
                <a:gd name="T97" fmla="*/ 74 h 107"/>
                <a:gd name="T98" fmla="*/ 52 w 74"/>
                <a:gd name="T99" fmla="*/ 74 h 107"/>
                <a:gd name="T100" fmla="*/ 55 w 74"/>
                <a:gd name="T101" fmla="*/ 74 h 107"/>
                <a:gd name="T102" fmla="*/ 59 w 74"/>
                <a:gd name="T103" fmla="*/ 70 h 107"/>
                <a:gd name="T104" fmla="*/ 66 w 74"/>
                <a:gd name="T105" fmla="*/ 66 h 107"/>
                <a:gd name="T106" fmla="*/ 66 w 74"/>
                <a:gd name="T107" fmla="*/ 63 h 107"/>
                <a:gd name="T108" fmla="*/ 66 w 74"/>
                <a:gd name="T109" fmla="*/ 52 h 107"/>
                <a:gd name="T110" fmla="*/ 63 w 74"/>
                <a:gd name="T111" fmla="*/ 48 h 107"/>
                <a:gd name="T112" fmla="*/ 59 w 74"/>
                <a:gd name="T113" fmla="*/ 37 h 107"/>
                <a:gd name="T114" fmla="*/ 48 w 74"/>
                <a:gd name="T115" fmla="*/ 18 h 107"/>
                <a:gd name="T116" fmla="*/ 33 w 74"/>
                <a:gd name="T117" fmla="*/ 0 h 107"/>
                <a:gd name="T118" fmla="*/ 18 w 74"/>
                <a:gd name="T119" fmla="*/ 3 h 107"/>
                <a:gd name="T120" fmla="*/ 3 w 74"/>
                <a:gd name="T121" fmla="*/ 11 h 107"/>
                <a:gd name="T122" fmla="*/ 0 w 74"/>
                <a:gd name="T123" fmla="*/ 18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4" h="107">
                  <a:moveTo>
                    <a:pt x="44" y="78"/>
                  </a:moveTo>
                  <a:lnTo>
                    <a:pt x="48" y="78"/>
                  </a:lnTo>
                  <a:lnTo>
                    <a:pt x="48" y="78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4" y="78"/>
                  </a:lnTo>
                  <a:close/>
                  <a:moveTo>
                    <a:pt x="22" y="89"/>
                  </a:moveTo>
                  <a:lnTo>
                    <a:pt x="18" y="85"/>
                  </a:lnTo>
                  <a:lnTo>
                    <a:pt x="22" y="85"/>
                  </a:lnTo>
                  <a:lnTo>
                    <a:pt x="22" y="85"/>
                  </a:lnTo>
                  <a:lnTo>
                    <a:pt x="22" y="85"/>
                  </a:lnTo>
                  <a:lnTo>
                    <a:pt x="22" y="85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89"/>
                  </a:lnTo>
                  <a:close/>
                  <a:moveTo>
                    <a:pt x="59" y="74"/>
                  </a:moveTo>
                  <a:lnTo>
                    <a:pt x="55" y="74"/>
                  </a:lnTo>
                  <a:lnTo>
                    <a:pt x="55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4"/>
                  </a:lnTo>
                  <a:lnTo>
                    <a:pt x="59" y="74"/>
                  </a:lnTo>
                  <a:lnTo>
                    <a:pt x="59" y="74"/>
                  </a:lnTo>
                  <a:close/>
                  <a:moveTo>
                    <a:pt x="70" y="92"/>
                  </a:moveTo>
                  <a:lnTo>
                    <a:pt x="70" y="89"/>
                  </a:lnTo>
                  <a:lnTo>
                    <a:pt x="70" y="89"/>
                  </a:lnTo>
                  <a:lnTo>
                    <a:pt x="74" y="89"/>
                  </a:lnTo>
                  <a:lnTo>
                    <a:pt x="74" y="92"/>
                  </a:lnTo>
                  <a:lnTo>
                    <a:pt x="70" y="92"/>
                  </a:lnTo>
                  <a:lnTo>
                    <a:pt x="70" y="92"/>
                  </a:lnTo>
                  <a:lnTo>
                    <a:pt x="70" y="92"/>
                  </a:lnTo>
                  <a:close/>
                  <a:moveTo>
                    <a:pt x="74" y="85"/>
                  </a:moveTo>
                  <a:lnTo>
                    <a:pt x="70" y="89"/>
                  </a:lnTo>
                  <a:lnTo>
                    <a:pt x="70" y="85"/>
                  </a:lnTo>
                  <a:lnTo>
                    <a:pt x="70" y="81"/>
                  </a:lnTo>
                  <a:lnTo>
                    <a:pt x="70" y="81"/>
                  </a:lnTo>
                  <a:lnTo>
                    <a:pt x="74" y="81"/>
                  </a:lnTo>
                  <a:lnTo>
                    <a:pt x="74" y="81"/>
                  </a:lnTo>
                  <a:lnTo>
                    <a:pt x="74" y="81"/>
                  </a:lnTo>
                  <a:lnTo>
                    <a:pt x="74" y="85"/>
                  </a:lnTo>
                  <a:lnTo>
                    <a:pt x="74" y="85"/>
                  </a:lnTo>
                  <a:close/>
                  <a:moveTo>
                    <a:pt x="26" y="107"/>
                  </a:moveTo>
                  <a:lnTo>
                    <a:pt x="26" y="107"/>
                  </a:lnTo>
                  <a:lnTo>
                    <a:pt x="26" y="104"/>
                  </a:lnTo>
                  <a:lnTo>
                    <a:pt x="33" y="100"/>
                  </a:lnTo>
                  <a:lnTo>
                    <a:pt x="37" y="104"/>
                  </a:lnTo>
                  <a:lnTo>
                    <a:pt x="37" y="104"/>
                  </a:lnTo>
                  <a:lnTo>
                    <a:pt x="33" y="107"/>
                  </a:lnTo>
                  <a:lnTo>
                    <a:pt x="29" y="107"/>
                  </a:lnTo>
                  <a:lnTo>
                    <a:pt x="26" y="107"/>
                  </a:lnTo>
                  <a:lnTo>
                    <a:pt x="26" y="107"/>
                  </a:lnTo>
                  <a:close/>
                  <a:moveTo>
                    <a:pt x="0" y="18"/>
                  </a:moveTo>
                  <a:lnTo>
                    <a:pt x="0" y="18"/>
                  </a:lnTo>
                  <a:lnTo>
                    <a:pt x="3" y="18"/>
                  </a:lnTo>
                  <a:lnTo>
                    <a:pt x="7" y="18"/>
                  </a:lnTo>
                  <a:lnTo>
                    <a:pt x="3" y="18"/>
                  </a:lnTo>
                  <a:lnTo>
                    <a:pt x="11" y="26"/>
                  </a:lnTo>
                  <a:lnTo>
                    <a:pt x="15" y="29"/>
                  </a:lnTo>
                  <a:lnTo>
                    <a:pt x="18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22" y="37"/>
                  </a:lnTo>
                  <a:lnTo>
                    <a:pt x="15" y="37"/>
                  </a:lnTo>
                  <a:lnTo>
                    <a:pt x="15" y="33"/>
                  </a:lnTo>
                  <a:lnTo>
                    <a:pt x="11" y="37"/>
                  </a:lnTo>
                  <a:lnTo>
                    <a:pt x="11" y="37"/>
                  </a:lnTo>
                  <a:lnTo>
                    <a:pt x="7" y="40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4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22" y="52"/>
                  </a:lnTo>
                  <a:lnTo>
                    <a:pt x="22" y="59"/>
                  </a:lnTo>
                  <a:lnTo>
                    <a:pt x="18" y="59"/>
                  </a:lnTo>
                  <a:lnTo>
                    <a:pt x="18" y="63"/>
                  </a:lnTo>
                  <a:lnTo>
                    <a:pt x="22" y="63"/>
                  </a:lnTo>
                  <a:lnTo>
                    <a:pt x="22" y="66"/>
                  </a:lnTo>
                  <a:lnTo>
                    <a:pt x="18" y="66"/>
                  </a:lnTo>
                  <a:lnTo>
                    <a:pt x="18" y="70"/>
                  </a:lnTo>
                  <a:lnTo>
                    <a:pt x="22" y="74"/>
                  </a:lnTo>
                  <a:lnTo>
                    <a:pt x="18" y="74"/>
                  </a:lnTo>
                  <a:lnTo>
                    <a:pt x="22" y="81"/>
                  </a:lnTo>
                  <a:lnTo>
                    <a:pt x="26" y="81"/>
                  </a:lnTo>
                  <a:lnTo>
                    <a:pt x="26" y="85"/>
                  </a:lnTo>
                  <a:lnTo>
                    <a:pt x="26" y="85"/>
                  </a:lnTo>
                  <a:lnTo>
                    <a:pt x="26" y="89"/>
                  </a:lnTo>
                  <a:lnTo>
                    <a:pt x="29" y="85"/>
                  </a:lnTo>
                  <a:lnTo>
                    <a:pt x="29" y="81"/>
                  </a:lnTo>
                  <a:lnTo>
                    <a:pt x="29" y="85"/>
                  </a:lnTo>
                  <a:lnTo>
                    <a:pt x="33" y="81"/>
                  </a:lnTo>
                  <a:lnTo>
                    <a:pt x="40" y="74"/>
                  </a:lnTo>
                  <a:lnTo>
                    <a:pt x="44" y="74"/>
                  </a:lnTo>
                  <a:lnTo>
                    <a:pt x="44" y="78"/>
                  </a:lnTo>
                  <a:lnTo>
                    <a:pt x="44" y="74"/>
                  </a:lnTo>
                  <a:lnTo>
                    <a:pt x="48" y="74"/>
                  </a:lnTo>
                  <a:lnTo>
                    <a:pt x="48" y="78"/>
                  </a:lnTo>
                  <a:lnTo>
                    <a:pt x="52" y="74"/>
                  </a:lnTo>
                  <a:lnTo>
                    <a:pt x="55" y="78"/>
                  </a:lnTo>
                  <a:lnTo>
                    <a:pt x="55" y="74"/>
                  </a:lnTo>
                  <a:lnTo>
                    <a:pt x="55" y="74"/>
                  </a:lnTo>
                  <a:lnTo>
                    <a:pt x="59" y="70"/>
                  </a:lnTo>
                  <a:lnTo>
                    <a:pt x="63" y="70"/>
                  </a:lnTo>
                  <a:lnTo>
                    <a:pt x="66" y="66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6" y="52"/>
                  </a:lnTo>
                  <a:lnTo>
                    <a:pt x="66" y="52"/>
                  </a:lnTo>
                  <a:lnTo>
                    <a:pt x="63" y="52"/>
                  </a:lnTo>
                  <a:lnTo>
                    <a:pt x="63" y="48"/>
                  </a:lnTo>
                  <a:lnTo>
                    <a:pt x="63" y="40"/>
                  </a:lnTo>
                  <a:lnTo>
                    <a:pt x="59" y="37"/>
                  </a:lnTo>
                  <a:lnTo>
                    <a:pt x="59" y="29"/>
                  </a:lnTo>
                  <a:lnTo>
                    <a:pt x="48" y="18"/>
                  </a:lnTo>
                  <a:lnTo>
                    <a:pt x="40" y="11"/>
                  </a:lnTo>
                  <a:lnTo>
                    <a:pt x="33" y="0"/>
                  </a:lnTo>
                  <a:lnTo>
                    <a:pt x="29" y="3"/>
                  </a:lnTo>
                  <a:lnTo>
                    <a:pt x="18" y="3"/>
                  </a:lnTo>
                  <a:lnTo>
                    <a:pt x="11" y="11"/>
                  </a:lnTo>
                  <a:lnTo>
                    <a:pt x="3" y="11"/>
                  </a:lnTo>
                  <a:lnTo>
                    <a:pt x="0" y="15"/>
                  </a:lnTo>
                  <a:lnTo>
                    <a:pt x="0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3" name="Freeform 14"/>
            <p:cNvSpPr/>
            <p:nvPr/>
          </p:nvSpPr>
          <p:spPr bwMode="auto">
            <a:xfrm>
              <a:off x="6817391" y="2189123"/>
              <a:ext cx="100357" cy="156969"/>
            </a:xfrm>
            <a:custGeom>
              <a:avLst/>
              <a:gdLst>
                <a:gd name="T0" fmla="*/ 0 w 78"/>
                <a:gd name="T1" fmla="*/ 70 h 122"/>
                <a:gd name="T2" fmla="*/ 4 w 78"/>
                <a:gd name="T3" fmla="*/ 63 h 122"/>
                <a:gd name="T4" fmla="*/ 12 w 78"/>
                <a:gd name="T5" fmla="*/ 55 h 122"/>
                <a:gd name="T6" fmla="*/ 15 w 78"/>
                <a:gd name="T7" fmla="*/ 51 h 122"/>
                <a:gd name="T8" fmla="*/ 19 w 78"/>
                <a:gd name="T9" fmla="*/ 40 h 122"/>
                <a:gd name="T10" fmla="*/ 19 w 78"/>
                <a:gd name="T11" fmla="*/ 33 h 122"/>
                <a:gd name="T12" fmla="*/ 26 w 78"/>
                <a:gd name="T13" fmla="*/ 37 h 122"/>
                <a:gd name="T14" fmla="*/ 30 w 78"/>
                <a:gd name="T15" fmla="*/ 37 h 122"/>
                <a:gd name="T16" fmla="*/ 37 w 78"/>
                <a:gd name="T17" fmla="*/ 40 h 122"/>
                <a:gd name="T18" fmla="*/ 49 w 78"/>
                <a:gd name="T19" fmla="*/ 40 h 122"/>
                <a:gd name="T20" fmla="*/ 49 w 78"/>
                <a:gd name="T21" fmla="*/ 33 h 122"/>
                <a:gd name="T22" fmla="*/ 45 w 78"/>
                <a:gd name="T23" fmla="*/ 25 h 122"/>
                <a:gd name="T24" fmla="*/ 49 w 78"/>
                <a:gd name="T25" fmla="*/ 25 h 122"/>
                <a:gd name="T26" fmla="*/ 56 w 78"/>
                <a:gd name="T27" fmla="*/ 18 h 122"/>
                <a:gd name="T28" fmla="*/ 63 w 78"/>
                <a:gd name="T29" fmla="*/ 14 h 122"/>
                <a:gd name="T30" fmla="*/ 63 w 78"/>
                <a:gd name="T31" fmla="*/ 7 h 122"/>
                <a:gd name="T32" fmla="*/ 63 w 78"/>
                <a:gd name="T33" fmla="*/ 3 h 122"/>
                <a:gd name="T34" fmla="*/ 67 w 78"/>
                <a:gd name="T35" fmla="*/ 3 h 122"/>
                <a:gd name="T36" fmla="*/ 67 w 78"/>
                <a:gd name="T37" fmla="*/ 7 h 122"/>
                <a:gd name="T38" fmla="*/ 78 w 78"/>
                <a:gd name="T39" fmla="*/ 14 h 122"/>
                <a:gd name="T40" fmla="*/ 71 w 78"/>
                <a:gd name="T41" fmla="*/ 18 h 122"/>
                <a:gd name="T42" fmla="*/ 71 w 78"/>
                <a:gd name="T43" fmla="*/ 22 h 122"/>
                <a:gd name="T44" fmla="*/ 67 w 78"/>
                <a:gd name="T45" fmla="*/ 33 h 122"/>
                <a:gd name="T46" fmla="*/ 71 w 78"/>
                <a:gd name="T47" fmla="*/ 44 h 122"/>
                <a:gd name="T48" fmla="*/ 71 w 78"/>
                <a:gd name="T49" fmla="*/ 48 h 122"/>
                <a:gd name="T50" fmla="*/ 71 w 78"/>
                <a:gd name="T51" fmla="*/ 55 h 122"/>
                <a:gd name="T52" fmla="*/ 63 w 78"/>
                <a:gd name="T53" fmla="*/ 63 h 122"/>
                <a:gd name="T54" fmla="*/ 60 w 78"/>
                <a:gd name="T55" fmla="*/ 66 h 122"/>
                <a:gd name="T56" fmla="*/ 52 w 78"/>
                <a:gd name="T57" fmla="*/ 70 h 122"/>
                <a:gd name="T58" fmla="*/ 45 w 78"/>
                <a:gd name="T59" fmla="*/ 74 h 122"/>
                <a:gd name="T60" fmla="*/ 49 w 78"/>
                <a:gd name="T61" fmla="*/ 81 h 122"/>
                <a:gd name="T62" fmla="*/ 49 w 78"/>
                <a:gd name="T63" fmla="*/ 89 h 122"/>
                <a:gd name="T64" fmla="*/ 56 w 78"/>
                <a:gd name="T65" fmla="*/ 92 h 122"/>
                <a:gd name="T66" fmla="*/ 67 w 78"/>
                <a:gd name="T67" fmla="*/ 100 h 122"/>
                <a:gd name="T68" fmla="*/ 52 w 78"/>
                <a:gd name="T69" fmla="*/ 103 h 122"/>
                <a:gd name="T70" fmla="*/ 37 w 78"/>
                <a:gd name="T71" fmla="*/ 111 h 122"/>
                <a:gd name="T72" fmla="*/ 34 w 78"/>
                <a:gd name="T73" fmla="*/ 118 h 122"/>
                <a:gd name="T74" fmla="*/ 26 w 78"/>
                <a:gd name="T75" fmla="*/ 118 h 122"/>
                <a:gd name="T76" fmla="*/ 26 w 78"/>
                <a:gd name="T77" fmla="*/ 122 h 122"/>
                <a:gd name="T78" fmla="*/ 19 w 78"/>
                <a:gd name="T79" fmla="*/ 122 h 122"/>
                <a:gd name="T80" fmla="*/ 23 w 78"/>
                <a:gd name="T81" fmla="*/ 118 h 122"/>
                <a:gd name="T82" fmla="*/ 15 w 78"/>
                <a:gd name="T83" fmla="*/ 118 h 122"/>
                <a:gd name="T84" fmla="*/ 15 w 78"/>
                <a:gd name="T85" fmla="*/ 115 h 122"/>
                <a:gd name="T86" fmla="*/ 19 w 78"/>
                <a:gd name="T87" fmla="*/ 103 h 122"/>
                <a:gd name="T88" fmla="*/ 26 w 78"/>
                <a:gd name="T89" fmla="*/ 100 h 122"/>
                <a:gd name="T90" fmla="*/ 15 w 78"/>
                <a:gd name="T91" fmla="*/ 103 h 122"/>
                <a:gd name="T92" fmla="*/ 15 w 78"/>
                <a:gd name="T93" fmla="*/ 92 h 122"/>
                <a:gd name="T94" fmla="*/ 15 w 78"/>
                <a:gd name="T95" fmla="*/ 85 h 122"/>
                <a:gd name="T96" fmla="*/ 19 w 78"/>
                <a:gd name="T97" fmla="*/ 81 h 122"/>
                <a:gd name="T98" fmla="*/ 15 w 78"/>
                <a:gd name="T99" fmla="*/ 81 h 122"/>
                <a:gd name="T100" fmla="*/ 8 w 78"/>
                <a:gd name="T101" fmla="*/ 81 h 122"/>
                <a:gd name="T102" fmla="*/ 4 w 78"/>
                <a:gd name="T103" fmla="*/ 81 h 122"/>
                <a:gd name="T104" fmla="*/ 0 w 78"/>
                <a:gd name="T105" fmla="*/ 77 h 122"/>
                <a:gd name="T106" fmla="*/ 0 w 78"/>
                <a:gd name="T107" fmla="*/ 7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122">
                  <a:moveTo>
                    <a:pt x="0" y="77"/>
                  </a:moveTo>
                  <a:lnTo>
                    <a:pt x="0" y="70"/>
                  </a:lnTo>
                  <a:lnTo>
                    <a:pt x="4" y="66"/>
                  </a:lnTo>
                  <a:lnTo>
                    <a:pt x="4" y="63"/>
                  </a:lnTo>
                  <a:lnTo>
                    <a:pt x="4" y="59"/>
                  </a:lnTo>
                  <a:lnTo>
                    <a:pt x="12" y="55"/>
                  </a:lnTo>
                  <a:lnTo>
                    <a:pt x="12" y="51"/>
                  </a:lnTo>
                  <a:lnTo>
                    <a:pt x="15" y="51"/>
                  </a:lnTo>
                  <a:lnTo>
                    <a:pt x="19" y="44"/>
                  </a:lnTo>
                  <a:lnTo>
                    <a:pt x="19" y="40"/>
                  </a:lnTo>
                  <a:lnTo>
                    <a:pt x="19" y="40"/>
                  </a:lnTo>
                  <a:lnTo>
                    <a:pt x="19" y="33"/>
                  </a:lnTo>
                  <a:lnTo>
                    <a:pt x="23" y="29"/>
                  </a:lnTo>
                  <a:lnTo>
                    <a:pt x="26" y="37"/>
                  </a:lnTo>
                  <a:lnTo>
                    <a:pt x="30" y="37"/>
                  </a:lnTo>
                  <a:lnTo>
                    <a:pt x="30" y="37"/>
                  </a:lnTo>
                  <a:lnTo>
                    <a:pt x="34" y="37"/>
                  </a:lnTo>
                  <a:lnTo>
                    <a:pt x="37" y="40"/>
                  </a:lnTo>
                  <a:lnTo>
                    <a:pt x="45" y="37"/>
                  </a:lnTo>
                  <a:lnTo>
                    <a:pt x="49" y="40"/>
                  </a:lnTo>
                  <a:lnTo>
                    <a:pt x="52" y="33"/>
                  </a:lnTo>
                  <a:lnTo>
                    <a:pt x="49" y="33"/>
                  </a:lnTo>
                  <a:lnTo>
                    <a:pt x="49" y="29"/>
                  </a:lnTo>
                  <a:lnTo>
                    <a:pt x="45" y="25"/>
                  </a:lnTo>
                  <a:lnTo>
                    <a:pt x="45" y="25"/>
                  </a:lnTo>
                  <a:lnTo>
                    <a:pt x="49" y="25"/>
                  </a:lnTo>
                  <a:lnTo>
                    <a:pt x="56" y="22"/>
                  </a:lnTo>
                  <a:lnTo>
                    <a:pt x="56" y="18"/>
                  </a:lnTo>
                  <a:lnTo>
                    <a:pt x="60" y="14"/>
                  </a:lnTo>
                  <a:lnTo>
                    <a:pt x="63" y="14"/>
                  </a:lnTo>
                  <a:lnTo>
                    <a:pt x="63" y="11"/>
                  </a:lnTo>
                  <a:lnTo>
                    <a:pt x="63" y="7"/>
                  </a:lnTo>
                  <a:lnTo>
                    <a:pt x="63" y="7"/>
                  </a:lnTo>
                  <a:lnTo>
                    <a:pt x="63" y="3"/>
                  </a:lnTo>
                  <a:lnTo>
                    <a:pt x="63" y="0"/>
                  </a:lnTo>
                  <a:lnTo>
                    <a:pt x="67" y="3"/>
                  </a:lnTo>
                  <a:lnTo>
                    <a:pt x="67" y="7"/>
                  </a:lnTo>
                  <a:lnTo>
                    <a:pt x="67" y="7"/>
                  </a:lnTo>
                  <a:lnTo>
                    <a:pt x="74" y="11"/>
                  </a:lnTo>
                  <a:lnTo>
                    <a:pt x="78" y="14"/>
                  </a:lnTo>
                  <a:lnTo>
                    <a:pt x="78" y="14"/>
                  </a:lnTo>
                  <a:lnTo>
                    <a:pt x="71" y="18"/>
                  </a:lnTo>
                  <a:lnTo>
                    <a:pt x="71" y="18"/>
                  </a:lnTo>
                  <a:lnTo>
                    <a:pt x="71" y="22"/>
                  </a:lnTo>
                  <a:lnTo>
                    <a:pt x="67" y="29"/>
                  </a:lnTo>
                  <a:lnTo>
                    <a:pt x="67" y="33"/>
                  </a:lnTo>
                  <a:lnTo>
                    <a:pt x="71" y="37"/>
                  </a:lnTo>
                  <a:lnTo>
                    <a:pt x="71" y="44"/>
                  </a:lnTo>
                  <a:lnTo>
                    <a:pt x="74" y="48"/>
                  </a:lnTo>
                  <a:lnTo>
                    <a:pt x="71" y="48"/>
                  </a:lnTo>
                  <a:lnTo>
                    <a:pt x="67" y="51"/>
                  </a:lnTo>
                  <a:lnTo>
                    <a:pt x="71" y="55"/>
                  </a:lnTo>
                  <a:lnTo>
                    <a:pt x="60" y="63"/>
                  </a:lnTo>
                  <a:lnTo>
                    <a:pt x="63" y="63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56" y="66"/>
                  </a:lnTo>
                  <a:lnTo>
                    <a:pt x="52" y="70"/>
                  </a:lnTo>
                  <a:lnTo>
                    <a:pt x="52" y="74"/>
                  </a:lnTo>
                  <a:lnTo>
                    <a:pt x="45" y="74"/>
                  </a:lnTo>
                  <a:lnTo>
                    <a:pt x="45" y="77"/>
                  </a:lnTo>
                  <a:lnTo>
                    <a:pt x="49" y="81"/>
                  </a:lnTo>
                  <a:lnTo>
                    <a:pt x="45" y="85"/>
                  </a:lnTo>
                  <a:lnTo>
                    <a:pt x="49" y="89"/>
                  </a:lnTo>
                  <a:lnTo>
                    <a:pt x="52" y="89"/>
                  </a:lnTo>
                  <a:lnTo>
                    <a:pt x="56" y="92"/>
                  </a:lnTo>
                  <a:lnTo>
                    <a:pt x="67" y="96"/>
                  </a:lnTo>
                  <a:lnTo>
                    <a:pt x="67" y="100"/>
                  </a:lnTo>
                  <a:lnTo>
                    <a:pt x="63" y="103"/>
                  </a:lnTo>
                  <a:lnTo>
                    <a:pt x="52" y="103"/>
                  </a:lnTo>
                  <a:lnTo>
                    <a:pt x="45" y="111"/>
                  </a:lnTo>
                  <a:lnTo>
                    <a:pt x="37" y="111"/>
                  </a:lnTo>
                  <a:lnTo>
                    <a:pt x="34" y="115"/>
                  </a:lnTo>
                  <a:lnTo>
                    <a:pt x="34" y="118"/>
                  </a:lnTo>
                  <a:lnTo>
                    <a:pt x="30" y="115"/>
                  </a:lnTo>
                  <a:lnTo>
                    <a:pt x="26" y="118"/>
                  </a:lnTo>
                  <a:lnTo>
                    <a:pt x="30" y="118"/>
                  </a:lnTo>
                  <a:lnTo>
                    <a:pt x="26" y="122"/>
                  </a:lnTo>
                  <a:lnTo>
                    <a:pt x="23" y="122"/>
                  </a:lnTo>
                  <a:lnTo>
                    <a:pt x="19" y="122"/>
                  </a:lnTo>
                  <a:lnTo>
                    <a:pt x="19" y="122"/>
                  </a:lnTo>
                  <a:lnTo>
                    <a:pt x="23" y="118"/>
                  </a:lnTo>
                  <a:lnTo>
                    <a:pt x="19" y="115"/>
                  </a:lnTo>
                  <a:lnTo>
                    <a:pt x="15" y="118"/>
                  </a:lnTo>
                  <a:lnTo>
                    <a:pt x="15" y="118"/>
                  </a:lnTo>
                  <a:lnTo>
                    <a:pt x="15" y="115"/>
                  </a:lnTo>
                  <a:lnTo>
                    <a:pt x="15" y="107"/>
                  </a:lnTo>
                  <a:lnTo>
                    <a:pt x="19" y="103"/>
                  </a:lnTo>
                  <a:lnTo>
                    <a:pt x="23" y="103"/>
                  </a:lnTo>
                  <a:lnTo>
                    <a:pt x="26" y="100"/>
                  </a:lnTo>
                  <a:lnTo>
                    <a:pt x="23" y="103"/>
                  </a:lnTo>
                  <a:lnTo>
                    <a:pt x="15" y="103"/>
                  </a:lnTo>
                  <a:lnTo>
                    <a:pt x="15" y="100"/>
                  </a:lnTo>
                  <a:lnTo>
                    <a:pt x="15" y="92"/>
                  </a:lnTo>
                  <a:lnTo>
                    <a:pt x="19" y="89"/>
                  </a:lnTo>
                  <a:lnTo>
                    <a:pt x="15" y="85"/>
                  </a:lnTo>
                  <a:lnTo>
                    <a:pt x="19" y="85"/>
                  </a:lnTo>
                  <a:lnTo>
                    <a:pt x="19" y="81"/>
                  </a:lnTo>
                  <a:lnTo>
                    <a:pt x="19" y="81"/>
                  </a:lnTo>
                  <a:lnTo>
                    <a:pt x="15" y="81"/>
                  </a:lnTo>
                  <a:lnTo>
                    <a:pt x="12" y="85"/>
                  </a:lnTo>
                  <a:lnTo>
                    <a:pt x="8" y="81"/>
                  </a:lnTo>
                  <a:lnTo>
                    <a:pt x="4" y="81"/>
                  </a:lnTo>
                  <a:lnTo>
                    <a:pt x="4" y="81"/>
                  </a:lnTo>
                  <a:lnTo>
                    <a:pt x="4" y="8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7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4" name="Freeform 15"/>
            <p:cNvSpPr/>
            <p:nvPr/>
          </p:nvSpPr>
          <p:spPr bwMode="auto">
            <a:xfrm>
              <a:off x="6002952" y="1988409"/>
              <a:ext cx="653609" cy="276626"/>
            </a:xfrm>
            <a:custGeom>
              <a:avLst/>
              <a:gdLst>
                <a:gd name="T0" fmla="*/ 19 w 508"/>
                <a:gd name="T1" fmla="*/ 66 h 215"/>
                <a:gd name="T2" fmla="*/ 30 w 508"/>
                <a:gd name="T3" fmla="*/ 52 h 215"/>
                <a:gd name="T4" fmla="*/ 37 w 508"/>
                <a:gd name="T5" fmla="*/ 44 h 215"/>
                <a:gd name="T6" fmla="*/ 60 w 508"/>
                <a:gd name="T7" fmla="*/ 37 h 215"/>
                <a:gd name="T8" fmla="*/ 71 w 508"/>
                <a:gd name="T9" fmla="*/ 41 h 215"/>
                <a:gd name="T10" fmla="*/ 89 w 508"/>
                <a:gd name="T11" fmla="*/ 41 h 215"/>
                <a:gd name="T12" fmla="*/ 108 w 508"/>
                <a:gd name="T13" fmla="*/ 55 h 215"/>
                <a:gd name="T14" fmla="*/ 126 w 508"/>
                <a:gd name="T15" fmla="*/ 52 h 215"/>
                <a:gd name="T16" fmla="*/ 145 w 508"/>
                <a:gd name="T17" fmla="*/ 52 h 215"/>
                <a:gd name="T18" fmla="*/ 148 w 508"/>
                <a:gd name="T19" fmla="*/ 33 h 215"/>
                <a:gd name="T20" fmla="*/ 137 w 508"/>
                <a:gd name="T21" fmla="*/ 18 h 215"/>
                <a:gd name="T22" fmla="*/ 148 w 508"/>
                <a:gd name="T23" fmla="*/ 7 h 215"/>
                <a:gd name="T24" fmla="*/ 159 w 508"/>
                <a:gd name="T25" fmla="*/ 3 h 215"/>
                <a:gd name="T26" fmla="*/ 182 w 508"/>
                <a:gd name="T27" fmla="*/ 7 h 215"/>
                <a:gd name="T28" fmla="*/ 200 w 508"/>
                <a:gd name="T29" fmla="*/ 11 h 215"/>
                <a:gd name="T30" fmla="*/ 208 w 508"/>
                <a:gd name="T31" fmla="*/ 26 h 215"/>
                <a:gd name="T32" fmla="*/ 219 w 508"/>
                <a:gd name="T33" fmla="*/ 33 h 215"/>
                <a:gd name="T34" fmla="*/ 237 w 508"/>
                <a:gd name="T35" fmla="*/ 37 h 215"/>
                <a:gd name="T36" fmla="*/ 259 w 508"/>
                <a:gd name="T37" fmla="*/ 29 h 215"/>
                <a:gd name="T38" fmla="*/ 285 w 508"/>
                <a:gd name="T39" fmla="*/ 33 h 215"/>
                <a:gd name="T40" fmla="*/ 308 w 508"/>
                <a:gd name="T41" fmla="*/ 44 h 215"/>
                <a:gd name="T42" fmla="*/ 330 w 508"/>
                <a:gd name="T43" fmla="*/ 48 h 215"/>
                <a:gd name="T44" fmla="*/ 356 w 508"/>
                <a:gd name="T45" fmla="*/ 48 h 215"/>
                <a:gd name="T46" fmla="*/ 378 w 508"/>
                <a:gd name="T47" fmla="*/ 37 h 215"/>
                <a:gd name="T48" fmla="*/ 393 w 508"/>
                <a:gd name="T49" fmla="*/ 26 h 215"/>
                <a:gd name="T50" fmla="*/ 408 w 508"/>
                <a:gd name="T51" fmla="*/ 18 h 215"/>
                <a:gd name="T52" fmla="*/ 422 w 508"/>
                <a:gd name="T53" fmla="*/ 26 h 215"/>
                <a:gd name="T54" fmla="*/ 437 w 508"/>
                <a:gd name="T55" fmla="*/ 48 h 215"/>
                <a:gd name="T56" fmla="*/ 445 w 508"/>
                <a:gd name="T57" fmla="*/ 74 h 215"/>
                <a:gd name="T58" fmla="*/ 471 w 508"/>
                <a:gd name="T59" fmla="*/ 66 h 215"/>
                <a:gd name="T60" fmla="*/ 496 w 508"/>
                <a:gd name="T61" fmla="*/ 70 h 215"/>
                <a:gd name="T62" fmla="*/ 504 w 508"/>
                <a:gd name="T63" fmla="*/ 89 h 215"/>
                <a:gd name="T64" fmla="*/ 496 w 508"/>
                <a:gd name="T65" fmla="*/ 92 h 215"/>
                <a:gd name="T66" fmla="*/ 474 w 508"/>
                <a:gd name="T67" fmla="*/ 100 h 215"/>
                <a:gd name="T68" fmla="*/ 467 w 508"/>
                <a:gd name="T69" fmla="*/ 104 h 215"/>
                <a:gd name="T70" fmla="*/ 452 w 508"/>
                <a:gd name="T71" fmla="*/ 126 h 215"/>
                <a:gd name="T72" fmla="*/ 430 w 508"/>
                <a:gd name="T73" fmla="*/ 133 h 215"/>
                <a:gd name="T74" fmla="*/ 415 w 508"/>
                <a:gd name="T75" fmla="*/ 137 h 215"/>
                <a:gd name="T76" fmla="*/ 393 w 508"/>
                <a:gd name="T77" fmla="*/ 148 h 215"/>
                <a:gd name="T78" fmla="*/ 404 w 508"/>
                <a:gd name="T79" fmla="*/ 163 h 215"/>
                <a:gd name="T80" fmla="*/ 382 w 508"/>
                <a:gd name="T81" fmla="*/ 189 h 215"/>
                <a:gd name="T82" fmla="*/ 352 w 508"/>
                <a:gd name="T83" fmla="*/ 196 h 215"/>
                <a:gd name="T84" fmla="*/ 311 w 508"/>
                <a:gd name="T85" fmla="*/ 215 h 215"/>
                <a:gd name="T86" fmla="*/ 289 w 508"/>
                <a:gd name="T87" fmla="*/ 215 h 215"/>
                <a:gd name="T88" fmla="*/ 248 w 508"/>
                <a:gd name="T89" fmla="*/ 196 h 215"/>
                <a:gd name="T90" fmla="*/ 215 w 508"/>
                <a:gd name="T91" fmla="*/ 200 h 215"/>
                <a:gd name="T92" fmla="*/ 167 w 508"/>
                <a:gd name="T93" fmla="*/ 200 h 215"/>
                <a:gd name="T94" fmla="*/ 152 w 508"/>
                <a:gd name="T95" fmla="*/ 178 h 215"/>
                <a:gd name="T96" fmla="*/ 145 w 508"/>
                <a:gd name="T97" fmla="*/ 170 h 215"/>
                <a:gd name="T98" fmla="*/ 122 w 508"/>
                <a:gd name="T99" fmla="*/ 163 h 215"/>
                <a:gd name="T100" fmla="*/ 100 w 508"/>
                <a:gd name="T101" fmla="*/ 156 h 215"/>
                <a:gd name="T102" fmla="*/ 63 w 508"/>
                <a:gd name="T103" fmla="*/ 148 h 215"/>
                <a:gd name="T104" fmla="*/ 67 w 508"/>
                <a:gd name="T105" fmla="*/ 133 h 215"/>
                <a:gd name="T106" fmla="*/ 60 w 508"/>
                <a:gd name="T107" fmla="*/ 118 h 215"/>
                <a:gd name="T108" fmla="*/ 52 w 508"/>
                <a:gd name="T109" fmla="*/ 107 h 215"/>
                <a:gd name="T110" fmla="*/ 37 w 508"/>
                <a:gd name="T111" fmla="*/ 104 h 215"/>
                <a:gd name="T112" fmla="*/ 26 w 508"/>
                <a:gd name="T113" fmla="*/ 100 h 215"/>
                <a:gd name="T114" fmla="*/ 19 w 508"/>
                <a:gd name="T115" fmla="*/ 96 h 215"/>
                <a:gd name="T116" fmla="*/ 4 w 508"/>
                <a:gd name="T117" fmla="*/ 85 h 215"/>
                <a:gd name="T118" fmla="*/ 0 w 508"/>
                <a:gd name="T119" fmla="*/ 81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8" h="215">
                  <a:moveTo>
                    <a:pt x="0" y="78"/>
                  </a:moveTo>
                  <a:lnTo>
                    <a:pt x="4" y="70"/>
                  </a:lnTo>
                  <a:lnTo>
                    <a:pt x="8" y="7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9" y="66"/>
                  </a:lnTo>
                  <a:lnTo>
                    <a:pt x="22" y="63"/>
                  </a:lnTo>
                  <a:lnTo>
                    <a:pt x="22" y="63"/>
                  </a:lnTo>
                  <a:lnTo>
                    <a:pt x="22" y="59"/>
                  </a:lnTo>
                  <a:lnTo>
                    <a:pt x="30" y="55"/>
                  </a:lnTo>
                  <a:lnTo>
                    <a:pt x="30" y="55"/>
                  </a:lnTo>
                  <a:lnTo>
                    <a:pt x="30" y="52"/>
                  </a:lnTo>
                  <a:lnTo>
                    <a:pt x="34" y="52"/>
                  </a:lnTo>
                  <a:lnTo>
                    <a:pt x="37" y="48"/>
                  </a:lnTo>
                  <a:lnTo>
                    <a:pt x="37" y="48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41" y="44"/>
                  </a:lnTo>
                  <a:lnTo>
                    <a:pt x="45" y="44"/>
                  </a:lnTo>
                  <a:lnTo>
                    <a:pt x="45" y="41"/>
                  </a:lnTo>
                  <a:lnTo>
                    <a:pt x="48" y="37"/>
                  </a:lnTo>
                  <a:lnTo>
                    <a:pt x="56" y="37"/>
                  </a:lnTo>
                  <a:lnTo>
                    <a:pt x="60" y="37"/>
                  </a:lnTo>
                  <a:lnTo>
                    <a:pt x="60" y="37"/>
                  </a:lnTo>
                  <a:lnTo>
                    <a:pt x="63" y="37"/>
                  </a:lnTo>
                  <a:lnTo>
                    <a:pt x="67" y="37"/>
                  </a:lnTo>
                  <a:lnTo>
                    <a:pt x="67" y="37"/>
                  </a:lnTo>
                  <a:lnTo>
                    <a:pt x="71" y="37"/>
                  </a:lnTo>
                  <a:lnTo>
                    <a:pt x="71" y="41"/>
                  </a:lnTo>
                  <a:lnTo>
                    <a:pt x="71" y="41"/>
                  </a:lnTo>
                  <a:lnTo>
                    <a:pt x="74" y="41"/>
                  </a:lnTo>
                  <a:lnTo>
                    <a:pt x="78" y="41"/>
                  </a:lnTo>
                  <a:lnTo>
                    <a:pt x="82" y="41"/>
                  </a:lnTo>
                  <a:lnTo>
                    <a:pt x="82" y="41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97" y="52"/>
                  </a:lnTo>
                  <a:lnTo>
                    <a:pt x="100" y="52"/>
                  </a:lnTo>
                  <a:lnTo>
                    <a:pt x="108" y="55"/>
                  </a:lnTo>
                  <a:lnTo>
                    <a:pt x="108" y="55"/>
                  </a:lnTo>
                  <a:lnTo>
                    <a:pt x="111" y="52"/>
                  </a:lnTo>
                  <a:lnTo>
                    <a:pt x="115" y="52"/>
                  </a:lnTo>
                  <a:lnTo>
                    <a:pt x="119" y="52"/>
                  </a:lnTo>
                  <a:lnTo>
                    <a:pt x="122" y="52"/>
                  </a:lnTo>
                  <a:lnTo>
                    <a:pt x="126" y="52"/>
                  </a:lnTo>
                  <a:lnTo>
                    <a:pt x="126" y="52"/>
                  </a:lnTo>
                  <a:lnTo>
                    <a:pt x="134" y="52"/>
                  </a:lnTo>
                  <a:lnTo>
                    <a:pt x="137" y="52"/>
                  </a:lnTo>
                  <a:lnTo>
                    <a:pt x="141" y="52"/>
                  </a:lnTo>
                  <a:lnTo>
                    <a:pt x="141" y="52"/>
                  </a:lnTo>
                  <a:lnTo>
                    <a:pt x="145" y="52"/>
                  </a:lnTo>
                  <a:lnTo>
                    <a:pt x="148" y="52"/>
                  </a:lnTo>
                  <a:lnTo>
                    <a:pt x="152" y="48"/>
                  </a:lnTo>
                  <a:lnTo>
                    <a:pt x="152" y="44"/>
                  </a:lnTo>
                  <a:lnTo>
                    <a:pt x="148" y="44"/>
                  </a:lnTo>
                  <a:lnTo>
                    <a:pt x="148" y="41"/>
                  </a:lnTo>
                  <a:lnTo>
                    <a:pt x="148" y="33"/>
                  </a:lnTo>
                  <a:lnTo>
                    <a:pt x="148" y="33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37" y="29"/>
                  </a:lnTo>
                  <a:lnTo>
                    <a:pt x="137" y="26"/>
                  </a:lnTo>
                  <a:lnTo>
                    <a:pt x="137" y="18"/>
                  </a:lnTo>
                  <a:lnTo>
                    <a:pt x="141" y="15"/>
                  </a:lnTo>
                  <a:lnTo>
                    <a:pt x="141" y="11"/>
                  </a:lnTo>
                  <a:lnTo>
                    <a:pt x="141" y="7"/>
                  </a:lnTo>
                  <a:lnTo>
                    <a:pt x="145" y="7"/>
                  </a:lnTo>
                  <a:lnTo>
                    <a:pt x="148" y="7"/>
                  </a:lnTo>
                  <a:lnTo>
                    <a:pt x="148" y="7"/>
                  </a:lnTo>
                  <a:lnTo>
                    <a:pt x="148" y="3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52" y="0"/>
                  </a:lnTo>
                  <a:lnTo>
                    <a:pt x="156" y="0"/>
                  </a:lnTo>
                  <a:lnTo>
                    <a:pt x="159" y="3"/>
                  </a:lnTo>
                  <a:lnTo>
                    <a:pt x="163" y="3"/>
                  </a:lnTo>
                  <a:lnTo>
                    <a:pt x="163" y="3"/>
                  </a:lnTo>
                  <a:lnTo>
                    <a:pt x="167" y="7"/>
                  </a:lnTo>
                  <a:lnTo>
                    <a:pt x="171" y="7"/>
                  </a:lnTo>
                  <a:lnTo>
                    <a:pt x="178" y="7"/>
                  </a:lnTo>
                  <a:lnTo>
                    <a:pt x="182" y="7"/>
                  </a:lnTo>
                  <a:lnTo>
                    <a:pt x="182" y="11"/>
                  </a:lnTo>
                  <a:lnTo>
                    <a:pt x="185" y="11"/>
                  </a:lnTo>
                  <a:lnTo>
                    <a:pt x="189" y="11"/>
                  </a:lnTo>
                  <a:lnTo>
                    <a:pt x="193" y="11"/>
                  </a:lnTo>
                  <a:lnTo>
                    <a:pt x="197" y="11"/>
                  </a:lnTo>
                  <a:lnTo>
                    <a:pt x="200" y="11"/>
                  </a:lnTo>
                  <a:lnTo>
                    <a:pt x="200" y="15"/>
                  </a:lnTo>
                  <a:lnTo>
                    <a:pt x="200" y="15"/>
                  </a:lnTo>
                  <a:lnTo>
                    <a:pt x="204" y="18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208" y="26"/>
                  </a:lnTo>
                  <a:lnTo>
                    <a:pt x="208" y="29"/>
                  </a:lnTo>
                  <a:lnTo>
                    <a:pt x="208" y="29"/>
                  </a:lnTo>
                  <a:lnTo>
                    <a:pt x="211" y="29"/>
                  </a:lnTo>
                  <a:lnTo>
                    <a:pt x="215" y="33"/>
                  </a:lnTo>
                  <a:lnTo>
                    <a:pt x="215" y="33"/>
                  </a:lnTo>
                  <a:lnTo>
                    <a:pt x="219" y="33"/>
                  </a:lnTo>
                  <a:lnTo>
                    <a:pt x="226" y="37"/>
                  </a:lnTo>
                  <a:lnTo>
                    <a:pt x="226" y="37"/>
                  </a:lnTo>
                  <a:lnTo>
                    <a:pt x="230" y="37"/>
                  </a:lnTo>
                  <a:lnTo>
                    <a:pt x="234" y="37"/>
                  </a:lnTo>
                  <a:lnTo>
                    <a:pt x="234" y="37"/>
                  </a:lnTo>
                  <a:lnTo>
                    <a:pt x="237" y="37"/>
                  </a:lnTo>
                  <a:lnTo>
                    <a:pt x="241" y="37"/>
                  </a:lnTo>
                  <a:lnTo>
                    <a:pt x="241" y="37"/>
                  </a:lnTo>
                  <a:lnTo>
                    <a:pt x="245" y="33"/>
                  </a:lnTo>
                  <a:lnTo>
                    <a:pt x="248" y="29"/>
                  </a:lnTo>
                  <a:lnTo>
                    <a:pt x="256" y="29"/>
                  </a:lnTo>
                  <a:lnTo>
                    <a:pt x="259" y="29"/>
                  </a:lnTo>
                  <a:lnTo>
                    <a:pt x="263" y="29"/>
                  </a:lnTo>
                  <a:lnTo>
                    <a:pt x="267" y="29"/>
                  </a:lnTo>
                  <a:lnTo>
                    <a:pt x="271" y="29"/>
                  </a:lnTo>
                  <a:lnTo>
                    <a:pt x="278" y="29"/>
                  </a:lnTo>
                  <a:lnTo>
                    <a:pt x="282" y="29"/>
                  </a:lnTo>
                  <a:lnTo>
                    <a:pt x="285" y="33"/>
                  </a:lnTo>
                  <a:lnTo>
                    <a:pt x="293" y="37"/>
                  </a:lnTo>
                  <a:lnTo>
                    <a:pt x="296" y="37"/>
                  </a:lnTo>
                  <a:lnTo>
                    <a:pt x="300" y="37"/>
                  </a:lnTo>
                  <a:lnTo>
                    <a:pt x="300" y="37"/>
                  </a:lnTo>
                  <a:lnTo>
                    <a:pt x="304" y="41"/>
                  </a:lnTo>
                  <a:lnTo>
                    <a:pt x="308" y="44"/>
                  </a:lnTo>
                  <a:lnTo>
                    <a:pt x="308" y="44"/>
                  </a:lnTo>
                  <a:lnTo>
                    <a:pt x="311" y="44"/>
                  </a:lnTo>
                  <a:lnTo>
                    <a:pt x="315" y="48"/>
                  </a:lnTo>
                  <a:lnTo>
                    <a:pt x="315" y="48"/>
                  </a:lnTo>
                  <a:lnTo>
                    <a:pt x="322" y="48"/>
                  </a:lnTo>
                  <a:lnTo>
                    <a:pt x="330" y="48"/>
                  </a:lnTo>
                  <a:lnTo>
                    <a:pt x="341" y="48"/>
                  </a:lnTo>
                  <a:lnTo>
                    <a:pt x="345" y="48"/>
                  </a:lnTo>
                  <a:lnTo>
                    <a:pt x="345" y="48"/>
                  </a:lnTo>
                  <a:lnTo>
                    <a:pt x="348" y="48"/>
                  </a:lnTo>
                  <a:lnTo>
                    <a:pt x="352" y="48"/>
                  </a:lnTo>
                  <a:lnTo>
                    <a:pt x="356" y="48"/>
                  </a:lnTo>
                  <a:lnTo>
                    <a:pt x="356" y="44"/>
                  </a:lnTo>
                  <a:lnTo>
                    <a:pt x="363" y="41"/>
                  </a:lnTo>
                  <a:lnTo>
                    <a:pt x="367" y="41"/>
                  </a:lnTo>
                  <a:lnTo>
                    <a:pt x="371" y="41"/>
                  </a:lnTo>
                  <a:lnTo>
                    <a:pt x="371" y="37"/>
                  </a:lnTo>
                  <a:lnTo>
                    <a:pt x="378" y="37"/>
                  </a:lnTo>
                  <a:lnTo>
                    <a:pt x="382" y="37"/>
                  </a:lnTo>
                  <a:lnTo>
                    <a:pt x="385" y="33"/>
                  </a:lnTo>
                  <a:lnTo>
                    <a:pt x="385" y="33"/>
                  </a:lnTo>
                  <a:lnTo>
                    <a:pt x="385" y="29"/>
                  </a:lnTo>
                  <a:lnTo>
                    <a:pt x="389" y="26"/>
                  </a:lnTo>
                  <a:lnTo>
                    <a:pt x="393" y="26"/>
                  </a:lnTo>
                  <a:lnTo>
                    <a:pt x="393" y="22"/>
                  </a:lnTo>
                  <a:lnTo>
                    <a:pt x="396" y="18"/>
                  </a:lnTo>
                  <a:lnTo>
                    <a:pt x="400" y="18"/>
                  </a:lnTo>
                  <a:lnTo>
                    <a:pt x="400" y="22"/>
                  </a:lnTo>
                  <a:lnTo>
                    <a:pt x="404" y="18"/>
                  </a:lnTo>
                  <a:lnTo>
                    <a:pt x="408" y="18"/>
                  </a:lnTo>
                  <a:lnTo>
                    <a:pt x="411" y="22"/>
                  </a:lnTo>
                  <a:lnTo>
                    <a:pt x="415" y="26"/>
                  </a:lnTo>
                  <a:lnTo>
                    <a:pt x="415" y="26"/>
                  </a:lnTo>
                  <a:lnTo>
                    <a:pt x="419" y="26"/>
                  </a:lnTo>
                  <a:lnTo>
                    <a:pt x="419" y="26"/>
                  </a:lnTo>
                  <a:lnTo>
                    <a:pt x="422" y="26"/>
                  </a:lnTo>
                  <a:lnTo>
                    <a:pt x="426" y="22"/>
                  </a:lnTo>
                  <a:lnTo>
                    <a:pt x="426" y="22"/>
                  </a:lnTo>
                  <a:lnTo>
                    <a:pt x="433" y="22"/>
                  </a:lnTo>
                  <a:lnTo>
                    <a:pt x="437" y="22"/>
                  </a:lnTo>
                  <a:lnTo>
                    <a:pt x="441" y="26"/>
                  </a:lnTo>
                  <a:lnTo>
                    <a:pt x="437" y="48"/>
                  </a:lnTo>
                  <a:lnTo>
                    <a:pt x="437" y="52"/>
                  </a:lnTo>
                  <a:lnTo>
                    <a:pt x="437" y="55"/>
                  </a:lnTo>
                  <a:lnTo>
                    <a:pt x="437" y="59"/>
                  </a:lnTo>
                  <a:lnTo>
                    <a:pt x="433" y="66"/>
                  </a:lnTo>
                  <a:lnTo>
                    <a:pt x="437" y="70"/>
                  </a:lnTo>
                  <a:lnTo>
                    <a:pt x="445" y="74"/>
                  </a:lnTo>
                  <a:lnTo>
                    <a:pt x="452" y="70"/>
                  </a:lnTo>
                  <a:lnTo>
                    <a:pt x="456" y="70"/>
                  </a:lnTo>
                  <a:lnTo>
                    <a:pt x="463" y="70"/>
                  </a:lnTo>
                  <a:lnTo>
                    <a:pt x="467" y="74"/>
                  </a:lnTo>
                  <a:lnTo>
                    <a:pt x="471" y="70"/>
                  </a:lnTo>
                  <a:lnTo>
                    <a:pt x="471" y="66"/>
                  </a:lnTo>
                  <a:lnTo>
                    <a:pt x="471" y="63"/>
                  </a:lnTo>
                  <a:lnTo>
                    <a:pt x="474" y="63"/>
                  </a:lnTo>
                  <a:lnTo>
                    <a:pt x="478" y="59"/>
                  </a:lnTo>
                  <a:lnTo>
                    <a:pt x="485" y="63"/>
                  </a:lnTo>
                  <a:lnTo>
                    <a:pt x="489" y="66"/>
                  </a:lnTo>
                  <a:lnTo>
                    <a:pt x="496" y="70"/>
                  </a:lnTo>
                  <a:lnTo>
                    <a:pt x="500" y="78"/>
                  </a:lnTo>
                  <a:lnTo>
                    <a:pt x="504" y="81"/>
                  </a:lnTo>
                  <a:lnTo>
                    <a:pt x="508" y="85"/>
                  </a:lnTo>
                  <a:lnTo>
                    <a:pt x="508" y="85"/>
                  </a:lnTo>
                  <a:lnTo>
                    <a:pt x="508" y="89"/>
                  </a:lnTo>
                  <a:lnTo>
                    <a:pt x="504" y="89"/>
                  </a:lnTo>
                  <a:lnTo>
                    <a:pt x="504" y="92"/>
                  </a:lnTo>
                  <a:lnTo>
                    <a:pt x="504" y="92"/>
                  </a:lnTo>
                  <a:lnTo>
                    <a:pt x="500" y="92"/>
                  </a:lnTo>
                  <a:lnTo>
                    <a:pt x="500" y="92"/>
                  </a:lnTo>
                  <a:lnTo>
                    <a:pt x="496" y="92"/>
                  </a:lnTo>
                  <a:lnTo>
                    <a:pt x="496" y="92"/>
                  </a:lnTo>
                  <a:lnTo>
                    <a:pt x="489" y="92"/>
                  </a:lnTo>
                  <a:lnTo>
                    <a:pt x="489" y="92"/>
                  </a:lnTo>
                  <a:lnTo>
                    <a:pt x="485" y="96"/>
                  </a:lnTo>
                  <a:lnTo>
                    <a:pt x="482" y="100"/>
                  </a:lnTo>
                  <a:lnTo>
                    <a:pt x="478" y="100"/>
                  </a:lnTo>
                  <a:lnTo>
                    <a:pt x="474" y="100"/>
                  </a:lnTo>
                  <a:lnTo>
                    <a:pt x="474" y="100"/>
                  </a:lnTo>
                  <a:lnTo>
                    <a:pt x="474" y="104"/>
                  </a:lnTo>
                  <a:lnTo>
                    <a:pt x="471" y="104"/>
                  </a:lnTo>
                  <a:lnTo>
                    <a:pt x="471" y="104"/>
                  </a:lnTo>
                  <a:lnTo>
                    <a:pt x="467" y="104"/>
                  </a:lnTo>
                  <a:lnTo>
                    <a:pt x="467" y="104"/>
                  </a:lnTo>
                  <a:lnTo>
                    <a:pt x="463" y="111"/>
                  </a:lnTo>
                  <a:lnTo>
                    <a:pt x="463" y="115"/>
                  </a:lnTo>
                  <a:lnTo>
                    <a:pt x="463" y="118"/>
                  </a:lnTo>
                  <a:lnTo>
                    <a:pt x="463" y="118"/>
                  </a:lnTo>
                  <a:lnTo>
                    <a:pt x="459" y="118"/>
                  </a:lnTo>
                  <a:lnTo>
                    <a:pt x="452" y="126"/>
                  </a:lnTo>
                  <a:lnTo>
                    <a:pt x="448" y="126"/>
                  </a:lnTo>
                  <a:lnTo>
                    <a:pt x="441" y="122"/>
                  </a:lnTo>
                  <a:lnTo>
                    <a:pt x="441" y="126"/>
                  </a:lnTo>
                  <a:lnTo>
                    <a:pt x="437" y="130"/>
                  </a:lnTo>
                  <a:lnTo>
                    <a:pt x="433" y="133"/>
                  </a:lnTo>
                  <a:lnTo>
                    <a:pt x="430" y="133"/>
                  </a:lnTo>
                  <a:lnTo>
                    <a:pt x="430" y="137"/>
                  </a:lnTo>
                  <a:lnTo>
                    <a:pt x="426" y="141"/>
                  </a:lnTo>
                  <a:lnTo>
                    <a:pt x="426" y="141"/>
                  </a:lnTo>
                  <a:lnTo>
                    <a:pt x="422" y="137"/>
                  </a:lnTo>
                  <a:lnTo>
                    <a:pt x="419" y="137"/>
                  </a:lnTo>
                  <a:lnTo>
                    <a:pt x="415" y="137"/>
                  </a:lnTo>
                  <a:lnTo>
                    <a:pt x="411" y="133"/>
                  </a:lnTo>
                  <a:lnTo>
                    <a:pt x="404" y="133"/>
                  </a:lnTo>
                  <a:lnTo>
                    <a:pt x="400" y="133"/>
                  </a:lnTo>
                  <a:lnTo>
                    <a:pt x="396" y="137"/>
                  </a:lnTo>
                  <a:lnTo>
                    <a:pt x="393" y="141"/>
                  </a:lnTo>
                  <a:lnTo>
                    <a:pt x="393" y="148"/>
                  </a:lnTo>
                  <a:lnTo>
                    <a:pt x="393" y="152"/>
                  </a:lnTo>
                  <a:lnTo>
                    <a:pt x="393" y="152"/>
                  </a:lnTo>
                  <a:lnTo>
                    <a:pt x="400" y="156"/>
                  </a:lnTo>
                  <a:lnTo>
                    <a:pt x="408" y="159"/>
                  </a:lnTo>
                  <a:lnTo>
                    <a:pt x="408" y="163"/>
                  </a:lnTo>
                  <a:lnTo>
                    <a:pt x="404" y="163"/>
                  </a:lnTo>
                  <a:lnTo>
                    <a:pt x="404" y="167"/>
                  </a:lnTo>
                  <a:lnTo>
                    <a:pt x="396" y="174"/>
                  </a:lnTo>
                  <a:lnTo>
                    <a:pt x="393" y="181"/>
                  </a:lnTo>
                  <a:lnTo>
                    <a:pt x="389" y="185"/>
                  </a:lnTo>
                  <a:lnTo>
                    <a:pt x="385" y="185"/>
                  </a:lnTo>
                  <a:lnTo>
                    <a:pt x="382" y="189"/>
                  </a:lnTo>
                  <a:lnTo>
                    <a:pt x="378" y="189"/>
                  </a:lnTo>
                  <a:lnTo>
                    <a:pt x="374" y="189"/>
                  </a:lnTo>
                  <a:lnTo>
                    <a:pt x="371" y="193"/>
                  </a:lnTo>
                  <a:lnTo>
                    <a:pt x="363" y="193"/>
                  </a:lnTo>
                  <a:lnTo>
                    <a:pt x="356" y="193"/>
                  </a:lnTo>
                  <a:lnTo>
                    <a:pt x="352" y="196"/>
                  </a:lnTo>
                  <a:lnTo>
                    <a:pt x="348" y="196"/>
                  </a:lnTo>
                  <a:lnTo>
                    <a:pt x="337" y="200"/>
                  </a:lnTo>
                  <a:lnTo>
                    <a:pt x="326" y="204"/>
                  </a:lnTo>
                  <a:lnTo>
                    <a:pt x="322" y="207"/>
                  </a:lnTo>
                  <a:lnTo>
                    <a:pt x="315" y="215"/>
                  </a:lnTo>
                  <a:lnTo>
                    <a:pt x="311" y="215"/>
                  </a:lnTo>
                  <a:lnTo>
                    <a:pt x="308" y="215"/>
                  </a:lnTo>
                  <a:lnTo>
                    <a:pt x="304" y="215"/>
                  </a:lnTo>
                  <a:lnTo>
                    <a:pt x="304" y="215"/>
                  </a:lnTo>
                  <a:lnTo>
                    <a:pt x="304" y="211"/>
                  </a:lnTo>
                  <a:lnTo>
                    <a:pt x="296" y="211"/>
                  </a:lnTo>
                  <a:lnTo>
                    <a:pt x="289" y="215"/>
                  </a:lnTo>
                  <a:lnTo>
                    <a:pt x="285" y="211"/>
                  </a:lnTo>
                  <a:lnTo>
                    <a:pt x="278" y="211"/>
                  </a:lnTo>
                  <a:lnTo>
                    <a:pt x="271" y="207"/>
                  </a:lnTo>
                  <a:lnTo>
                    <a:pt x="259" y="204"/>
                  </a:lnTo>
                  <a:lnTo>
                    <a:pt x="252" y="196"/>
                  </a:lnTo>
                  <a:lnTo>
                    <a:pt x="248" y="196"/>
                  </a:lnTo>
                  <a:lnTo>
                    <a:pt x="237" y="196"/>
                  </a:lnTo>
                  <a:lnTo>
                    <a:pt x="226" y="196"/>
                  </a:lnTo>
                  <a:lnTo>
                    <a:pt x="226" y="196"/>
                  </a:lnTo>
                  <a:lnTo>
                    <a:pt x="222" y="196"/>
                  </a:lnTo>
                  <a:lnTo>
                    <a:pt x="222" y="200"/>
                  </a:lnTo>
                  <a:lnTo>
                    <a:pt x="215" y="200"/>
                  </a:lnTo>
                  <a:lnTo>
                    <a:pt x="208" y="200"/>
                  </a:lnTo>
                  <a:lnTo>
                    <a:pt x="197" y="200"/>
                  </a:lnTo>
                  <a:lnTo>
                    <a:pt x="185" y="200"/>
                  </a:lnTo>
                  <a:lnTo>
                    <a:pt x="178" y="200"/>
                  </a:lnTo>
                  <a:lnTo>
                    <a:pt x="171" y="200"/>
                  </a:lnTo>
                  <a:lnTo>
                    <a:pt x="167" y="200"/>
                  </a:lnTo>
                  <a:lnTo>
                    <a:pt x="163" y="200"/>
                  </a:lnTo>
                  <a:lnTo>
                    <a:pt x="159" y="193"/>
                  </a:lnTo>
                  <a:lnTo>
                    <a:pt x="159" y="189"/>
                  </a:lnTo>
                  <a:lnTo>
                    <a:pt x="156" y="185"/>
                  </a:lnTo>
                  <a:lnTo>
                    <a:pt x="152" y="181"/>
                  </a:lnTo>
                  <a:lnTo>
                    <a:pt x="152" y="178"/>
                  </a:lnTo>
                  <a:lnTo>
                    <a:pt x="152" y="178"/>
                  </a:lnTo>
                  <a:lnTo>
                    <a:pt x="148" y="174"/>
                  </a:lnTo>
                  <a:lnTo>
                    <a:pt x="145" y="174"/>
                  </a:lnTo>
                  <a:lnTo>
                    <a:pt x="145" y="174"/>
                  </a:lnTo>
                  <a:lnTo>
                    <a:pt x="145" y="170"/>
                  </a:lnTo>
                  <a:lnTo>
                    <a:pt x="145" y="170"/>
                  </a:lnTo>
                  <a:lnTo>
                    <a:pt x="141" y="170"/>
                  </a:lnTo>
                  <a:lnTo>
                    <a:pt x="141" y="170"/>
                  </a:lnTo>
                  <a:lnTo>
                    <a:pt x="137" y="170"/>
                  </a:lnTo>
                  <a:lnTo>
                    <a:pt x="134" y="167"/>
                  </a:lnTo>
                  <a:lnTo>
                    <a:pt x="126" y="163"/>
                  </a:lnTo>
                  <a:lnTo>
                    <a:pt x="122" y="163"/>
                  </a:lnTo>
                  <a:lnTo>
                    <a:pt x="122" y="163"/>
                  </a:lnTo>
                  <a:lnTo>
                    <a:pt x="119" y="163"/>
                  </a:lnTo>
                  <a:lnTo>
                    <a:pt x="119" y="159"/>
                  </a:lnTo>
                  <a:lnTo>
                    <a:pt x="115" y="159"/>
                  </a:lnTo>
                  <a:lnTo>
                    <a:pt x="104" y="156"/>
                  </a:lnTo>
                  <a:lnTo>
                    <a:pt x="100" y="156"/>
                  </a:lnTo>
                  <a:lnTo>
                    <a:pt x="100" y="156"/>
                  </a:lnTo>
                  <a:lnTo>
                    <a:pt x="97" y="156"/>
                  </a:lnTo>
                  <a:lnTo>
                    <a:pt x="89" y="156"/>
                  </a:lnTo>
                  <a:lnTo>
                    <a:pt x="71" y="156"/>
                  </a:lnTo>
                  <a:lnTo>
                    <a:pt x="67" y="152"/>
                  </a:lnTo>
                  <a:lnTo>
                    <a:pt x="63" y="148"/>
                  </a:lnTo>
                  <a:lnTo>
                    <a:pt x="63" y="144"/>
                  </a:lnTo>
                  <a:lnTo>
                    <a:pt x="63" y="141"/>
                  </a:lnTo>
                  <a:lnTo>
                    <a:pt x="67" y="141"/>
                  </a:lnTo>
                  <a:lnTo>
                    <a:pt x="67" y="141"/>
                  </a:lnTo>
                  <a:lnTo>
                    <a:pt x="67" y="137"/>
                  </a:lnTo>
                  <a:lnTo>
                    <a:pt x="67" y="133"/>
                  </a:lnTo>
                  <a:lnTo>
                    <a:pt x="67" y="130"/>
                  </a:lnTo>
                  <a:lnTo>
                    <a:pt x="67" y="130"/>
                  </a:lnTo>
                  <a:lnTo>
                    <a:pt x="67" y="126"/>
                  </a:lnTo>
                  <a:lnTo>
                    <a:pt x="67" y="126"/>
                  </a:lnTo>
                  <a:lnTo>
                    <a:pt x="63" y="122"/>
                  </a:lnTo>
                  <a:lnTo>
                    <a:pt x="60" y="118"/>
                  </a:lnTo>
                  <a:lnTo>
                    <a:pt x="60" y="118"/>
                  </a:lnTo>
                  <a:lnTo>
                    <a:pt x="56" y="115"/>
                  </a:lnTo>
                  <a:lnTo>
                    <a:pt x="56" y="115"/>
                  </a:lnTo>
                  <a:lnTo>
                    <a:pt x="56" y="111"/>
                  </a:lnTo>
                  <a:lnTo>
                    <a:pt x="52" y="107"/>
                  </a:lnTo>
                  <a:lnTo>
                    <a:pt x="52" y="107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45" y="100"/>
                  </a:lnTo>
                  <a:lnTo>
                    <a:pt x="45" y="100"/>
                  </a:lnTo>
                  <a:lnTo>
                    <a:pt x="41" y="100"/>
                  </a:lnTo>
                  <a:lnTo>
                    <a:pt x="37" y="104"/>
                  </a:lnTo>
                  <a:lnTo>
                    <a:pt x="37" y="104"/>
                  </a:lnTo>
                  <a:lnTo>
                    <a:pt x="37" y="104"/>
                  </a:lnTo>
                  <a:lnTo>
                    <a:pt x="34" y="100"/>
                  </a:lnTo>
                  <a:lnTo>
                    <a:pt x="34" y="100"/>
                  </a:lnTo>
                  <a:lnTo>
                    <a:pt x="30" y="100"/>
                  </a:lnTo>
                  <a:lnTo>
                    <a:pt x="26" y="100"/>
                  </a:lnTo>
                  <a:lnTo>
                    <a:pt x="26" y="100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19" y="100"/>
                  </a:lnTo>
                  <a:lnTo>
                    <a:pt x="19" y="100"/>
                  </a:lnTo>
                  <a:lnTo>
                    <a:pt x="19" y="96"/>
                  </a:lnTo>
                  <a:lnTo>
                    <a:pt x="15" y="96"/>
                  </a:lnTo>
                  <a:lnTo>
                    <a:pt x="11" y="92"/>
                  </a:lnTo>
                  <a:lnTo>
                    <a:pt x="11" y="92"/>
                  </a:lnTo>
                  <a:lnTo>
                    <a:pt x="8" y="89"/>
                  </a:lnTo>
                  <a:lnTo>
                    <a:pt x="8" y="89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1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0" y="81"/>
                  </a:lnTo>
                  <a:lnTo>
                    <a:pt x="0" y="81"/>
                  </a:lnTo>
                  <a:lnTo>
                    <a:pt x="0" y="78"/>
                  </a:lnTo>
                  <a:lnTo>
                    <a:pt x="0" y="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45" name="Freeform 16"/>
            <p:cNvSpPr/>
            <p:nvPr/>
          </p:nvSpPr>
          <p:spPr bwMode="auto">
            <a:xfrm>
              <a:off x="5193663" y="1935656"/>
              <a:ext cx="800284" cy="382130"/>
            </a:xfrm>
            <a:custGeom>
              <a:avLst/>
              <a:gdLst>
                <a:gd name="T0" fmla="*/ 15 w 622"/>
                <a:gd name="T1" fmla="*/ 174 h 297"/>
                <a:gd name="T2" fmla="*/ 0 w 622"/>
                <a:gd name="T3" fmla="*/ 141 h 297"/>
                <a:gd name="T4" fmla="*/ 29 w 622"/>
                <a:gd name="T5" fmla="*/ 133 h 297"/>
                <a:gd name="T6" fmla="*/ 44 w 622"/>
                <a:gd name="T7" fmla="*/ 107 h 297"/>
                <a:gd name="T8" fmla="*/ 59 w 622"/>
                <a:gd name="T9" fmla="*/ 100 h 297"/>
                <a:gd name="T10" fmla="*/ 70 w 622"/>
                <a:gd name="T11" fmla="*/ 100 h 297"/>
                <a:gd name="T12" fmla="*/ 100 w 622"/>
                <a:gd name="T13" fmla="*/ 107 h 297"/>
                <a:gd name="T14" fmla="*/ 118 w 622"/>
                <a:gd name="T15" fmla="*/ 115 h 297"/>
                <a:gd name="T16" fmla="*/ 141 w 622"/>
                <a:gd name="T17" fmla="*/ 107 h 297"/>
                <a:gd name="T18" fmla="*/ 163 w 622"/>
                <a:gd name="T19" fmla="*/ 107 h 297"/>
                <a:gd name="T20" fmla="*/ 178 w 622"/>
                <a:gd name="T21" fmla="*/ 115 h 297"/>
                <a:gd name="T22" fmla="*/ 207 w 622"/>
                <a:gd name="T23" fmla="*/ 115 h 297"/>
                <a:gd name="T24" fmla="*/ 200 w 622"/>
                <a:gd name="T25" fmla="*/ 89 h 297"/>
                <a:gd name="T26" fmla="*/ 196 w 622"/>
                <a:gd name="T27" fmla="*/ 74 h 297"/>
                <a:gd name="T28" fmla="*/ 211 w 622"/>
                <a:gd name="T29" fmla="*/ 56 h 297"/>
                <a:gd name="T30" fmla="*/ 200 w 622"/>
                <a:gd name="T31" fmla="*/ 52 h 297"/>
                <a:gd name="T32" fmla="*/ 207 w 622"/>
                <a:gd name="T33" fmla="*/ 44 h 297"/>
                <a:gd name="T34" fmla="*/ 229 w 622"/>
                <a:gd name="T35" fmla="*/ 37 h 297"/>
                <a:gd name="T36" fmla="*/ 255 w 622"/>
                <a:gd name="T37" fmla="*/ 30 h 297"/>
                <a:gd name="T38" fmla="*/ 274 w 622"/>
                <a:gd name="T39" fmla="*/ 22 h 297"/>
                <a:gd name="T40" fmla="*/ 300 w 622"/>
                <a:gd name="T41" fmla="*/ 11 h 297"/>
                <a:gd name="T42" fmla="*/ 322 w 622"/>
                <a:gd name="T43" fmla="*/ 4 h 297"/>
                <a:gd name="T44" fmla="*/ 344 w 622"/>
                <a:gd name="T45" fmla="*/ 15 h 297"/>
                <a:gd name="T46" fmla="*/ 352 w 622"/>
                <a:gd name="T47" fmla="*/ 26 h 297"/>
                <a:gd name="T48" fmla="*/ 366 w 622"/>
                <a:gd name="T49" fmla="*/ 26 h 297"/>
                <a:gd name="T50" fmla="*/ 381 w 622"/>
                <a:gd name="T51" fmla="*/ 30 h 297"/>
                <a:gd name="T52" fmla="*/ 392 w 622"/>
                <a:gd name="T53" fmla="*/ 37 h 297"/>
                <a:gd name="T54" fmla="*/ 415 w 622"/>
                <a:gd name="T55" fmla="*/ 26 h 297"/>
                <a:gd name="T56" fmla="*/ 433 w 622"/>
                <a:gd name="T57" fmla="*/ 22 h 297"/>
                <a:gd name="T58" fmla="*/ 507 w 622"/>
                <a:gd name="T59" fmla="*/ 82 h 297"/>
                <a:gd name="T60" fmla="*/ 529 w 622"/>
                <a:gd name="T61" fmla="*/ 89 h 297"/>
                <a:gd name="T62" fmla="*/ 552 w 622"/>
                <a:gd name="T63" fmla="*/ 85 h 297"/>
                <a:gd name="T64" fmla="*/ 581 w 622"/>
                <a:gd name="T65" fmla="*/ 100 h 297"/>
                <a:gd name="T66" fmla="*/ 589 w 622"/>
                <a:gd name="T67" fmla="*/ 111 h 297"/>
                <a:gd name="T68" fmla="*/ 611 w 622"/>
                <a:gd name="T69" fmla="*/ 111 h 297"/>
                <a:gd name="T70" fmla="*/ 614 w 622"/>
                <a:gd name="T71" fmla="*/ 130 h 297"/>
                <a:gd name="T72" fmla="*/ 607 w 622"/>
                <a:gd name="T73" fmla="*/ 163 h 297"/>
                <a:gd name="T74" fmla="*/ 574 w 622"/>
                <a:gd name="T75" fmla="*/ 163 h 297"/>
                <a:gd name="T76" fmla="*/ 566 w 622"/>
                <a:gd name="T77" fmla="*/ 197 h 297"/>
                <a:gd name="T78" fmla="*/ 552 w 622"/>
                <a:gd name="T79" fmla="*/ 204 h 297"/>
                <a:gd name="T80" fmla="*/ 537 w 622"/>
                <a:gd name="T81" fmla="*/ 215 h 297"/>
                <a:gd name="T82" fmla="*/ 548 w 622"/>
                <a:gd name="T83" fmla="*/ 237 h 297"/>
                <a:gd name="T84" fmla="*/ 548 w 622"/>
                <a:gd name="T85" fmla="*/ 260 h 297"/>
                <a:gd name="T86" fmla="*/ 489 w 622"/>
                <a:gd name="T87" fmla="*/ 252 h 297"/>
                <a:gd name="T88" fmla="*/ 448 w 622"/>
                <a:gd name="T89" fmla="*/ 252 h 297"/>
                <a:gd name="T90" fmla="*/ 415 w 622"/>
                <a:gd name="T91" fmla="*/ 263 h 297"/>
                <a:gd name="T92" fmla="*/ 392 w 622"/>
                <a:gd name="T93" fmla="*/ 274 h 297"/>
                <a:gd name="T94" fmla="*/ 352 w 622"/>
                <a:gd name="T95" fmla="*/ 293 h 297"/>
                <a:gd name="T96" fmla="*/ 278 w 622"/>
                <a:gd name="T97" fmla="*/ 245 h 297"/>
                <a:gd name="T98" fmla="*/ 152 w 622"/>
                <a:gd name="T99" fmla="*/ 286 h 297"/>
                <a:gd name="T100" fmla="*/ 115 w 622"/>
                <a:gd name="T101" fmla="*/ 274 h 297"/>
                <a:gd name="T102" fmla="*/ 96 w 622"/>
                <a:gd name="T103" fmla="*/ 267 h 297"/>
                <a:gd name="T104" fmla="*/ 81 w 622"/>
                <a:gd name="T105" fmla="*/ 252 h 297"/>
                <a:gd name="T106" fmla="*/ 70 w 622"/>
                <a:gd name="T107" fmla="*/ 237 h 297"/>
                <a:gd name="T108" fmla="*/ 89 w 622"/>
                <a:gd name="T109" fmla="*/ 237 h 297"/>
                <a:gd name="T110" fmla="*/ 81 w 622"/>
                <a:gd name="T111" fmla="*/ 226 h 297"/>
                <a:gd name="T112" fmla="*/ 103 w 622"/>
                <a:gd name="T113" fmla="*/ 222 h 297"/>
                <a:gd name="T114" fmla="*/ 107 w 622"/>
                <a:gd name="T115" fmla="*/ 211 h 297"/>
                <a:gd name="T116" fmla="*/ 107 w 622"/>
                <a:gd name="T117" fmla="*/ 197 h 297"/>
                <a:gd name="T118" fmla="*/ 92 w 622"/>
                <a:gd name="T119" fmla="*/ 193 h 297"/>
                <a:gd name="T120" fmla="*/ 81 w 622"/>
                <a:gd name="T121" fmla="*/ 189 h 297"/>
                <a:gd name="T122" fmla="*/ 66 w 622"/>
                <a:gd name="T123" fmla="*/ 193 h 297"/>
                <a:gd name="T124" fmla="*/ 52 w 622"/>
                <a:gd name="T125" fmla="*/ 20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22" h="297">
                  <a:moveTo>
                    <a:pt x="48" y="200"/>
                  </a:moveTo>
                  <a:lnTo>
                    <a:pt x="44" y="197"/>
                  </a:lnTo>
                  <a:lnTo>
                    <a:pt x="37" y="200"/>
                  </a:lnTo>
                  <a:lnTo>
                    <a:pt x="33" y="197"/>
                  </a:lnTo>
                  <a:lnTo>
                    <a:pt x="33" y="193"/>
                  </a:lnTo>
                  <a:lnTo>
                    <a:pt x="41" y="193"/>
                  </a:lnTo>
                  <a:lnTo>
                    <a:pt x="33" y="182"/>
                  </a:lnTo>
                  <a:lnTo>
                    <a:pt x="26" y="178"/>
                  </a:lnTo>
                  <a:lnTo>
                    <a:pt x="15" y="174"/>
                  </a:lnTo>
                  <a:lnTo>
                    <a:pt x="15" y="178"/>
                  </a:lnTo>
                  <a:lnTo>
                    <a:pt x="7" y="171"/>
                  </a:lnTo>
                  <a:lnTo>
                    <a:pt x="7" y="171"/>
                  </a:lnTo>
                  <a:lnTo>
                    <a:pt x="7" y="167"/>
                  </a:lnTo>
                  <a:lnTo>
                    <a:pt x="0" y="163"/>
                  </a:lnTo>
                  <a:lnTo>
                    <a:pt x="0" y="159"/>
                  </a:lnTo>
                  <a:lnTo>
                    <a:pt x="4" y="148"/>
                  </a:lnTo>
                  <a:lnTo>
                    <a:pt x="0" y="148"/>
                  </a:lnTo>
                  <a:lnTo>
                    <a:pt x="0" y="141"/>
                  </a:lnTo>
                  <a:lnTo>
                    <a:pt x="4" y="137"/>
                  </a:lnTo>
                  <a:lnTo>
                    <a:pt x="7" y="133"/>
                  </a:lnTo>
                  <a:lnTo>
                    <a:pt x="7" y="130"/>
                  </a:lnTo>
                  <a:lnTo>
                    <a:pt x="11" y="126"/>
                  </a:lnTo>
                  <a:lnTo>
                    <a:pt x="18" y="133"/>
                  </a:lnTo>
                  <a:lnTo>
                    <a:pt x="18" y="137"/>
                  </a:lnTo>
                  <a:lnTo>
                    <a:pt x="26" y="141"/>
                  </a:lnTo>
                  <a:lnTo>
                    <a:pt x="29" y="137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6" y="122"/>
                  </a:lnTo>
                  <a:lnTo>
                    <a:pt x="33" y="119"/>
                  </a:lnTo>
                  <a:lnTo>
                    <a:pt x="37" y="119"/>
                  </a:lnTo>
                  <a:lnTo>
                    <a:pt x="37" y="119"/>
                  </a:lnTo>
                  <a:lnTo>
                    <a:pt x="37" y="115"/>
                  </a:lnTo>
                  <a:lnTo>
                    <a:pt x="37" y="111"/>
                  </a:lnTo>
                  <a:lnTo>
                    <a:pt x="41" y="107"/>
                  </a:lnTo>
                  <a:lnTo>
                    <a:pt x="44" y="107"/>
                  </a:lnTo>
                  <a:lnTo>
                    <a:pt x="44" y="104"/>
                  </a:lnTo>
                  <a:lnTo>
                    <a:pt x="48" y="104"/>
                  </a:lnTo>
                  <a:lnTo>
                    <a:pt x="52" y="104"/>
                  </a:lnTo>
                  <a:lnTo>
                    <a:pt x="52" y="100"/>
                  </a:lnTo>
                  <a:lnTo>
                    <a:pt x="52" y="96"/>
                  </a:lnTo>
                  <a:lnTo>
                    <a:pt x="52" y="96"/>
                  </a:lnTo>
                  <a:lnTo>
                    <a:pt x="55" y="100"/>
                  </a:lnTo>
                  <a:lnTo>
                    <a:pt x="59" y="100"/>
                  </a:lnTo>
                  <a:lnTo>
                    <a:pt x="59" y="100"/>
                  </a:lnTo>
                  <a:lnTo>
                    <a:pt x="59" y="104"/>
                  </a:lnTo>
                  <a:lnTo>
                    <a:pt x="59" y="107"/>
                  </a:lnTo>
                  <a:lnTo>
                    <a:pt x="63" y="104"/>
                  </a:lnTo>
                  <a:lnTo>
                    <a:pt x="63" y="100"/>
                  </a:lnTo>
                  <a:lnTo>
                    <a:pt x="66" y="100"/>
                  </a:lnTo>
                  <a:lnTo>
                    <a:pt x="66" y="104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70" y="100"/>
                  </a:lnTo>
                  <a:lnTo>
                    <a:pt x="74" y="96"/>
                  </a:lnTo>
                  <a:lnTo>
                    <a:pt x="78" y="96"/>
                  </a:lnTo>
                  <a:lnTo>
                    <a:pt x="78" y="100"/>
                  </a:lnTo>
                  <a:lnTo>
                    <a:pt x="81" y="104"/>
                  </a:lnTo>
                  <a:lnTo>
                    <a:pt x="89" y="100"/>
                  </a:lnTo>
                  <a:lnTo>
                    <a:pt x="92" y="100"/>
                  </a:lnTo>
                  <a:lnTo>
                    <a:pt x="92" y="104"/>
                  </a:lnTo>
                  <a:lnTo>
                    <a:pt x="96" y="104"/>
                  </a:lnTo>
                  <a:lnTo>
                    <a:pt x="100" y="107"/>
                  </a:lnTo>
                  <a:lnTo>
                    <a:pt x="103" y="107"/>
                  </a:lnTo>
                  <a:lnTo>
                    <a:pt x="103" y="111"/>
                  </a:lnTo>
                  <a:lnTo>
                    <a:pt x="111" y="115"/>
                  </a:lnTo>
                  <a:lnTo>
                    <a:pt x="111" y="115"/>
                  </a:lnTo>
                  <a:lnTo>
                    <a:pt x="115" y="115"/>
                  </a:lnTo>
                  <a:lnTo>
                    <a:pt x="115" y="119"/>
                  </a:lnTo>
                  <a:lnTo>
                    <a:pt x="115" y="119"/>
                  </a:lnTo>
                  <a:lnTo>
                    <a:pt x="118" y="119"/>
                  </a:lnTo>
                  <a:lnTo>
                    <a:pt x="118" y="115"/>
                  </a:lnTo>
                  <a:lnTo>
                    <a:pt x="122" y="111"/>
                  </a:lnTo>
                  <a:lnTo>
                    <a:pt x="122" y="115"/>
                  </a:lnTo>
                  <a:lnTo>
                    <a:pt x="129" y="115"/>
                  </a:lnTo>
                  <a:lnTo>
                    <a:pt x="129" y="119"/>
                  </a:lnTo>
                  <a:lnTo>
                    <a:pt x="133" y="119"/>
                  </a:lnTo>
                  <a:lnTo>
                    <a:pt x="137" y="115"/>
                  </a:lnTo>
                  <a:lnTo>
                    <a:pt x="137" y="111"/>
                  </a:lnTo>
                  <a:lnTo>
                    <a:pt x="141" y="111"/>
                  </a:lnTo>
                  <a:lnTo>
                    <a:pt x="141" y="107"/>
                  </a:lnTo>
                  <a:lnTo>
                    <a:pt x="144" y="107"/>
                  </a:lnTo>
                  <a:lnTo>
                    <a:pt x="144" y="107"/>
                  </a:lnTo>
                  <a:lnTo>
                    <a:pt x="148" y="107"/>
                  </a:lnTo>
                  <a:lnTo>
                    <a:pt x="152" y="107"/>
                  </a:lnTo>
                  <a:lnTo>
                    <a:pt x="155" y="111"/>
                  </a:lnTo>
                  <a:lnTo>
                    <a:pt x="155" y="111"/>
                  </a:lnTo>
                  <a:lnTo>
                    <a:pt x="163" y="111"/>
                  </a:lnTo>
                  <a:lnTo>
                    <a:pt x="159" y="107"/>
                  </a:lnTo>
                  <a:lnTo>
                    <a:pt x="163" y="107"/>
                  </a:lnTo>
                  <a:lnTo>
                    <a:pt x="166" y="107"/>
                  </a:lnTo>
                  <a:lnTo>
                    <a:pt x="170" y="104"/>
                  </a:lnTo>
                  <a:lnTo>
                    <a:pt x="174" y="107"/>
                  </a:lnTo>
                  <a:lnTo>
                    <a:pt x="174" y="107"/>
                  </a:lnTo>
                  <a:lnTo>
                    <a:pt x="174" y="111"/>
                  </a:lnTo>
                  <a:lnTo>
                    <a:pt x="170" y="111"/>
                  </a:lnTo>
                  <a:lnTo>
                    <a:pt x="174" y="115"/>
                  </a:lnTo>
                  <a:lnTo>
                    <a:pt x="178" y="115"/>
                  </a:lnTo>
                  <a:lnTo>
                    <a:pt x="178" y="115"/>
                  </a:lnTo>
                  <a:lnTo>
                    <a:pt x="181" y="115"/>
                  </a:lnTo>
                  <a:lnTo>
                    <a:pt x="185" y="115"/>
                  </a:lnTo>
                  <a:lnTo>
                    <a:pt x="192" y="119"/>
                  </a:lnTo>
                  <a:lnTo>
                    <a:pt x="196" y="119"/>
                  </a:lnTo>
                  <a:lnTo>
                    <a:pt x="196" y="115"/>
                  </a:lnTo>
                  <a:lnTo>
                    <a:pt x="196" y="111"/>
                  </a:lnTo>
                  <a:lnTo>
                    <a:pt x="200" y="111"/>
                  </a:lnTo>
                  <a:lnTo>
                    <a:pt x="203" y="115"/>
                  </a:lnTo>
                  <a:lnTo>
                    <a:pt x="207" y="115"/>
                  </a:lnTo>
                  <a:lnTo>
                    <a:pt x="215" y="111"/>
                  </a:lnTo>
                  <a:lnTo>
                    <a:pt x="215" y="111"/>
                  </a:lnTo>
                  <a:lnTo>
                    <a:pt x="215" y="96"/>
                  </a:lnTo>
                  <a:lnTo>
                    <a:pt x="215" y="96"/>
                  </a:lnTo>
                  <a:lnTo>
                    <a:pt x="207" y="96"/>
                  </a:lnTo>
                  <a:lnTo>
                    <a:pt x="207" y="96"/>
                  </a:lnTo>
                  <a:lnTo>
                    <a:pt x="203" y="93"/>
                  </a:lnTo>
                  <a:lnTo>
                    <a:pt x="200" y="93"/>
                  </a:lnTo>
                  <a:lnTo>
                    <a:pt x="200" y="89"/>
                  </a:lnTo>
                  <a:lnTo>
                    <a:pt x="196" y="89"/>
                  </a:lnTo>
                  <a:lnTo>
                    <a:pt x="196" y="89"/>
                  </a:lnTo>
                  <a:lnTo>
                    <a:pt x="192" y="85"/>
                  </a:lnTo>
                  <a:lnTo>
                    <a:pt x="196" y="85"/>
                  </a:lnTo>
                  <a:lnTo>
                    <a:pt x="196" y="85"/>
                  </a:lnTo>
                  <a:lnTo>
                    <a:pt x="200" y="82"/>
                  </a:lnTo>
                  <a:lnTo>
                    <a:pt x="200" y="78"/>
                  </a:lnTo>
                  <a:lnTo>
                    <a:pt x="200" y="74"/>
                  </a:lnTo>
                  <a:lnTo>
                    <a:pt x="196" y="74"/>
                  </a:lnTo>
                  <a:lnTo>
                    <a:pt x="196" y="70"/>
                  </a:lnTo>
                  <a:lnTo>
                    <a:pt x="200" y="67"/>
                  </a:lnTo>
                  <a:lnTo>
                    <a:pt x="203" y="63"/>
                  </a:lnTo>
                  <a:lnTo>
                    <a:pt x="211" y="63"/>
                  </a:lnTo>
                  <a:lnTo>
                    <a:pt x="215" y="63"/>
                  </a:lnTo>
                  <a:lnTo>
                    <a:pt x="215" y="63"/>
                  </a:lnTo>
                  <a:lnTo>
                    <a:pt x="215" y="59"/>
                  </a:lnTo>
                  <a:lnTo>
                    <a:pt x="215" y="59"/>
                  </a:lnTo>
                  <a:lnTo>
                    <a:pt x="211" y="56"/>
                  </a:lnTo>
                  <a:lnTo>
                    <a:pt x="207" y="56"/>
                  </a:lnTo>
                  <a:lnTo>
                    <a:pt x="207" y="59"/>
                  </a:lnTo>
                  <a:lnTo>
                    <a:pt x="203" y="56"/>
                  </a:lnTo>
                  <a:lnTo>
                    <a:pt x="200" y="56"/>
                  </a:lnTo>
                  <a:lnTo>
                    <a:pt x="196" y="56"/>
                  </a:lnTo>
                  <a:lnTo>
                    <a:pt x="200" y="56"/>
                  </a:lnTo>
                  <a:lnTo>
                    <a:pt x="203" y="56"/>
                  </a:lnTo>
                  <a:lnTo>
                    <a:pt x="203" y="52"/>
                  </a:lnTo>
                  <a:lnTo>
                    <a:pt x="200" y="52"/>
                  </a:lnTo>
                  <a:lnTo>
                    <a:pt x="196" y="52"/>
                  </a:lnTo>
                  <a:lnTo>
                    <a:pt x="196" y="48"/>
                  </a:lnTo>
                  <a:lnTo>
                    <a:pt x="196" y="44"/>
                  </a:lnTo>
                  <a:lnTo>
                    <a:pt x="196" y="44"/>
                  </a:lnTo>
                  <a:lnTo>
                    <a:pt x="200" y="44"/>
                  </a:lnTo>
                  <a:lnTo>
                    <a:pt x="200" y="41"/>
                  </a:lnTo>
                  <a:lnTo>
                    <a:pt x="203" y="41"/>
                  </a:lnTo>
                  <a:lnTo>
                    <a:pt x="203" y="44"/>
                  </a:lnTo>
                  <a:lnTo>
                    <a:pt x="207" y="44"/>
                  </a:lnTo>
                  <a:lnTo>
                    <a:pt x="211" y="44"/>
                  </a:lnTo>
                  <a:lnTo>
                    <a:pt x="215" y="44"/>
                  </a:lnTo>
                  <a:lnTo>
                    <a:pt x="215" y="41"/>
                  </a:lnTo>
                  <a:lnTo>
                    <a:pt x="215" y="41"/>
                  </a:lnTo>
                  <a:lnTo>
                    <a:pt x="218" y="41"/>
                  </a:lnTo>
                  <a:lnTo>
                    <a:pt x="222" y="44"/>
                  </a:lnTo>
                  <a:lnTo>
                    <a:pt x="222" y="41"/>
                  </a:lnTo>
                  <a:lnTo>
                    <a:pt x="222" y="41"/>
                  </a:lnTo>
                  <a:lnTo>
                    <a:pt x="229" y="37"/>
                  </a:lnTo>
                  <a:lnTo>
                    <a:pt x="233" y="37"/>
                  </a:lnTo>
                  <a:lnTo>
                    <a:pt x="237" y="37"/>
                  </a:lnTo>
                  <a:lnTo>
                    <a:pt x="240" y="37"/>
                  </a:lnTo>
                  <a:lnTo>
                    <a:pt x="240" y="33"/>
                  </a:lnTo>
                  <a:lnTo>
                    <a:pt x="244" y="33"/>
                  </a:lnTo>
                  <a:lnTo>
                    <a:pt x="248" y="30"/>
                  </a:lnTo>
                  <a:lnTo>
                    <a:pt x="252" y="30"/>
                  </a:lnTo>
                  <a:lnTo>
                    <a:pt x="255" y="30"/>
                  </a:lnTo>
                  <a:lnTo>
                    <a:pt x="255" y="30"/>
                  </a:lnTo>
                  <a:lnTo>
                    <a:pt x="259" y="30"/>
                  </a:lnTo>
                  <a:lnTo>
                    <a:pt x="259" y="26"/>
                  </a:lnTo>
                  <a:lnTo>
                    <a:pt x="259" y="26"/>
                  </a:lnTo>
                  <a:lnTo>
                    <a:pt x="263" y="26"/>
                  </a:lnTo>
                  <a:lnTo>
                    <a:pt x="263" y="22"/>
                  </a:lnTo>
                  <a:lnTo>
                    <a:pt x="266" y="22"/>
                  </a:lnTo>
                  <a:lnTo>
                    <a:pt x="266" y="22"/>
                  </a:lnTo>
                  <a:lnTo>
                    <a:pt x="270" y="22"/>
                  </a:lnTo>
                  <a:lnTo>
                    <a:pt x="274" y="22"/>
                  </a:lnTo>
                  <a:lnTo>
                    <a:pt x="278" y="22"/>
                  </a:lnTo>
                  <a:lnTo>
                    <a:pt x="285" y="15"/>
                  </a:lnTo>
                  <a:lnTo>
                    <a:pt x="285" y="15"/>
                  </a:lnTo>
                  <a:lnTo>
                    <a:pt x="289" y="15"/>
                  </a:lnTo>
                  <a:lnTo>
                    <a:pt x="292" y="15"/>
                  </a:lnTo>
                  <a:lnTo>
                    <a:pt x="292" y="11"/>
                  </a:lnTo>
                  <a:lnTo>
                    <a:pt x="296" y="11"/>
                  </a:lnTo>
                  <a:lnTo>
                    <a:pt x="300" y="11"/>
                  </a:lnTo>
                  <a:lnTo>
                    <a:pt x="300" y="11"/>
                  </a:lnTo>
                  <a:lnTo>
                    <a:pt x="300" y="7"/>
                  </a:lnTo>
                  <a:lnTo>
                    <a:pt x="300" y="7"/>
                  </a:lnTo>
                  <a:lnTo>
                    <a:pt x="303" y="7"/>
                  </a:lnTo>
                  <a:lnTo>
                    <a:pt x="303" y="4"/>
                  </a:lnTo>
                  <a:lnTo>
                    <a:pt x="307" y="0"/>
                  </a:lnTo>
                  <a:lnTo>
                    <a:pt x="311" y="4"/>
                  </a:lnTo>
                  <a:lnTo>
                    <a:pt x="311" y="0"/>
                  </a:lnTo>
                  <a:lnTo>
                    <a:pt x="318" y="4"/>
                  </a:lnTo>
                  <a:lnTo>
                    <a:pt x="322" y="4"/>
                  </a:lnTo>
                  <a:lnTo>
                    <a:pt x="326" y="4"/>
                  </a:lnTo>
                  <a:lnTo>
                    <a:pt x="329" y="4"/>
                  </a:lnTo>
                  <a:lnTo>
                    <a:pt x="333" y="4"/>
                  </a:lnTo>
                  <a:lnTo>
                    <a:pt x="337" y="4"/>
                  </a:lnTo>
                  <a:lnTo>
                    <a:pt x="337" y="7"/>
                  </a:lnTo>
                  <a:lnTo>
                    <a:pt x="337" y="7"/>
                  </a:lnTo>
                  <a:lnTo>
                    <a:pt x="340" y="11"/>
                  </a:lnTo>
                  <a:lnTo>
                    <a:pt x="340" y="15"/>
                  </a:lnTo>
                  <a:lnTo>
                    <a:pt x="344" y="15"/>
                  </a:lnTo>
                  <a:lnTo>
                    <a:pt x="344" y="15"/>
                  </a:lnTo>
                  <a:lnTo>
                    <a:pt x="344" y="18"/>
                  </a:lnTo>
                  <a:lnTo>
                    <a:pt x="344" y="22"/>
                  </a:lnTo>
                  <a:lnTo>
                    <a:pt x="344" y="22"/>
                  </a:lnTo>
                  <a:lnTo>
                    <a:pt x="340" y="22"/>
                  </a:lnTo>
                  <a:lnTo>
                    <a:pt x="344" y="26"/>
                  </a:lnTo>
                  <a:lnTo>
                    <a:pt x="344" y="26"/>
                  </a:lnTo>
                  <a:lnTo>
                    <a:pt x="348" y="26"/>
                  </a:lnTo>
                  <a:lnTo>
                    <a:pt x="352" y="26"/>
                  </a:lnTo>
                  <a:lnTo>
                    <a:pt x="352" y="26"/>
                  </a:lnTo>
                  <a:lnTo>
                    <a:pt x="355" y="26"/>
                  </a:lnTo>
                  <a:lnTo>
                    <a:pt x="355" y="22"/>
                  </a:lnTo>
                  <a:lnTo>
                    <a:pt x="355" y="26"/>
                  </a:lnTo>
                  <a:lnTo>
                    <a:pt x="359" y="26"/>
                  </a:lnTo>
                  <a:lnTo>
                    <a:pt x="359" y="26"/>
                  </a:lnTo>
                  <a:lnTo>
                    <a:pt x="359" y="22"/>
                  </a:lnTo>
                  <a:lnTo>
                    <a:pt x="359" y="22"/>
                  </a:lnTo>
                  <a:lnTo>
                    <a:pt x="366" y="26"/>
                  </a:lnTo>
                  <a:lnTo>
                    <a:pt x="366" y="30"/>
                  </a:lnTo>
                  <a:lnTo>
                    <a:pt x="366" y="33"/>
                  </a:lnTo>
                  <a:lnTo>
                    <a:pt x="370" y="33"/>
                  </a:lnTo>
                  <a:lnTo>
                    <a:pt x="370" y="30"/>
                  </a:lnTo>
                  <a:lnTo>
                    <a:pt x="370" y="30"/>
                  </a:lnTo>
                  <a:lnTo>
                    <a:pt x="370" y="26"/>
                  </a:lnTo>
                  <a:lnTo>
                    <a:pt x="374" y="26"/>
                  </a:lnTo>
                  <a:lnTo>
                    <a:pt x="377" y="30"/>
                  </a:lnTo>
                  <a:lnTo>
                    <a:pt x="381" y="30"/>
                  </a:lnTo>
                  <a:lnTo>
                    <a:pt x="385" y="30"/>
                  </a:lnTo>
                  <a:lnTo>
                    <a:pt x="385" y="30"/>
                  </a:lnTo>
                  <a:lnTo>
                    <a:pt x="385" y="33"/>
                  </a:lnTo>
                  <a:lnTo>
                    <a:pt x="381" y="33"/>
                  </a:lnTo>
                  <a:lnTo>
                    <a:pt x="381" y="37"/>
                  </a:lnTo>
                  <a:lnTo>
                    <a:pt x="385" y="41"/>
                  </a:lnTo>
                  <a:lnTo>
                    <a:pt x="385" y="41"/>
                  </a:lnTo>
                  <a:lnTo>
                    <a:pt x="389" y="37"/>
                  </a:lnTo>
                  <a:lnTo>
                    <a:pt x="392" y="37"/>
                  </a:lnTo>
                  <a:lnTo>
                    <a:pt x="400" y="37"/>
                  </a:lnTo>
                  <a:lnTo>
                    <a:pt x="400" y="41"/>
                  </a:lnTo>
                  <a:lnTo>
                    <a:pt x="403" y="37"/>
                  </a:lnTo>
                  <a:lnTo>
                    <a:pt x="400" y="33"/>
                  </a:lnTo>
                  <a:lnTo>
                    <a:pt x="403" y="33"/>
                  </a:lnTo>
                  <a:lnTo>
                    <a:pt x="411" y="33"/>
                  </a:lnTo>
                  <a:lnTo>
                    <a:pt x="411" y="30"/>
                  </a:lnTo>
                  <a:lnTo>
                    <a:pt x="415" y="30"/>
                  </a:lnTo>
                  <a:lnTo>
                    <a:pt x="415" y="26"/>
                  </a:lnTo>
                  <a:lnTo>
                    <a:pt x="418" y="26"/>
                  </a:lnTo>
                  <a:lnTo>
                    <a:pt x="422" y="22"/>
                  </a:lnTo>
                  <a:lnTo>
                    <a:pt x="422" y="18"/>
                  </a:lnTo>
                  <a:lnTo>
                    <a:pt x="426" y="18"/>
                  </a:lnTo>
                  <a:lnTo>
                    <a:pt x="429" y="18"/>
                  </a:lnTo>
                  <a:lnTo>
                    <a:pt x="433" y="15"/>
                  </a:lnTo>
                  <a:lnTo>
                    <a:pt x="433" y="18"/>
                  </a:lnTo>
                  <a:lnTo>
                    <a:pt x="433" y="18"/>
                  </a:lnTo>
                  <a:lnTo>
                    <a:pt x="433" y="22"/>
                  </a:lnTo>
                  <a:lnTo>
                    <a:pt x="429" y="22"/>
                  </a:lnTo>
                  <a:lnTo>
                    <a:pt x="429" y="26"/>
                  </a:lnTo>
                  <a:lnTo>
                    <a:pt x="459" y="44"/>
                  </a:lnTo>
                  <a:lnTo>
                    <a:pt x="500" y="89"/>
                  </a:lnTo>
                  <a:lnTo>
                    <a:pt x="503" y="89"/>
                  </a:lnTo>
                  <a:lnTo>
                    <a:pt x="507" y="89"/>
                  </a:lnTo>
                  <a:lnTo>
                    <a:pt x="507" y="85"/>
                  </a:lnTo>
                  <a:lnTo>
                    <a:pt x="507" y="85"/>
                  </a:lnTo>
                  <a:lnTo>
                    <a:pt x="507" y="82"/>
                  </a:lnTo>
                  <a:lnTo>
                    <a:pt x="511" y="82"/>
                  </a:lnTo>
                  <a:lnTo>
                    <a:pt x="514" y="85"/>
                  </a:lnTo>
                  <a:lnTo>
                    <a:pt x="514" y="85"/>
                  </a:lnTo>
                  <a:lnTo>
                    <a:pt x="514" y="89"/>
                  </a:lnTo>
                  <a:lnTo>
                    <a:pt x="518" y="89"/>
                  </a:lnTo>
                  <a:lnTo>
                    <a:pt x="522" y="93"/>
                  </a:lnTo>
                  <a:lnTo>
                    <a:pt x="522" y="93"/>
                  </a:lnTo>
                  <a:lnTo>
                    <a:pt x="526" y="89"/>
                  </a:lnTo>
                  <a:lnTo>
                    <a:pt x="529" y="89"/>
                  </a:lnTo>
                  <a:lnTo>
                    <a:pt x="533" y="93"/>
                  </a:lnTo>
                  <a:lnTo>
                    <a:pt x="537" y="89"/>
                  </a:lnTo>
                  <a:lnTo>
                    <a:pt x="537" y="89"/>
                  </a:lnTo>
                  <a:lnTo>
                    <a:pt x="540" y="89"/>
                  </a:lnTo>
                  <a:lnTo>
                    <a:pt x="544" y="89"/>
                  </a:lnTo>
                  <a:lnTo>
                    <a:pt x="540" y="85"/>
                  </a:lnTo>
                  <a:lnTo>
                    <a:pt x="540" y="85"/>
                  </a:lnTo>
                  <a:lnTo>
                    <a:pt x="548" y="85"/>
                  </a:lnTo>
                  <a:lnTo>
                    <a:pt x="552" y="85"/>
                  </a:lnTo>
                  <a:lnTo>
                    <a:pt x="559" y="85"/>
                  </a:lnTo>
                  <a:lnTo>
                    <a:pt x="563" y="89"/>
                  </a:lnTo>
                  <a:lnTo>
                    <a:pt x="566" y="93"/>
                  </a:lnTo>
                  <a:lnTo>
                    <a:pt x="566" y="96"/>
                  </a:lnTo>
                  <a:lnTo>
                    <a:pt x="570" y="96"/>
                  </a:lnTo>
                  <a:lnTo>
                    <a:pt x="574" y="96"/>
                  </a:lnTo>
                  <a:lnTo>
                    <a:pt x="577" y="100"/>
                  </a:lnTo>
                  <a:lnTo>
                    <a:pt x="577" y="100"/>
                  </a:lnTo>
                  <a:lnTo>
                    <a:pt x="581" y="100"/>
                  </a:lnTo>
                  <a:lnTo>
                    <a:pt x="581" y="104"/>
                  </a:lnTo>
                  <a:lnTo>
                    <a:pt x="581" y="104"/>
                  </a:lnTo>
                  <a:lnTo>
                    <a:pt x="581" y="107"/>
                  </a:lnTo>
                  <a:lnTo>
                    <a:pt x="581" y="107"/>
                  </a:lnTo>
                  <a:lnTo>
                    <a:pt x="581" y="111"/>
                  </a:lnTo>
                  <a:lnTo>
                    <a:pt x="581" y="111"/>
                  </a:lnTo>
                  <a:lnTo>
                    <a:pt x="585" y="111"/>
                  </a:lnTo>
                  <a:lnTo>
                    <a:pt x="589" y="111"/>
                  </a:lnTo>
                  <a:lnTo>
                    <a:pt x="589" y="111"/>
                  </a:lnTo>
                  <a:lnTo>
                    <a:pt x="592" y="111"/>
                  </a:lnTo>
                  <a:lnTo>
                    <a:pt x="592" y="111"/>
                  </a:lnTo>
                  <a:lnTo>
                    <a:pt x="600" y="107"/>
                  </a:lnTo>
                  <a:lnTo>
                    <a:pt x="603" y="107"/>
                  </a:lnTo>
                  <a:lnTo>
                    <a:pt x="607" y="107"/>
                  </a:lnTo>
                  <a:lnTo>
                    <a:pt x="611" y="104"/>
                  </a:lnTo>
                  <a:lnTo>
                    <a:pt x="611" y="104"/>
                  </a:lnTo>
                  <a:lnTo>
                    <a:pt x="611" y="107"/>
                  </a:lnTo>
                  <a:lnTo>
                    <a:pt x="611" y="111"/>
                  </a:lnTo>
                  <a:lnTo>
                    <a:pt x="614" y="111"/>
                  </a:lnTo>
                  <a:lnTo>
                    <a:pt x="618" y="115"/>
                  </a:lnTo>
                  <a:lnTo>
                    <a:pt x="622" y="115"/>
                  </a:lnTo>
                  <a:lnTo>
                    <a:pt x="622" y="119"/>
                  </a:lnTo>
                  <a:lnTo>
                    <a:pt x="622" y="119"/>
                  </a:lnTo>
                  <a:lnTo>
                    <a:pt x="618" y="122"/>
                  </a:lnTo>
                  <a:lnTo>
                    <a:pt x="614" y="126"/>
                  </a:lnTo>
                  <a:lnTo>
                    <a:pt x="614" y="130"/>
                  </a:lnTo>
                  <a:lnTo>
                    <a:pt x="614" y="130"/>
                  </a:lnTo>
                  <a:lnTo>
                    <a:pt x="611" y="133"/>
                  </a:lnTo>
                  <a:lnTo>
                    <a:pt x="607" y="133"/>
                  </a:lnTo>
                  <a:lnTo>
                    <a:pt x="603" y="137"/>
                  </a:lnTo>
                  <a:lnTo>
                    <a:pt x="603" y="141"/>
                  </a:lnTo>
                  <a:lnTo>
                    <a:pt x="603" y="145"/>
                  </a:lnTo>
                  <a:lnTo>
                    <a:pt x="607" y="152"/>
                  </a:lnTo>
                  <a:lnTo>
                    <a:pt x="611" y="156"/>
                  </a:lnTo>
                  <a:lnTo>
                    <a:pt x="611" y="159"/>
                  </a:lnTo>
                  <a:lnTo>
                    <a:pt x="607" y="163"/>
                  </a:lnTo>
                  <a:lnTo>
                    <a:pt x="603" y="163"/>
                  </a:lnTo>
                  <a:lnTo>
                    <a:pt x="600" y="167"/>
                  </a:lnTo>
                  <a:lnTo>
                    <a:pt x="596" y="167"/>
                  </a:lnTo>
                  <a:lnTo>
                    <a:pt x="596" y="167"/>
                  </a:lnTo>
                  <a:lnTo>
                    <a:pt x="596" y="163"/>
                  </a:lnTo>
                  <a:lnTo>
                    <a:pt x="592" y="163"/>
                  </a:lnTo>
                  <a:lnTo>
                    <a:pt x="585" y="167"/>
                  </a:lnTo>
                  <a:lnTo>
                    <a:pt x="581" y="167"/>
                  </a:lnTo>
                  <a:lnTo>
                    <a:pt x="574" y="163"/>
                  </a:lnTo>
                  <a:lnTo>
                    <a:pt x="570" y="163"/>
                  </a:lnTo>
                  <a:lnTo>
                    <a:pt x="570" y="163"/>
                  </a:lnTo>
                  <a:lnTo>
                    <a:pt x="566" y="171"/>
                  </a:lnTo>
                  <a:lnTo>
                    <a:pt x="566" y="174"/>
                  </a:lnTo>
                  <a:lnTo>
                    <a:pt x="566" y="178"/>
                  </a:lnTo>
                  <a:lnTo>
                    <a:pt x="563" y="185"/>
                  </a:lnTo>
                  <a:lnTo>
                    <a:pt x="563" y="193"/>
                  </a:lnTo>
                  <a:lnTo>
                    <a:pt x="563" y="197"/>
                  </a:lnTo>
                  <a:lnTo>
                    <a:pt x="566" y="197"/>
                  </a:lnTo>
                  <a:lnTo>
                    <a:pt x="570" y="197"/>
                  </a:lnTo>
                  <a:lnTo>
                    <a:pt x="566" y="200"/>
                  </a:lnTo>
                  <a:lnTo>
                    <a:pt x="566" y="204"/>
                  </a:lnTo>
                  <a:lnTo>
                    <a:pt x="566" y="204"/>
                  </a:lnTo>
                  <a:lnTo>
                    <a:pt x="563" y="204"/>
                  </a:lnTo>
                  <a:lnTo>
                    <a:pt x="559" y="204"/>
                  </a:lnTo>
                  <a:lnTo>
                    <a:pt x="559" y="204"/>
                  </a:lnTo>
                  <a:lnTo>
                    <a:pt x="555" y="204"/>
                  </a:lnTo>
                  <a:lnTo>
                    <a:pt x="552" y="204"/>
                  </a:lnTo>
                  <a:lnTo>
                    <a:pt x="544" y="208"/>
                  </a:lnTo>
                  <a:lnTo>
                    <a:pt x="540" y="208"/>
                  </a:lnTo>
                  <a:lnTo>
                    <a:pt x="537" y="208"/>
                  </a:lnTo>
                  <a:lnTo>
                    <a:pt x="537" y="208"/>
                  </a:lnTo>
                  <a:lnTo>
                    <a:pt x="533" y="208"/>
                  </a:lnTo>
                  <a:lnTo>
                    <a:pt x="529" y="211"/>
                  </a:lnTo>
                  <a:lnTo>
                    <a:pt x="529" y="211"/>
                  </a:lnTo>
                  <a:lnTo>
                    <a:pt x="533" y="215"/>
                  </a:lnTo>
                  <a:lnTo>
                    <a:pt x="537" y="215"/>
                  </a:lnTo>
                  <a:lnTo>
                    <a:pt x="540" y="215"/>
                  </a:lnTo>
                  <a:lnTo>
                    <a:pt x="540" y="215"/>
                  </a:lnTo>
                  <a:lnTo>
                    <a:pt x="540" y="219"/>
                  </a:lnTo>
                  <a:lnTo>
                    <a:pt x="540" y="222"/>
                  </a:lnTo>
                  <a:lnTo>
                    <a:pt x="540" y="226"/>
                  </a:lnTo>
                  <a:lnTo>
                    <a:pt x="544" y="226"/>
                  </a:lnTo>
                  <a:lnTo>
                    <a:pt x="544" y="230"/>
                  </a:lnTo>
                  <a:lnTo>
                    <a:pt x="548" y="234"/>
                  </a:lnTo>
                  <a:lnTo>
                    <a:pt x="548" y="237"/>
                  </a:lnTo>
                  <a:lnTo>
                    <a:pt x="552" y="237"/>
                  </a:lnTo>
                  <a:lnTo>
                    <a:pt x="552" y="245"/>
                  </a:lnTo>
                  <a:lnTo>
                    <a:pt x="548" y="248"/>
                  </a:lnTo>
                  <a:lnTo>
                    <a:pt x="548" y="248"/>
                  </a:lnTo>
                  <a:lnTo>
                    <a:pt x="552" y="252"/>
                  </a:lnTo>
                  <a:lnTo>
                    <a:pt x="548" y="252"/>
                  </a:lnTo>
                  <a:lnTo>
                    <a:pt x="548" y="256"/>
                  </a:lnTo>
                  <a:lnTo>
                    <a:pt x="548" y="256"/>
                  </a:lnTo>
                  <a:lnTo>
                    <a:pt x="548" y="260"/>
                  </a:lnTo>
                  <a:lnTo>
                    <a:pt x="544" y="263"/>
                  </a:lnTo>
                  <a:lnTo>
                    <a:pt x="537" y="260"/>
                  </a:lnTo>
                  <a:lnTo>
                    <a:pt x="529" y="252"/>
                  </a:lnTo>
                  <a:lnTo>
                    <a:pt x="526" y="252"/>
                  </a:lnTo>
                  <a:lnTo>
                    <a:pt x="518" y="252"/>
                  </a:lnTo>
                  <a:lnTo>
                    <a:pt x="511" y="252"/>
                  </a:lnTo>
                  <a:lnTo>
                    <a:pt x="503" y="252"/>
                  </a:lnTo>
                  <a:lnTo>
                    <a:pt x="496" y="252"/>
                  </a:lnTo>
                  <a:lnTo>
                    <a:pt x="489" y="252"/>
                  </a:lnTo>
                  <a:lnTo>
                    <a:pt x="485" y="252"/>
                  </a:lnTo>
                  <a:lnTo>
                    <a:pt x="481" y="252"/>
                  </a:lnTo>
                  <a:lnTo>
                    <a:pt x="477" y="252"/>
                  </a:lnTo>
                  <a:lnTo>
                    <a:pt x="474" y="256"/>
                  </a:lnTo>
                  <a:lnTo>
                    <a:pt x="466" y="252"/>
                  </a:lnTo>
                  <a:lnTo>
                    <a:pt x="459" y="252"/>
                  </a:lnTo>
                  <a:lnTo>
                    <a:pt x="455" y="252"/>
                  </a:lnTo>
                  <a:lnTo>
                    <a:pt x="452" y="252"/>
                  </a:lnTo>
                  <a:lnTo>
                    <a:pt x="448" y="252"/>
                  </a:lnTo>
                  <a:lnTo>
                    <a:pt x="444" y="252"/>
                  </a:lnTo>
                  <a:lnTo>
                    <a:pt x="440" y="252"/>
                  </a:lnTo>
                  <a:lnTo>
                    <a:pt x="440" y="252"/>
                  </a:lnTo>
                  <a:lnTo>
                    <a:pt x="440" y="256"/>
                  </a:lnTo>
                  <a:lnTo>
                    <a:pt x="440" y="260"/>
                  </a:lnTo>
                  <a:lnTo>
                    <a:pt x="440" y="263"/>
                  </a:lnTo>
                  <a:lnTo>
                    <a:pt x="437" y="263"/>
                  </a:lnTo>
                  <a:lnTo>
                    <a:pt x="426" y="263"/>
                  </a:lnTo>
                  <a:lnTo>
                    <a:pt x="415" y="263"/>
                  </a:lnTo>
                  <a:lnTo>
                    <a:pt x="411" y="260"/>
                  </a:lnTo>
                  <a:lnTo>
                    <a:pt x="403" y="260"/>
                  </a:lnTo>
                  <a:lnTo>
                    <a:pt x="403" y="263"/>
                  </a:lnTo>
                  <a:lnTo>
                    <a:pt x="403" y="263"/>
                  </a:lnTo>
                  <a:lnTo>
                    <a:pt x="400" y="267"/>
                  </a:lnTo>
                  <a:lnTo>
                    <a:pt x="400" y="267"/>
                  </a:lnTo>
                  <a:lnTo>
                    <a:pt x="396" y="267"/>
                  </a:lnTo>
                  <a:lnTo>
                    <a:pt x="396" y="271"/>
                  </a:lnTo>
                  <a:lnTo>
                    <a:pt x="392" y="274"/>
                  </a:lnTo>
                  <a:lnTo>
                    <a:pt x="385" y="278"/>
                  </a:lnTo>
                  <a:lnTo>
                    <a:pt x="381" y="286"/>
                  </a:lnTo>
                  <a:lnTo>
                    <a:pt x="381" y="286"/>
                  </a:lnTo>
                  <a:lnTo>
                    <a:pt x="377" y="293"/>
                  </a:lnTo>
                  <a:lnTo>
                    <a:pt x="370" y="297"/>
                  </a:lnTo>
                  <a:lnTo>
                    <a:pt x="370" y="297"/>
                  </a:lnTo>
                  <a:lnTo>
                    <a:pt x="363" y="293"/>
                  </a:lnTo>
                  <a:lnTo>
                    <a:pt x="355" y="293"/>
                  </a:lnTo>
                  <a:lnTo>
                    <a:pt x="352" y="293"/>
                  </a:lnTo>
                  <a:lnTo>
                    <a:pt x="344" y="297"/>
                  </a:lnTo>
                  <a:lnTo>
                    <a:pt x="340" y="297"/>
                  </a:lnTo>
                  <a:lnTo>
                    <a:pt x="333" y="278"/>
                  </a:lnTo>
                  <a:lnTo>
                    <a:pt x="322" y="278"/>
                  </a:lnTo>
                  <a:lnTo>
                    <a:pt x="322" y="256"/>
                  </a:lnTo>
                  <a:lnTo>
                    <a:pt x="315" y="260"/>
                  </a:lnTo>
                  <a:lnTo>
                    <a:pt x="311" y="248"/>
                  </a:lnTo>
                  <a:lnTo>
                    <a:pt x="303" y="245"/>
                  </a:lnTo>
                  <a:lnTo>
                    <a:pt x="278" y="245"/>
                  </a:lnTo>
                  <a:lnTo>
                    <a:pt x="252" y="245"/>
                  </a:lnTo>
                  <a:lnTo>
                    <a:pt x="237" y="237"/>
                  </a:lnTo>
                  <a:lnTo>
                    <a:pt x="229" y="234"/>
                  </a:lnTo>
                  <a:lnTo>
                    <a:pt x="203" y="219"/>
                  </a:lnTo>
                  <a:lnTo>
                    <a:pt x="159" y="226"/>
                  </a:lnTo>
                  <a:lnTo>
                    <a:pt x="174" y="297"/>
                  </a:lnTo>
                  <a:lnTo>
                    <a:pt x="170" y="297"/>
                  </a:lnTo>
                  <a:lnTo>
                    <a:pt x="163" y="297"/>
                  </a:lnTo>
                  <a:lnTo>
                    <a:pt x="152" y="286"/>
                  </a:lnTo>
                  <a:lnTo>
                    <a:pt x="141" y="282"/>
                  </a:lnTo>
                  <a:lnTo>
                    <a:pt x="129" y="278"/>
                  </a:lnTo>
                  <a:lnTo>
                    <a:pt x="122" y="282"/>
                  </a:lnTo>
                  <a:lnTo>
                    <a:pt x="111" y="289"/>
                  </a:lnTo>
                  <a:lnTo>
                    <a:pt x="111" y="286"/>
                  </a:lnTo>
                  <a:lnTo>
                    <a:pt x="111" y="282"/>
                  </a:lnTo>
                  <a:lnTo>
                    <a:pt x="111" y="278"/>
                  </a:lnTo>
                  <a:lnTo>
                    <a:pt x="115" y="274"/>
                  </a:lnTo>
                  <a:lnTo>
                    <a:pt x="115" y="274"/>
                  </a:lnTo>
                  <a:lnTo>
                    <a:pt x="115" y="271"/>
                  </a:lnTo>
                  <a:lnTo>
                    <a:pt x="111" y="271"/>
                  </a:lnTo>
                  <a:lnTo>
                    <a:pt x="107" y="271"/>
                  </a:lnTo>
                  <a:lnTo>
                    <a:pt x="107" y="271"/>
                  </a:lnTo>
                  <a:lnTo>
                    <a:pt x="103" y="271"/>
                  </a:lnTo>
                  <a:lnTo>
                    <a:pt x="100" y="271"/>
                  </a:lnTo>
                  <a:lnTo>
                    <a:pt x="100" y="271"/>
                  </a:lnTo>
                  <a:lnTo>
                    <a:pt x="100" y="267"/>
                  </a:lnTo>
                  <a:lnTo>
                    <a:pt x="96" y="267"/>
                  </a:lnTo>
                  <a:lnTo>
                    <a:pt x="96" y="263"/>
                  </a:lnTo>
                  <a:lnTo>
                    <a:pt x="92" y="263"/>
                  </a:lnTo>
                  <a:lnTo>
                    <a:pt x="92" y="263"/>
                  </a:lnTo>
                  <a:lnTo>
                    <a:pt x="89" y="263"/>
                  </a:lnTo>
                  <a:lnTo>
                    <a:pt x="89" y="263"/>
                  </a:lnTo>
                  <a:lnTo>
                    <a:pt x="89" y="260"/>
                  </a:lnTo>
                  <a:lnTo>
                    <a:pt x="89" y="260"/>
                  </a:lnTo>
                  <a:lnTo>
                    <a:pt x="85" y="252"/>
                  </a:lnTo>
                  <a:lnTo>
                    <a:pt x="81" y="252"/>
                  </a:lnTo>
                  <a:lnTo>
                    <a:pt x="81" y="252"/>
                  </a:lnTo>
                  <a:lnTo>
                    <a:pt x="81" y="248"/>
                  </a:lnTo>
                  <a:lnTo>
                    <a:pt x="78" y="248"/>
                  </a:lnTo>
                  <a:lnTo>
                    <a:pt x="78" y="245"/>
                  </a:lnTo>
                  <a:lnTo>
                    <a:pt x="74" y="245"/>
                  </a:lnTo>
                  <a:lnTo>
                    <a:pt x="70" y="245"/>
                  </a:lnTo>
                  <a:lnTo>
                    <a:pt x="70" y="241"/>
                  </a:lnTo>
                  <a:lnTo>
                    <a:pt x="70" y="241"/>
                  </a:lnTo>
                  <a:lnTo>
                    <a:pt x="70" y="237"/>
                  </a:lnTo>
                  <a:lnTo>
                    <a:pt x="74" y="237"/>
                  </a:lnTo>
                  <a:lnTo>
                    <a:pt x="78" y="237"/>
                  </a:lnTo>
                  <a:lnTo>
                    <a:pt x="78" y="237"/>
                  </a:lnTo>
                  <a:lnTo>
                    <a:pt x="81" y="237"/>
                  </a:lnTo>
                  <a:lnTo>
                    <a:pt x="81" y="241"/>
                  </a:lnTo>
                  <a:lnTo>
                    <a:pt x="85" y="237"/>
                  </a:lnTo>
                  <a:lnTo>
                    <a:pt x="85" y="237"/>
                  </a:lnTo>
                  <a:lnTo>
                    <a:pt x="89" y="237"/>
                  </a:lnTo>
                  <a:lnTo>
                    <a:pt x="89" y="237"/>
                  </a:lnTo>
                  <a:lnTo>
                    <a:pt x="89" y="237"/>
                  </a:lnTo>
                  <a:lnTo>
                    <a:pt x="85" y="237"/>
                  </a:lnTo>
                  <a:lnTo>
                    <a:pt x="85" y="237"/>
                  </a:lnTo>
                  <a:lnTo>
                    <a:pt x="85" y="234"/>
                  </a:lnTo>
                  <a:lnTo>
                    <a:pt x="81" y="230"/>
                  </a:lnTo>
                  <a:lnTo>
                    <a:pt x="81" y="230"/>
                  </a:lnTo>
                  <a:lnTo>
                    <a:pt x="81" y="230"/>
                  </a:lnTo>
                  <a:lnTo>
                    <a:pt x="81" y="226"/>
                  </a:lnTo>
                  <a:lnTo>
                    <a:pt x="81" y="226"/>
                  </a:lnTo>
                  <a:lnTo>
                    <a:pt x="85" y="222"/>
                  </a:lnTo>
                  <a:lnTo>
                    <a:pt x="89" y="222"/>
                  </a:lnTo>
                  <a:lnTo>
                    <a:pt x="92" y="222"/>
                  </a:lnTo>
                  <a:lnTo>
                    <a:pt x="92" y="222"/>
                  </a:lnTo>
                  <a:lnTo>
                    <a:pt x="96" y="222"/>
                  </a:lnTo>
                  <a:lnTo>
                    <a:pt x="100" y="219"/>
                  </a:lnTo>
                  <a:lnTo>
                    <a:pt x="100" y="222"/>
                  </a:lnTo>
                  <a:lnTo>
                    <a:pt x="103" y="222"/>
                  </a:lnTo>
                  <a:lnTo>
                    <a:pt x="103" y="222"/>
                  </a:lnTo>
                  <a:lnTo>
                    <a:pt x="107" y="222"/>
                  </a:lnTo>
                  <a:lnTo>
                    <a:pt x="111" y="222"/>
                  </a:lnTo>
                  <a:lnTo>
                    <a:pt x="115" y="222"/>
                  </a:lnTo>
                  <a:lnTo>
                    <a:pt x="115" y="222"/>
                  </a:lnTo>
                  <a:lnTo>
                    <a:pt x="111" y="219"/>
                  </a:lnTo>
                  <a:lnTo>
                    <a:pt x="107" y="219"/>
                  </a:lnTo>
                  <a:lnTo>
                    <a:pt x="107" y="215"/>
                  </a:lnTo>
                  <a:lnTo>
                    <a:pt x="107" y="211"/>
                  </a:lnTo>
                  <a:lnTo>
                    <a:pt x="107" y="211"/>
                  </a:lnTo>
                  <a:lnTo>
                    <a:pt x="111" y="211"/>
                  </a:lnTo>
                  <a:lnTo>
                    <a:pt x="107" y="208"/>
                  </a:lnTo>
                  <a:lnTo>
                    <a:pt x="107" y="208"/>
                  </a:lnTo>
                  <a:lnTo>
                    <a:pt x="107" y="208"/>
                  </a:lnTo>
                  <a:lnTo>
                    <a:pt x="107" y="204"/>
                  </a:lnTo>
                  <a:lnTo>
                    <a:pt x="111" y="200"/>
                  </a:lnTo>
                  <a:lnTo>
                    <a:pt x="107" y="200"/>
                  </a:lnTo>
                  <a:lnTo>
                    <a:pt x="107" y="197"/>
                  </a:lnTo>
                  <a:lnTo>
                    <a:pt x="107" y="197"/>
                  </a:lnTo>
                  <a:lnTo>
                    <a:pt x="107" y="193"/>
                  </a:lnTo>
                  <a:lnTo>
                    <a:pt x="103" y="193"/>
                  </a:lnTo>
                  <a:lnTo>
                    <a:pt x="103" y="193"/>
                  </a:lnTo>
                  <a:lnTo>
                    <a:pt x="103" y="189"/>
                  </a:lnTo>
                  <a:lnTo>
                    <a:pt x="96" y="189"/>
                  </a:lnTo>
                  <a:lnTo>
                    <a:pt x="96" y="189"/>
                  </a:lnTo>
                  <a:lnTo>
                    <a:pt x="92" y="189"/>
                  </a:lnTo>
                  <a:lnTo>
                    <a:pt x="92" y="193"/>
                  </a:lnTo>
                  <a:lnTo>
                    <a:pt x="92" y="193"/>
                  </a:lnTo>
                  <a:lnTo>
                    <a:pt x="92" y="193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5" y="193"/>
                  </a:lnTo>
                  <a:lnTo>
                    <a:pt x="85" y="193"/>
                  </a:lnTo>
                  <a:lnTo>
                    <a:pt x="81" y="193"/>
                  </a:lnTo>
                  <a:lnTo>
                    <a:pt x="81" y="189"/>
                  </a:lnTo>
                  <a:lnTo>
                    <a:pt x="81" y="189"/>
                  </a:lnTo>
                  <a:lnTo>
                    <a:pt x="81" y="189"/>
                  </a:lnTo>
                  <a:lnTo>
                    <a:pt x="78" y="189"/>
                  </a:lnTo>
                  <a:lnTo>
                    <a:pt x="78" y="189"/>
                  </a:lnTo>
                  <a:lnTo>
                    <a:pt x="74" y="189"/>
                  </a:lnTo>
                  <a:lnTo>
                    <a:pt x="70" y="193"/>
                  </a:lnTo>
                  <a:lnTo>
                    <a:pt x="70" y="193"/>
                  </a:lnTo>
                  <a:lnTo>
                    <a:pt x="70" y="193"/>
                  </a:lnTo>
                  <a:lnTo>
                    <a:pt x="66" y="193"/>
                  </a:lnTo>
                  <a:lnTo>
                    <a:pt x="66" y="193"/>
                  </a:lnTo>
                  <a:lnTo>
                    <a:pt x="63" y="197"/>
                  </a:lnTo>
                  <a:lnTo>
                    <a:pt x="63" y="197"/>
                  </a:lnTo>
                  <a:lnTo>
                    <a:pt x="59" y="197"/>
                  </a:lnTo>
                  <a:lnTo>
                    <a:pt x="59" y="200"/>
                  </a:lnTo>
                  <a:lnTo>
                    <a:pt x="55" y="200"/>
                  </a:lnTo>
                  <a:lnTo>
                    <a:pt x="55" y="200"/>
                  </a:lnTo>
                  <a:lnTo>
                    <a:pt x="55" y="200"/>
                  </a:lnTo>
                  <a:lnTo>
                    <a:pt x="55" y="200"/>
                  </a:lnTo>
                  <a:lnTo>
                    <a:pt x="52" y="200"/>
                  </a:lnTo>
                  <a:lnTo>
                    <a:pt x="52" y="200"/>
                  </a:lnTo>
                  <a:lnTo>
                    <a:pt x="48" y="200"/>
                  </a:lnTo>
                  <a:lnTo>
                    <a:pt x="48" y="200"/>
                  </a:lnTo>
                  <a:lnTo>
                    <a:pt x="48" y="2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54" name="Freeform 17"/>
            <p:cNvSpPr/>
            <p:nvPr/>
          </p:nvSpPr>
          <p:spPr bwMode="auto">
            <a:xfrm>
              <a:off x="5398237" y="2217429"/>
              <a:ext cx="338384" cy="190421"/>
            </a:xfrm>
            <a:custGeom>
              <a:avLst/>
              <a:gdLst>
                <a:gd name="T0" fmla="*/ 211 w 263"/>
                <a:gd name="T1" fmla="*/ 137 h 148"/>
                <a:gd name="T2" fmla="*/ 215 w 263"/>
                <a:gd name="T3" fmla="*/ 130 h 148"/>
                <a:gd name="T4" fmla="*/ 211 w 263"/>
                <a:gd name="T5" fmla="*/ 126 h 148"/>
                <a:gd name="T6" fmla="*/ 211 w 263"/>
                <a:gd name="T7" fmla="*/ 118 h 148"/>
                <a:gd name="T8" fmla="*/ 207 w 263"/>
                <a:gd name="T9" fmla="*/ 115 h 148"/>
                <a:gd name="T10" fmla="*/ 200 w 263"/>
                <a:gd name="T11" fmla="*/ 111 h 148"/>
                <a:gd name="T12" fmla="*/ 204 w 263"/>
                <a:gd name="T13" fmla="*/ 104 h 148"/>
                <a:gd name="T14" fmla="*/ 211 w 263"/>
                <a:gd name="T15" fmla="*/ 104 h 148"/>
                <a:gd name="T16" fmla="*/ 218 w 263"/>
                <a:gd name="T17" fmla="*/ 96 h 148"/>
                <a:gd name="T18" fmla="*/ 215 w 263"/>
                <a:gd name="T19" fmla="*/ 93 h 148"/>
                <a:gd name="T20" fmla="*/ 230 w 263"/>
                <a:gd name="T21" fmla="*/ 89 h 148"/>
                <a:gd name="T22" fmla="*/ 226 w 263"/>
                <a:gd name="T23" fmla="*/ 85 h 148"/>
                <a:gd name="T24" fmla="*/ 230 w 263"/>
                <a:gd name="T25" fmla="*/ 81 h 148"/>
                <a:gd name="T26" fmla="*/ 237 w 263"/>
                <a:gd name="T27" fmla="*/ 78 h 148"/>
                <a:gd name="T28" fmla="*/ 244 w 263"/>
                <a:gd name="T29" fmla="*/ 78 h 148"/>
                <a:gd name="T30" fmla="*/ 256 w 263"/>
                <a:gd name="T31" fmla="*/ 78 h 148"/>
                <a:gd name="T32" fmla="*/ 263 w 263"/>
                <a:gd name="T33" fmla="*/ 74 h 148"/>
                <a:gd name="T34" fmla="*/ 256 w 263"/>
                <a:gd name="T35" fmla="*/ 63 h 148"/>
                <a:gd name="T36" fmla="*/ 252 w 263"/>
                <a:gd name="T37" fmla="*/ 67 h 148"/>
                <a:gd name="T38" fmla="*/ 248 w 263"/>
                <a:gd name="T39" fmla="*/ 70 h 148"/>
                <a:gd name="T40" fmla="*/ 237 w 263"/>
                <a:gd name="T41" fmla="*/ 67 h 148"/>
                <a:gd name="T42" fmla="*/ 237 w 263"/>
                <a:gd name="T43" fmla="*/ 59 h 148"/>
                <a:gd name="T44" fmla="*/ 241 w 263"/>
                <a:gd name="T45" fmla="*/ 48 h 148"/>
                <a:gd name="T46" fmla="*/ 237 w 263"/>
                <a:gd name="T47" fmla="*/ 52 h 148"/>
                <a:gd name="T48" fmla="*/ 226 w 263"/>
                <a:gd name="T49" fmla="*/ 59 h 148"/>
                <a:gd name="T50" fmla="*/ 222 w 263"/>
                <a:gd name="T51" fmla="*/ 67 h 148"/>
                <a:gd name="T52" fmla="*/ 211 w 263"/>
                <a:gd name="T53" fmla="*/ 78 h 148"/>
                <a:gd name="T54" fmla="*/ 204 w 263"/>
                <a:gd name="T55" fmla="*/ 74 h 148"/>
                <a:gd name="T56" fmla="*/ 193 w 263"/>
                <a:gd name="T57" fmla="*/ 74 h 148"/>
                <a:gd name="T58" fmla="*/ 181 w 263"/>
                <a:gd name="T59" fmla="*/ 78 h 148"/>
                <a:gd name="T60" fmla="*/ 163 w 263"/>
                <a:gd name="T61" fmla="*/ 59 h 148"/>
                <a:gd name="T62" fmla="*/ 156 w 263"/>
                <a:gd name="T63" fmla="*/ 41 h 148"/>
                <a:gd name="T64" fmla="*/ 144 w 263"/>
                <a:gd name="T65" fmla="*/ 26 h 148"/>
                <a:gd name="T66" fmla="*/ 93 w 263"/>
                <a:gd name="T67" fmla="*/ 26 h 148"/>
                <a:gd name="T68" fmla="*/ 70 w 263"/>
                <a:gd name="T69" fmla="*/ 15 h 148"/>
                <a:gd name="T70" fmla="*/ 0 w 263"/>
                <a:gd name="T71" fmla="*/ 7 h 148"/>
                <a:gd name="T72" fmla="*/ 22 w 263"/>
                <a:gd name="T73" fmla="*/ 78 h 148"/>
                <a:gd name="T74" fmla="*/ 30 w 263"/>
                <a:gd name="T75" fmla="*/ 74 h 148"/>
                <a:gd name="T76" fmla="*/ 26 w 263"/>
                <a:gd name="T77" fmla="*/ 67 h 148"/>
                <a:gd name="T78" fmla="*/ 33 w 263"/>
                <a:gd name="T79" fmla="*/ 59 h 148"/>
                <a:gd name="T80" fmla="*/ 41 w 263"/>
                <a:gd name="T81" fmla="*/ 55 h 148"/>
                <a:gd name="T82" fmla="*/ 44 w 263"/>
                <a:gd name="T83" fmla="*/ 55 h 148"/>
                <a:gd name="T84" fmla="*/ 52 w 263"/>
                <a:gd name="T85" fmla="*/ 52 h 148"/>
                <a:gd name="T86" fmla="*/ 70 w 263"/>
                <a:gd name="T87" fmla="*/ 63 h 148"/>
                <a:gd name="T88" fmla="*/ 85 w 263"/>
                <a:gd name="T89" fmla="*/ 70 h 148"/>
                <a:gd name="T90" fmla="*/ 96 w 263"/>
                <a:gd name="T91" fmla="*/ 74 h 148"/>
                <a:gd name="T92" fmla="*/ 107 w 263"/>
                <a:gd name="T93" fmla="*/ 78 h 148"/>
                <a:gd name="T94" fmla="*/ 115 w 263"/>
                <a:gd name="T95" fmla="*/ 89 h 148"/>
                <a:gd name="T96" fmla="*/ 119 w 263"/>
                <a:gd name="T97" fmla="*/ 100 h 148"/>
                <a:gd name="T98" fmla="*/ 133 w 263"/>
                <a:gd name="T99" fmla="*/ 107 h 148"/>
                <a:gd name="T100" fmla="*/ 159 w 263"/>
                <a:gd name="T101" fmla="*/ 122 h 148"/>
                <a:gd name="T102" fmla="*/ 178 w 263"/>
                <a:gd name="T103" fmla="*/ 130 h 148"/>
                <a:gd name="T104" fmla="*/ 181 w 263"/>
                <a:gd name="T105" fmla="*/ 130 h 148"/>
                <a:gd name="T106" fmla="*/ 189 w 263"/>
                <a:gd name="T107" fmla="*/ 137 h 148"/>
                <a:gd name="T108" fmla="*/ 193 w 263"/>
                <a:gd name="T109" fmla="*/ 144 h 148"/>
                <a:gd name="T110" fmla="*/ 200 w 263"/>
                <a:gd name="T111" fmla="*/ 148 h 148"/>
                <a:gd name="T112" fmla="*/ 204 w 263"/>
                <a:gd name="T113" fmla="*/ 144 h 148"/>
                <a:gd name="T114" fmla="*/ 207 w 263"/>
                <a:gd name="T115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63" h="148">
                  <a:moveTo>
                    <a:pt x="207" y="148"/>
                  </a:moveTo>
                  <a:lnTo>
                    <a:pt x="211" y="137"/>
                  </a:lnTo>
                  <a:lnTo>
                    <a:pt x="215" y="133"/>
                  </a:lnTo>
                  <a:lnTo>
                    <a:pt x="215" y="130"/>
                  </a:lnTo>
                  <a:lnTo>
                    <a:pt x="215" y="126"/>
                  </a:lnTo>
                  <a:lnTo>
                    <a:pt x="211" y="126"/>
                  </a:lnTo>
                  <a:lnTo>
                    <a:pt x="211" y="118"/>
                  </a:lnTo>
                  <a:lnTo>
                    <a:pt x="211" y="118"/>
                  </a:lnTo>
                  <a:lnTo>
                    <a:pt x="211" y="115"/>
                  </a:lnTo>
                  <a:lnTo>
                    <a:pt x="207" y="115"/>
                  </a:lnTo>
                  <a:lnTo>
                    <a:pt x="204" y="115"/>
                  </a:lnTo>
                  <a:lnTo>
                    <a:pt x="200" y="111"/>
                  </a:lnTo>
                  <a:lnTo>
                    <a:pt x="200" y="104"/>
                  </a:lnTo>
                  <a:lnTo>
                    <a:pt x="204" y="104"/>
                  </a:lnTo>
                  <a:lnTo>
                    <a:pt x="207" y="104"/>
                  </a:lnTo>
                  <a:lnTo>
                    <a:pt x="211" y="104"/>
                  </a:lnTo>
                  <a:lnTo>
                    <a:pt x="211" y="100"/>
                  </a:lnTo>
                  <a:lnTo>
                    <a:pt x="218" y="96"/>
                  </a:lnTo>
                  <a:lnTo>
                    <a:pt x="218" y="96"/>
                  </a:lnTo>
                  <a:lnTo>
                    <a:pt x="215" y="93"/>
                  </a:lnTo>
                  <a:lnTo>
                    <a:pt x="222" y="93"/>
                  </a:lnTo>
                  <a:lnTo>
                    <a:pt x="230" y="89"/>
                  </a:lnTo>
                  <a:lnTo>
                    <a:pt x="230" y="89"/>
                  </a:lnTo>
                  <a:lnTo>
                    <a:pt x="226" y="85"/>
                  </a:lnTo>
                  <a:lnTo>
                    <a:pt x="226" y="81"/>
                  </a:lnTo>
                  <a:lnTo>
                    <a:pt x="230" y="81"/>
                  </a:lnTo>
                  <a:lnTo>
                    <a:pt x="233" y="78"/>
                  </a:lnTo>
                  <a:lnTo>
                    <a:pt x="237" y="78"/>
                  </a:lnTo>
                  <a:lnTo>
                    <a:pt x="241" y="74"/>
                  </a:lnTo>
                  <a:lnTo>
                    <a:pt x="244" y="78"/>
                  </a:lnTo>
                  <a:lnTo>
                    <a:pt x="248" y="78"/>
                  </a:lnTo>
                  <a:lnTo>
                    <a:pt x="256" y="78"/>
                  </a:lnTo>
                  <a:lnTo>
                    <a:pt x="259" y="78"/>
                  </a:lnTo>
                  <a:lnTo>
                    <a:pt x="263" y="74"/>
                  </a:lnTo>
                  <a:lnTo>
                    <a:pt x="263" y="70"/>
                  </a:lnTo>
                  <a:lnTo>
                    <a:pt x="256" y="63"/>
                  </a:lnTo>
                  <a:lnTo>
                    <a:pt x="252" y="63"/>
                  </a:lnTo>
                  <a:lnTo>
                    <a:pt x="252" y="67"/>
                  </a:lnTo>
                  <a:lnTo>
                    <a:pt x="252" y="70"/>
                  </a:lnTo>
                  <a:lnTo>
                    <a:pt x="248" y="70"/>
                  </a:lnTo>
                  <a:lnTo>
                    <a:pt x="244" y="67"/>
                  </a:lnTo>
                  <a:lnTo>
                    <a:pt x="237" y="67"/>
                  </a:lnTo>
                  <a:lnTo>
                    <a:pt x="233" y="63"/>
                  </a:lnTo>
                  <a:lnTo>
                    <a:pt x="237" y="59"/>
                  </a:lnTo>
                  <a:lnTo>
                    <a:pt x="241" y="52"/>
                  </a:lnTo>
                  <a:lnTo>
                    <a:pt x="241" y="48"/>
                  </a:lnTo>
                  <a:lnTo>
                    <a:pt x="237" y="48"/>
                  </a:lnTo>
                  <a:lnTo>
                    <a:pt x="237" y="52"/>
                  </a:lnTo>
                  <a:lnTo>
                    <a:pt x="233" y="55"/>
                  </a:lnTo>
                  <a:lnTo>
                    <a:pt x="226" y="59"/>
                  </a:lnTo>
                  <a:lnTo>
                    <a:pt x="222" y="67"/>
                  </a:lnTo>
                  <a:lnTo>
                    <a:pt x="222" y="67"/>
                  </a:lnTo>
                  <a:lnTo>
                    <a:pt x="218" y="74"/>
                  </a:lnTo>
                  <a:lnTo>
                    <a:pt x="211" y="78"/>
                  </a:lnTo>
                  <a:lnTo>
                    <a:pt x="211" y="78"/>
                  </a:lnTo>
                  <a:lnTo>
                    <a:pt x="204" y="74"/>
                  </a:lnTo>
                  <a:lnTo>
                    <a:pt x="196" y="74"/>
                  </a:lnTo>
                  <a:lnTo>
                    <a:pt x="193" y="74"/>
                  </a:lnTo>
                  <a:lnTo>
                    <a:pt x="185" y="78"/>
                  </a:lnTo>
                  <a:lnTo>
                    <a:pt x="181" y="78"/>
                  </a:lnTo>
                  <a:lnTo>
                    <a:pt x="174" y="59"/>
                  </a:lnTo>
                  <a:lnTo>
                    <a:pt x="163" y="59"/>
                  </a:lnTo>
                  <a:lnTo>
                    <a:pt x="163" y="37"/>
                  </a:lnTo>
                  <a:lnTo>
                    <a:pt x="156" y="41"/>
                  </a:lnTo>
                  <a:lnTo>
                    <a:pt x="152" y="29"/>
                  </a:lnTo>
                  <a:lnTo>
                    <a:pt x="144" y="26"/>
                  </a:lnTo>
                  <a:lnTo>
                    <a:pt x="119" y="26"/>
                  </a:lnTo>
                  <a:lnTo>
                    <a:pt x="93" y="26"/>
                  </a:lnTo>
                  <a:lnTo>
                    <a:pt x="78" y="18"/>
                  </a:lnTo>
                  <a:lnTo>
                    <a:pt x="70" y="15"/>
                  </a:lnTo>
                  <a:lnTo>
                    <a:pt x="44" y="0"/>
                  </a:lnTo>
                  <a:lnTo>
                    <a:pt x="0" y="7"/>
                  </a:lnTo>
                  <a:lnTo>
                    <a:pt x="15" y="78"/>
                  </a:lnTo>
                  <a:lnTo>
                    <a:pt x="22" y="78"/>
                  </a:lnTo>
                  <a:lnTo>
                    <a:pt x="26" y="78"/>
                  </a:lnTo>
                  <a:lnTo>
                    <a:pt x="30" y="74"/>
                  </a:lnTo>
                  <a:lnTo>
                    <a:pt x="26" y="70"/>
                  </a:lnTo>
                  <a:lnTo>
                    <a:pt x="26" y="67"/>
                  </a:lnTo>
                  <a:lnTo>
                    <a:pt x="30" y="59"/>
                  </a:lnTo>
                  <a:lnTo>
                    <a:pt x="33" y="59"/>
                  </a:lnTo>
                  <a:lnTo>
                    <a:pt x="37" y="55"/>
                  </a:lnTo>
                  <a:lnTo>
                    <a:pt x="41" y="55"/>
                  </a:lnTo>
                  <a:lnTo>
                    <a:pt x="44" y="55"/>
                  </a:lnTo>
                  <a:lnTo>
                    <a:pt x="44" y="55"/>
                  </a:lnTo>
                  <a:lnTo>
                    <a:pt x="44" y="52"/>
                  </a:lnTo>
                  <a:lnTo>
                    <a:pt x="52" y="52"/>
                  </a:lnTo>
                  <a:lnTo>
                    <a:pt x="63" y="55"/>
                  </a:lnTo>
                  <a:lnTo>
                    <a:pt x="70" y="63"/>
                  </a:lnTo>
                  <a:lnTo>
                    <a:pt x="74" y="67"/>
                  </a:lnTo>
                  <a:lnTo>
                    <a:pt x="85" y="70"/>
                  </a:lnTo>
                  <a:lnTo>
                    <a:pt x="96" y="78"/>
                  </a:lnTo>
                  <a:lnTo>
                    <a:pt x="96" y="74"/>
                  </a:lnTo>
                  <a:lnTo>
                    <a:pt x="100" y="74"/>
                  </a:lnTo>
                  <a:lnTo>
                    <a:pt x="107" y="78"/>
                  </a:lnTo>
                  <a:lnTo>
                    <a:pt x="111" y="89"/>
                  </a:lnTo>
                  <a:lnTo>
                    <a:pt x="115" y="89"/>
                  </a:lnTo>
                  <a:lnTo>
                    <a:pt x="115" y="93"/>
                  </a:lnTo>
                  <a:lnTo>
                    <a:pt x="119" y="100"/>
                  </a:lnTo>
                  <a:lnTo>
                    <a:pt x="126" y="104"/>
                  </a:lnTo>
                  <a:lnTo>
                    <a:pt x="133" y="107"/>
                  </a:lnTo>
                  <a:lnTo>
                    <a:pt x="144" y="115"/>
                  </a:lnTo>
                  <a:lnTo>
                    <a:pt x="159" y="122"/>
                  </a:lnTo>
                  <a:lnTo>
                    <a:pt x="170" y="130"/>
                  </a:lnTo>
                  <a:lnTo>
                    <a:pt x="178" y="130"/>
                  </a:lnTo>
                  <a:lnTo>
                    <a:pt x="181" y="130"/>
                  </a:lnTo>
                  <a:lnTo>
                    <a:pt x="181" y="130"/>
                  </a:lnTo>
                  <a:lnTo>
                    <a:pt x="189" y="133"/>
                  </a:lnTo>
                  <a:lnTo>
                    <a:pt x="189" y="137"/>
                  </a:lnTo>
                  <a:lnTo>
                    <a:pt x="189" y="144"/>
                  </a:lnTo>
                  <a:lnTo>
                    <a:pt x="193" y="144"/>
                  </a:lnTo>
                  <a:lnTo>
                    <a:pt x="196" y="144"/>
                  </a:lnTo>
                  <a:lnTo>
                    <a:pt x="200" y="148"/>
                  </a:lnTo>
                  <a:lnTo>
                    <a:pt x="204" y="148"/>
                  </a:lnTo>
                  <a:lnTo>
                    <a:pt x="204" y="144"/>
                  </a:lnTo>
                  <a:lnTo>
                    <a:pt x="207" y="148"/>
                  </a:lnTo>
                  <a:lnTo>
                    <a:pt x="207" y="1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56" name="Freeform 18"/>
            <p:cNvSpPr/>
            <p:nvPr/>
          </p:nvSpPr>
          <p:spPr bwMode="auto">
            <a:xfrm>
              <a:off x="5336477" y="2284334"/>
              <a:ext cx="304932" cy="171122"/>
            </a:xfrm>
            <a:custGeom>
              <a:avLst/>
              <a:gdLst>
                <a:gd name="T0" fmla="*/ 237 w 237"/>
                <a:gd name="T1" fmla="*/ 81 h 133"/>
                <a:gd name="T2" fmla="*/ 226 w 237"/>
                <a:gd name="T3" fmla="*/ 78 h 133"/>
                <a:gd name="T4" fmla="*/ 192 w 237"/>
                <a:gd name="T5" fmla="*/ 63 h 133"/>
                <a:gd name="T6" fmla="*/ 167 w 237"/>
                <a:gd name="T7" fmla="*/ 48 h 133"/>
                <a:gd name="T8" fmla="*/ 159 w 237"/>
                <a:gd name="T9" fmla="*/ 37 h 133"/>
                <a:gd name="T10" fmla="*/ 144 w 237"/>
                <a:gd name="T11" fmla="*/ 22 h 133"/>
                <a:gd name="T12" fmla="*/ 122 w 237"/>
                <a:gd name="T13" fmla="*/ 15 h 133"/>
                <a:gd name="T14" fmla="*/ 100 w 237"/>
                <a:gd name="T15" fmla="*/ 0 h 133"/>
                <a:gd name="T16" fmla="*/ 92 w 237"/>
                <a:gd name="T17" fmla="*/ 3 h 133"/>
                <a:gd name="T18" fmla="*/ 81 w 237"/>
                <a:gd name="T19" fmla="*/ 7 h 133"/>
                <a:gd name="T20" fmla="*/ 74 w 237"/>
                <a:gd name="T21" fmla="*/ 18 h 133"/>
                <a:gd name="T22" fmla="*/ 70 w 237"/>
                <a:gd name="T23" fmla="*/ 26 h 133"/>
                <a:gd name="T24" fmla="*/ 41 w 237"/>
                <a:gd name="T25" fmla="*/ 15 h 133"/>
                <a:gd name="T26" fmla="*/ 11 w 237"/>
                <a:gd name="T27" fmla="*/ 11 h 133"/>
                <a:gd name="T28" fmla="*/ 4 w 237"/>
                <a:gd name="T29" fmla="*/ 22 h 133"/>
                <a:gd name="T30" fmla="*/ 7 w 237"/>
                <a:gd name="T31" fmla="*/ 29 h 133"/>
                <a:gd name="T32" fmla="*/ 11 w 237"/>
                <a:gd name="T33" fmla="*/ 41 h 133"/>
                <a:gd name="T34" fmla="*/ 11 w 237"/>
                <a:gd name="T35" fmla="*/ 55 h 133"/>
                <a:gd name="T36" fmla="*/ 15 w 237"/>
                <a:gd name="T37" fmla="*/ 55 h 133"/>
                <a:gd name="T38" fmla="*/ 26 w 237"/>
                <a:gd name="T39" fmla="*/ 52 h 133"/>
                <a:gd name="T40" fmla="*/ 26 w 237"/>
                <a:gd name="T41" fmla="*/ 59 h 133"/>
                <a:gd name="T42" fmla="*/ 30 w 237"/>
                <a:gd name="T43" fmla="*/ 63 h 133"/>
                <a:gd name="T44" fmla="*/ 22 w 237"/>
                <a:gd name="T45" fmla="*/ 63 h 133"/>
                <a:gd name="T46" fmla="*/ 22 w 237"/>
                <a:gd name="T47" fmla="*/ 70 h 133"/>
                <a:gd name="T48" fmla="*/ 26 w 237"/>
                <a:gd name="T49" fmla="*/ 66 h 133"/>
                <a:gd name="T50" fmla="*/ 33 w 237"/>
                <a:gd name="T51" fmla="*/ 70 h 133"/>
                <a:gd name="T52" fmla="*/ 33 w 237"/>
                <a:gd name="T53" fmla="*/ 81 h 133"/>
                <a:gd name="T54" fmla="*/ 41 w 237"/>
                <a:gd name="T55" fmla="*/ 100 h 133"/>
                <a:gd name="T56" fmla="*/ 52 w 237"/>
                <a:gd name="T57" fmla="*/ 96 h 133"/>
                <a:gd name="T58" fmla="*/ 63 w 237"/>
                <a:gd name="T59" fmla="*/ 89 h 133"/>
                <a:gd name="T60" fmla="*/ 78 w 237"/>
                <a:gd name="T61" fmla="*/ 85 h 133"/>
                <a:gd name="T62" fmla="*/ 89 w 237"/>
                <a:gd name="T63" fmla="*/ 85 h 133"/>
                <a:gd name="T64" fmla="*/ 107 w 237"/>
                <a:gd name="T65" fmla="*/ 96 h 133"/>
                <a:gd name="T66" fmla="*/ 122 w 237"/>
                <a:gd name="T67" fmla="*/ 96 h 133"/>
                <a:gd name="T68" fmla="*/ 126 w 237"/>
                <a:gd name="T69" fmla="*/ 104 h 133"/>
                <a:gd name="T70" fmla="*/ 144 w 237"/>
                <a:gd name="T71" fmla="*/ 111 h 133"/>
                <a:gd name="T72" fmla="*/ 155 w 237"/>
                <a:gd name="T73" fmla="*/ 118 h 133"/>
                <a:gd name="T74" fmla="*/ 155 w 237"/>
                <a:gd name="T75" fmla="*/ 126 h 133"/>
                <a:gd name="T76" fmla="*/ 163 w 237"/>
                <a:gd name="T77" fmla="*/ 130 h 133"/>
                <a:gd name="T78" fmla="*/ 170 w 237"/>
                <a:gd name="T79" fmla="*/ 130 h 133"/>
                <a:gd name="T80" fmla="*/ 178 w 237"/>
                <a:gd name="T81" fmla="*/ 133 h 133"/>
                <a:gd name="T82" fmla="*/ 185 w 237"/>
                <a:gd name="T83" fmla="*/ 133 h 133"/>
                <a:gd name="T84" fmla="*/ 192 w 237"/>
                <a:gd name="T85" fmla="*/ 126 h 133"/>
                <a:gd name="T86" fmla="*/ 204 w 237"/>
                <a:gd name="T87" fmla="*/ 118 h 133"/>
                <a:gd name="T88" fmla="*/ 207 w 237"/>
                <a:gd name="T89" fmla="*/ 115 h 133"/>
                <a:gd name="T90" fmla="*/ 211 w 237"/>
                <a:gd name="T91" fmla="*/ 104 h 133"/>
                <a:gd name="T92" fmla="*/ 211 w 237"/>
                <a:gd name="T93" fmla="*/ 100 h 133"/>
                <a:gd name="T94" fmla="*/ 218 w 237"/>
                <a:gd name="T95" fmla="*/ 96 h 133"/>
                <a:gd name="T96" fmla="*/ 229 w 237"/>
                <a:gd name="T97" fmla="*/ 92 h 133"/>
                <a:gd name="T98" fmla="*/ 237 w 237"/>
                <a:gd name="T99" fmla="*/ 92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7" h="133">
                  <a:moveTo>
                    <a:pt x="237" y="92"/>
                  </a:moveTo>
                  <a:lnTo>
                    <a:pt x="237" y="85"/>
                  </a:lnTo>
                  <a:lnTo>
                    <a:pt x="237" y="81"/>
                  </a:lnTo>
                  <a:lnTo>
                    <a:pt x="229" y="78"/>
                  </a:lnTo>
                  <a:lnTo>
                    <a:pt x="229" y="78"/>
                  </a:lnTo>
                  <a:lnTo>
                    <a:pt x="226" y="78"/>
                  </a:lnTo>
                  <a:lnTo>
                    <a:pt x="218" y="78"/>
                  </a:lnTo>
                  <a:lnTo>
                    <a:pt x="207" y="70"/>
                  </a:lnTo>
                  <a:lnTo>
                    <a:pt x="192" y="63"/>
                  </a:lnTo>
                  <a:lnTo>
                    <a:pt x="181" y="55"/>
                  </a:lnTo>
                  <a:lnTo>
                    <a:pt x="174" y="52"/>
                  </a:lnTo>
                  <a:lnTo>
                    <a:pt x="167" y="48"/>
                  </a:lnTo>
                  <a:lnTo>
                    <a:pt x="163" y="41"/>
                  </a:lnTo>
                  <a:lnTo>
                    <a:pt x="163" y="37"/>
                  </a:lnTo>
                  <a:lnTo>
                    <a:pt x="159" y="37"/>
                  </a:lnTo>
                  <a:lnTo>
                    <a:pt x="155" y="26"/>
                  </a:lnTo>
                  <a:lnTo>
                    <a:pt x="148" y="22"/>
                  </a:lnTo>
                  <a:lnTo>
                    <a:pt x="144" y="22"/>
                  </a:lnTo>
                  <a:lnTo>
                    <a:pt x="144" y="26"/>
                  </a:lnTo>
                  <a:lnTo>
                    <a:pt x="133" y="18"/>
                  </a:lnTo>
                  <a:lnTo>
                    <a:pt x="122" y="15"/>
                  </a:lnTo>
                  <a:lnTo>
                    <a:pt x="118" y="11"/>
                  </a:lnTo>
                  <a:lnTo>
                    <a:pt x="111" y="3"/>
                  </a:lnTo>
                  <a:lnTo>
                    <a:pt x="100" y="0"/>
                  </a:lnTo>
                  <a:lnTo>
                    <a:pt x="92" y="0"/>
                  </a:lnTo>
                  <a:lnTo>
                    <a:pt x="92" y="3"/>
                  </a:lnTo>
                  <a:lnTo>
                    <a:pt x="92" y="3"/>
                  </a:lnTo>
                  <a:lnTo>
                    <a:pt x="89" y="3"/>
                  </a:lnTo>
                  <a:lnTo>
                    <a:pt x="85" y="3"/>
                  </a:lnTo>
                  <a:lnTo>
                    <a:pt x="81" y="7"/>
                  </a:lnTo>
                  <a:lnTo>
                    <a:pt x="78" y="7"/>
                  </a:lnTo>
                  <a:lnTo>
                    <a:pt x="74" y="15"/>
                  </a:lnTo>
                  <a:lnTo>
                    <a:pt x="74" y="18"/>
                  </a:lnTo>
                  <a:lnTo>
                    <a:pt x="78" y="22"/>
                  </a:lnTo>
                  <a:lnTo>
                    <a:pt x="74" y="26"/>
                  </a:lnTo>
                  <a:lnTo>
                    <a:pt x="70" y="26"/>
                  </a:lnTo>
                  <a:lnTo>
                    <a:pt x="59" y="26"/>
                  </a:lnTo>
                  <a:lnTo>
                    <a:pt x="52" y="26"/>
                  </a:lnTo>
                  <a:lnTo>
                    <a:pt x="41" y="15"/>
                  </a:lnTo>
                  <a:lnTo>
                    <a:pt x="30" y="11"/>
                  </a:lnTo>
                  <a:lnTo>
                    <a:pt x="18" y="7"/>
                  </a:lnTo>
                  <a:lnTo>
                    <a:pt x="11" y="11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4" y="22"/>
                  </a:lnTo>
                  <a:lnTo>
                    <a:pt x="4" y="26"/>
                  </a:lnTo>
                  <a:lnTo>
                    <a:pt x="7" y="26"/>
                  </a:lnTo>
                  <a:lnTo>
                    <a:pt x="7" y="29"/>
                  </a:lnTo>
                  <a:lnTo>
                    <a:pt x="11" y="33"/>
                  </a:lnTo>
                  <a:lnTo>
                    <a:pt x="11" y="41"/>
                  </a:lnTo>
                  <a:lnTo>
                    <a:pt x="11" y="41"/>
                  </a:lnTo>
                  <a:lnTo>
                    <a:pt x="11" y="48"/>
                  </a:lnTo>
                  <a:lnTo>
                    <a:pt x="11" y="52"/>
                  </a:lnTo>
                  <a:lnTo>
                    <a:pt x="11" y="55"/>
                  </a:lnTo>
                  <a:lnTo>
                    <a:pt x="18" y="59"/>
                  </a:lnTo>
                  <a:lnTo>
                    <a:pt x="18" y="55"/>
                  </a:lnTo>
                  <a:lnTo>
                    <a:pt x="15" y="55"/>
                  </a:lnTo>
                  <a:lnTo>
                    <a:pt x="18" y="55"/>
                  </a:lnTo>
                  <a:lnTo>
                    <a:pt x="22" y="55"/>
                  </a:lnTo>
                  <a:lnTo>
                    <a:pt x="26" y="52"/>
                  </a:lnTo>
                  <a:lnTo>
                    <a:pt x="26" y="55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30" y="59"/>
                  </a:lnTo>
                  <a:lnTo>
                    <a:pt x="30" y="63"/>
                  </a:lnTo>
                  <a:lnTo>
                    <a:pt x="30" y="63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22" y="63"/>
                  </a:lnTo>
                  <a:lnTo>
                    <a:pt x="18" y="63"/>
                  </a:lnTo>
                  <a:lnTo>
                    <a:pt x="18" y="66"/>
                  </a:lnTo>
                  <a:lnTo>
                    <a:pt x="22" y="70"/>
                  </a:lnTo>
                  <a:lnTo>
                    <a:pt x="22" y="66"/>
                  </a:lnTo>
                  <a:lnTo>
                    <a:pt x="22" y="66"/>
                  </a:lnTo>
                  <a:lnTo>
                    <a:pt x="26" y="66"/>
                  </a:lnTo>
                  <a:lnTo>
                    <a:pt x="26" y="66"/>
                  </a:lnTo>
                  <a:lnTo>
                    <a:pt x="30" y="70"/>
                  </a:lnTo>
                  <a:lnTo>
                    <a:pt x="33" y="70"/>
                  </a:lnTo>
                  <a:lnTo>
                    <a:pt x="33" y="74"/>
                  </a:lnTo>
                  <a:lnTo>
                    <a:pt x="33" y="78"/>
                  </a:lnTo>
                  <a:lnTo>
                    <a:pt x="33" y="81"/>
                  </a:lnTo>
                  <a:lnTo>
                    <a:pt x="33" y="89"/>
                  </a:lnTo>
                  <a:lnTo>
                    <a:pt x="37" y="92"/>
                  </a:lnTo>
                  <a:lnTo>
                    <a:pt x="41" y="100"/>
                  </a:lnTo>
                  <a:lnTo>
                    <a:pt x="44" y="100"/>
                  </a:lnTo>
                  <a:lnTo>
                    <a:pt x="52" y="100"/>
                  </a:lnTo>
                  <a:lnTo>
                    <a:pt x="52" y="96"/>
                  </a:lnTo>
                  <a:lnTo>
                    <a:pt x="55" y="92"/>
                  </a:lnTo>
                  <a:lnTo>
                    <a:pt x="55" y="92"/>
                  </a:lnTo>
                  <a:lnTo>
                    <a:pt x="63" y="89"/>
                  </a:lnTo>
                  <a:lnTo>
                    <a:pt x="70" y="85"/>
                  </a:lnTo>
                  <a:lnTo>
                    <a:pt x="78" y="89"/>
                  </a:lnTo>
                  <a:lnTo>
                    <a:pt x="78" y="85"/>
                  </a:lnTo>
                  <a:lnTo>
                    <a:pt x="81" y="81"/>
                  </a:lnTo>
                  <a:lnTo>
                    <a:pt x="85" y="85"/>
                  </a:lnTo>
                  <a:lnTo>
                    <a:pt x="89" y="85"/>
                  </a:lnTo>
                  <a:lnTo>
                    <a:pt x="92" y="89"/>
                  </a:lnTo>
                  <a:lnTo>
                    <a:pt x="100" y="89"/>
                  </a:lnTo>
                  <a:lnTo>
                    <a:pt x="107" y="96"/>
                  </a:lnTo>
                  <a:lnTo>
                    <a:pt x="111" y="96"/>
                  </a:lnTo>
                  <a:lnTo>
                    <a:pt x="115" y="92"/>
                  </a:lnTo>
                  <a:lnTo>
                    <a:pt x="122" y="96"/>
                  </a:lnTo>
                  <a:lnTo>
                    <a:pt x="126" y="96"/>
                  </a:lnTo>
                  <a:lnTo>
                    <a:pt x="126" y="100"/>
                  </a:lnTo>
                  <a:lnTo>
                    <a:pt x="126" y="104"/>
                  </a:lnTo>
                  <a:lnTo>
                    <a:pt x="129" y="100"/>
                  </a:lnTo>
                  <a:lnTo>
                    <a:pt x="137" y="104"/>
                  </a:lnTo>
                  <a:lnTo>
                    <a:pt x="144" y="111"/>
                  </a:lnTo>
                  <a:lnTo>
                    <a:pt x="152" y="111"/>
                  </a:lnTo>
                  <a:lnTo>
                    <a:pt x="155" y="115"/>
                  </a:lnTo>
                  <a:lnTo>
                    <a:pt x="155" y="118"/>
                  </a:lnTo>
                  <a:lnTo>
                    <a:pt x="155" y="118"/>
                  </a:lnTo>
                  <a:lnTo>
                    <a:pt x="155" y="122"/>
                  </a:lnTo>
                  <a:lnTo>
                    <a:pt x="155" y="126"/>
                  </a:lnTo>
                  <a:lnTo>
                    <a:pt x="159" y="126"/>
                  </a:lnTo>
                  <a:lnTo>
                    <a:pt x="159" y="126"/>
                  </a:lnTo>
                  <a:lnTo>
                    <a:pt x="163" y="130"/>
                  </a:lnTo>
                  <a:lnTo>
                    <a:pt x="167" y="130"/>
                  </a:lnTo>
                  <a:lnTo>
                    <a:pt x="170" y="130"/>
                  </a:lnTo>
                  <a:lnTo>
                    <a:pt x="170" y="130"/>
                  </a:lnTo>
                  <a:lnTo>
                    <a:pt x="174" y="130"/>
                  </a:lnTo>
                  <a:lnTo>
                    <a:pt x="178" y="130"/>
                  </a:lnTo>
                  <a:lnTo>
                    <a:pt x="178" y="133"/>
                  </a:lnTo>
                  <a:lnTo>
                    <a:pt x="181" y="133"/>
                  </a:lnTo>
                  <a:lnTo>
                    <a:pt x="181" y="133"/>
                  </a:lnTo>
                  <a:lnTo>
                    <a:pt x="185" y="133"/>
                  </a:lnTo>
                  <a:lnTo>
                    <a:pt x="189" y="130"/>
                  </a:lnTo>
                  <a:lnTo>
                    <a:pt x="189" y="126"/>
                  </a:lnTo>
                  <a:lnTo>
                    <a:pt x="192" y="126"/>
                  </a:lnTo>
                  <a:lnTo>
                    <a:pt x="189" y="122"/>
                  </a:lnTo>
                  <a:lnTo>
                    <a:pt x="196" y="122"/>
                  </a:lnTo>
                  <a:lnTo>
                    <a:pt x="204" y="118"/>
                  </a:lnTo>
                  <a:lnTo>
                    <a:pt x="204" y="118"/>
                  </a:lnTo>
                  <a:lnTo>
                    <a:pt x="204" y="115"/>
                  </a:lnTo>
                  <a:lnTo>
                    <a:pt x="207" y="115"/>
                  </a:lnTo>
                  <a:lnTo>
                    <a:pt x="207" y="111"/>
                  </a:lnTo>
                  <a:lnTo>
                    <a:pt x="207" y="107"/>
                  </a:lnTo>
                  <a:lnTo>
                    <a:pt x="211" y="104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11" y="96"/>
                  </a:lnTo>
                  <a:lnTo>
                    <a:pt x="215" y="96"/>
                  </a:lnTo>
                  <a:lnTo>
                    <a:pt x="218" y="96"/>
                  </a:lnTo>
                  <a:lnTo>
                    <a:pt x="218" y="96"/>
                  </a:lnTo>
                  <a:lnTo>
                    <a:pt x="226" y="92"/>
                  </a:lnTo>
                  <a:lnTo>
                    <a:pt x="229" y="92"/>
                  </a:lnTo>
                  <a:lnTo>
                    <a:pt x="233" y="92"/>
                  </a:lnTo>
                  <a:lnTo>
                    <a:pt x="237" y="92"/>
                  </a:lnTo>
                  <a:lnTo>
                    <a:pt x="237" y="92"/>
                  </a:lnTo>
                  <a:lnTo>
                    <a:pt x="237" y="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57" name="Freeform 19"/>
            <p:cNvSpPr>
              <a:spLocks noEditPoints="1"/>
            </p:cNvSpPr>
            <p:nvPr/>
          </p:nvSpPr>
          <p:spPr bwMode="auto">
            <a:xfrm>
              <a:off x="6769785" y="2784834"/>
              <a:ext cx="209721" cy="286919"/>
            </a:xfrm>
            <a:custGeom>
              <a:avLst/>
              <a:gdLst>
                <a:gd name="T0" fmla="*/ 17 w 44"/>
                <a:gd name="T1" fmla="*/ 0 h 60"/>
                <a:gd name="T2" fmla="*/ 23 w 44"/>
                <a:gd name="T3" fmla="*/ 23 h 60"/>
                <a:gd name="T4" fmla="*/ 28 w 44"/>
                <a:gd name="T5" fmla="*/ 24 h 60"/>
                <a:gd name="T6" fmla="*/ 31 w 44"/>
                <a:gd name="T7" fmla="*/ 28 h 60"/>
                <a:gd name="T8" fmla="*/ 30 w 44"/>
                <a:gd name="T9" fmla="*/ 29 h 60"/>
                <a:gd name="T10" fmla="*/ 24 w 44"/>
                <a:gd name="T11" fmla="*/ 24 h 60"/>
                <a:gd name="T12" fmla="*/ 19 w 44"/>
                <a:gd name="T13" fmla="*/ 26 h 60"/>
                <a:gd name="T14" fmla="*/ 16 w 44"/>
                <a:gd name="T15" fmla="*/ 22 h 60"/>
                <a:gd name="T16" fmla="*/ 13 w 44"/>
                <a:gd name="T17" fmla="*/ 20 h 60"/>
                <a:gd name="T18" fmla="*/ 12 w 44"/>
                <a:gd name="T19" fmla="*/ 14 h 60"/>
                <a:gd name="T20" fmla="*/ 17 w 44"/>
                <a:gd name="T21" fmla="*/ 4 h 60"/>
                <a:gd name="T22" fmla="*/ 20 w 44"/>
                <a:gd name="T23" fmla="*/ 7 h 60"/>
                <a:gd name="T24" fmla="*/ 21 w 44"/>
                <a:gd name="T25" fmla="*/ 14 h 60"/>
                <a:gd name="T26" fmla="*/ 21 w 44"/>
                <a:gd name="T27" fmla="*/ 22 h 60"/>
                <a:gd name="T28" fmla="*/ 22 w 44"/>
                <a:gd name="T29" fmla="*/ 19 h 60"/>
                <a:gd name="T30" fmla="*/ 15 w 44"/>
                <a:gd name="T31" fmla="*/ 26 h 60"/>
                <a:gd name="T32" fmla="*/ 20 w 44"/>
                <a:gd name="T33" fmla="*/ 30 h 60"/>
                <a:gd name="T34" fmla="*/ 31 w 44"/>
                <a:gd name="T35" fmla="*/ 24 h 60"/>
                <a:gd name="T36" fmla="*/ 22 w 44"/>
                <a:gd name="T37" fmla="*/ 27 h 60"/>
                <a:gd name="T38" fmla="*/ 23 w 44"/>
                <a:gd name="T39" fmla="*/ 31 h 60"/>
                <a:gd name="T40" fmla="*/ 27 w 44"/>
                <a:gd name="T41" fmla="*/ 27 h 60"/>
                <a:gd name="T42" fmla="*/ 29 w 44"/>
                <a:gd name="T43" fmla="*/ 30 h 60"/>
                <a:gd name="T44" fmla="*/ 29 w 44"/>
                <a:gd name="T45" fmla="*/ 30 h 60"/>
                <a:gd name="T46" fmla="*/ 23 w 44"/>
                <a:gd name="T47" fmla="*/ 39 h 60"/>
                <a:gd name="T48" fmla="*/ 24 w 44"/>
                <a:gd name="T49" fmla="*/ 34 h 60"/>
                <a:gd name="T50" fmla="*/ 27 w 44"/>
                <a:gd name="T51" fmla="*/ 36 h 60"/>
                <a:gd name="T52" fmla="*/ 26 w 44"/>
                <a:gd name="T53" fmla="*/ 39 h 60"/>
                <a:gd name="T54" fmla="*/ 32 w 44"/>
                <a:gd name="T55" fmla="*/ 39 h 60"/>
                <a:gd name="T56" fmla="*/ 29 w 44"/>
                <a:gd name="T57" fmla="*/ 43 h 60"/>
                <a:gd name="T58" fmla="*/ 27 w 44"/>
                <a:gd name="T59" fmla="*/ 39 h 60"/>
                <a:gd name="T60" fmla="*/ 29 w 44"/>
                <a:gd name="T61" fmla="*/ 44 h 60"/>
                <a:gd name="T62" fmla="*/ 34 w 44"/>
                <a:gd name="T63" fmla="*/ 40 h 60"/>
                <a:gd name="T64" fmla="*/ 38 w 44"/>
                <a:gd name="T65" fmla="*/ 41 h 60"/>
                <a:gd name="T66" fmla="*/ 34 w 44"/>
                <a:gd name="T67" fmla="*/ 35 h 60"/>
                <a:gd name="T68" fmla="*/ 39 w 44"/>
                <a:gd name="T69" fmla="*/ 36 h 60"/>
                <a:gd name="T70" fmla="*/ 36 w 44"/>
                <a:gd name="T71" fmla="*/ 30 h 60"/>
                <a:gd name="T72" fmla="*/ 36 w 44"/>
                <a:gd name="T73" fmla="*/ 34 h 60"/>
                <a:gd name="T74" fmla="*/ 33 w 44"/>
                <a:gd name="T75" fmla="*/ 36 h 60"/>
                <a:gd name="T76" fmla="*/ 38 w 44"/>
                <a:gd name="T77" fmla="*/ 40 h 60"/>
                <a:gd name="T78" fmla="*/ 40 w 44"/>
                <a:gd name="T79" fmla="*/ 37 h 60"/>
                <a:gd name="T80" fmla="*/ 39 w 44"/>
                <a:gd name="T81" fmla="*/ 39 h 60"/>
                <a:gd name="T82" fmla="*/ 41 w 44"/>
                <a:gd name="T83" fmla="*/ 42 h 60"/>
                <a:gd name="T84" fmla="*/ 24 w 44"/>
                <a:gd name="T85" fmla="*/ 51 h 60"/>
                <a:gd name="T86" fmla="*/ 30 w 44"/>
                <a:gd name="T87" fmla="*/ 46 h 60"/>
                <a:gd name="T88" fmla="*/ 36 w 44"/>
                <a:gd name="T89" fmla="*/ 47 h 60"/>
                <a:gd name="T90" fmla="*/ 38 w 44"/>
                <a:gd name="T91" fmla="*/ 42 h 60"/>
                <a:gd name="T92" fmla="*/ 42 w 44"/>
                <a:gd name="T93" fmla="*/ 47 h 60"/>
                <a:gd name="T94" fmla="*/ 44 w 44"/>
                <a:gd name="T95" fmla="*/ 54 h 60"/>
                <a:gd name="T96" fmla="*/ 42 w 44"/>
                <a:gd name="T97" fmla="*/ 55 h 60"/>
                <a:gd name="T98" fmla="*/ 39 w 44"/>
                <a:gd name="T99" fmla="*/ 59 h 60"/>
                <a:gd name="T100" fmla="*/ 34 w 44"/>
                <a:gd name="T101" fmla="*/ 58 h 60"/>
                <a:gd name="T102" fmla="*/ 33 w 44"/>
                <a:gd name="T103" fmla="*/ 53 h 60"/>
                <a:gd name="T104" fmla="*/ 29 w 44"/>
                <a:gd name="T105" fmla="*/ 52 h 60"/>
                <a:gd name="T106" fmla="*/ 26 w 44"/>
                <a:gd name="T107" fmla="*/ 51 h 60"/>
                <a:gd name="T108" fmla="*/ 24 w 44"/>
                <a:gd name="T109" fmla="*/ 55 h 60"/>
                <a:gd name="T110" fmla="*/ 14 w 44"/>
                <a:gd name="T111" fmla="*/ 32 h 60"/>
                <a:gd name="T112" fmla="*/ 12 w 44"/>
                <a:gd name="T113" fmla="*/ 33 h 60"/>
                <a:gd name="T114" fmla="*/ 3 w 44"/>
                <a:gd name="T115" fmla="*/ 47 h 60"/>
                <a:gd name="T116" fmla="*/ 10 w 44"/>
                <a:gd name="T117" fmla="*/ 41 h 60"/>
                <a:gd name="T118" fmla="*/ 10 w 44"/>
                <a:gd name="T119" fmla="*/ 38 h 60"/>
                <a:gd name="T120" fmla="*/ 4 w 44"/>
                <a:gd name="T121" fmla="*/ 44 h 60"/>
                <a:gd name="T122" fmla="*/ 2 w 44"/>
                <a:gd name="T123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4" h="60">
                  <a:moveTo>
                    <a:pt x="16" y="2"/>
                  </a:moveTo>
                  <a:cubicBezTo>
                    <a:pt x="17" y="2"/>
                    <a:pt x="17" y="2"/>
                    <a:pt x="17" y="2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2"/>
                    <a:pt x="16" y="2"/>
                    <a:pt x="16" y="2"/>
                  </a:cubicBezTo>
                  <a:close/>
                  <a:moveTo>
                    <a:pt x="16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1"/>
                    <a:pt x="16" y="1"/>
                    <a:pt x="16" y="1"/>
                  </a:cubicBezTo>
                  <a:close/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lose/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2"/>
                    <a:pt x="19" y="2"/>
                    <a:pt x="19" y="2"/>
                  </a:cubicBezTo>
                  <a:close/>
                  <a:moveTo>
                    <a:pt x="20" y="22"/>
                  </a:moveTo>
                  <a:cubicBezTo>
                    <a:pt x="20" y="22"/>
                    <a:pt x="20" y="22"/>
                    <a:pt x="20" y="22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4"/>
                    <a:pt x="27" y="24"/>
                    <a:pt x="27" y="24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9" y="24"/>
                    <a:pt x="29" y="24"/>
                    <a:pt x="29" y="24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2"/>
                    <a:pt x="20" y="22"/>
                    <a:pt x="20" y="22"/>
                  </a:cubicBezTo>
                  <a:close/>
                  <a:moveTo>
                    <a:pt x="21" y="22"/>
                  </a:moveTo>
                  <a:cubicBezTo>
                    <a:pt x="21" y="23"/>
                    <a:pt x="21" y="23"/>
                    <a:pt x="21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1" y="22"/>
                    <a:pt x="21" y="22"/>
                    <a:pt x="21" y="22"/>
                  </a:cubicBezTo>
                  <a:close/>
                  <a:moveTo>
                    <a:pt x="21" y="19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1" y="19"/>
                    <a:pt x="21" y="19"/>
                    <a:pt x="21" y="19"/>
                  </a:cubicBezTo>
                  <a:close/>
                  <a:moveTo>
                    <a:pt x="13" y="24"/>
                  </a:moveTo>
                  <a:cubicBezTo>
                    <a:pt x="13" y="25"/>
                    <a:pt x="13" y="25"/>
                    <a:pt x="13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lose/>
                  <a:moveTo>
                    <a:pt x="14" y="26"/>
                  </a:moveTo>
                  <a:cubicBezTo>
                    <a:pt x="14" y="26"/>
                    <a:pt x="14" y="26"/>
                    <a:pt x="14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4" y="26"/>
                    <a:pt x="14" y="26"/>
                    <a:pt x="14" y="26"/>
                  </a:cubicBezTo>
                  <a:close/>
                  <a:moveTo>
                    <a:pt x="32" y="23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3"/>
                    <a:pt x="32" y="23"/>
                    <a:pt x="32" y="23"/>
                  </a:cubicBezTo>
                  <a:close/>
                  <a:moveTo>
                    <a:pt x="21" y="26"/>
                  </a:moveTo>
                  <a:cubicBezTo>
                    <a:pt x="22" y="27"/>
                    <a:pt x="22" y="27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1" y="26"/>
                    <a:pt x="21" y="26"/>
                    <a:pt x="21" y="26"/>
                  </a:cubicBezTo>
                  <a:close/>
                  <a:moveTo>
                    <a:pt x="23" y="30"/>
                  </a:moveTo>
                  <a:cubicBezTo>
                    <a:pt x="22" y="30"/>
                    <a:pt x="22" y="30"/>
                    <a:pt x="22" y="30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30"/>
                    <a:pt x="23" y="30"/>
                    <a:pt x="23" y="30"/>
                  </a:cubicBezTo>
                  <a:close/>
                  <a:moveTo>
                    <a:pt x="25" y="30"/>
                  </a:moveTo>
                  <a:cubicBezTo>
                    <a:pt x="24" y="30"/>
                    <a:pt x="24" y="30"/>
                    <a:pt x="24" y="30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6" y="30"/>
                    <a:pt x="26" y="30"/>
                    <a:pt x="26" y="30"/>
                  </a:cubicBezTo>
                  <a:cubicBezTo>
                    <a:pt x="25" y="30"/>
                    <a:pt x="25" y="30"/>
                    <a:pt x="25" y="30"/>
                  </a:cubicBezTo>
                  <a:close/>
                  <a:moveTo>
                    <a:pt x="28" y="28"/>
                  </a:moveTo>
                  <a:cubicBezTo>
                    <a:pt x="27" y="27"/>
                    <a:pt x="27" y="27"/>
                    <a:pt x="27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28"/>
                    <a:pt x="28" y="28"/>
                    <a:pt x="28" y="28"/>
                  </a:cubicBezTo>
                  <a:close/>
                  <a:moveTo>
                    <a:pt x="29" y="30"/>
                  </a:moveTo>
                  <a:cubicBezTo>
                    <a:pt x="30" y="30"/>
                    <a:pt x="30" y="30"/>
                    <a:pt x="30" y="30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29" y="30"/>
                    <a:pt x="29" y="30"/>
                    <a:pt x="29" y="30"/>
                  </a:cubicBezTo>
                  <a:close/>
                  <a:moveTo>
                    <a:pt x="28" y="33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3"/>
                    <a:pt x="28" y="33"/>
                    <a:pt x="28" y="33"/>
                  </a:cubicBezTo>
                  <a:close/>
                  <a:moveTo>
                    <a:pt x="24" y="38"/>
                  </a:moveTo>
                  <a:cubicBezTo>
                    <a:pt x="23" y="39"/>
                    <a:pt x="23" y="39"/>
                    <a:pt x="23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8"/>
                    <a:pt x="26" y="38"/>
                    <a:pt x="26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4" y="38"/>
                    <a:pt x="24" y="38"/>
                    <a:pt x="24" y="38"/>
                  </a:cubicBezTo>
                  <a:close/>
                  <a:moveTo>
                    <a:pt x="26" y="38"/>
                  </a:move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8"/>
                    <a:pt x="26" y="38"/>
                    <a:pt x="26" y="38"/>
                  </a:cubicBezTo>
                  <a:cubicBezTo>
                    <a:pt x="26" y="38"/>
                    <a:pt x="26" y="38"/>
                    <a:pt x="26" y="38"/>
                  </a:cubicBezTo>
                  <a:close/>
                  <a:moveTo>
                    <a:pt x="33" y="38"/>
                  </a:move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lose/>
                  <a:moveTo>
                    <a:pt x="29" y="43"/>
                  </a:moveTo>
                  <a:cubicBezTo>
                    <a:pt x="30" y="42"/>
                    <a:pt x="30" y="42"/>
                    <a:pt x="30" y="42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3"/>
                    <a:pt x="29" y="43"/>
                    <a:pt x="29" y="43"/>
                  </a:cubicBezTo>
                  <a:close/>
                  <a:moveTo>
                    <a:pt x="28" y="43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8" y="43"/>
                    <a:pt x="28" y="43"/>
                    <a:pt x="28" y="43"/>
                  </a:cubicBezTo>
                  <a:close/>
                  <a:moveTo>
                    <a:pt x="31" y="44"/>
                  </a:move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1" y="45"/>
                    <a:pt x="31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31" y="44"/>
                    <a:pt x="31" y="44"/>
                    <a:pt x="31" y="44"/>
                  </a:cubicBezTo>
                  <a:close/>
                  <a:moveTo>
                    <a:pt x="33" y="40"/>
                  </a:moveTo>
                  <a:cubicBezTo>
                    <a:pt x="34" y="40"/>
                    <a:pt x="34" y="40"/>
                    <a:pt x="34" y="40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2" y="43"/>
                    <a:pt x="32" y="43"/>
                    <a:pt x="32" y="43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33" y="40"/>
                    <a:pt x="33" y="40"/>
                    <a:pt x="33" y="40"/>
                  </a:cubicBezTo>
                  <a:close/>
                  <a:moveTo>
                    <a:pt x="37" y="40"/>
                  </a:moveTo>
                  <a:cubicBezTo>
                    <a:pt x="38" y="41"/>
                    <a:pt x="38" y="41"/>
                    <a:pt x="38" y="41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7" y="40"/>
                    <a:pt x="37" y="40"/>
                    <a:pt x="37" y="40"/>
                  </a:cubicBezTo>
                  <a:close/>
                  <a:moveTo>
                    <a:pt x="35" y="44"/>
                  </a:moveTo>
                  <a:cubicBezTo>
                    <a:pt x="36" y="44"/>
                    <a:pt x="36" y="44"/>
                    <a:pt x="36" y="44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5" y="44"/>
                    <a:pt x="35" y="44"/>
                    <a:pt x="35" y="44"/>
                  </a:cubicBezTo>
                  <a:close/>
                  <a:moveTo>
                    <a:pt x="34" y="34"/>
                  </a:moveTo>
                  <a:cubicBezTo>
                    <a:pt x="34" y="35"/>
                    <a:pt x="34" y="35"/>
                    <a:pt x="34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4"/>
                    <a:pt x="34" y="34"/>
                    <a:pt x="34" y="34"/>
                  </a:cubicBezTo>
                  <a:close/>
                  <a:moveTo>
                    <a:pt x="36" y="35"/>
                  </a:move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close/>
                  <a:moveTo>
                    <a:pt x="35" y="35"/>
                  </a:moveTo>
                  <a:cubicBezTo>
                    <a:pt x="35" y="36"/>
                    <a:pt x="35" y="36"/>
                    <a:pt x="35" y="36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40" y="37"/>
                  </a:move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lose/>
                  <a:moveTo>
                    <a:pt x="40" y="38"/>
                  </a:moveTo>
                  <a:cubicBezTo>
                    <a:pt x="39" y="38"/>
                    <a:pt x="39" y="38"/>
                    <a:pt x="39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8"/>
                    <a:pt x="40" y="38"/>
                    <a:pt x="40" y="38"/>
                  </a:cubicBezTo>
                  <a:close/>
                  <a:moveTo>
                    <a:pt x="40" y="42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40" y="39"/>
                    <a:pt x="40" y="39"/>
                    <a:pt x="40" y="39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lose/>
                  <a:moveTo>
                    <a:pt x="41" y="42"/>
                  </a:move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lose/>
                  <a:moveTo>
                    <a:pt x="41" y="40"/>
                  </a:moveTo>
                  <a:cubicBezTo>
                    <a:pt x="41" y="41"/>
                    <a:pt x="41" y="41"/>
                    <a:pt x="41" y="41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1" y="40"/>
                    <a:pt x="41" y="40"/>
                    <a:pt x="41" y="40"/>
                  </a:cubicBezTo>
                  <a:close/>
                  <a:moveTo>
                    <a:pt x="24" y="54"/>
                  </a:moveTo>
                  <a:cubicBezTo>
                    <a:pt x="23" y="53"/>
                    <a:pt x="23" y="53"/>
                    <a:pt x="23" y="53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6" y="45"/>
                    <a:pt x="36" y="45"/>
                    <a:pt x="36" y="45"/>
                  </a:cubicBezTo>
                  <a:cubicBezTo>
                    <a:pt x="37" y="45"/>
                    <a:pt x="37" y="45"/>
                    <a:pt x="37" y="45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9" y="44"/>
                    <a:pt x="39" y="44"/>
                    <a:pt x="39" y="44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3" y="54"/>
                    <a:pt x="43" y="54"/>
                    <a:pt x="43" y="54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3" y="57"/>
                    <a:pt x="43" y="57"/>
                    <a:pt x="43" y="57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2" y="55"/>
                    <a:pt x="42" y="55"/>
                    <a:pt x="42" y="55"/>
                  </a:cubicBezTo>
                  <a:cubicBezTo>
                    <a:pt x="42" y="55"/>
                    <a:pt x="42" y="55"/>
                    <a:pt x="42" y="55"/>
                  </a:cubicBezTo>
                  <a:cubicBezTo>
                    <a:pt x="42" y="54"/>
                    <a:pt x="42" y="54"/>
                    <a:pt x="42" y="54"/>
                  </a:cubicBezTo>
                  <a:cubicBezTo>
                    <a:pt x="42" y="53"/>
                    <a:pt x="42" y="53"/>
                    <a:pt x="42" y="53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1" y="58"/>
                    <a:pt x="41" y="58"/>
                    <a:pt x="41" y="58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7" y="59"/>
                    <a:pt x="37" y="59"/>
                    <a:pt x="37" y="59"/>
                  </a:cubicBezTo>
                  <a:cubicBezTo>
                    <a:pt x="36" y="59"/>
                    <a:pt x="36" y="59"/>
                    <a:pt x="36" y="5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4" y="58"/>
                    <a:pt x="34" y="58"/>
                    <a:pt x="34" y="58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3" y="55"/>
                    <a:pt x="33" y="55"/>
                  </a:cubicBezTo>
                  <a:cubicBezTo>
                    <a:pt x="33" y="55"/>
                    <a:pt x="33" y="55"/>
                    <a:pt x="33" y="55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27" y="51"/>
                    <a:pt x="27" y="51"/>
                    <a:pt x="27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6" y="52"/>
                    <a:pt x="26" y="52"/>
                    <a:pt x="26" y="52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54"/>
                    <a:pt x="24" y="54"/>
                    <a:pt x="24" y="54"/>
                  </a:cubicBezTo>
                  <a:close/>
                  <a:moveTo>
                    <a:pt x="23" y="55"/>
                  </a:moveTo>
                  <a:cubicBezTo>
                    <a:pt x="23" y="56"/>
                    <a:pt x="23" y="56"/>
                    <a:pt x="23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3" y="55"/>
                    <a:pt x="23" y="55"/>
                  </a:cubicBezTo>
                  <a:close/>
                  <a:moveTo>
                    <a:pt x="13" y="32"/>
                  </a:moveTo>
                  <a:cubicBezTo>
                    <a:pt x="12" y="32"/>
                    <a:pt x="12" y="32"/>
                    <a:pt x="12" y="32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3" y="32"/>
                    <a:pt x="13" y="32"/>
                    <a:pt x="13" y="32"/>
                  </a:cubicBezTo>
                  <a:close/>
                  <a:moveTo>
                    <a:pt x="12" y="33"/>
                  </a:move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lose/>
                  <a:moveTo>
                    <a:pt x="13" y="39"/>
                  </a:moveTo>
                  <a:cubicBezTo>
                    <a:pt x="13" y="38"/>
                    <a:pt x="13" y="38"/>
                    <a:pt x="13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3" y="39"/>
                    <a:pt x="13" y="39"/>
                    <a:pt x="13" y="39"/>
                  </a:cubicBezTo>
                  <a:close/>
                  <a:moveTo>
                    <a:pt x="2" y="48"/>
                  </a:moveTo>
                  <a:cubicBezTo>
                    <a:pt x="3" y="47"/>
                    <a:pt x="3" y="47"/>
                    <a:pt x="3" y="47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8"/>
                    <a:pt x="2" y="48"/>
                    <a:pt x="2" y="48"/>
                  </a:cubicBezTo>
                  <a:close/>
                  <a:moveTo>
                    <a:pt x="2" y="48"/>
                  </a:moveTo>
                  <a:cubicBezTo>
                    <a:pt x="1" y="48"/>
                    <a:pt x="1" y="48"/>
                    <a:pt x="1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lose/>
                  <a:moveTo>
                    <a:pt x="2" y="48"/>
                  </a:moveTo>
                  <a:cubicBezTo>
                    <a:pt x="2" y="48"/>
                    <a:pt x="2" y="48"/>
                    <a:pt x="2" y="48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lose/>
                  <a:moveTo>
                    <a:pt x="1" y="49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49"/>
                    <a:pt x="1" y="49"/>
                    <a:pt x="1" y="4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58" name="Freeform 20"/>
            <p:cNvSpPr>
              <a:spLocks noEditPoints="1"/>
            </p:cNvSpPr>
            <p:nvPr/>
          </p:nvSpPr>
          <p:spPr bwMode="auto">
            <a:xfrm>
              <a:off x="6318178" y="3052453"/>
              <a:ext cx="971407" cy="348677"/>
            </a:xfrm>
            <a:custGeom>
              <a:avLst/>
              <a:gdLst>
                <a:gd name="T0" fmla="*/ 194 w 204"/>
                <a:gd name="T1" fmla="*/ 57 h 73"/>
                <a:gd name="T2" fmla="*/ 184 w 204"/>
                <a:gd name="T3" fmla="*/ 47 h 73"/>
                <a:gd name="T4" fmla="*/ 169 w 204"/>
                <a:gd name="T5" fmla="*/ 44 h 73"/>
                <a:gd name="T6" fmla="*/ 168 w 204"/>
                <a:gd name="T7" fmla="*/ 37 h 73"/>
                <a:gd name="T8" fmla="*/ 174 w 204"/>
                <a:gd name="T9" fmla="*/ 33 h 73"/>
                <a:gd name="T10" fmla="*/ 187 w 204"/>
                <a:gd name="T11" fmla="*/ 36 h 73"/>
                <a:gd name="T12" fmla="*/ 158 w 204"/>
                <a:gd name="T13" fmla="*/ 28 h 73"/>
                <a:gd name="T14" fmla="*/ 134 w 204"/>
                <a:gd name="T15" fmla="*/ 13 h 73"/>
                <a:gd name="T16" fmla="*/ 146 w 204"/>
                <a:gd name="T17" fmla="*/ 30 h 73"/>
                <a:gd name="T18" fmla="*/ 149 w 204"/>
                <a:gd name="T19" fmla="*/ 21 h 73"/>
                <a:gd name="T20" fmla="*/ 144 w 204"/>
                <a:gd name="T21" fmla="*/ 31 h 73"/>
                <a:gd name="T22" fmla="*/ 148 w 204"/>
                <a:gd name="T23" fmla="*/ 42 h 73"/>
                <a:gd name="T24" fmla="*/ 156 w 204"/>
                <a:gd name="T25" fmla="*/ 42 h 73"/>
                <a:gd name="T26" fmla="*/ 137 w 204"/>
                <a:gd name="T27" fmla="*/ 43 h 73"/>
                <a:gd name="T28" fmla="*/ 135 w 204"/>
                <a:gd name="T29" fmla="*/ 36 h 73"/>
                <a:gd name="T30" fmla="*/ 123 w 204"/>
                <a:gd name="T31" fmla="*/ 49 h 73"/>
                <a:gd name="T32" fmla="*/ 123 w 204"/>
                <a:gd name="T33" fmla="*/ 36 h 73"/>
                <a:gd name="T34" fmla="*/ 118 w 204"/>
                <a:gd name="T35" fmla="*/ 30 h 73"/>
                <a:gd name="T36" fmla="*/ 130 w 204"/>
                <a:gd name="T37" fmla="*/ 22 h 73"/>
                <a:gd name="T38" fmla="*/ 109 w 204"/>
                <a:gd name="T39" fmla="*/ 31 h 73"/>
                <a:gd name="T40" fmla="*/ 108 w 204"/>
                <a:gd name="T41" fmla="*/ 51 h 73"/>
                <a:gd name="T42" fmla="*/ 116 w 204"/>
                <a:gd name="T43" fmla="*/ 45 h 73"/>
                <a:gd name="T44" fmla="*/ 120 w 204"/>
                <a:gd name="T45" fmla="*/ 41 h 73"/>
                <a:gd name="T46" fmla="*/ 120 w 204"/>
                <a:gd name="T47" fmla="*/ 31 h 73"/>
                <a:gd name="T48" fmla="*/ 107 w 204"/>
                <a:gd name="T49" fmla="*/ 7 h 73"/>
                <a:gd name="T50" fmla="*/ 93 w 204"/>
                <a:gd name="T51" fmla="*/ 43 h 73"/>
                <a:gd name="T52" fmla="*/ 64 w 204"/>
                <a:gd name="T53" fmla="*/ 33 h 73"/>
                <a:gd name="T54" fmla="*/ 91 w 204"/>
                <a:gd name="T55" fmla="*/ 10 h 73"/>
                <a:gd name="T56" fmla="*/ 103 w 204"/>
                <a:gd name="T57" fmla="*/ 22 h 73"/>
                <a:gd name="T58" fmla="*/ 93 w 204"/>
                <a:gd name="T59" fmla="*/ 36 h 73"/>
                <a:gd name="T60" fmla="*/ 82 w 204"/>
                <a:gd name="T61" fmla="*/ 42 h 73"/>
                <a:gd name="T62" fmla="*/ 67 w 204"/>
                <a:gd name="T63" fmla="*/ 39 h 73"/>
                <a:gd name="T64" fmla="*/ 176 w 204"/>
                <a:gd name="T65" fmla="*/ 31 h 73"/>
                <a:gd name="T66" fmla="*/ 181 w 204"/>
                <a:gd name="T67" fmla="*/ 30 h 73"/>
                <a:gd name="T68" fmla="*/ 174 w 204"/>
                <a:gd name="T69" fmla="*/ 55 h 73"/>
                <a:gd name="T70" fmla="*/ 173 w 204"/>
                <a:gd name="T71" fmla="*/ 51 h 73"/>
                <a:gd name="T72" fmla="*/ 158 w 204"/>
                <a:gd name="T73" fmla="*/ 58 h 73"/>
                <a:gd name="T74" fmla="*/ 155 w 204"/>
                <a:gd name="T75" fmla="*/ 53 h 73"/>
                <a:gd name="T76" fmla="*/ 142 w 204"/>
                <a:gd name="T77" fmla="*/ 59 h 73"/>
                <a:gd name="T78" fmla="*/ 129 w 204"/>
                <a:gd name="T79" fmla="*/ 66 h 73"/>
                <a:gd name="T80" fmla="*/ 117 w 204"/>
                <a:gd name="T81" fmla="*/ 71 h 73"/>
                <a:gd name="T82" fmla="*/ 89 w 204"/>
                <a:gd name="T83" fmla="*/ 56 h 73"/>
                <a:gd name="T84" fmla="*/ 131 w 204"/>
                <a:gd name="T85" fmla="*/ 61 h 73"/>
                <a:gd name="T86" fmla="*/ 108 w 204"/>
                <a:gd name="T87" fmla="*/ 63 h 73"/>
                <a:gd name="T88" fmla="*/ 111 w 204"/>
                <a:gd name="T89" fmla="*/ 64 h 73"/>
                <a:gd name="T90" fmla="*/ 104 w 204"/>
                <a:gd name="T91" fmla="*/ 64 h 73"/>
                <a:gd name="T92" fmla="*/ 93 w 204"/>
                <a:gd name="T93" fmla="*/ 64 h 73"/>
                <a:gd name="T94" fmla="*/ 193 w 204"/>
                <a:gd name="T95" fmla="*/ 61 h 73"/>
                <a:gd name="T96" fmla="*/ 81 w 204"/>
                <a:gd name="T97" fmla="*/ 56 h 73"/>
                <a:gd name="T98" fmla="*/ 68 w 204"/>
                <a:gd name="T99" fmla="*/ 56 h 73"/>
                <a:gd name="T100" fmla="*/ 81 w 204"/>
                <a:gd name="T101" fmla="*/ 63 h 73"/>
                <a:gd name="T102" fmla="*/ 49 w 204"/>
                <a:gd name="T103" fmla="*/ 57 h 73"/>
                <a:gd name="T104" fmla="*/ 47 w 204"/>
                <a:gd name="T105" fmla="*/ 14 h 73"/>
                <a:gd name="T106" fmla="*/ 56 w 204"/>
                <a:gd name="T107" fmla="*/ 41 h 73"/>
                <a:gd name="T108" fmla="*/ 48 w 204"/>
                <a:gd name="T109" fmla="*/ 35 h 73"/>
                <a:gd name="T110" fmla="*/ 31 w 204"/>
                <a:gd name="T111" fmla="*/ 21 h 73"/>
                <a:gd name="T112" fmla="*/ 15 w 204"/>
                <a:gd name="T113" fmla="*/ 32 h 73"/>
                <a:gd name="T114" fmla="*/ 8 w 204"/>
                <a:gd name="T115" fmla="*/ 22 h 73"/>
                <a:gd name="T116" fmla="*/ 16 w 204"/>
                <a:gd name="T117" fmla="*/ 20 h 73"/>
                <a:gd name="T118" fmla="*/ 42 w 204"/>
                <a:gd name="T119" fmla="*/ 52 h 73"/>
                <a:gd name="T120" fmla="*/ 42 w 204"/>
                <a:gd name="T121" fmla="*/ 35 h 73"/>
                <a:gd name="T122" fmla="*/ 29 w 204"/>
                <a:gd name="T123" fmla="*/ 21 h 73"/>
                <a:gd name="T124" fmla="*/ 4 w 204"/>
                <a:gd name="T125" fmla="*/ 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4" h="73">
                  <a:moveTo>
                    <a:pt x="204" y="38"/>
                  </a:moveTo>
                  <a:cubicBezTo>
                    <a:pt x="203" y="53"/>
                    <a:pt x="203" y="53"/>
                    <a:pt x="203" y="53"/>
                  </a:cubicBezTo>
                  <a:cubicBezTo>
                    <a:pt x="203" y="54"/>
                    <a:pt x="203" y="54"/>
                    <a:pt x="203" y="54"/>
                  </a:cubicBezTo>
                  <a:cubicBezTo>
                    <a:pt x="203" y="55"/>
                    <a:pt x="203" y="55"/>
                    <a:pt x="203" y="55"/>
                  </a:cubicBezTo>
                  <a:cubicBezTo>
                    <a:pt x="203" y="55"/>
                    <a:pt x="203" y="55"/>
                    <a:pt x="203" y="55"/>
                  </a:cubicBezTo>
                  <a:cubicBezTo>
                    <a:pt x="203" y="65"/>
                    <a:pt x="203" y="65"/>
                    <a:pt x="203" y="65"/>
                  </a:cubicBezTo>
                  <a:cubicBezTo>
                    <a:pt x="203" y="65"/>
                    <a:pt x="203" y="65"/>
                    <a:pt x="203" y="65"/>
                  </a:cubicBezTo>
                  <a:cubicBezTo>
                    <a:pt x="202" y="65"/>
                    <a:pt x="202" y="65"/>
                    <a:pt x="202" y="65"/>
                  </a:cubicBezTo>
                  <a:cubicBezTo>
                    <a:pt x="200" y="64"/>
                    <a:pt x="200" y="64"/>
                    <a:pt x="200" y="64"/>
                  </a:cubicBezTo>
                  <a:cubicBezTo>
                    <a:pt x="200" y="63"/>
                    <a:pt x="200" y="63"/>
                    <a:pt x="200" y="63"/>
                  </a:cubicBezTo>
                  <a:cubicBezTo>
                    <a:pt x="200" y="63"/>
                    <a:pt x="200" y="63"/>
                    <a:pt x="200" y="63"/>
                  </a:cubicBezTo>
                  <a:cubicBezTo>
                    <a:pt x="199" y="62"/>
                    <a:pt x="199" y="62"/>
                    <a:pt x="199" y="62"/>
                  </a:cubicBezTo>
                  <a:cubicBezTo>
                    <a:pt x="199" y="62"/>
                    <a:pt x="199" y="62"/>
                    <a:pt x="199" y="62"/>
                  </a:cubicBezTo>
                  <a:cubicBezTo>
                    <a:pt x="199" y="61"/>
                    <a:pt x="199" y="61"/>
                    <a:pt x="199" y="61"/>
                  </a:cubicBezTo>
                  <a:cubicBezTo>
                    <a:pt x="199" y="61"/>
                    <a:pt x="199" y="61"/>
                    <a:pt x="199" y="61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199" y="61"/>
                    <a:pt x="199" y="61"/>
                    <a:pt x="199" y="61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7" y="61"/>
                    <a:pt x="197" y="61"/>
                    <a:pt x="197" y="61"/>
                  </a:cubicBezTo>
                  <a:cubicBezTo>
                    <a:pt x="196" y="61"/>
                    <a:pt x="196" y="61"/>
                    <a:pt x="196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4" y="61"/>
                    <a:pt x="194" y="61"/>
                    <a:pt x="194" y="61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4" y="61"/>
                    <a:pt x="194" y="61"/>
                    <a:pt x="194" y="61"/>
                  </a:cubicBezTo>
                  <a:cubicBezTo>
                    <a:pt x="194" y="60"/>
                    <a:pt x="194" y="60"/>
                    <a:pt x="194" y="60"/>
                  </a:cubicBezTo>
                  <a:cubicBezTo>
                    <a:pt x="194" y="59"/>
                    <a:pt x="194" y="59"/>
                    <a:pt x="194" y="59"/>
                  </a:cubicBezTo>
                  <a:cubicBezTo>
                    <a:pt x="194" y="59"/>
                    <a:pt x="194" y="59"/>
                    <a:pt x="194" y="59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4" y="58"/>
                    <a:pt x="194" y="58"/>
                    <a:pt x="194" y="58"/>
                  </a:cubicBezTo>
                  <a:cubicBezTo>
                    <a:pt x="193" y="57"/>
                    <a:pt x="193" y="57"/>
                    <a:pt x="193" y="57"/>
                  </a:cubicBezTo>
                  <a:cubicBezTo>
                    <a:pt x="194" y="57"/>
                    <a:pt x="194" y="57"/>
                    <a:pt x="194" y="57"/>
                  </a:cubicBezTo>
                  <a:cubicBezTo>
                    <a:pt x="194" y="57"/>
                    <a:pt x="194" y="57"/>
                    <a:pt x="194" y="57"/>
                  </a:cubicBezTo>
                  <a:cubicBezTo>
                    <a:pt x="195" y="57"/>
                    <a:pt x="195" y="57"/>
                    <a:pt x="195" y="57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95" y="57"/>
                    <a:pt x="195" y="57"/>
                    <a:pt x="195" y="57"/>
                  </a:cubicBezTo>
                  <a:cubicBezTo>
                    <a:pt x="194" y="57"/>
                    <a:pt x="194" y="57"/>
                    <a:pt x="194" y="57"/>
                  </a:cubicBezTo>
                  <a:cubicBezTo>
                    <a:pt x="193" y="57"/>
                    <a:pt x="193" y="57"/>
                    <a:pt x="193" y="57"/>
                  </a:cubicBezTo>
                  <a:cubicBezTo>
                    <a:pt x="193" y="56"/>
                    <a:pt x="193" y="56"/>
                    <a:pt x="193" y="56"/>
                  </a:cubicBezTo>
                  <a:cubicBezTo>
                    <a:pt x="193" y="56"/>
                    <a:pt x="193" y="56"/>
                    <a:pt x="193" y="56"/>
                  </a:cubicBezTo>
                  <a:cubicBezTo>
                    <a:pt x="193" y="56"/>
                    <a:pt x="193" y="56"/>
                    <a:pt x="193" y="56"/>
                  </a:cubicBezTo>
                  <a:cubicBezTo>
                    <a:pt x="194" y="56"/>
                    <a:pt x="194" y="56"/>
                    <a:pt x="194" y="56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2" y="54"/>
                    <a:pt x="192" y="54"/>
                    <a:pt x="192" y="54"/>
                  </a:cubicBezTo>
                  <a:cubicBezTo>
                    <a:pt x="192" y="54"/>
                    <a:pt x="192" y="54"/>
                    <a:pt x="192" y="54"/>
                  </a:cubicBezTo>
                  <a:cubicBezTo>
                    <a:pt x="191" y="53"/>
                    <a:pt x="191" y="53"/>
                    <a:pt x="191" y="53"/>
                  </a:cubicBezTo>
                  <a:cubicBezTo>
                    <a:pt x="192" y="53"/>
                    <a:pt x="192" y="53"/>
                    <a:pt x="192" y="53"/>
                  </a:cubicBezTo>
                  <a:cubicBezTo>
                    <a:pt x="191" y="52"/>
                    <a:pt x="191" y="52"/>
                    <a:pt x="191" y="52"/>
                  </a:cubicBezTo>
                  <a:cubicBezTo>
                    <a:pt x="191" y="51"/>
                    <a:pt x="191" y="51"/>
                    <a:pt x="191" y="51"/>
                  </a:cubicBezTo>
                  <a:cubicBezTo>
                    <a:pt x="192" y="51"/>
                    <a:pt x="192" y="51"/>
                    <a:pt x="192" y="51"/>
                  </a:cubicBezTo>
                  <a:cubicBezTo>
                    <a:pt x="191" y="51"/>
                    <a:pt x="191" y="51"/>
                    <a:pt x="191" y="51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1" y="49"/>
                    <a:pt x="191" y="49"/>
                    <a:pt x="191" y="49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89" y="49"/>
                    <a:pt x="189" y="49"/>
                    <a:pt x="189" y="49"/>
                  </a:cubicBezTo>
                  <a:cubicBezTo>
                    <a:pt x="189" y="49"/>
                    <a:pt x="189" y="49"/>
                    <a:pt x="189" y="49"/>
                  </a:cubicBezTo>
                  <a:cubicBezTo>
                    <a:pt x="189" y="49"/>
                    <a:pt x="189" y="49"/>
                    <a:pt x="189" y="49"/>
                  </a:cubicBezTo>
                  <a:cubicBezTo>
                    <a:pt x="189" y="48"/>
                    <a:pt x="189" y="48"/>
                    <a:pt x="189" y="48"/>
                  </a:cubicBezTo>
                  <a:cubicBezTo>
                    <a:pt x="189" y="49"/>
                    <a:pt x="189" y="49"/>
                    <a:pt x="189" y="49"/>
                  </a:cubicBezTo>
                  <a:cubicBezTo>
                    <a:pt x="188" y="49"/>
                    <a:pt x="188" y="49"/>
                    <a:pt x="188" y="49"/>
                  </a:cubicBezTo>
                  <a:cubicBezTo>
                    <a:pt x="187" y="48"/>
                    <a:pt x="187" y="48"/>
                    <a:pt x="187" y="48"/>
                  </a:cubicBezTo>
                  <a:cubicBezTo>
                    <a:pt x="186" y="48"/>
                    <a:pt x="186" y="48"/>
                    <a:pt x="186" y="48"/>
                  </a:cubicBezTo>
                  <a:cubicBezTo>
                    <a:pt x="185" y="47"/>
                    <a:pt x="185" y="47"/>
                    <a:pt x="185" y="47"/>
                  </a:cubicBezTo>
                  <a:cubicBezTo>
                    <a:pt x="184" y="47"/>
                    <a:pt x="184" y="47"/>
                    <a:pt x="184" y="47"/>
                  </a:cubicBezTo>
                  <a:cubicBezTo>
                    <a:pt x="182" y="47"/>
                    <a:pt x="182" y="47"/>
                    <a:pt x="182" y="47"/>
                  </a:cubicBezTo>
                  <a:cubicBezTo>
                    <a:pt x="179" y="46"/>
                    <a:pt x="179" y="46"/>
                    <a:pt x="179" y="46"/>
                  </a:cubicBezTo>
                  <a:cubicBezTo>
                    <a:pt x="178" y="46"/>
                    <a:pt x="178" y="46"/>
                    <a:pt x="178" y="46"/>
                  </a:cubicBezTo>
                  <a:cubicBezTo>
                    <a:pt x="177" y="45"/>
                    <a:pt x="177" y="45"/>
                    <a:pt x="177" y="45"/>
                  </a:cubicBezTo>
                  <a:cubicBezTo>
                    <a:pt x="176" y="45"/>
                    <a:pt x="176" y="45"/>
                    <a:pt x="176" y="45"/>
                  </a:cubicBezTo>
                  <a:cubicBezTo>
                    <a:pt x="176" y="45"/>
                    <a:pt x="176" y="45"/>
                    <a:pt x="176" y="45"/>
                  </a:cubicBezTo>
                  <a:cubicBezTo>
                    <a:pt x="175" y="44"/>
                    <a:pt x="175" y="44"/>
                    <a:pt x="175" y="44"/>
                  </a:cubicBezTo>
                  <a:cubicBezTo>
                    <a:pt x="175" y="44"/>
                    <a:pt x="175" y="44"/>
                    <a:pt x="175" y="4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5" y="44"/>
                    <a:pt x="175" y="44"/>
                    <a:pt x="175" y="44"/>
                  </a:cubicBezTo>
                  <a:cubicBezTo>
                    <a:pt x="174" y="44"/>
                    <a:pt x="174" y="44"/>
                    <a:pt x="174" y="44"/>
                  </a:cubicBezTo>
                  <a:cubicBezTo>
                    <a:pt x="174" y="43"/>
                    <a:pt x="174" y="43"/>
                    <a:pt x="174" y="43"/>
                  </a:cubicBezTo>
                  <a:cubicBezTo>
                    <a:pt x="174" y="43"/>
                    <a:pt x="174" y="43"/>
                    <a:pt x="174" y="43"/>
                  </a:cubicBezTo>
                  <a:cubicBezTo>
                    <a:pt x="173" y="44"/>
                    <a:pt x="173" y="44"/>
                    <a:pt x="173" y="44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72" y="43"/>
                    <a:pt x="172" y="43"/>
                    <a:pt x="172" y="43"/>
                  </a:cubicBezTo>
                  <a:cubicBezTo>
                    <a:pt x="172" y="43"/>
                    <a:pt x="172" y="43"/>
                    <a:pt x="172" y="43"/>
                  </a:cubicBezTo>
                  <a:cubicBezTo>
                    <a:pt x="172" y="42"/>
                    <a:pt x="172" y="42"/>
                    <a:pt x="172" y="42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72" y="40"/>
                    <a:pt x="172" y="40"/>
                    <a:pt x="172" y="40"/>
                  </a:cubicBezTo>
                  <a:cubicBezTo>
                    <a:pt x="172" y="39"/>
                    <a:pt x="172" y="39"/>
                    <a:pt x="172" y="39"/>
                  </a:cubicBezTo>
                  <a:cubicBezTo>
                    <a:pt x="171" y="40"/>
                    <a:pt x="171" y="40"/>
                    <a:pt x="171" y="40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71" y="41"/>
                    <a:pt x="171" y="41"/>
                    <a:pt x="171" y="41"/>
                  </a:cubicBezTo>
                  <a:cubicBezTo>
                    <a:pt x="170" y="42"/>
                    <a:pt x="170" y="42"/>
                    <a:pt x="170" y="42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70" y="43"/>
                    <a:pt x="170" y="43"/>
                    <a:pt x="170" y="43"/>
                  </a:cubicBezTo>
                  <a:cubicBezTo>
                    <a:pt x="169" y="44"/>
                    <a:pt x="169" y="44"/>
                    <a:pt x="169" y="44"/>
                  </a:cubicBezTo>
                  <a:cubicBezTo>
                    <a:pt x="168" y="45"/>
                    <a:pt x="168" y="45"/>
                    <a:pt x="168" y="45"/>
                  </a:cubicBezTo>
                  <a:cubicBezTo>
                    <a:pt x="167" y="44"/>
                    <a:pt x="167" y="44"/>
                    <a:pt x="167" y="44"/>
                  </a:cubicBezTo>
                  <a:cubicBezTo>
                    <a:pt x="167" y="43"/>
                    <a:pt x="167" y="43"/>
                    <a:pt x="167" y="43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7" y="41"/>
                    <a:pt x="167" y="41"/>
                    <a:pt x="167" y="41"/>
                  </a:cubicBezTo>
                  <a:cubicBezTo>
                    <a:pt x="166" y="41"/>
                    <a:pt x="166" y="41"/>
                    <a:pt x="166" y="41"/>
                  </a:cubicBezTo>
                  <a:cubicBezTo>
                    <a:pt x="166" y="41"/>
                    <a:pt x="166" y="41"/>
                    <a:pt x="166" y="41"/>
                  </a:cubicBezTo>
                  <a:cubicBezTo>
                    <a:pt x="166" y="40"/>
                    <a:pt x="166" y="40"/>
                    <a:pt x="166" y="40"/>
                  </a:cubicBezTo>
                  <a:cubicBezTo>
                    <a:pt x="165" y="40"/>
                    <a:pt x="165" y="40"/>
                    <a:pt x="165" y="40"/>
                  </a:cubicBezTo>
                  <a:cubicBezTo>
                    <a:pt x="164" y="40"/>
                    <a:pt x="164" y="40"/>
                    <a:pt x="164" y="40"/>
                  </a:cubicBezTo>
                  <a:cubicBezTo>
                    <a:pt x="164" y="39"/>
                    <a:pt x="164" y="39"/>
                    <a:pt x="164" y="39"/>
                  </a:cubicBezTo>
                  <a:cubicBezTo>
                    <a:pt x="164" y="39"/>
                    <a:pt x="164" y="39"/>
                    <a:pt x="164" y="39"/>
                  </a:cubicBezTo>
                  <a:cubicBezTo>
                    <a:pt x="165" y="39"/>
                    <a:pt x="165" y="39"/>
                    <a:pt x="165" y="39"/>
                  </a:cubicBezTo>
                  <a:cubicBezTo>
                    <a:pt x="166" y="39"/>
                    <a:pt x="166" y="39"/>
                    <a:pt x="166" y="39"/>
                  </a:cubicBezTo>
                  <a:cubicBezTo>
                    <a:pt x="166" y="39"/>
                    <a:pt x="166" y="39"/>
                    <a:pt x="166" y="39"/>
                  </a:cubicBezTo>
                  <a:cubicBezTo>
                    <a:pt x="167" y="39"/>
                    <a:pt x="167" y="39"/>
                    <a:pt x="167" y="39"/>
                  </a:cubicBezTo>
                  <a:cubicBezTo>
                    <a:pt x="168" y="39"/>
                    <a:pt x="168" y="39"/>
                    <a:pt x="168" y="39"/>
                  </a:cubicBezTo>
                  <a:cubicBezTo>
                    <a:pt x="168" y="38"/>
                    <a:pt x="168" y="38"/>
                    <a:pt x="168" y="38"/>
                  </a:cubicBezTo>
                  <a:cubicBezTo>
                    <a:pt x="169" y="38"/>
                    <a:pt x="169" y="38"/>
                    <a:pt x="169" y="38"/>
                  </a:cubicBezTo>
                  <a:cubicBezTo>
                    <a:pt x="170" y="38"/>
                    <a:pt x="170" y="38"/>
                    <a:pt x="170" y="38"/>
                  </a:cubicBezTo>
                  <a:cubicBezTo>
                    <a:pt x="171" y="39"/>
                    <a:pt x="171" y="39"/>
                    <a:pt x="171" y="39"/>
                  </a:cubicBezTo>
                  <a:cubicBezTo>
                    <a:pt x="171" y="38"/>
                    <a:pt x="171" y="38"/>
                    <a:pt x="171" y="38"/>
                  </a:cubicBezTo>
                  <a:cubicBezTo>
                    <a:pt x="172" y="38"/>
                    <a:pt x="172" y="38"/>
                    <a:pt x="172" y="38"/>
                  </a:cubicBezTo>
                  <a:cubicBezTo>
                    <a:pt x="172" y="38"/>
                    <a:pt x="172" y="38"/>
                    <a:pt x="172" y="38"/>
                  </a:cubicBezTo>
                  <a:cubicBezTo>
                    <a:pt x="172" y="37"/>
                    <a:pt x="172" y="37"/>
                    <a:pt x="172" y="37"/>
                  </a:cubicBezTo>
                  <a:cubicBezTo>
                    <a:pt x="172" y="36"/>
                    <a:pt x="172" y="36"/>
                    <a:pt x="172" y="36"/>
                  </a:cubicBezTo>
                  <a:cubicBezTo>
                    <a:pt x="170" y="36"/>
                    <a:pt x="170" y="36"/>
                    <a:pt x="170" y="36"/>
                  </a:cubicBezTo>
                  <a:cubicBezTo>
                    <a:pt x="170" y="36"/>
                    <a:pt x="170" y="36"/>
                    <a:pt x="170" y="36"/>
                  </a:cubicBezTo>
                  <a:cubicBezTo>
                    <a:pt x="170" y="37"/>
                    <a:pt x="170" y="37"/>
                    <a:pt x="170" y="37"/>
                  </a:cubicBezTo>
                  <a:cubicBezTo>
                    <a:pt x="169" y="36"/>
                    <a:pt x="169" y="36"/>
                    <a:pt x="169" y="36"/>
                  </a:cubicBezTo>
                  <a:cubicBezTo>
                    <a:pt x="168" y="37"/>
                    <a:pt x="168" y="37"/>
                    <a:pt x="168" y="37"/>
                  </a:cubicBezTo>
                  <a:cubicBezTo>
                    <a:pt x="167" y="37"/>
                    <a:pt x="167" y="37"/>
                    <a:pt x="167" y="37"/>
                  </a:cubicBezTo>
                  <a:cubicBezTo>
                    <a:pt x="167" y="37"/>
                    <a:pt x="167" y="37"/>
                    <a:pt x="167" y="37"/>
                  </a:cubicBezTo>
                  <a:cubicBezTo>
                    <a:pt x="166" y="37"/>
                    <a:pt x="166" y="37"/>
                    <a:pt x="166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4" y="36"/>
                    <a:pt x="164" y="36"/>
                    <a:pt x="164" y="36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63" y="34"/>
                    <a:pt x="163" y="34"/>
                    <a:pt x="163" y="34"/>
                  </a:cubicBezTo>
                  <a:cubicBezTo>
                    <a:pt x="162" y="33"/>
                    <a:pt x="162" y="33"/>
                    <a:pt x="162" y="33"/>
                  </a:cubicBezTo>
                  <a:cubicBezTo>
                    <a:pt x="161" y="33"/>
                    <a:pt x="161" y="33"/>
                    <a:pt x="161" y="33"/>
                  </a:cubicBezTo>
                  <a:cubicBezTo>
                    <a:pt x="161" y="33"/>
                    <a:pt x="161" y="33"/>
                    <a:pt x="161" y="33"/>
                  </a:cubicBezTo>
                  <a:cubicBezTo>
                    <a:pt x="160" y="34"/>
                    <a:pt x="160" y="34"/>
                    <a:pt x="160" y="34"/>
                  </a:cubicBezTo>
                  <a:cubicBezTo>
                    <a:pt x="159" y="33"/>
                    <a:pt x="159" y="33"/>
                    <a:pt x="159" y="33"/>
                  </a:cubicBezTo>
                  <a:cubicBezTo>
                    <a:pt x="160" y="33"/>
                    <a:pt x="160" y="33"/>
                    <a:pt x="160" y="33"/>
                  </a:cubicBezTo>
                  <a:cubicBezTo>
                    <a:pt x="161" y="32"/>
                    <a:pt x="161" y="32"/>
                    <a:pt x="161" y="32"/>
                  </a:cubicBezTo>
                  <a:cubicBezTo>
                    <a:pt x="161" y="32"/>
                    <a:pt x="161" y="32"/>
                    <a:pt x="161" y="32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1" y="31"/>
                    <a:pt x="161" y="31"/>
                    <a:pt x="161" y="31"/>
                  </a:cubicBezTo>
                  <a:cubicBezTo>
                    <a:pt x="162" y="31"/>
                    <a:pt x="162" y="31"/>
                    <a:pt x="162" y="31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4" y="30"/>
                    <a:pt x="164" y="30"/>
                    <a:pt x="164" y="30"/>
                  </a:cubicBezTo>
                  <a:cubicBezTo>
                    <a:pt x="165" y="29"/>
                    <a:pt x="165" y="29"/>
                    <a:pt x="165" y="29"/>
                  </a:cubicBezTo>
                  <a:cubicBezTo>
                    <a:pt x="165" y="29"/>
                    <a:pt x="165" y="29"/>
                    <a:pt x="165" y="29"/>
                  </a:cubicBezTo>
                  <a:cubicBezTo>
                    <a:pt x="166" y="29"/>
                    <a:pt x="166" y="29"/>
                    <a:pt x="166" y="29"/>
                  </a:cubicBezTo>
                  <a:cubicBezTo>
                    <a:pt x="169" y="29"/>
                    <a:pt x="169" y="29"/>
                    <a:pt x="169" y="29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3" y="31"/>
                    <a:pt x="173" y="31"/>
                    <a:pt x="173" y="31"/>
                  </a:cubicBezTo>
                  <a:cubicBezTo>
                    <a:pt x="173" y="31"/>
                    <a:pt x="173" y="31"/>
                    <a:pt x="173" y="31"/>
                  </a:cubicBezTo>
                  <a:cubicBezTo>
                    <a:pt x="173" y="32"/>
                    <a:pt x="173" y="32"/>
                    <a:pt x="173" y="32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4" y="34"/>
                    <a:pt x="174" y="34"/>
                    <a:pt x="174" y="34"/>
                  </a:cubicBezTo>
                  <a:cubicBezTo>
                    <a:pt x="173" y="35"/>
                    <a:pt x="173" y="35"/>
                    <a:pt x="173" y="35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74" y="38"/>
                    <a:pt x="174" y="38"/>
                    <a:pt x="174" y="38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5" y="39"/>
                    <a:pt x="175" y="39"/>
                    <a:pt x="175" y="39"/>
                  </a:cubicBezTo>
                  <a:cubicBezTo>
                    <a:pt x="175" y="39"/>
                    <a:pt x="175" y="39"/>
                    <a:pt x="175" y="39"/>
                  </a:cubicBezTo>
                  <a:cubicBezTo>
                    <a:pt x="175" y="38"/>
                    <a:pt x="175" y="38"/>
                    <a:pt x="175" y="38"/>
                  </a:cubicBezTo>
                  <a:cubicBezTo>
                    <a:pt x="175" y="38"/>
                    <a:pt x="175" y="38"/>
                    <a:pt x="175" y="38"/>
                  </a:cubicBezTo>
                  <a:cubicBezTo>
                    <a:pt x="176" y="38"/>
                    <a:pt x="176" y="38"/>
                    <a:pt x="176" y="38"/>
                  </a:cubicBezTo>
                  <a:cubicBezTo>
                    <a:pt x="176" y="39"/>
                    <a:pt x="176" y="39"/>
                    <a:pt x="176" y="39"/>
                  </a:cubicBezTo>
                  <a:cubicBezTo>
                    <a:pt x="176" y="40"/>
                    <a:pt x="176" y="40"/>
                    <a:pt x="176" y="40"/>
                  </a:cubicBezTo>
                  <a:cubicBezTo>
                    <a:pt x="176" y="40"/>
                    <a:pt x="176" y="40"/>
                    <a:pt x="176" y="40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8" y="41"/>
                    <a:pt x="178" y="41"/>
                    <a:pt x="178" y="41"/>
                  </a:cubicBezTo>
                  <a:cubicBezTo>
                    <a:pt x="178" y="41"/>
                    <a:pt x="178" y="41"/>
                    <a:pt x="178" y="41"/>
                  </a:cubicBezTo>
                  <a:cubicBezTo>
                    <a:pt x="179" y="41"/>
                    <a:pt x="179" y="41"/>
                    <a:pt x="179" y="41"/>
                  </a:cubicBezTo>
                  <a:cubicBezTo>
                    <a:pt x="180" y="41"/>
                    <a:pt x="180" y="41"/>
                    <a:pt x="180" y="41"/>
                  </a:cubicBezTo>
                  <a:cubicBezTo>
                    <a:pt x="180" y="40"/>
                    <a:pt x="180" y="40"/>
                    <a:pt x="180" y="40"/>
                  </a:cubicBezTo>
                  <a:cubicBezTo>
                    <a:pt x="180" y="40"/>
                    <a:pt x="180" y="40"/>
                    <a:pt x="180" y="40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1" y="39"/>
                    <a:pt x="181" y="39"/>
                    <a:pt x="181" y="39"/>
                  </a:cubicBezTo>
                  <a:cubicBezTo>
                    <a:pt x="181" y="38"/>
                    <a:pt x="181" y="38"/>
                    <a:pt x="181" y="38"/>
                  </a:cubicBezTo>
                  <a:cubicBezTo>
                    <a:pt x="182" y="38"/>
                    <a:pt x="182" y="38"/>
                    <a:pt x="182" y="38"/>
                  </a:cubicBezTo>
                  <a:cubicBezTo>
                    <a:pt x="183" y="38"/>
                    <a:pt x="183" y="38"/>
                    <a:pt x="183" y="38"/>
                  </a:cubicBezTo>
                  <a:cubicBezTo>
                    <a:pt x="183" y="37"/>
                    <a:pt x="183" y="37"/>
                    <a:pt x="183" y="37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7"/>
                    <a:pt x="184" y="37"/>
                    <a:pt x="184" y="37"/>
                  </a:cubicBezTo>
                  <a:cubicBezTo>
                    <a:pt x="185" y="37"/>
                    <a:pt x="185" y="37"/>
                    <a:pt x="185" y="37"/>
                  </a:cubicBezTo>
                  <a:cubicBezTo>
                    <a:pt x="185" y="36"/>
                    <a:pt x="185" y="36"/>
                    <a:pt x="185" y="36"/>
                  </a:cubicBezTo>
                  <a:cubicBezTo>
                    <a:pt x="187" y="36"/>
                    <a:pt x="187" y="36"/>
                    <a:pt x="187" y="36"/>
                  </a:cubicBezTo>
                  <a:cubicBezTo>
                    <a:pt x="187" y="36"/>
                    <a:pt x="187" y="36"/>
                    <a:pt x="187" y="36"/>
                  </a:cubicBezTo>
                  <a:cubicBezTo>
                    <a:pt x="186" y="35"/>
                    <a:pt x="186" y="35"/>
                    <a:pt x="186" y="35"/>
                  </a:cubicBezTo>
                  <a:cubicBezTo>
                    <a:pt x="187" y="34"/>
                    <a:pt x="187" y="34"/>
                    <a:pt x="187" y="34"/>
                  </a:cubicBezTo>
                  <a:cubicBezTo>
                    <a:pt x="189" y="33"/>
                    <a:pt x="189" y="33"/>
                    <a:pt x="189" y="33"/>
                  </a:cubicBezTo>
                  <a:cubicBezTo>
                    <a:pt x="190" y="33"/>
                    <a:pt x="190" y="33"/>
                    <a:pt x="190" y="33"/>
                  </a:cubicBezTo>
                  <a:cubicBezTo>
                    <a:pt x="191" y="34"/>
                    <a:pt x="191" y="34"/>
                    <a:pt x="191" y="34"/>
                  </a:cubicBezTo>
                  <a:cubicBezTo>
                    <a:pt x="192" y="34"/>
                    <a:pt x="192" y="34"/>
                    <a:pt x="192" y="34"/>
                  </a:cubicBezTo>
                  <a:cubicBezTo>
                    <a:pt x="193" y="35"/>
                    <a:pt x="193" y="35"/>
                    <a:pt x="193" y="35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5" y="36"/>
                    <a:pt x="195" y="36"/>
                    <a:pt x="195" y="36"/>
                  </a:cubicBezTo>
                  <a:cubicBezTo>
                    <a:pt x="196" y="36"/>
                    <a:pt x="196" y="36"/>
                    <a:pt x="196" y="36"/>
                  </a:cubicBezTo>
                  <a:cubicBezTo>
                    <a:pt x="199" y="37"/>
                    <a:pt x="199" y="37"/>
                    <a:pt x="199" y="37"/>
                  </a:cubicBezTo>
                  <a:cubicBezTo>
                    <a:pt x="200" y="37"/>
                    <a:pt x="200" y="37"/>
                    <a:pt x="200" y="37"/>
                  </a:cubicBezTo>
                  <a:cubicBezTo>
                    <a:pt x="200" y="37"/>
                    <a:pt x="200" y="37"/>
                    <a:pt x="200" y="37"/>
                  </a:cubicBezTo>
                  <a:cubicBezTo>
                    <a:pt x="201" y="37"/>
                    <a:pt x="201" y="37"/>
                    <a:pt x="201" y="37"/>
                  </a:cubicBezTo>
                  <a:cubicBezTo>
                    <a:pt x="202" y="37"/>
                    <a:pt x="202" y="37"/>
                    <a:pt x="202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4" y="38"/>
                    <a:pt x="204" y="38"/>
                    <a:pt x="204" y="38"/>
                  </a:cubicBezTo>
                  <a:cubicBezTo>
                    <a:pt x="204" y="38"/>
                    <a:pt x="204" y="38"/>
                    <a:pt x="204" y="38"/>
                  </a:cubicBezTo>
                  <a:close/>
                  <a:moveTo>
                    <a:pt x="151" y="27"/>
                  </a:moveTo>
                  <a:cubicBezTo>
                    <a:pt x="153" y="28"/>
                    <a:pt x="153" y="28"/>
                    <a:pt x="153" y="28"/>
                  </a:cubicBezTo>
                  <a:cubicBezTo>
                    <a:pt x="153" y="28"/>
                    <a:pt x="153" y="28"/>
                    <a:pt x="153" y="28"/>
                  </a:cubicBezTo>
                  <a:cubicBezTo>
                    <a:pt x="152" y="28"/>
                    <a:pt x="152" y="28"/>
                    <a:pt x="152" y="28"/>
                  </a:cubicBezTo>
                  <a:cubicBezTo>
                    <a:pt x="151" y="27"/>
                    <a:pt x="151" y="27"/>
                    <a:pt x="151" y="27"/>
                  </a:cubicBezTo>
                  <a:close/>
                  <a:moveTo>
                    <a:pt x="160" y="29"/>
                  </a:moveTo>
                  <a:cubicBezTo>
                    <a:pt x="161" y="29"/>
                    <a:pt x="161" y="29"/>
                    <a:pt x="161" y="29"/>
                  </a:cubicBezTo>
                  <a:cubicBezTo>
                    <a:pt x="161" y="29"/>
                    <a:pt x="161" y="29"/>
                    <a:pt x="161" y="29"/>
                  </a:cubicBezTo>
                  <a:cubicBezTo>
                    <a:pt x="161" y="28"/>
                    <a:pt x="161" y="28"/>
                    <a:pt x="161" y="28"/>
                  </a:cubicBezTo>
                  <a:cubicBezTo>
                    <a:pt x="160" y="28"/>
                    <a:pt x="160" y="28"/>
                    <a:pt x="160" y="28"/>
                  </a:cubicBezTo>
                  <a:cubicBezTo>
                    <a:pt x="159" y="28"/>
                    <a:pt x="159" y="28"/>
                    <a:pt x="159" y="28"/>
                  </a:cubicBezTo>
                  <a:cubicBezTo>
                    <a:pt x="158" y="28"/>
                    <a:pt x="158" y="28"/>
                    <a:pt x="158" y="28"/>
                  </a:cubicBezTo>
                  <a:cubicBezTo>
                    <a:pt x="157" y="28"/>
                    <a:pt x="157" y="28"/>
                    <a:pt x="157" y="28"/>
                  </a:cubicBezTo>
                  <a:cubicBezTo>
                    <a:pt x="157" y="28"/>
                    <a:pt x="157" y="28"/>
                    <a:pt x="157" y="28"/>
                  </a:cubicBezTo>
                  <a:cubicBezTo>
                    <a:pt x="157" y="28"/>
                    <a:pt x="157" y="28"/>
                    <a:pt x="157" y="28"/>
                  </a:cubicBezTo>
                  <a:cubicBezTo>
                    <a:pt x="156" y="29"/>
                    <a:pt x="156" y="29"/>
                    <a:pt x="156" y="29"/>
                  </a:cubicBezTo>
                  <a:cubicBezTo>
                    <a:pt x="158" y="29"/>
                    <a:pt x="158" y="29"/>
                    <a:pt x="158" y="29"/>
                  </a:cubicBezTo>
                  <a:cubicBezTo>
                    <a:pt x="158" y="29"/>
                    <a:pt x="158" y="29"/>
                    <a:pt x="158" y="29"/>
                  </a:cubicBezTo>
                  <a:cubicBezTo>
                    <a:pt x="159" y="29"/>
                    <a:pt x="159" y="29"/>
                    <a:pt x="159" y="29"/>
                  </a:cubicBezTo>
                  <a:cubicBezTo>
                    <a:pt x="159" y="29"/>
                    <a:pt x="159" y="29"/>
                    <a:pt x="159" y="29"/>
                  </a:cubicBezTo>
                  <a:cubicBezTo>
                    <a:pt x="158" y="28"/>
                    <a:pt x="158" y="28"/>
                    <a:pt x="158" y="28"/>
                  </a:cubicBezTo>
                  <a:cubicBezTo>
                    <a:pt x="158" y="28"/>
                    <a:pt x="158" y="28"/>
                    <a:pt x="158" y="28"/>
                  </a:cubicBezTo>
                  <a:cubicBezTo>
                    <a:pt x="159" y="28"/>
                    <a:pt x="159" y="28"/>
                    <a:pt x="159" y="28"/>
                  </a:cubicBezTo>
                  <a:cubicBezTo>
                    <a:pt x="160" y="29"/>
                    <a:pt x="160" y="29"/>
                    <a:pt x="160" y="29"/>
                  </a:cubicBezTo>
                  <a:close/>
                  <a:moveTo>
                    <a:pt x="159" y="31"/>
                  </a:moveTo>
                  <a:cubicBezTo>
                    <a:pt x="158" y="31"/>
                    <a:pt x="158" y="31"/>
                    <a:pt x="158" y="31"/>
                  </a:cubicBezTo>
                  <a:cubicBezTo>
                    <a:pt x="157" y="31"/>
                    <a:pt x="157" y="31"/>
                    <a:pt x="157" y="31"/>
                  </a:cubicBezTo>
                  <a:cubicBezTo>
                    <a:pt x="157" y="31"/>
                    <a:pt x="157" y="31"/>
                    <a:pt x="157" y="31"/>
                  </a:cubicBezTo>
                  <a:cubicBezTo>
                    <a:pt x="159" y="31"/>
                    <a:pt x="159" y="31"/>
                    <a:pt x="159" y="31"/>
                  </a:cubicBezTo>
                  <a:close/>
                  <a:moveTo>
                    <a:pt x="159" y="31"/>
                  </a:moveTo>
                  <a:cubicBezTo>
                    <a:pt x="159" y="31"/>
                    <a:pt x="159" y="31"/>
                    <a:pt x="159" y="31"/>
                  </a:cubicBezTo>
                  <a:cubicBezTo>
                    <a:pt x="158" y="31"/>
                    <a:pt x="158" y="31"/>
                    <a:pt x="158" y="31"/>
                  </a:cubicBezTo>
                  <a:cubicBezTo>
                    <a:pt x="159" y="31"/>
                    <a:pt x="159" y="31"/>
                    <a:pt x="159" y="31"/>
                  </a:cubicBezTo>
                  <a:close/>
                  <a:moveTo>
                    <a:pt x="159" y="31"/>
                  </a:moveTo>
                  <a:cubicBezTo>
                    <a:pt x="158" y="32"/>
                    <a:pt x="158" y="32"/>
                    <a:pt x="158" y="32"/>
                  </a:cubicBezTo>
                  <a:cubicBezTo>
                    <a:pt x="158" y="33"/>
                    <a:pt x="158" y="33"/>
                    <a:pt x="158" y="33"/>
                  </a:cubicBezTo>
                  <a:cubicBezTo>
                    <a:pt x="159" y="33"/>
                    <a:pt x="159" y="33"/>
                    <a:pt x="159" y="33"/>
                  </a:cubicBezTo>
                  <a:cubicBezTo>
                    <a:pt x="159" y="33"/>
                    <a:pt x="159" y="33"/>
                    <a:pt x="159" y="33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59" y="31"/>
                    <a:pt x="159" y="31"/>
                    <a:pt x="159" y="31"/>
                  </a:cubicBezTo>
                  <a:close/>
                  <a:moveTo>
                    <a:pt x="134" y="12"/>
                  </a:moveTo>
                  <a:cubicBezTo>
                    <a:pt x="135" y="12"/>
                    <a:pt x="135" y="12"/>
                    <a:pt x="135" y="12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5" y="14"/>
                    <a:pt x="135" y="14"/>
                    <a:pt x="135" y="14"/>
                  </a:cubicBezTo>
                  <a:cubicBezTo>
                    <a:pt x="134" y="13"/>
                    <a:pt x="134" y="13"/>
                    <a:pt x="134" y="13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2"/>
                    <a:pt x="134" y="12"/>
                    <a:pt x="134" y="12"/>
                  </a:cubicBezTo>
                  <a:close/>
                  <a:moveTo>
                    <a:pt x="140" y="9"/>
                  </a:moveTo>
                  <a:cubicBezTo>
                    <a:pt x="140" y="10"/>
                    <a:pt x="140" y="10"/>
                    <a:pt x="140" y="10"/>
                  </a:cubicBezTo>
                  <a:cubicBezTo>
                    <a:pt x="140" y="10"/>
                    <a:pt x="140" y="10"/>
                    <a:pt x="140" y="10"/>
                  </a:cubicBezTo>
                  <a:cubicBezTo>
                    <a:pt x="141" y="10"/>
                    <a:pt x="141" y="10"/>
                    <a:pt x="141" y="10"/>
                  </a:cubicBezTo>
                  <a:cubicBezTo>
                    <a:pt x="141" y="10"/>
                    <a:pt x="141" y="10"/>
                    <a:pt x="141" y="10"/>
                  </a:cubicBezTo>
                  <a:cubicBezTo>
                    <a:pt x="141" y="9"/>
                    <a:pt x="141" y="9"/>
                    <a:pt x="141" y="9"/>
                  </a:cubicBezTo>
                  <a:cubicBezTo>
                    <a:pt x="140" y="8"/>
                    <a:pt x="140" y="8"/>
                    <a:pt x="140" y="8"/>
                  </a:cubicBezTo>
                  <a:cubicBezTo>
                    <a:pt x="140" y="9"/>
                    <a:pt x="140" y="9"/>
                    <a:pt x="140" y="9"/>
                  </a:cubicBezTo>
                  <a:close/>
                  <a:moveTo>
                    <a:pt x="140" y="11"/>
                  </a:moveTo>
                  <a:cubicBezTo>
                    <a:pt x="140" y="11"/>
                    <a:pt x="140" y="11"/>
                    <a:pt x="140" y="11"/>
                  </a:cubicBezTo>
                  <a:cubicBezTo>
                    <a:pt x="140" y="11"/>
                    <a:pt x="140" y="11"/>
                    <a:pt x="140" y="11"/>
                  </a:cubicBezTo>
                  <a:cubicBezTo>
                    <a:pt x="140" y="11"/>
                    <a:pt x="140" y="11"/>
                    <a:pt x="140" y="11"/>
                  </a:cubicBezTo>
                  <a:cubicBezTo>
                    <a:pt x="140" y="11"/>
                    <a:pt x="140" y="11"/>
                    <a:pt x="140" y="11"/>
                  </a:cubicBezTo>
                  <a:close/>
                  <a:moveTo>
                    <a:pt x="147" y="18"/>
                  </a:moveTo>
                  <a:cubicBezTo>
                    <a:pt x="147" y="19"/>
                    <a:pt x="147" y="19"/>
                    <a:pt x="147" y="19"/>
                  </a:cubicBezTo>
                  <a:cubicBezTo>
                    <a:pt x="148" y="19"/>
                    <a:pt x="148" y="19"/>
                    <a:pt x="148" y="19"/>
                  </a:cubicBezTo>
                  <a:cubicBezTo>
                    <a:pt x="148" y="19"/>
                    <a:pt x="148" y="19"/>
                    <a:pt x="148" y="19"/>
                  </a:cubicBezTo>
                  <a:cubicBezTo>
                    <a:pt x="149" y="18"/>
                    <a:pt x="149" y="18"/>
                    <a:pt x="149" y="18"/>
                  </a:cubicBezTo>
                  <a:cubicBezTo>
                    <a:pt x="149" y="18"/>
                    <a:pt x="149" y="18"/>
                    <a:pt x="149" y="18"/>
                  </a:cubicBezTo>
                  <a:cubicBezTo>
                    <a:pt x="148" y="17"/>
                    <a:pt x="148" y="17"/>
                    <a:pt x="148" y="17"/>
                  </a:cubicBezTo>
                  <a:cubicBezTo>
                    <a:pt x="147" y="18"/>
                    <a:pt x="147" y="18"/>
                    <a:pt x="147" y="18"/>
                  </a:cubicBezTo>
                  <a:cubicBezTo>
                    <a:pt x="147" y="18"/>
                    <a:pt x="147" y="18"/>
                    <a:pt x="147" y="18"/>
                  </a:cubicBezTo>
                  <a:close/>
                  <a:moveTo>
                    <a:pt x="146" y="29"/>
                  </a:moveTo>
                  <a:cubicBezTo>
                    <a:pt x="146" y="30"/>
                    <a:pt x="146" y="30"/>
                    <a:pt x="146" y="30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48" y="31"/>
                    <a:pt x="148" y="31"/>
                    <a:pt x="148" y="31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47" y="32"/>
                    <a:pt x="147" y="32"/>
                    <a:pt x="147" y="32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46" y="31"/>
                    <a:pt x="146" y="31"/>
                    <a:pt x="146" y="31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29"/>
                    <a:pt x="145" y="29"/>
                    <a:pt x="145" y="29"/>
                  </a:cubicBezTo>
                  <a:cubicBezTo>
                    <a:pt x="144" y="28"/>
                    <a:pt x="144" y="28"/>
                    <a:pt x="144" y="28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4" y="27"/>
                    <a:pt x="144" y="27"/>
                    <a:pt x="144" y="27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4" y="24"/>
                    <a:pt x="144" y="24"/>
                    <a:pt x="144" y="24"/>
                  </a:cubicBezTo>
                  <a:cubicBezTo>
                    <a:pt x="144" y="24"/>
                    <a:pt x="144" y="24"/>
                    <a:pt x="144" y="24"/>
                  </a:cubicBezTo>
                  <a:cubicBezTo>
                    <a:pt x="143" y="23"/>
                    <a:pt x="143" y="23"/>
                    <a:pt x="143" y="23"/>
                  </a:cubicBezTo>
                  <a:cubicBezTo>
                    <a:pt x="143" y="22"/>
                    <a:pt x="143" y="22"/>
                    <a:pt x="143" y="22"/>
                  </a:cubicBezTo>
                  <a:cubicBezTo>
                    <a:pt x="144" y="22"/>
                    <a:pt x="144" y="22"/>
                    <a:pt x="144" y="22"/>
                  </a:cubicBezTo>
                  <a:cubicBezTo>
                    <a:pt x="144" y="21"/>
                    <a:pt x="144" y="21"/>
                    <a:pt x="144" y="21"/>
                  </a:cubicBezTo>
                  <a:cubicBezTo>
                    <a:pt x="144" y="20"/>
                    <a:pt x="144" y="20"/>
                    <a:pt x="144" y="20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45" y="20"/>
                    <a:pt x="145" y="20"/>
                    <a:pt x="145" y="20"/>
                  </a:cubicBezTo>
                  <a:cubicBezTo>
                    <a:pt x="145" y="20"/>
                    <a:pt x="145" y="20"/>
                    <a:pt x="145" y="20"/>
                  </a:cubicBezTo>
                  <a:cubicBezTo>
                    <a:pt x="146" y="20"/>
                    <a:pt x="146" y="20"/>
                    <a:pt x="146" y="20"/>
                  </a:cubicBezTo>
                  <a:cubicBezTo>
                    <a:pt x="146" y="21"/>
                    <a:pt x="146" y="21"/>
                    <a:pt x="146" y="21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45" y="23"/>
                    <a:pt x="145" y="23"/>
                    <a:pt x="145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5" y="24"/>
                    <a:pt x="145" y="24"/>
                    <a:pt x="145" y="24"/>
                  </a:cubicBezTo>
                  <a:cubicBezTo>
                    <a:pt x="145" y="24"/>
                    <a:pt x="145" y="24"/>
                    <a:pt x="145" y="24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6" y="23"/>
                    <a:pt x="146" y="23"/>
                    <a:pt x="146" y="23"/>
                  </a:cubicBezTo>
                  <a:cubicBezTo>
                    <a:pt x="147" y="22"/>
                    <a:pt x="147" y="22"/>
                    <a:pt x="147" y="22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48" y="21"/>
                    <a:pt x="148" y="21"/>
                    <a:pt x="14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50" y="21"/>
                    <a:pt x="150" y="21"/>
                    <a:pt x="150" y="21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49" y="23"/>
                    <a:pt x="149" y="23"/>
                    <a:pt x="149" y="23"/>
                  </a:cubicBezTo>
                  <a:cubicBezTo>
                    <a:pt x="147" y="24"/>
                    <a:pt x="147" y="24"/>
                    <a:pt x="147" y="24"/>
                  </a:cubicBezTo>
                  <a:cubicBezTo>
                    <a:pt x="147" y="24"/>
                    <a:pt x="147" y="24"/>
                    <a:pt x="147" y="24"/>
                  </a:cubicBezTo>
                  <a:cubicBezTo>
                    <a:pt x="147" y="25"/>
                    <a:pt x="147" y="25"/>
                    <a:pt x="147" y="25"/>
                  </a:cubicBezTo>
                  <a:cubicBezTo>
                    <a:pt x="148" y="25"/>
                    <a:pt x="148" y="25"/>
                    <a:pt x="148" y="25"/>
                  </a:cubicBezTo>
                  <a:cubicBezTo>
                    <a:pt x="149" y="26"/>
                    <a:pt x="149" y="26"/>
                    <a:pt x="149" y="26"/>
                  </a:cubicBezTo>
                  <a:cubicBezTo>
                    <a:pt x="149" y="26"/>
                    <a:pt x="149" y="26"/>
                    <a:pt x="149" y="26"/>
                  </a:cubicBezTo>
                  <a:cubicBezTo>
                    <a:pt x="150" y="26"/>
                    <a:pt x="150" y="26"/>
                    <a:pt x="150" y="26"/>
                  </a:cubicBezTo>
                  <a:cubicBezTo>
                    <a:pt x="149" y="27"/>
                    <a:pt x="149" y="27"/>
                    <a:pt x="149" y="27"/>
                  </a:cubicBezTo>
                  <a:cubicBezTo>
                    <a:pt x="148" y="26"/>
                    <a:pt x="148" y="26"/>
                    <a:pt x="148" y="26"/>
                  </a:cubicBezTo>
                  <a:cubicBezTo>
                    <a:pt x="147" y="26"/>
                    <a:pt x="147" y="26"/>
                    <a:pt x="147" y="26"/>
                  </a:cubicBezTo>
                  <a:cubicBezTo>
                    <a:pt x="146" y="26"/>
                    <a:pt x="146" y="26"/>
                    <a:pt x="146" y="26"/>
                  </a:cubicBezTo>
                  <a:cubicBezTo>
                    <a:pt x="145" y="26"/>
                    <a:pt x="145" y="26"/>
                    <a:pt x="145" y="26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6" y="29"/>
                    <a:pt x="146" y="29"/>
                    <a:pt x="146" y="29"/>
                  </a:cubicBezTo>
                  <a:close/>
                  <a:moveTo>
                    <a:pt x="142" y="31"/>
                  </a:moveTo>
                  <a:cubicBezTo>
                    <a:pt x="143" y="31"/>
                    <a:pt x="143" y="31"/>
                    <a:pt x="143" y="31"/>
                  </a:cubicBezTo>
                  <a:cubicBezTo>
                    <a:pt x="142" y="31"/>
                    <a:pt x="142" y="31"/>
                    <a:pt x="142" y="31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1"/>
                    <a:pt x="142" y="31"/>
                    <a:pt x="142" y="31"/>
                  </a:cubicBezTo>
                  <a:close/>
                  <a:moveTo>
                    <a:pt x="142" y="29"/>
                  </a:moveTo>
                  <a:cubicBezTo>
                    <a:pt x="142" y="29"/>
                    <a:pt x="142" y="29"/>
                    <a:pt x="142" y="29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30"/>
                    <a:pt x="142" y="30"/>
                    <a:pt x="142" y="30"/>
                  </a:cubicBezTo>
                  <a:cubicBezTo>
                    <a:pt x="142" y="29"/>
                    <a:pt x="142" y="29"/>
                    <a:pt x="142" y="29"/>
                  </a:cubicBezTo>
                  <a:cubicBezTo>
                    <a:pt x="142" y="29"/>
                    <a:pt x="142" y="29"/>
                    <a:pt x="142" y="29"/>
                  </a:cubicBezTo>
                  <a:close/>
                  <a:moveTo>
                    <a:pt x="143" y="29"/>
                  </a:moveTo>
                  <a:cubicBezTo>
                    <a:pt x="143" y="30"/>
                    <a:pt x="143" y="30"/>
                    <a:pt x="143" y="30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3" y="31"/>
                    <a:pt x="143" y="31"/>
                    <a:pt x="143" y="3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45" y="31"/>
                    <a:pt x="145" y="31"/>
                    <a:pt x="145" y="31"/>
                  </a:cubicBezTo>
                  <a:cubicBezTo>
                    <a:pt x="145" y="31"/>
                    <a:pt x="145" y="31"/>
                    <a:pt x="145" y="31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29"/>
                    <a:pt x="144" y="29"/>
                    <a:pt x="144" y="29"/>
                  </a:cubicBezTo>
                  <a:cubicBezTo>
                    <a:pt x="143" y="29"/>
                    <a:pt x="143" y="29"/>
                    <a:pt x="143" y="29"/>
                  </a:cubicBezTo>
                  <a:close/>
                  <a:moveTo>
                    <a:pt x="143" y="34"/>
                  </a:moveTo>
                  <a:cubicBezTo>
                    <a:pt x="144" y="33"/>
                    <a:pt x="144" y="33"/>
                    <a:pt x="144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6" y="34"/>
                    <a:pt x="146" y="34"/>
                    <a:pt x="146" y="34"/>
                  </a:cubicBezTo>
                  <a:cubicBezTo>
                    <a:pt x="146" y="35"/>
                    <a:pt x="146" y="35"/>
                    <a:pt x="146" y="35"/>
                  </a:cubicBezTo>
                  <a:cubicBezTo>
                    <a:pt x="146" y="35"/>
                    <a:pt x="146" y="35"/>
                    <a:pt x="146" y="35"/>
                  </a:cubicBezTo>
                  <a:cubicBezTo>
                    <a:pt x="145" y="35"/>
                    <a:pt x="145" y="35"/>
                    <a:pt x="145" y="35"/>
                  </a:cubicBezTo>
                  <a:cubicBezTo>
                    <a:pt x="144" y="35"/>
                    <a:pt x="144" y="35"/>
                    <a:pt x="144" y="35"/>
                  </a:cubicBezTo>
                  <a:cubicBezTo>
                    <a:pt x="143" y="35"/>
                    <a:pt x="143" y="35"/>
                    <a:pt x="143" y="35"/>
                  </a:cubicBezTo>
                  <a:cubicBezTo>
                    <a:pt x="143" y="34"/>
                    <a:pt x="143" y="34"/>
                    <a:pt x="143" y="34"/>
                  </a:cubicBezTo>
                  <a:close/>
                  <a:moveTo>
                    <a:pt x="156" y="34"/>
                  </a:moveTo>
                  <a:cubicBezTo>
                    <a:pt x="154" y="35"/>
                    <a:pt x="154" y="35"/>
                    <a:pt x="154" y="35"/>
                  </a:cubicBezTo>
                  <a:cubicBezTo>
                    <a:pt x="154" y="35"/>
                    <a:pt x="154" y="35"/>
                    <a:pt x="154" y="35"/>
                  </a:cubicBezTo>
                  <a:cubicBezTo>
                    <a:pt x="154" y="35"/>
                    <a:pt x="154" y="35"/>
                    <a:pt x="154" y="35"/>
                  </a:cubicBezTo>
                  <a:cubicBezTo>
                    <a:pt x="155" y="36"/>
                    <a:pt x="155" y="36"/>
                    <a:pt x="155" y="36"/>
                  </a:cubicBezTo>
                  <a:cubicBezTo>
                    <a:pt x="157" y="36"/>
                    <a:pt x="157" y="36"/>
                    <a:pt x="157" y="36"/>
                  </a:cubicBezTo>
                  <a:cubicBezTo>
                    <a:pt x="156" y="35"/>
                    <a:pt x="156" y="35"/>
                    <a:pt x="156" y="35"/>
                  </a:cubicBezTo>
                  <a:cubicBezTo>
                    <a:pt x="156" y="35"/>
                    <a:pt x="156" y="35"/>
                    <a:pt x="156" y="35"/>
                  </a:cubicBezTo>
                  <a:cubicBezTo>
                    <a:pt x="156" y="34"/>
                    <a:pt x="156" y="34"/>
                    <a:pt x="156" y="34"/>
                  </a:cubicBezTo>
                  <a:close/>
                  <a:moveTo>
                    <a:pt x="148" y="42"/>
                  </a:moveTo>
                  <a:cubicBezTo>
                    <a:pt x="149" y="42"/>
                    <a:pt x="149" y="42"/>
                    <a:pt x="149" y="42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48" y="43"/>
                    <a:pt x="148" y="43"/>
                    <a:pt x="148" y="43"/>
                  </a:cubicBezTo>
                  <a:cubicBezTo>
                    <a:pt x="148" y="42"/>
                    <a:pt x="148" y="42"/>
                    <a:pt x="148" y="42"/>
                  </a:cubicBezTo>
                  <a:close/>
                  <a:moveTo>
                    <a:pt x="147" y="42"/>
                  </a:moveTo>
                  <a:cubicBezTo>
                    <a:pt x="148" y="42"/>
                    <a:pt x="148" y="42"/>
                    <a:pt x="148" y="42"/>
                  </a:cubicBezTo>
                  <a:cubicBezTo>
                    <a:pt x="148" y="43"/>
                    <a:pt x="148" y="43"/>
                    <a:pt x="148" y="43"/>
                  </a:cubicBezTo>
                  <a:cubicBezTo>
                    <a:pt x="147" y="43"/>
                    <a:pt x="147" y="43"/>
                    <a:pt x="147" y="43"/>
                  </a:cubicBezTo>
                  <a:cubicBezTo>
                    <a:pt x="147" y="42"/>
                    <a:pt x="147" y="42"/>
                    <a:pt x="147" y="42"/>
                  </a:cubicBezTo>
                  <a:close/>
                  <a:moveTo>
                    <a:pt x="145" y="43"/>
                  </a:moveTo>
                  <a:cubicBezTo>
                    <a:pt x="146" y="42"/>
                    <a:pt x="146" y="42"/>
                    <a:pt x="146" y="42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7" y="42"/>
                    <a:pt x="147" y="42"/>
                    <a:pt x="147" y="42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45" y="43"/>
                    <a:pt x="145" y="43"/>
                    <a:pt x="145" y="43"/>
                  </a:cubicBezTo>
                  <a:close/>
                  <a:moveTo>
                    <a:pt x="145" y="40"/>
                  </a:moveTo>
                  <a:cubicBezTo>
                    <a:pt x="144" y="41"/>
                    <a:pt x="144" y="41"/>
                    <a:pt x="144" y="41"/>
                  </a:cubicBezTo>
                  <a:cubicBezTo>
                    <a:pt x="145" y="41"/>
                    <a:pt x="145" y="41"/>
                    <a:pt x="145" y="41"/>
                  </a:cubicBezTo>
                  <a:cubicBezTo>
                    <a:pt x="145" y="40"/>
                    <a:pt x="145" y="40"/>
                    <a:pt x="145" y="40"/>
                  </a:cubicBezTo>
                  <a:close/>
                  <a:moveTo>
                    <a:pt x="146" y="39"/>
                  </a:moveTo>
                  <a:cubicBezTo>
                    <a:pt x="145" y="40"/>
                    <a:pt x="145" y="40"/>
                    <a:pt x="145" y="40"/>
                  </a:cubicBezTo>
                  <a:cubicBezTo>
                    <a:pt x="145" y="40"/>
                    <a:pt x="145" y="40"/>
                    <a:pt x="145" y="40"/>
                  </a:cubicBezTo>
                  <a:cubicBezTo>
                    <a:pt x="146" y="40"/>
                    <a:pt x="146" y="40"/>
                    <a:pt x="146" y="40"/>
                  </a:cubicBezTo>
                  <a:cubicBezTo>
                    <a:pt x="146" y="39"/>
                    <a:pt x="146" y="39"/>
                    <a:pt x="146" y="39"/>
                  </a:cubicBezTo>
                  <a:close/>
                  <a:moveTo>
                    <a:pt x="146" y="42"/>
                  </a:moveTo>
                  <a:cubicBezTo>
                    <a:pt x="147" y="41"/>
                    <a:pt x="147" y="41"/>
                    <a:pt x="147" y="41"/>
                  </a:cubicBezTo>
                  <a:cubicBezTo>
                    <a:pt x="147" y="41"/>
                    <a:pt x="147" y="41"/>
                    <a:pt x="147" y="41"/>
                  </a:cubicBezTo>
                  <a:cubicBezTo>
                    <a:pt x="148" y="42"/>
                    <a:pt x="148" y="42"/>
                    <a:pt x="148" y="42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49" y="41"/>
                    <a:pt x="149" y="41"/>
                    <a:pt x="149" y="41"/>
                  </a:cubicBezTo>
                  <a:cubicBezTo>
                    <a:pt x="150" y="41"/>
                    <a:pt x="150" y="41"/>
                    <a:pt x="150" y="41"/>
                  </a:cubicBezTo>
                  <a:cubicBezTo>
                    <a:pt x="150" y="42"/>
                    <a:pt x="150" y="42"/>
                    <a:pt x="150" y="42"/>
                  </a:cubicBezTo>
                  <a:cubicBezTo>
                    <a:pt x="152" y="42"/>
                    <a:pt x="152" y="42"/>
                    <a:pt x="152" y="42"/>
                  </a:cubicBezTo>
                  <a:cubicBezTo>
                    <a:pt x="153" y="41"/>
                    <a:pt x="153" y="41"/>
                    <a:pt x="153" y="41"/>
                  </a:cubicBezTo>
                  <a:cubicBezTo>
                    <a:pt x="154" y="41"/>
                    <a:pt x="154" y="41"/>
                    <a:pt x="154" y="41"/>
                  </a:cubicBezTo>
                  <a:cubicBezTo>
                    <a:pt x="155" y="42"/>
                    <a:pt x="155" y="42"/>
                    <a:pt x="155" y="42"/>
                  </a:cubicBezTo>
                  <a:cubicBezTo>
                    <a:pt x="156" y="42"/>
                    <a:pt x="156" y="42"/>
                    <a:pt x="156" y="42"/>
                  </a:cubicBezTo>
                  <a:cubicBezTo>
                    <a:pt x="157" y="43"/>
                    <a:pt x="157" y="43"/>
                    <a:pt x="157" y="43"/>
                  </a:cubicBezTo>
                  <a:cubicBezTo>
                    <a:pt x="158" y="43"/>
                    <a:pt x="158" y="43"/>
                    <a:pt x="158" y="43"/>
                  </a:cubicBezTo>
                  <a:cubicBezTo>
                    <a:pt x="158" y="43"/>
                    <a:pt x="158" y="43"/>
                    <a:pt x="158" y="43"/>
                  </a:cubicBezTo>
                  <a:cubicBezTo>
                    <a:pt x="158" y="41"/>
                    <a:pt x="158" y="41"/>
                    <a:pt x="158" y="41"/>
                  </a:cubicBezTo>
                  <a:cubicBezTo>
                    <a:pt x="156" y="40"/>
                    <a:pt x="156" y="40"/>
                    <a:pt x="156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3" y="39"/>
                    <a:pt x="153" y="39"/>
                    <a:pt x="153" y="39"/>
                  </a:cubicBezTo>
                  <a:cubicBezTo>
                    <a:pt x="152" y="39"/>
                    <a:pt x="152" y="39"/>
                    <a:pt x="152" y="39"/>
                  </a:cubicBezTo>
                  <a:cubicBezTo>
                    <a:pt x="151" y="40"/>
                    <a:pt x="151" y="40"/>
                    <a:pt x="151" y="40"/>
                  </a:cubicBezTo>
                  <a:cubicBezTo>
                    <a:pt x="150" y="40"/>
                    <a:pt x="150" y="40"/>
                    <a:pt x="150" y="40"/>
                  </a:cubicBezTo>
                  <a:cubicBezTo>
                    <a:pt x="150" y="39"/>
                    <a:pt x="150" y="39"/>
                    <a:pt x="150" y="39"/>
                  </a:cubicBezTo>
                  <a:cubicBezTo>
                    <a:pt x="148" y="39"/>
                    <a:pt x="148" y="39"/>
                    <a:pt x="148" y="39"/>
                  </a:cubicBezTo>
                  <a:cubicBezTo>
                    <a:pt x="147" y="39"/>
                    <a:pt x="147" y="39"/>
                    <a:pt x="147" y="39"/>
                  </a:cubicBezTo>
                  <a:cubicBezTo>
                    <a:pt x="146" y="40"/>
                    <a:pt x="146" y="40"/>
                    <a:pt x="146" y="40"/>
                  </a:cubicBezTo>
                  <a:cubicBezTo>
                    <a:pt x="146" y="40"/>
                    <a:pt x="146" y="40"/>
                    <a:pt x="146" y="40"/>
                  </a:cubicBezTo>
                  <a:cubicBezTo>
                    <a:pt x="145" y="41"/>
                    <a:pt x="145" y="41"/>
                    <a:pt x="145" y="41"/>
                  </a:cubicBezTo>
                  <a:cubicBezTo>
                    <a:pt x="145" y="41"/>
                    <a:pt x="145" y="41"/>
                    <a:pt x="145" y="41"/>
                  </a:cubicBezTo>
                  <a:cubicBezTo>
                    <a:pt x="145" y="42"/>
                    <a:pt x="145" y="42"/>
                    <a:pt x="145" y="42"/>
                  </a:cubicBezTo>
                  <a:cubicBezTo>
                    <a:pt x="146" y="42"/>
                    <a:pt x="146" y="42"/>
                    <a:pt x="146" y="42"/>
                  </a:cubicBezTo>
                  <a:close/>
                  <a:moveTo>
                    <a:pt x="137" y="40"/>
                  </a:moveTo>
                  <a:cubicBezTo>
                    <a:pt x="138" y="41"/>
                    <a:pt x="138" y="41"/>
                    <a:pt x="138" y="41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42" y="41"/>
                    <a:pt x="142" y="41"/>
                    <a:pt x="142" y="41"/>
                  </a:cubicBezTo>
                  <a:cubicBezTo>
                    <a:pt x="142" y="41"/>
                    <a:pt x="142" y="41"/>
                    <a:pt x="142" y="41"/>
                  </a:cubicBezTo>
                  <a:cubicBezTo>
                    <a:pt x="142" y="42"/>
                    <a:pt x="142" y="42"/>
                    <a:pt x="142" y="42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1" y="43"/>
                    <a:pt x="141" y="43"/>
                    <a:pt x="141" y="43"/>
                  </a:cubicBezTo>
                  <a:cubicBezTo>
                    <a:pt x="140" y="43"/>
                    <a:pt x="140" y="43"/>
                    <a:pt x="140" y="43"/>
                  </a:cubicBezTo>
                  <a:cubicBezTo>
                    <a:pt x="139" y="43"/>
                    <a:pt x="139" y="43"/>
                    <a:pt x="139" y="43"/>
                  </a:cubicBezTo>
                  <a:cubicBezTo>
                    <a:pt x="138" y="43"/>
                    <a:pt x="138" y="43"/>
                    <a:pt x="138" y="43"/>
                  </a:cubicBezTo>
                  <a:cubicBezTo>
                    <a:pt x="137" y="43"/>
                    <a:pt x="137" y="43"/>
                    <a:pt x="137" y="43"/>
                  </a:cubicBezTo>
                  <a:cubicBezTo>
                    <a:pt x="136" y="42"/>
                    <a:pt x="136" y="42"/>
                    <a:pt x="136" y="42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37" y="40"/>
                    <a:pt x="137" y="40"/>
                    <a:pt x="137" y="40"/>
                  </a:cubicBezTo>
                  <a:close/>
                  <a:moveTo>
                    <a:pt x="113" y="57"/>
                  </a:moveTo>
                  <a:cubicBezTo>
                    <a:pt x="112" y="57"/>
                    <a:pt x="112" y="57"/>
                    <a:pt x="112" y="57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3" y="57"/>
                    <a:pt x="113" y="57"/>
                    <a:pt x="113" y="57"/>
                  </a:cubicBezTo>
                  <a:close/>
                  <a:moveTo>
                    <a:pt x="112" y="51"/>
                  </a:moveTo>
                  <a:cubicBezTo>
                    <a:pt x="112" y="53"/>
                    <a:pt x="112" y="53"/>
                    <a:pt x="112" y="53"/>
                  </a:cubicBezTo>
                  <a:cubicBezTo>
                    <a:pt x="112" y="53"/>
                    <a:pt x="112" y="53"/>
                    <a:pt x="112" y="53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2" y="54"/>
                    <a:pt x="112" y="54"/>
                    <a:pt x="112" y="54"/>
                  </a:cubicBezTo>
                  <a:cubicBezTo>
                    <a:pt x="111" y="53"/>
                    <a:pt x="111" y="53"/>
                    <a:pt x="111" y="53"/>
                  </a:cubicBezTo>
                  <a:cubicBezTo>
                    <a:pt x="111" y="52"/>
                    <a:pt x="111" y="52"/>
                    <a:pt x="111" y="52"/>
                  </a:cubicBezTo>
                  <a:cubicBezTo>
                    <a:pt x="112" y="52"/>
                    <a:pt x="112" y="52"/>
                    <a:pt x="112" y="52"/>
                  </a:cubicBezTo>
                  <a:cubicBezTo>
                    <a:pt x="112" y="51"/>
                    <a:pt x="112" y="51"/>
                    <a:pt x="112" y="51"/>
                  </a:cubicBezTo>
                  <a:close/>
                  <a:moveTo>
                    <a:pt x="136" y="36"/>
                  </a:moveTo>
                  <a:cubicBezTo>
                    <a:pt x="136" y="37"/>
                    <a:pt x="136" y="37"/>
                    <a:pt x="136" y="37"/>
                  </a:cubicBezTo>
                  <a:cubicBezTo>
                    <a:pt x="137" y="37"/>
                    <a:pt x="137" y="37"/>
                    <a:pt x="137" y="37"/>
                  </a:cubicBezTo>
                  <a:cubicBezTo>
                    <a:pt x="137" y="38"/>
                    <a:pt x="137" y="38"/>
                    <a:pt x="137" y="38"/>
                  </a:cubicBezTo>
                  <a:cubicBezTo>
                    <a:pt x="137" y="38"/>
                    <a:pt x="137" y="38"/>
                    <a:pt x="137" y="38"/>
                  </a:cubicBezTo>
                  <a:cubicBezTo>
                    <a:pt x="136" y="37"/>
                    <a:pt x="136" y="37"/>
                    <a:pt x="136" y="37"/>
                  </a:cubicBezTo>
                  <a:cubicBezTo>
                    <a:pt x="136" y="36"/>
                    <a:pt x="136" y="36"/>
                    <a:pt x="136" y="36"/>
                  </a:cubicBezTo>
                  <a:cubicBezTo>
                    <a:pt x="136" y="36"/>
                    <a:pt x="136" y="36"/>
                    <a:pt x="136" y="36"/>
                  </a:cubicBezTo>
                  <a:close/>
                  <a:moveTo>
                    <a:pt x="134" y="35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35" y="35"/>
                    <a:pt x="135" y="35"/>
                    <a:pt x="135" y="35"/>
                  </a:cubicBezTo>
                  <a:cubicBezTo>
                    <a:pt x="136" y="35"/>
                    <a:pt x="136" y="35"/>
                    <a:pt x="136" y="35"/>
                  </a:cubicBezTo>
                  <a:cubicBezTo>
                    <a:pt x="137" y="35"/>
                    <a:pt x="137" y="35"/>
                    <a:pt x="137" y="35"/>
                  </a:cubicBezTo>
                  <a:cubicBezTo>
                    <a:pt x="138" y="35"/>
                    <a:pt x="138" y="35"/>
                    <a:pt x="138" y="35"/>
                  </a:cubicBezTo>
                  <a:cubicBezTo>
                    <a:pt x="137" y="35"/>
                    <a:pt x="137" y="35"/>
                    <a:pt x="137" y="35"/>
                  </a:cubicBezTo>
                  <a:cubicBezTo>
                    <a:pt x="135" y="36"/>
                    <a:pt x="135" y="36"/>
                    <a:pt x="135" y="36"/>
                  </a:cubicBezTo>
                  <a:cubicBezTo>
                    <a:pt x="134" y="35"/>
                    <a:pt x="134" y="35"/>
                    <a:pt x="134" y="35"/>
                  </a:cubicBezTo>
                  <a:cubicBezTo>
                    <a:pt x="134" y="35"/>
                    <a:pt x="134" y="35"/>
                    <a:pt x="134" y="35"/>
                  </a:cubicBezTo>
                  <a:cubicBezTo>
                    <a:pt x="134" y="35"/>
                    <a:pt x="134" y="35"/>
                    <a:pt x="134" y="35"/>
                  </a:cubicBezTo>
                  <a:close/>
                  <a:moveTo>
                    <a:pt x="129" y="35"/>
                  </a:moveTo>
                  <a:cubicBezTo>
                    <a:pt x="130" y="35"/>
                    <a:pt x="130" y="35"/>
                    <a:pt x="130" y="35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1" y="34"/>
                    <a:pt x="131" y="34"/>
                    <a:pt x="131" y="34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33" y="35"/>
                    <a:pt x="133" y="35"/>
                    <a:pt x="133" y="35"/>
                  </a:cubicBezTo>
                  <a:cubicBezTo>
                    <a:pt x="134" y="35"/>
                    <a:pt x="134" y="35"/>
                    <a:pt x="134" y="35"/>
                  </a:cubicBezTo>
                  <a:cubicBezTo>
                    <a:pt x="134" y="35"/>
                    <a:pt x="134" y="35"/>
                    <a:pt x="134" y="35"/>
                  </a:cubicBezTo>
                  <a:cubicBezTo>
                    <a:pt x="133" y="35"/>
                    <a:pt x="133" y="35"/>
                    <a:pt x="133" y="35"/>
                  </a:cubicBezTo>
                  <a:cubicBezTo>
                    <a:pt x="132" y="36"/>
                    <a:pt x="132" y="36"/>
                    <a:pt x="132" y="36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31" y="36"/>
                    <a:pt x="131" y="36"/>
                    <a:pt x="131" y="36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29" y="35"/>
                    <a:pt x="129" y="35"/>
                    <a:pt x="129" y="35"/>
                  </a:cubicBezTo>
                  <a:cubicBezTo>
                    <a:pt x="129" y="35"/>
                    <a:pt x="129" y="35"/>
                    <a:pt x="129" y="35"/>
                  </a:cubicBezTo>
                  <a:close/>
                  <a:moveTo>
                    <a:pt x="122" y="50"/>
                  </a:moveTo>
                  <a:cubicBezTo>
                    <a:pt x="122" y="49"/>
                    <a:pt x="122" y="49"/>
                    <a:pt x="122" y="49"/>
                  </a:cubicBezTo>
                  <a:cubicBezTo>
                    <a:pt x="123" y="47"/>
                    <a:pt x="123" y="47"/>
                    <a:pt x="123" y="47"/>
                  </a:cubicBezTo>
                  <a:cubicBezTo>
                    <a:pt x="123" y="46"/>
                    <a:pt x="123" y="46"/>
                    <a:pt x="123" y="46"/>
                  </a:cubicBezTo>
                  <a:cubicBezTo>
                    <a:pt x="123" y="46"/>
                    <a:pt x="123" y="46"/>
                    <a:pt x="123" y="46"/>
                  </a:cubicBezTo>
                  <a:cubicBezTo>
                    <a:pt x="124" y="46"/>
                    <a:pt x="124" y="46"/>
                    <a:pt x="124" y="46"/>
                  </a:cubicBezTo>
                  <a:cubicBezTo>
                    <a:pt x="124" y="46"/>
                    <a:pt x="124" y="46"/>
                    <a:pt x="124" y="46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4" y="47"/>
                    <a:pt x="124" y="47"/>
                    <a:pt x="124" y="47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9"/>
                    <a:pt x="123" y="49"/>
                    <a:pt x="123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2" y="50"/>
                    <a:pt x="122" y="50"/>
                    <a:pt x="122" y="50"/>
                  </a:cubicBezTo>
                  <a:cubicBezTo>
                    <a:pt x="122" y="50"/>
                    <a:pt x="122" y="50"/>
                    <a:pt x="122" y="50"/>
                  </a:cubicBezTo>
                  <a:close/>
                  <a:moveTo>
                    <a:pt x="120" y="49"/>
                  </a:moveTo>
                  <a:cubicBezTo>
                    <a:pt x="120" y="49"/>
                    <a:pt x="120" y="49"/>
                    <a:pt x="120" y="49"/>
                  </a:cubicBezTo>
                  <a:cubicBezTo>
                    <a:pt x="120" y="50"/>
                    <a:pt x="120" y="50"/>
                    <a:pt x="120" y="50"/>
                  </a:cubicBezTo>
                  <a:cubicBezTo>
                    <a:pt x="121" y="50"/>
                    <a:pt x="121" y="50"/>
                    <a:pt x="121" y="50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21" y="48"/>
                    <a:pt x="121" y="48"/>
                    <a:pt x="121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0" y="49"/>
                    <a:pt x="120" y="49"/>
                    <a:pt x="120" y="49"/>
                  </a:cubicBezTo>
                  <a:close/>
                  <a:moveTo>
                    <a:pt x="118" y="48"/>
                  </a:moveTo>
                  <a:cubicBezTo>
                    <a:pt x="118" y="49"/>
                    <a:pt x="118" y="49"/>
                    <a:pt x="118" y="49"/>
                  </a:cubicBezTo>
                  <a:cubicBezTo>
                    <a:pt x="117" y="49"/>
                    <a:pt x="117" y="49"/>
                    <a:pt x="117" y="49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8" y="50"/>
                    <a:pt x="118" y="50"/>
                    <a:pt x="118" y="50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19" y="49"/>
                    <a:pt x="119" y="49"/>
                    <a:pt x="119" y="49"/>
                  </a:cubicBezTo>
                  <a:cubicBezTo>
                    <a:pt x="118" y="48"/>
                    <a:pt x="118" y="48"/>
                    <a:pt x="118" y="48"/>
                  </a:cubicBezTo>
                  <a:cubicBezTo>
                    <a:pt x="118" y="48"/>
                    <a:pt x="118" y="48"/>
                    <a:pt x="118" y="48"/>
                  </a:cubicBezTo>
                  <a:close/>
                  <a:moveTo>
                    <a:pt x="124" y="35"/>
                  </a:moveTo>
                  <a:cubicBezTo>
                    <a:pt x="123" y="36"/>
                    <a:pt x="123" y="36"/>
                    <a:pt x="123" y="36"/>
                  </a:cubicBezTo>
                  <a:cubicBezTo>
                    <a:pt x="124" y="36"/>
                    <a:pt x="124" y="36"/>
                    <a:pt x="124" y="36"/>
                  </a:cubicBezTo>
                  <a:cubicBezTo>
                    <a:pt x="124" y="36"/>
                    <a:pt x="124" y="35"/>
                    <a:pt x="124" y="35"/>
                  </a:cubicBezTo>
                  <a:close/>
                  <a:moveTo>
                    <a:pt x="125" y="35"/>
                  </a:moveTo>
                  <a:cubicBezTo>
                    <a:pt x="125" y="35"/>
                    <a:pt x="125" y="35"/>
                    <a:pt x="125" y="35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5" y="35"/>
                    <a:pt x="125" y="35"/>
                    <a:pt x="125" y="35"/>
                  </a:cubicBezTo>
                  <a:close/>
                  <a:moveTo>
                    <a:pt x="126" y="34"/>
                  </a:moveTo>
                  <a:cubicBezTo>
                    <a:pt x="126" y="34"/>
                    <a:pt x="126" y="34"/>
                    <a:pt x="126" y="34"/>
                  </a:cubicBezTo>
                  <a:cubicBezTo>
                    <a:pt x="126" y="35"/>
                    <a:pt x="126" y="35"/>
                    <a:pt x="126" y="35"/>
                  </a:cubicBezTo>
                  <a:cubicBezTo>
                    <a:pt x="126" y="34"/>
                    <a:pt x="126" y="34"/>
                    <a:pt x="126" y="34"/>
                  </a:cubicBezTo>
                  <a:close/>
                  <a:moveTo>
                    <a:pt x="123" y="33"/>
                  </a:moveTo>
                  <a:cubicBezTo>
                    <a:pt x="124" y="33"/>
                    <a:pt x="124" y="33"/>
                    <a:pt x="124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5" y="34"/>
                    <a:pt x="125" y="34"/>
                    <a:pt x="125" y="34"/>
                  </a:cubicBezTo>
                  <a:cubicBezTo>
                    <a:pt x="125" y="34"/>
                    <a:pt x="125" y="34"/>
                    <a:pt x="125" y="34"/>
                  </a:cubicBezTo>
                  <a:cubicBezTo>
                    <a:pt x="125" y="34"/>
                    <a:pt x="125" y="34"/>
                    <a:pt x="125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3" y="33"/>
                    <a:pt x="123" y="33"/>
                    <a:pt x="123" y="33"/>
                  </a:cubicBezTo>
                  <a:close/>
                  <a:moveTo>
                    <a:pt x="118" y="29"/>
                  </a:moveTo>
                  <a:cubicBezTo>
                    <a:pt x="119" y="29"/>
                    <a:pt x="119" y="29"/>
                    <a:pt x="119" y="29"/>
                  </a:cubicBezTo>
                  <a:cubicBezTo>
                    <a:pt x="119" y="29"/>
                    <a:pt x="119" y="29"/>
                    <a:pt x="119" y="29"/>
                  </a:cubicBezTo>
                  <a:cubicBezTo>
                    <a:pt x="119" y="29"/>
                    <a:pt x="118" y="29"/>
                    <a:pt x="118" y="29"/>
                  </a:cubicBezTo>
                  <a:close/>
                  <a:moveTo>
                    <a:pt x="117" y="29"/>
                  </a:moveTo>
                  <a:cubicBezTo>
                    <a:pt x="118" y="29"/>
                    <a:pt x="118" y="29"/>
                    <a:pt x="118" y="29"/>
                  </a:cubicBezTo>
                  <a:cubicBezTo>
                    <a:pt x="118" y="30"/>
                    <a:pt x="118" y="30"/>
                    <a:pt x="118" y="30"/>
                  </a:cubicBezTo>
                  <a:cubicBezTo>
                    <a:pt x="118" y="30"/>
                    <a:pt x="118" y="30"/>
                    <a:pt x="118" y="30"/>
                  </a:cubicBezTo>
                  <a:cubicBezTo>
                    <a:pt x="117" y="29"/>
                    <a:pt x="117" y="29"/>
                    <a:pt x="117" y="29"/>
                  </a:cubicBezTo>
                  <a:close/>
                  <a:moveTo>
                    <a:pt x="112" y="26"/>
                  </a:moveTo>
                  <a:cubicBezTo>
                    <a:pt x="113" y="25"/>
                    <a:pt x="113" y="25"/>
                    <a:pt x="113" y="25"/>
                  </a:cubicBezTo>
                  <a:cubicBezTo>
                    <a:pt x="114" y="26"/>
                    <a:pt x="114" y="26"/>
                    <a:pt x="114" y="26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7" y="25"/>
                    <a:pt x="117" y="25"/>
                    <a:pt x="117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8" y="26"/>
                    <a:pt x="118" y="26"/>
                    <a:pt x="118" y="26"/>
                  </a:cubicBezTo>
                  <a:cubicBezTo>
                    <a:pt x="119" y="26"/>
                    <a:pt x="119" y="26"/>
                    <a:pt x="119" y="26"/>
                  </a:cubicBezTo>
                  <a:cubicBezTo>
                    <a:pt x="120" y="26"/>
                    <a:pt x="120" y="26"/>
                    <a:pt x="120" y="26"/>
                  </a:cubicBezTo>
                  <a:cubicBezTo>
                    <a:pt x="122" y="26"/>
                    <a:pt x="122" y="26"/>
                    <a:pt x="122" y="26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4" y="26"/>
                    <a:pt x="124" y="26"/>
                    <a:pt x="124" y="26"/>
                  </a:cubicBezTo>
                  <a:cubicBezTo>
                    <a:pt x="125" y="26"/>
                    <a:pt x="125" y="26"/>
                    <a:pt x="125" y="26"/>
                  </a:cubicBezTo>
                  <a:cubicBezTo>
                    <a:pt x="125" y="26"/>
                    <a:pt x="125" y="26"/>
                    <a:pt x="125" y="26"/>
                  </a:cubicBezTo>
                  <a:cubicBezTo>
                    <a:pt x="126" y="27"/>
                    <a:pt x="126" y="27"/>
                    <a:pt x="126" y="27"/>
                  </a:cubicBezTo>
                  <a:cubicBezTo>
                    <a:pt x="129" y="26"/>
                    <a:pt x="129" y="26"/>
                    <a:pt x="129" y="26"/>
                  </a:cubicBezTo>
                  <a:cubicBezTo>
                    <a:pt x="131" y="25"/>
                    <a:pt x="131" y="25"/>
                    <a:pt x="131" y="25"/>
                  </a:cubicBezTo>
                  <a:cubicBezTo>
                    <a:pt x="131" y="24"/>
                    <a:pt x="131" y="24"/>
                    <a:pt x="131" y="24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33" y="22"/>
                    <a:pt x="133" y="22"/>
                    <a:pt x="133" y="22"/>
                  </a:cubicBezTo>
                  <a:cubicBezTo>
                    <a:pt x="134" y="22"/>
                    <a:pt x="134" y="22"/>
                    <a:pt x="134" y="22"/>
                  </a:cubicBezTo>
                  <a:cubicBezTo>
                    <a:pt x="133" y="21"/>
                    <a:pt x="133" y="21"/>
                    <a:pt x="133" y="21"/>
                  </a:cubicBezTo>
                  <a:cubicBezTo>
                    <a:pt x="133" y="21"/>
                    <a:pt x="133" y="21"/>
                    <a:pt x="133" y="21"/>
                  </a:cubicBezTo>
                  <a:cubicBezTo>
                    <a:pt x="132" y="21"/>
                    <a:pt x="132" y="21"/>
                    <a:pt x="132" y="21"/>
                  </a:cubicBezTo>
                  <a:cubicBezTo>
                    <a:pt x="131" y="21"/>
                    <a:pt x="131" y="21"/>
                    <a:pt x="131" y="21"/>
                  </a:cubicBezTo>
                  <a:cubicBezTo>
                    <a:pt x="131" y="22"/>
                    <a:pt x="131" y="22"/>
                    <a:pt x="131" y="22"/>
                  </a:cubicBezTo>
                  <a:cubicBezTo>
                    <a:pt x="130" y="22"/>
                    <a:pt x="130" y="22"/>
                    <a:pt x="130" y="22"/>
                  </a:cubicBezTo>
                  <a:cubicBezTo>
                    <a:pt x="130" y="23"/>
                    <a:pt x="130" y="23"/>
                    <a:pt x="130" y="23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28" y="24"/>
                    <a:pt x="128" y="24"/>
                    <a:pt x="128" y="24"/>
                  </a:cubicBezTo>
                  <a:cubicBezTo>
                    <a:pt x="127" y="24"/>
                    <a:pt x="127" y="24"/>
                    <a:pt x="127" y="24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2" y="24"/>
                    <a:pt x="122" y="24"/>
                    <a:pt x="122" y="24"/>
                  </a:cubicBezTo>
                  <a:cubicBezTo>
                    <a:pt x="122" y="23"/>
                    <a:pt x="122" y="23"/>
                    <a:pt x="122" y="23"/>
                  </a:cubicBezTo>
                  <a:cubicBezTo>
                    <a:pt x="121" y="23"/>
                    <a:pt x="121" y="23"/>
                    <a:pt x="121" y="23"/>
                  </a:cubicBezTo>
                  <a:cubicBezTo>
                    <a:pt x="120" y="23"/>
                    <a:pt x="120" y="23"/>
                    <a:pt x="120" y="23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8" y="23"/>
                    <a:pt x="118" y="23"/>
                    <a:pt x="118" y="23"/>
                  </a:cubicBezTo>
                  <a:cubicBezTo>
                    <a:pt x="118" y="23"/>
                    <a:pt x="118" y="23"/>
                    <a:pt x="118" y="23"/>
                  </a:cubicBezTo>
                  <a:cubicBezTo>
                    <a:pt x="117" y="23"/>
                    <a:pt x="117" y="23"/>
                    <a:pt x="117" y="23"/>
                  </a:cubicBezTo>
                  <a:cubicBezTo>
                    <a:pt x="116" y="22"/>
                    <a:pt x="116" y="22"/>
                    <a:pt x="116" y="22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4" y="23"/>
                    <a:pt x="114" y="23"/>
                    <a:pt x="114" y="23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10" y="25"/>
                    <a:pt x="110" y="25"/>
                    <a:pt x="110" y="25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09" y="27"/>
                    <a:pt x="109" y="27"/>
                    <a:pt x="109" y="27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07" y="31"/>
                    <a:pt x="107" y="31"/>
                    <a:pt x="107" y="31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6" y="32"/>
                    <a:pt x="106" y="32"/>
                    <a:pt x="106" y="32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7" y="36"/>
                    <a:pt x="107" y="36"/>
                    <a:pt x="107" y="36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6" y="38"/>
                    <a:pt x="106" y="38"/>
                    <a:pt x="106" y="38"/>
                  </a:cubicBezTo>
                  <a:cubicBezTo>
                    <a:pt x="105" y="39"/>
                    <a:pt x="105" y="39"/>
                    <a:pt x="105" y="39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5" y="42"/>
                    <a:pt x="105" y="42"/>
                    <a:pt x="105" y="42"/>
                  </a:cubicBezTo>
                  <a:cubicBezTo>
                    <a:pt x="106" y="42"/>
                    <a:pt x="106" y="42"/>
                    <a:pt x="106" y="42"/>
                  </a:cubicBezTo>
                  <a:cubicBezTo>
                    <a:pt x="107" y="42"/>
                    <a:pt x="107" y="42"/>
                    <a:pt x="107" y="42"/>
                  </a:cubicBezTo>
                  <a:cubicBezTo>
                    <a:pt x="107" y="42"/>
                    <a:pt x="107" y="42"/>
                    <a:pt x="107" y="42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8" y="45"/>
                    <a:pt x="108" y="45"/>
                    <a:pt x="108" y="45"/>
                  </a:cubicBezTo>
                  <a:cubicBezTo>
                    <a:pt x="108" y="45"/>
                    <a:pt x="108" y="45"/>
                    <a:pt x="108" y="45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47"/>
                    <a:pt x="107" y="47"/>
                    <a:pt x="107" y="47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8" y="51"/>
                    <a:pt x="108" y="51"/>
                    <a:pt x="108" y="51"/>
                  </a:cubicBezTo>
                  <a:cubicBezTo>
                    <a:pt x="109" y="51"/>
                    <a:pt x="109" y="51"/>
                    <a:pt x="109" y="51"/>
                  </a:cubicBezTo>
                  <a:cubicBezTo>
                    <a:pt x="109" y="50"/>
                    <a:pt x="109" y="50"/>
                    <a:pt x="109" y="50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11" y="50"/>
                    <a:pt x="111" y="50"/>
                    <a:pt x="111" y="50"/>
                  </a:cubicBezTo>
                  <a:cubicBezTo>
                    <a:pt x="111" y="51"/>
                    <a:pt x="111" y="51"/>
                    <a:pt x="111" y="51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1" y="49"/>
                    <a:pt x="111" y="49"/>
                    <a:pt x="111" y="49"/>
                  </a:cubicBezTo>
                  <a:cubicBezTo>
                    <a:pt x="111" y="49"/>
                    <a:pt x="111" y="49"/>
                    <a:pt x="111" y="49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6"/>
                    <a:pt x="111" y="46"/>
                    <a:pt x="111" y="46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2" y="43"/>
                    <a:pt x="112" y="43"/>
                    <a:pt x="112" y="43"/>
                  </a:cubicBezTo>
                  <a:cubicBezTo>
                    <a:pt x="112" y="42"/>
                    <a:pt x="112" y="42"/>
                    <a:pt x="112" y="42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112" y="39"/>
                    <a:pt x="112" y="39"/>
                    <a:pt x="112" y="3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3" y="39"/>
                    <a:pt x="113" y="39"/>
                    <a:pt x="113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4" y="39"/>
                    <a:pt x="114" y="39"/>
                    <a:pt x="114" y="39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14" y="42"/>
                    <a:pt x="114" y="42"/>
                    <a:pt x="114" y="42"/>
                  </a:cubicBezTo>
                  <a:cubicBezTo>
                    <a:pt x="114" y="43"/>
                    <a:pt x="114" y="43"/>
                    <a:pt x="114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44"/>
                    <a:pt x="115" y="44"/>
                    <a:pt x="115" y="44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7" y="45"/>
                    <a:pt x="117" y="45"/>
                    <a:pt x="117" y="45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6" y="47"/>
                    <a:pt x="116" y="47"/>
                    <a:pt x="116" y="47"/>
                  </a:cubicBezTo>
                  <a:cubicBezTo>
                    <a:pt x="117" y="48"/>
                    <a:pt x="117" y="48"/>
                    <a:pt x="117" y="48"/>
                  </a:cubicBezTo>
                  <a:cubicBezTo>
                    <a:pt x="117" y="47"/>
                    <a:pt x="117" y="47"/>
                    <a:pt x="117" y="47"/>
                  </a:cubicBezTo>
                  <a:cubicBezTo>
                    <a:pt x="118" y="48"/>
                    <a:pt x="118" y="48"/>
                    <a:pt x="118" y="48"/>
                  </a:cubicBezTo>
                  <a:cubicBezTo>
                    <a:pt x="119" y="48"/>
                    <a:pt x="119" y="48"/>
                    <a:pt x="119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121" y="45"/>
                    <a:pt x="121" y="45"/>
                    <a:pt x="121" y="45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3" y="45"/>
                    <a:pt x="123" y="45"/>
                    <a:pt x="123" y="45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4" y="45"/>
                    <a:pt x="124" y="45"/>
                    <a:pt x="124" y="45"/>
                  </a:cubicBezTo>
                  <a:cubicBezTo>
                    <a:pt x="125" y="45"/>
                    <a:pt x="125" y="45"/>
                    <a:pt x="125" y="45"/>
                  </a:cubicBezTo>
                  <a:cubicBezTo>
                    <a:pt x="124" y="44"/>
                    <a:pt x="124" y="44"/>
                    <a:pt x="124" y="44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3" y="44"/>
                    <a:pt x="123" y="44"/>
                    <a:pt x="123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2" y="44"/>
                    <a:pt x="122" y="44"/>
                    <a:pt x="122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3"/>
                    <a:pt x="120" y="43"/>
                    <a:pt x="120" y="43"/>
                  </a:cubicBezTo>
                  <a:cubicBezTo>
                    <a:pt x="120" y="43"/>
                    <a:pt x="120" y="43"/>
                    <a:pt x="120" y="43"/>
                  </a:cubicBezTo>
                  <a:cubicBezTo>
                    <a:pt x="119" y="42"/>
                    <a:pt x="119" y="42"/>
                    <a:pt x="119" y="42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0" y="40"/>
                    <a:pt x="120" y="40"/>
                    <a:pt x="120" y="40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8"/>
                    <a:pt x="118" y="38"/>
                    <a:pt x="118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17" y="36"/>
                    <a:pt x="117" y="36"/>
                    <a:pt x="117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20" y="34"/>
                    <a:pt x="120" y="34"/>
                    <a:pt x="120" y="34"/>
                  </a:cubicBezTo>
                  <a:cubicBezTo>
                    <a:pt x="121" y="33"/>
                    <a:pt x="121" y="33"/>
                    <a:pt x="121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3" y="32"/>
                    <a:pt x="123" y="32"/>
                    <a:pt x="123" y="32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4" y="31"/>
                    <a:pt x="124" y="31"/>
                    <a:pt x="124" y="31"/>
                  </a:cubicBezTo>
                  <a:cubicBezTo>
                    <a:pt x="125" y="32"/>
                    <a:pt x="125" y="32"/>
                    <a:pt x="125" y="32"/>
                  </a:cubicBezTo>
                  <a:cubicBezTo>
                    <a:pt x="125" y="32"/>
                    <a:pt x="125" y="32"/>
                    <a:pt x="125" y="32"/>
                  </a:cubicBezTo>
                  <a:cubicBezTo>
                    <a:pt x="126" y="31"/>
                    <a:pt x="126" y="31"/>
                    <a:pt x="126" y="31"/>
                  </a:cubicBezTo>
                  <a:cubicBezTo>
                    <a:pt x="126" y="30"/>
                    <a:pt x="126" y="30"/>
                    <a:pt x="126" y="30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3" y="30"/>
                    <a:pt x="123" y="30"/>
                    <a:pt x="123" y="30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0" y="31"/>
                    <a:pt x="120" y="31"/>
                    <a:pt x="120" y="31"/>
                  </a:cubicBezTo>
                  <a:cubicBezTo>
                    <a:pt x="120" y="31"/>
                    <a:pt x="120" y="31"/>
                    <a:pt x="120" y="31"/>
                  </a:cubicBezTo>
                  <a:cubicBezTo>
                    <a:pt x="119" y="31"/>
                    <a:pt x="119" y="31"/>
                    <a:pt x="119" y="31"/>
                  </a:cubicBezTo>
                  <a:cubicBezTo>
                    <a:pt x="118" y="31"/>
                    <a:pt x="118" y="31"/>
                    <a:pt x="118" y="31"/>
                  </a:cubicBezTo>
                  <a:cubicBezTo>
                    <a:pt x="117" y="31"/>
                    <a:pt x="117" y="31"/>
                    <a:pt x="117" y="31"/>
                  </a:cubicBezTo>
                  <a:cubicBezTo>
                    <a:pt x="116" y="31"/>
                    <a:pt x="116" y="31"/>
                    <a:pt x="116" y="31"/>
                  </a:cubicBezTo>
                  <a:cubicBezTo>
                    <a:pt x="116" y="32"/>
                    <a:pt x="116" y="32"/>
                    <a:pt x="116" y="32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14" y="34"/>
                    <a:pt x="114" y="34"/>
                    <a:pt x="114" y="34"/>
                  </a:cubicBezTo>
                  <a:cubicBezTo>
                    <a:pt x="113" y="33"/>
                    <a:pt x="113" y="33"/>
                    <a:pt x="113" y="33"/>
                  </a:cubicBezTo>
                  <a:cubicBezTo>
                    <a:pt x="113" y="33"/>
                    <a:pt x="113" y="33"/>
                    <a:pt x="113" y="33"/>
                  </a:cubicBezTo>
                  <a:cubicBezTo>
                    <a:pt x="112" y="32"/>
                    <a:pt x="112" y="32"/>
                    <a:pt x="112" y="32"/>
                  </a:cubicBezTo>
                  <a:cubicBezTo>
                    <a:pt x="111" y="31"/>
                    <a:pt x="111" y="31"/>
                    <a:pt x="111" y="31"/>
                  </a:cubicBezTo>
                  <a:cubicBezTo>
                    <a:pt x="110" y="30"/>
                    <a:pt x="110" y="30"/>
                    <a:pt x="110" y="30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2" y="26"/>
                    <a:pt x="112" y="26"/>
                    <a:pt x="112" y="26"/>
                  </a:cubicBezTo>
                  <a:close/>
                  <a:moveTo>
                    <a:pt x="113" y="0"/>
                  </a:moveTo>
                  <a:cubicBezTo>
                    <a:pt x="112" y="0"/>
                    <a:pt x="112" y="0"/>
                    <a:pt x="112" y="0"/>
                  </a:cubicBezTo>
                  <a:cubicBezTo>
                    <a:pt x="112" y="1"/>
                    <a:pt x="112" y="1"/>
                    <a:pt x="112" y="1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0"/>
                    <a:pt x="113" y="0"/>
                    <a:pt x="113" y="0"/>
                  </a:cubicBezTo>
                  <a:close/>
                  <a:moveTo>
                    <a:pt x="114" y="3"/>
                  </a:moveTo>
                  <a:cubicBezTo>
                    <a:pt x="114" y="3"/>
                    <a:pt x="114" y="3"/>
                    <a:pt x="114" y="3"/>
                  </a:cubicBezTo>
                  <a:cubicBezTo>
                    <a:pt x="115" y="2"/>
                    <a:pt x="115" y="2"/>
                    <a:pt x="115" y="2"/>
                  </a:cubicBezTo>
                  <a:cubicBezTo>
                    <a:pt x="115" y="3"/>
                    <a:pt x="115" y="3"/>
                    <a:pt x="115" y="3"/>
                  </a:cubicBezTo>
                  <a:cubicBezTo>
                    <a:pt x="116" y="2"/>
                    <a:pt x="116" y="2"/>
                    <a:pt x="116" y="2"/>
                  </a:cubicBezTo>
                  <a:cubicBezTo>
                    <a:pt x="116" y="2"/>
                    <a:pt x="116" y="2"/>
                    <a:pt x="116" y="2"/>
                  </a:cubicBezTo>
                  <a:cubicBezTo>
                    <a:pt x="115" y="2"/>
                    <a:pt x="115" y="2"/>
                    <a:pt x="115" y="2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13" y="2"/>
                    <a:pt x="113" y="2"/>
                    <a:pt x="113" y="2"/>
                  </a:cubicBezTo>
                  <a:cubicBezTo>
                    <a:pt x="114" y="3"/>
                    <a:pt x="114" y="3"/>
                    <a:pt x="114" y="3"/>
                  </a:cubicBezTo>
                  <a:close/>
                  <a:moveTo>
                    <a:pt x="107" y="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lose/>
                  <a:moveTo>
                    <a:pt x="108" y="6"/>
                  </a:moveTo>
                  <a:cubicBezTo>
                    <a:pt x="110" y="5"/>
                    <a:pt x="110" y="5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08" y="6"/>
                    <a:pt x="108" y="6"/>
                    <a:pt x="108" y="6"/>
                  </a:cubicBezTo>
                  <a:close/>
                  <a:moveTo>
                    <a:pt x="99" y="10"/>
                  </a:moveTo>
                  <a:cubicBezTo>
                    <a:pt x="100" y="11"/>
                    <a:pt x="100" y="11"/>
                    <a:pt x="100" y="11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9" y="10"/>
                    <a:pt x="99" y="10"/>
                    <a:pt x="99" y="10"/>
                  </a:cubicBezTo>
                  <a:close/>
                  <a:moveTo>
                    <a:pt x="99" y="10"/>
                  </a:moveTo>
                  <a:cubicBezTo>
                    <a:pt x="99" y="10"/>
                    <a:pt x="99" y="10"/>
                    <a:pt x="99" y="10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99" y="10"/>
                    <a:pt x="99" y="10"/>
                    <a:pt x="99" y="10"/>
                  </a:cubicBezTo>
                  <a:close/>
                  <a:moveTo>
                    <a:pt x="100" y="12"/>
                  </a:moveTo>
                  <a:cubicBezTo>
                    <a:pt x="99" y="12"/>
                    <a:pt x="99" y="12"/>
                    <a:pt x="99" y="12"/>
                  </a:cubicBezTo>
                  <a:cubicBezTo>
                    <a:pt x="100" y="12"/>
                    <a:pt x="100" y="12"/>
                    <a:pt x="100" y="12"/>
                  </a:cubicBezTo>
                  <a:cubicBezTo>
                    <a:pt x="100" y="12"/>
                    <a:pt x="100" y="12"/>
                    <a:pt x="100" y="12"/>
                  </a:cubicBezTo>
                  <a:close/>
                  <a:moveTo>
                    <a:pt x="99" y="13"/>
                  </a:moveTo>
                  <a:cubicBezTo>
                    <a:pt x="99" y="13"/>
                    <a:pt x="99" y="13"/>
                    <a:pt x="99" y="13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9" y="13"/>
                    <a:pt x="99" y="13"/>
                    <a:pt x="99" y="13"/>
                  </a:cubicBezTo>
                  <a:close/>
                  <a:moveTo>
                    <a:pt x="93" y="42"/>
                  </a:moveTo>
                  <a:cubicBezTo>
                    <a:pt x="94" y="42"/>
                    <a:pt x="94" y="42"/>
                    <a:pt x="94" y="42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93" y="42"/>
                    <a:pt x="93" y="42"/>
                    <a:pt x="93" y="42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93" y="42"/>
                  </a:moveTo>
                  <a:cubicBezTo>
                    <a:pt x="93" y="43"/>
                    <a:pt x="93" y="43"/>
                    <a:pt x="93" y="43"/>
                  </a:cubicBezTo>
                  <a:cubicBezTo>
                    <a:pt x="93" y="44"/>
                    <a:pt x="93" y="44"/>
                    <a:pt x="93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2" y="43"/>
                    <a:pt x="92" y="43"/>
                    <a:pt x="92" y="43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62" y="29"/>
                  </a:moveTo>
                  <a:cubicBezTo>
                    <a:pt x="63" y="29"/>
                    <a:pt x="63" y="29"/>
                    <a:pt x="63" y="29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lose/>
                  <a:moveTo>
                    <a:pt x="63" y="31"/>
                  </a:moveTo>
                  <a:cubicBezTo>
                    <a:pt x="64" y="31"/>
                    <a:pt x="64" y="31"/>
                    <a:pt x="64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5" y="32"/>
                    <a:pt x="65" y="32"/>
                    <a:pt x="65" y="32"/>
                  </a:cubicBez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31"/>
                    <a:pt x="63" y="31"/>
                    <a:pt x="63" y="31"/>
                  </a:cubicBezTo>
                  <a:cubicBezTo>
                    <a:pt x="63" y="31"/>
                    <a:pt x="63" y="31"/>
                    <a:pt x="63" y="31"/>
                  </a:cubicBezTo>
                  <a:close/>
                  <a:moveTo>
                    <a:pt x="64" y="32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4" y="32"/>
                    <a:pt x="64" y="32"/>
                    <a:pt x="64" y="32"/>
                  </a:cubicBezTo>
                  <a:close/>
                  <a:moveTo>
                    <a:pt x="62" y="23"/>
                  </a:moveTo>
                  <a:cubicBezTo>
                    <a:pt x="62" y="21"/>
                    <a:pt x="62" y="21"/>
                    <a:pt x="62" y="21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5" y="21"/>
                    <a:pt x="65" y="21"/>
                    <a:pt x="65" y="21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69" y="24"/>
                    <a:pt x="69" y="24"/>
                    <a:pt x="69" y="24"/>
                  </a:cubicBezTo>
                  <a:cubicBezTo>
                    <a:pt x="70" y="23"/>
                    <a:pt x="70" y="23"/>
                    <a:pt x="70" y="23"/>
                  </a:cubicBezTo>
                  <a:cubicBezTo>
                    <a:pt x="70" y="23"/>
                    <a:pt x="70" y="23"/>
                    <a:pt x="70" y="23"/>
                  </a:cubicBezTo>
                  <a:cubicBezTo>
                    <a:pt x="71" y="23"/>
                    <a:pt x="71" y="23"/>
                    <a:pt x="71" y="23"/>
                  </a:cubicBezTo>
                  <a:cubicBezTo>
                    <a:pt x="72" y="23"/>
                    <a:pt x="72" y="23"/>
                    <a:pt x="72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8" y="21"/>
                    <a:pt x="78" y="21"/>
                    <a:pt x="78" y="21"/>
                  </a:cubicBezTo>
                  <a:cubicBezTo>
                    <a:pt x="80" y="21"/>
                    <a:pt x="80" y="21"/>
                    <a:pt x="80" y="21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4" y="21"/>
                    <a:pt x="84" y="21"/>
                    <a:pt x="84" y="21"/>
                  </a:cubicBezTo>
                  <a:cubicBezTo>
                    <a:pt x="86" y="21"/>
                    <a:pt x="86" y="21"/>
                    <a:pt x="86" y="21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90" y="15"/>
                    <a:pt x="90" y="15"/>
                    <a:pt x="90" y="15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7" y="9"/>
                    <a:pt x="97" y="9"/>
                    <a:pt x="97" y="9"/>
                  </a:cubicBezTo>
                  <a:cubicBezTo>
                    <a:pt x="98" y="9"/>
                    <a:pt x="98" y="9"/>
                    <a:pt x="98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100" y="12"/>
                    <a:pt x="100" y="12"/>
                    <a:pt x="100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8"/>
                    <a:pt x="101" y="18"/>
                    <a:pt x="101" y="18"/>
                  </a:cubicBezTo>
                  <a:cubicBezTo>
                    <a:pt x="100" y="18"/>
                    <a:pt x="100" y="18"/>
                    <a:pt x="100" y="18"/>
                  </a:cubicBezTo>
                  <a:cubicBezTo>
                    <a:pt x="99" y="19"/>
                    <a:pt x="99" y="19"/>
                    <a:pt x="99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4"/>
                    <a:pt x="105" y="24"/>
                    <a:pt x="105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99" y="25"/>
                    <a:pt x="99" y="25"/>
                    <a:pt x="99" y="25"/>
                  </a:cubicBezTo>
                  <a:cubicBezTo>
                    <a:pt x="99" y="25"/>
                    <a:pt x="99" y="25"/>
                    <a:pt x="99" y="25"/>
                  </a:cubicBezTo>
                  <a:cubicBezTo>
                    <a:pt x="99" y="26"/>
                    <a:pt x="99" y="26"/>
                    <a:pt x="99" y="26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8" y="28"/>
                    <a:pt x="98" y="28"/>
                    <a:pt x="98" y="28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7" y="31"/>
                    <a:pt x="97" y="31"/>
                    <a:pt x="97" y="31"/>
                  </a:cubicBezTo>
                  <a:cubicBezTo>
                    <a:pt x="97" y="32"/>
                    <a:pt x="97" y="32"/>
                    <a:pt x="97" y="32"/>
                  </a:cubicBezTo>
                  <a:cubicBezTo>
                    <a:pt x="96" y="33"/>
                    <a:pt x="96" y="33"/>
                    <a:pt x="96" y="33"/>
                  </a:cubicBezTo>
                  <a:cubicBezTo>
                    <a:pt x="95" y="32"/>
                    <a:pt x="95" y="32"/>
                    <a:pt x="95" y="32"/>
                  </a:cubicBezTo>
                  <a:cubicBezTo>
                    <a:pt x="95" y="32"/>
                    <a:pt x="95" y="32"/>
                    <a:pt x="95" y="32"/>
                  </a:cubicBezTo>
                  <a:cubicBezTo>
                    <a:pt x="95" y="32"/>
                    <a:pt x="95" y="32"/>
                    <a:pt x="95" y="32"/>
                  </a:cubicBezTo>
                  <a:cubicBezTo>
                    <a:pt x="95" y="33"/>
                    <a:pt x="95" y="33"/>
                    <a:pt x="95" y="33"/>
                  </a:cubicBezTo>
                  <a:cubicBezTo>
                    <a:pt x="94" y="34"/>
                    <a:pt x="94" y="34"/>
                    <a:pt x="94" y="34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5"/>
                    <a:pt x="93" y="35"/>
                    <a:pt x="93" y="35"/>
                  </a:cubicBezTo>
                  <a:cubicBezTo>
                    <a:pt x="93" y="36"/>
                    <a:pt x="93" y="36"/>
                    <a:pt x="93" y="36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36"/>
                    <a:pt x="94" y="36"/>
                    <a:pt x="94" y="36"/>
                  </a:cubicBezTo>
                  <a:cubicBezTo>
                    <a:pt x="94" y="36"/>
                    <a:pt x="94" y="36"/>
                    <a:pt x="94" y="36"/>
                  </a:cubicBezTo>
                  <a:cubicBezTo>
                    <a:pt x="93" y="37"/>
                    <a:pt x="93" y="37"/>
                    <a:pt x="93" y="37"/>
                  </a:cubicBezTo>
                  <a:cubicBezTo>
                    <a:pt x="94" y="37"/>
                    <a:pt x="94" y="37"/>
                    <a:pt x="94" y="37"/>
                  </a:cubicBezTo>
                  <a:cubicBezTo>
                    <a:pt x="94" y="37"/>
                    <a:pt x="94" y="37"/>
                    <a:pt x="94" y="37"/>
                  </a:cubicBezTo>
                  <a:cubicBezTo>
                    <a:pt x="94" y="37"/>
                    <a:pt x="94" y="37"/>
                    <a:pt x="94" y="37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93" y="38"/>
                    <a:pt x="93" y="38"/>
                    <a:pt x="93" y="38"/>
                  </a:cubicBezTo>
                  <a:cubicBezTo>
                    <a:pt x="93" y="38"/>
                    <a:pt x="93" y="38"/>
                    <a:pt x="93" y="38"/>
                  </a:cubicBezTo>
                  <a:cubicBezTo>
                    <a:pt x="93" y="38"/>
                    <a:pt x="93" y="38"/>
                    <a:pt x="93" y="38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94" y="39"/>
                    <a:pt x="94" y="39"/>
                    <a:pt x="94" y="39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7" y="45"/>
                    <a:pt x="87" y="45"/>
                    <a:pt x="87" y="45"/>
                  </a:cubicBezTo>
                  <a:cubicBezTo>
                    <a:pt x="86" y="45"/>
                    <a:pt x="86" y="45"/>
                    <a:pt x="86" y="45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6" y="43"/>
                    <a:pt x="86" y="43"/>
                    <a:pt x="86" y="43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3" y="42"/>
                    <a:pt x="83" y="42"/>
                    <a:pt x="83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42"/>
                    <a:pt x="82" y="42"/>
                    <a:pt x="82" y="42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81" y="41"/>
                    <a:pt x="81" y="41"/>
                    <a:pt x="81" y="41"/>
                  </a:cubicBezTo>
                  <a:cubicBezTo>
                    <a:pt x="81" y="41"/>
                    <a:pt x="81" y="41"/>
                    <a:pt x="81" y="41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9" y="41"/>
                    <a:pt x="79" y="41"/>
                    <a:pt x="79" y="41"/>
                  </a:cubicBezTo>
                  <a:cubicBezTo>
                    <a:pt x="77" y="41"/>
                    <a:pt x="77" y="41"/>
                    <a:pt x="77" y="41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75" y="43"/>
                    <a:pt x="75" y="43"/>
                    <a:pt x="75" y="43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74" y="42"/>
                    <a:pt x="74" y="42"/>
                    <a:pt x="74" y="42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3" y="40"/>
                    <a:pt x="73" y="40"/>
                    <a:pt x="73" y="40"/>
                  </a:cubicBezTo>
                  <a:cubicBezTo>
                    <a:pt x="73" y="40"/>
                    <a:pt x="73" y="40"/>
                    <a:pt x="73" y="40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1" y="40"/>
                    <a:pt x="71" y="40"/>
                    <a:pt x="71" y="40"/>
                  </a:cubicBezTo>
                  <a:cubicBezTo>
                    <a:pt x="70" y="40"/>
                    <a:pt x="70" y="40"/>
                    <a:pt x="70" y="40"/>
                  </a:cubicBezTo>
                  <a:cubicBezTo>
                    <a:pt x="70" y="40"/>
                    <a:pt x="70" y="40"/>
                    <a:pt x="70" y="40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68" y="39"/>
                    <a:pt x="68" y="39"/>
                    <a:pt x="68" y="39"/>
                  </a:cubicBezTo>
                  <a:cubicBezTo>
                    <a:pt x="68" y="40"/>
                    <a:pt x="68" y="40"/>
                    <a:pt x="68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65" y="35"/>
                    <a:pt x="65" y="35"/>
                    <a:pt x="65" y="35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66" y="34"/>
                    <a:pt x="66" y="34"/>
                    <a:pt x="66" y="34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66" y="29"/>
                    <a:pt x="66" y="29"/>
                    <a:pt x="66" y="29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4" y="29"/>
                    <a:pt x="64" y="29"/>
                    <a:pt x="64" y="29"/>
                  </a:cubicBezTo>
                  <a:cubicBezTo>
                    <a:pt x="64" y="29"/>
                    <a:pt x="64" y="29"/>
                    <a:pt x="64" y="29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62" y="28"/>
                    <a:pt x="62" y="28"/>
                    <a:pt x="62" y="28"/>
                  </a:cubicBezTo>
                  <a:cubicBezTo>
                    <a:pt x="62" y="28"/>
                    <a:pt x="62" y="28"/>
                    <a:pt x="62" y="28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62" y="23"/>
                    <a:pt x="62" y="23"/>
                    <a:pt x="62" y="23"/>
                  </a:cubicBezTo>
                  <a:close/>
                  <a:moveTo>
                    <a:pt x="176" y="31"/>
                  </a:moveTo>
                  <a:cubicBezTo>
                    <a:pt x="176" y="31"/>
                    <a:pt x="176" y="31"/>
                    <a:pt x="176" y="31"/>
                  </a:cubicBezTo>
                  <a:cubicBezTo>
                    <a:pt x="176" y="32"/>
                    <a:pt x="176" y="32"/>
                    <a:pt x="176" y="32"/>
                  </a:cubicBezTo>
                  <a:cubicBezTo>
                    <a:pt x="177" y="32"/>
                    <a:pt x="177" y="32"/>
                    <a:pt x="177" y="32"/>
                  </a:cubicBezTo>
                  <a:cubicBezTo>
                    <a:pt x="176" y="31"/>
                    <a:pt x="176" y="31"/>
                    <a:pt x="176" y="31"/>
                  </a:cubicBezTo>
                  <a:close/>
                  <a:moveTo>
                    <a:pt x="178" y="34"/>
                  </a:moveTo>
                  <a:cubicBezTo>
                    <a:pt x="177" y="34"/>
                    <a:pt x="177" y="34"/>
                    <a:pt x="177" y="34"/>
                  </a:cubicBezTo>
                  <a:cubicBezTo>
                    <a:pt x="178" y="34"/>
                    <a:pt x="178" y="34"/>
                    <a:pt x="178" y="34"/>
                  </a:cubicBezTo>
                  <a:cubicBezTo>
                    <a:pt x="178" y="34"/>
                    <a:pt x="178" y="34"/>
                    <a:pt x="178" y="34"/>
                  </a:cubicBezTo>
                  <a:close/>
                  <a:moveTo>
                    <a:pt x="179" y="34"/>
                  </a:moveTo>
                  <a:cubicBezTo>
                    <a:pt x="179" y="34"/>
                    <a:pt x="179" y="34"/>
                    <a:pt x="179" y="34"/>
                  </a:cubicBezTo>
                  <a:cubicBezTo>
                    <a:pt x="181" y="35"/>
                    <a:pt x="181" y="35"/>
                    <a:pt x="181" y="35"/>
                  </a:cubicBezTo>
                  <a:cubicBezTo>
                    <a:pt x="183" y="35"/>
                    <a:pt x="183" y="35"/>
                    <a:pt x="183" y="35"/>
                  </a:cubicBezTo>
                  <a:cubicBezTo>
                    <a:pt x="185" y="35"/>
                    <a:pt x="185" y="35"/>
                    <a:pt x="185" y="35"/>
                  </a:cubicBezTo>
                  <a:cubicBezTo>
                    <a:pt x="185" y="35"/>
                    <a:pt x="185" y="35"/>
                    <a:pt x="185" y="35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4"/>
                    <a:pt x="183" y="34"/>
                    <a:pt x="183" y="34"/>
                  </a:cubicBezTo>
                  <a:cubicBezTo>
                    <a:pt x="181" y="34"/>
                    <a:pt x="181" y="34"/>
                    <a:pt x="181" y="34"/>
                  </a:cubicBezTo>
                  <a:cubicBezTo>
                    <a:pt x="181" y="34"/>
                    <a:pt x="181" y="34"/>
                    <a:pt x="181" y="34"/>
                  </a:cubicBezTo>
                  <a:cubicBezTo>
                    <a:pt x="179" y="34"/>
                    <a:pt x="179" y="34"/>
                    <a:pt x="179" y="34"/>
                  </a:cubicBezTo>
                  <a:close/>
                  <a:moveTo>
                    <a:pt x="179" y="30"/>
                  </a:moveTo>
                  <a:cubicBezTo>
                    <a:pt x="180" y="31"/>
                    <a:pt x="180" y="31"/>
                    <a:pt x="180" y="31"/>
                  </a:cubicBezTo>
                  <a:cubicBezTo>
                    <a:pt x="180" y="30"/>
                    <a:pt x="180" y="30"/>
                    <a:pt x="180" y="30"/>
                  </a:cubicBezTo>
                  <a:cubicBezTo>
                    <a:pt x="180" y="30"/>
                    <a:pt x="180" y="30"/>
                    <a:pt x="180" y="30"/>
                  </a:cubicBezTo>
                  <a:cubicBezTo>
                    <a:pt x="181" y="31"/>
                    <a:pt x="181" y="31"/>
                    <a:pt x="181" y="31"/>
                  </a:cubicBezTo>
                  <a:cubicBezTo>
                    <a:pt x="181" y="32"/>
                    <a:pt x="181" y="32"/>
                    <a:pt x="181" y="32"/>
                  </a:cubicBezTo>
                  <a:cubicBezTo>
                    <a:pt x="181" y="32"/>
                    <a:pt x="181" y="32"/>
                    <a:pt x="181" y="32"/>
                  </a:cubicBezTo>
                  <a:cubicBezTo>
                    <a:pt x="182" y="32"/>
                    <a:pt x="182" y="32"/>
                    <a:pt x="182" y="32"/>
                  </a:cubicBezTo>
                  <a:cubicBezTo>
                    <a:pt x="182" y="32"/>
                    <a:pt x="182" y="32"/>
                    <a:pt x="182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182" y="31"/>
                    <a:pt x="182" y="31"/>
                    <a:pt x="182" y="31"/>
                  </a:cubicBezTo>
                  <a:cubicBezTo>
                    <a:pt x="181" y="30"/>
                    <a:pt x="181" y="30"/>
                    <a:pt x="181" y="30"/>
                  </a:cubicBezTo>
                  <a:cubicBezTo>
                    <a:pt x="181" y="30"/>
                    <a:pt x="181" y="30"/>
                    <a:pt x="181" y="30"/>
                  </a:cubicBezTo>
                  <a:cubicBezTo>
                    <a:pt x="180" y="30"/>
                    <a:pt x="180" y="30"/>
                    <a:pt x="180" y="30"/>
                  </a:cubicBezTo>
                  <a:cubicBezTo>
                    <a:pt x="179" y="30"/>
                    <a:pt x="179" y="30"/>
                    <a:pt x="179" y="30"/>
                  </a:cubicBezTo>
                  <a:cubicBezTo>
                    <a:pt x="179" y="30"/>
                    <a:pt x="179" y="30"/>
                    <a:pt x="179" y="30"/>
                  </a:cubicBezTo>
                  <a:close/>
                  <a:moveTo>
                    <a:pt x="166" y="50"/>
                  </a:moveTo>
                  <a:cubicBezTo>
                    <a:pt x="166" y="51"/>
                    <a:pt x="166" y="51"/>
                    <a:pt x="166" y="51"/>
                  </a:cubicBezTo>
                  <a:cubicBezTo>
                    <a:pt x="166" y="52"/>
                    <a:pt x="166" y="52"/>
                    <a:pt x="166" y="52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7" y="51"/>
                    <a:pt x="167" y="51"/>
                    <a:pt x="167" y="51"/>
                  </a:cubicBezTo>
                  <a:cubicBezTo>
                    <a:pt x="166" y="50"/>
                    <a:pt x="166" y="50"/>
                    <a:pt x="166" y="50"/>
                  </a:cubicBezTo>
                  <a:close/>
                  <a:moveTo>
                    <a:pt x="168" y="49"/>
                  </a:moveTo>
                  <a:cubicBezTo>
                    <a:pt x="168" y="50"/>
                    <a:pt x="168" y="50"/>
                    <a:pt x="168" y="50"/>
                  </a:cubicBezTo>
                  <a:cubicBezTo>
                    <a:pt x="167" y="51"/>
                    <a:pt x="167" y="51"/>
                    <a:pt x="167" y="51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8" y="50"/>
                    <a:pt x="168" y="50"/>
                    <a:pt x="168" y="50"/>
                  </a:cubicBezTo>
                  <a:cubicBezTo>
                    <a:pt x="168" y="49"/>
                    <a:pt x="168" y="49"/>
                    <a:pt x="168" y="49"/>
                  </a:cubicBezTo>
                  <a:close/>
                  <a:moveTo>
                    <a:pt x="175" y="55"/>
                  </a:moveTo>
                  <a:cubicBezTo>
                    <a:pt x="175" y="55"/>
                    <a:pt x="175" y="55"/>
                    <a:pt x="175" y="55"/>
                  </a:cubicBezTo>
                  <a:cubicBezTo>
                    <a:pt x="175" y="55"/>
                    <a:pt x="175" y="55"/>
                    <a:pt x="175" y="55"/>
                  </a:cubicBezTo>
                  <a:cubicBezTo>
                    <a:pt x="176" y="55"/>
                    <a:pt x="176" y="55"/>
                    <a:pt x="176" y="55"/>
                  </a:cubicBezTo>
                  <a:cubicBezTo>
                    <a:pt x="175" y="55"/>
                    <a:pt x="175" y="55"/>
                    <a:pt x="175" y="55"/>
                  </a:cubicBezTo>
                  <a:close/>
                  <a:moveTo>
                    <a:pt x="173" y="53"/>
                  </a:moveTo>
                  <a:cubicBezTo>
                    <a:pt x="173" y="53"/>
                    <a:pt x="173" y="53"/>
                    <a:pt x="173" y="53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3" y="54"/>
                    <a:pt x="173" y="54"/>
                    <a:pt x="173" y="54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3" y="56"/>
                    <a:pt x="173" y="56"/>
                    <a:pt x="173" y="56"/>
                  </a:cubicBezTo>
                  <a:cubicBezTo>
                    <a:pt x="173" y="56"/>
                    <a:pt x="173" y="56"/>
                    <a:pt x="173" y="56"/>
                  </a:cubicBezTo>
                  <a:cubicBezTo>
                    <a:pt x="174" y="55"/>
                    <a:pt x="174" y="55"/>
                    <a:pt x="174" y="55"/>
                  </a:cubicBezTo>
                  <a:cubicBezTo>
                    <a:pt x="174" y="55"/>
                    <a:pt x="174" y="55"/>
                    <a:pt x="174" y="55"/>
                  </a:cubicBezTo>
                  <a:cubicBezTo>
                    <a:pt x="174" y="55"/>
                    <a:pt x="174" y="55"/>
                    <a:pt x="174" y="55"/>
                  </a:cubicBezTo>
                  <a:cubicBezTo>
                    <a:pt x="174" y="54"/>
                    <a:pt x="174" y="54"/>
                    <a:pt x="174" y="54"/>
                  </a:cubicBezTo>
                  <a:cubicBezTo>
                    <a:pt x="173" y="53"/>
                    <a:pt x="173" y="53"/>
                    <a:pt x="173" y="53"/>
                  </a:cubicBezTo>
                  <a:close/>
                  <a:moveTo>
                    <a:pt x="174" y="54"/>
                  </a:moveTo>
                  <a:cubicBezTo>
                    <a:pt x="174" y="54"/>
                    <a:pt x="174" y="54"/>
                    <a:pt x="174" y="54"/>
                  </a:cubicBezTo>
                  <a:cubicBezTo>
                    <a:pt x="174" y="54"/>
                    <a:pt x="174" y="54"/>
                    <a:pt x="174" y="54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4" y="54"/>
                    <a:pt x="174" y="54"/>
                    <a:pt x="174" y="54"/>
                  </a:cubicBezTo>
                  <a:close/>
                  <a:moveTo>
                    <a:pt x="173" y="52"/>
                  </a:moveTo>
                  <a:cubicBezTo>
                    <a:pt x="173" y="52"/>
                    <a:pt x="173" y="52"/>
                    <a:pt x="173" y="52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4" y="54"/>
                    <a:pt x="174" y="54"/>
                    <a:pt x="174" y="54"/>
                  </a:cubicBezTo>
                  <a:cubicBezTo>
                    <a:pt x="174" y="53"/>
                    <a:pt x="174" y="53"/>
                    <a:pt x="174" y="53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3" y="52"/>
                    <a:pt x="173" y="52"/>
                    <a:pt x="173" y="52"/>
                  </a:cubicBezTo>
                  <a:close/>
                  <a:moveTo>
                    <a:pt x="175" y="52"/>
                  </a:moveTo>
                  <a:cubicBezTo>
                    <a:pt x="174" y="52"/>
                    <a:pt x="174" y="52"/>
                    <a:pt x="174" y="52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4" y="53"/>
                    <a:pt x="174" y="53"/>
                    <a:pt x="174" y="53"/>
                  </a:cubicBezTo>
                  <a:cubicBezTo>
                    <a:pt x="175" y="53"/>
                    <a:pt x="175" y="53"/>
                    <a:pt x="175" y="53"/>
                  </a:cubicBezTo>
                  <a:cubicBezTo>
                    <a:pt x="175" y="53"/>
                    <a:pt x="175" y="53"/>
                    <a:pt x="175" y="53"/>
                  </a:cubicBezTo>
                  <a:cubicBezTo>
                    <a:pt x="175" y="53"/>
                    <a:pt x="175" y="53"/>
                    <a:pt x="175" y="53"/>
                  </a:cubicBezTo>
                  <a:cubicBezTo>
                    <a:pt x="175" y="53"/>
                    <a:pt x="175" y="53"/>
                    <a:pt x="175" y="53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75" y="52"/>
                    <a:pt x="175" y="52"/>
                    <a:pt x="175" y="52"/>
                  </a:cubicBezTo>
                  <a:close/>
                  <a:moveTo>
                    <a:pt x="173" y="51"/>
                  </a:moveTo>
                  <a:cubicBezTo>
                    <a:pt x="173" y="51"/>
                    <a:pt x="173" y="51"/>
                    <a:pt x="173" y="51"/>
                  </a:cubicBezTo>
                  <a:cubicBezTo>
                    <a:pt x="173" y="51"/>
                    <a:pt x="173" y="51"/>
                    <a:pt x="173" y="51"/>
                  </a:cubicBezTo>
                  <a:cubicBezTo>
                    <a:pt x="173" y="51"/>
                    <a:pt x="173" y="51"/>
                    <a:pt x="173" y="51"/>
                  </a:cubicBezTo>
                  <a:cubicBezTo>
                    <a:pt x="173" y="51"/>
                    <a:pt x="173" y="51"/>
                    <a:pt x="173" y="51"/>
                  </a:cubicBezTo>
                  <a:close/>
                  <a:moveTo>
                    <a:pt x="175" y="50"/>
                  </a:move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lose/>
                  <a:moveTo>
                    <a:pt x="174" y="50"/>
                  </a:moveTo>
                  <a:cubicBezTo>
                    <a:pt x="174" y="50"/>
                    <a:pt x="174" y="50"/>
                    <a:pt x="174" y="50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3" y="51"/>
                    <a:pt x="173" y="51"/>
                    <a:pt x="173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75" y="52"/>
                    <a:pt x="175" y="52"/>
                    <a:pt x="175" y="52"/>
                  </a:cubicBezTo>
                  <a:cubicBezTo>
                    <a:pt x="175" y="51"/>
                    <a:pt x="175" y="51"/>
                    <a:pt x="175" y="51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4" y="50"/>
                    <a:pt x="174" y="50"/>
                    <a:pt x="174" y="50"/>
                  </a:cubicBezTo>
                  <a:close/>
                  <a:moveTo>
                    <a:pt x="163" y="56"/>
                  </a:moveTo>
                  <a:cubicBezTo>
                    <a:pt x="163" y="56"/>
                    <a:pt x="163" y="56"/>
                    <a:pt x="163" y="56"/>
                  </a:cubicBezTo>
                  <a:cubicBezTo>
                    <a:pt x="163" y="56"/>
                    <a:pt x="163" y="56"/>
                    <a:pt x="163" y="56"/>
                  </a:cubicBezTo>
                  <a:cubicBezTo>
                    <a:pt x="163" y="56"/>
                    <a:pt x="163" y="56"/>
                    <a:pt x="163" y="56"/>
                  </a:cubicBezTo>
                  <a:close/>
                  <a:moveTo>
                    <a:pt x="162" y="57"/>
                  </a:moveTo>
                  <a:cubicBezTo>
                    <a:pt x="163" y="57"/>
                    <a:pt x="163" y="57"/>
                    <a:pt x="163" y="57"/>
                  </a:cubicBezTo>
                  <a:cubicBezTo>
                    <a:pt x="163" y="57"/>
                    <a:pt x="163" y="57"/>
                    <a:pt x="163" y="57"/>
                  </a:cubicBezTo>
                  <a:cubicBezTo>
                    <a:pt x="162" y="57"/>
                    <a:pt x="162" y="57"/>
                    <a:pt x="162" y="57"/>
                  </a:cubicBezTo>
                  <a:close/>
                  <a:moveTo>
                    <a:pt x="158" y="58"/>
                  </a:moveTo>
                  <a:cubicBezTo>
                    <a:pt x="158" y="59"/>
                    <a:pt x="158" y="59"/>
                    <a:pt x="158" y="59"/>
                  </a:cubicBezTo>
                  <a:cubicBezTo>
                    <a:pt x="158" y="59"/>
                    <a:pt x="158" y="59"/>
                    <a:pt x="158" y="59"/>
                  </a:cubicBezTo>
                  <a:cubicBezTo>
                    <a:pt x="158" y="59"/>
                    <a:pt x="158" y="58"/>
                    <a:pt x="158" y="58"/>
                  </a:cubicBezTo>
                  <a:close/>
                  <a:moveTo>
                    <a:pt x="159" y="58"/>
                  </a:moveTo>
                  <a:cubicBezTo>
                    <a:pt x="158" y="58"/>
                    <a:pt x="158" y="58"/>
                    <a:pt x="158" y="58"/>
                  </a:cubicBezTo>
                  <a:cubicBezTo>
                    <a:pt x="159" y="58"/>
                    <a:pt x="159" y="58"/>
                    <a:pt x="159" y="58"/>
                  </a:cubicBezTo>
                  <a:cubicBezTo>
                    <a:pt x="159" y="58"/>
                    <a:pt x="159" y="58"/>
                    <a:pt x="159" y="58"/>
                  </a:cubicBezTo>
                  <a:cubicBezTo>
                    <a:pt x="159" y="58"/>
                    <a:pt x="159" y="58"/>
                    <a:pt x="159" y="58"/>
                  </a:cubicBezTo>
                  <a:close/>
                  <a:moveTo>
                    <a:pt x="159" y="61"/>
                  </a:moveTo>
                  <a:cubicBezTo>
                    <a:pt x="159" y="61"/>
                    <a:pt x="159" y="61"/>
                    <a:pt x="159" y="61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8" y="62"/>
                    <a:pt x="158" y="62"/>
                    <a:pt x="158" y="62"/>
                  </a:cubicBezTo>
                  <a:cubicBezTo>
                    <a:pt x="159" y="62"/>
                    <a:pt x="159" y="62"/>
                    <a:pt x="159" y="62"/>
                  </a:cubicBezTo>
                  <a:cubicBezTo>
                    <a:pt x="159" y="61"/>
                    <a:pt x="159" y="61"/>
                    <a:pt x="159" y="61"/>
                  </a:cubicBezTo>
                  <a:cubicBezTo>
                    <a:pt x="159" y="61"/>
                    <a:pt x="159" y="61"/>
                    <a:pt x="159" y="61"/>
                  </a:cubicBezTo>
                  <a:close/>
                  <a:moveTo>
                    <a:pt x="161" y="58"/>
                  </a:moveTo>
                  <a:cubicBezTo>
                    <a:pt x="160" y="59"/>
                    <a:pt x="160" y="59"/>
                    <a:pt x="160" y="59"/>
                  </a:cubicBezTo>
                  <a:cubicBezTo>
                    <a:pt x="160" y="59"/>
                    <a:pt x="160" y="59"/>
                    <a:pt x="160" y="59"/>
                  </a:cubicBezTo>
                  <a:cubicBezTo>
                    <a:pt x="160" y="59"/>
                    <a:pt x="160" y="59"/>
                    <a:pt x="160" y="59"/>
                  </a:cubicBezTo>
                  <a:cubicBezTo>
                    <a:pt x="159" y="60"/>
                    <a:pt x="159" y="60"/>
                    <a:pt x="159" y="60"/>
                  </a:cubicBezTo>
                  <a:cubicBezTo>
                    <a:pt x="159" y="60"/>
                    <a:pt x="159" y="60"/>
                    <a:pt x="159" y="60"/>
                  </a:cubicBezTo>
                  <a:cubicBezTo>
                    <a:pt x="160" y="61"/>
                    <a:pt x="160" y="61"/>
                    <a:pt x="160" y="61"/>
                  </a:cubicBezTo>
                  <a:cubicBezTo>
                    <a:pt x="160" y="60"/>
                    <a:pt x="160" y="60"/>
                    <a:pt x="160" y="60"/>
                  </a:cubicBezTo>
                  <a:cubicBezTo>
                    <a:pt x="161" y="59"/>
                    <a:pt x="161" y="59"/>
                    <a:pt x="161" y="59"/>
                  </a:cubicBezTo>
                  <a:cubicBezTo>
                    <a:pt x="162" y="58"/>
                    <a:pt x="162" y="58"/>
                    <a:pt x="162" y="58"/>
                  </a:cubicBezTo>
                  <a:cubicBezTo>
                    <a:pt x="162" y="58"/>
                    <a:pt x="162" y="58"/>
                    <a:pt x="162" y="58"/>
                  </a:cubicBezTo>
                  <a:cubicBezTo>
                    <a:pt x="162" y="57"/>
                    <a:pt x="162" y="57"/>
                    <a:pt x="162" y="57"/>
                  </a:cubicBezTo>
                  <a:cubicBezTo>
                    <a:pt x="162" y="57"/>
                    <a:pt x="162" y="57"/>
                    <a:pt x="162" y="57"/>
                  </a:cubicBezTo>
                  <a:cubicBezTo>
                    <a:pt x="161" y="57"/>
                    <a:pt x="161" y="57"/>
                    <a:pt x="161" y="57"/>
                  </a:cubicBezTo>
                  <a:cubicBezTo>
                    <a:pt x="161" y="57"/>
                    <a:pt x="161" y="57"/>
                    <a:pt x="161" y="57"/>
                  </a:cubicBezTo>
                  <a:cubicBezTo>
                    <a:pt x="161" y="58"/>
                    <a:pt x="161" y="58"/>
                    <a:pt x="161" y="58"/>
                  </a:cubicBezTo>
                  <a:close/>
                  <a:moveTo>
                    <a:pt x="154" y="54"/>
                  </a:moveTo>
                  <a:cubicBezTo>
                    <a:pt x="155" y="53"/>
                    <a:pt x="155" y="53"/>
                    <a:pt x="155" y="53"/>
                  </a:cubicBezTo>
                  <a:cubicBezTo>
                    <a:pt x="154" y="53"/>
                    <a:pt x="154" y="53"/>
                    <a:pt x="154" y="53"/>
                  </a:cubicBezTo>
                  <a:cubicBezTo>
                    <a:pt x="154" y="54"/>
                    <a:pt x="154" y="54"/>
                    <a:pt x="154" y="54"/>
                  </a:cubicBezTo>
                  <a:close/>
                  <a:moveTo>
                    <a:pt x="152" y="55"/>
                  </a:moveTo>
                  <a:cubicBezTo>
                    <a:pt x="152" y="55"/>
                    <a:pt x="152" y="55"/>
                    <a:pt x="152" y="55"/>
                  </a:cubicBezTo>
                  <a:cubicBezTo>
                    <a:pt x="152" y="55"/>
                    <a:pt x="152" y="55"/>
                    <a:pt x="152" y="55"/>
                  </a:cubicBezTo>
                  <a:cubicBezTo>
                    <a:pt x="152" y="55"/>
                    <a:pt x="152" y="55"/>
                    <a:pt x="152" y="55"/>
                  </a:cubicBezTo>
                  <a:close/>
                  <a:moveTo>
                    <a:pt x="154" y="61"/>
                  </a:moveTo>
                  <a:cubicBezTo>
                    <a:pt x="153" y="61"/>
                    <a:pt x="153" y="61"/>
                    <a:pt x="153" y="61"/>
                  </a:cubicBezTo>
                  <a:cubicBezTo>
                    <a:pt x="153" y="61"/>
                    <a:pt x="153" y="61"/>
                    <a:pt x="153" y="61"/>
                  </a:cubicBezTo>
                  <a:cubicBezTo>
                    <a:pt x="154" y="61"/>
                    <a:pt x="154" y="61"/>
                    <a:pt x="154" y="61"/>
                  </a:cubicBezTo>
                  <a:close/>
                  <a:moveTo>
                    <a:pt x="152" y="60"/>
                  </a:moveTo>
                  <a:cubicBezTo>
                    <a:pt x="153" y="59"/>
                    <a:pt x="153" y="59"/>
                    <a:pt x="153" y="59"/>
                  </a:cubicBezTo>
                  <a:cubicBezTo>
                    <a:pt x="153" y="60"/>
                    <a:pt x="153" y="60"/>
                    <a:pt x="153" y="60"/>
                  </a:cubicBezTo>
                  <a:cubicBezTo>
                    <a:pt x="153" y="60"/>
                    <a:pt x="153" y="60"/>
                    <a:pt x="153" y="60"/>
                  </a:cubicBezTo>
                  <a:cubicBezTo>
                    <a:pt x="153" y="61"/>
                    <a:pt x="153" y="61"/>
                    <a:pt x="153" y="61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lose/>
                  <a:moveTo>
                    <a:pt x="147" y="57"/>
                  </a:moveTo>
                  <a:cubicBezTo>
                    <a:pt x="148" y="57"/>
                    <a:pt x="148" y="57"/>
                    <a:pt x="148" y="57"/>
                  </a:cubicBezTo>
                  <a:cubicBezTo>
                    <a:pt x="148" y="57"/>
                    <a:pt x="148" y="57"/>
                    <a:pt x="148" y="57"/>
                  </a:cubicBezTo>
                  <a:cubicBezTo>
                    <a:pt x="148" y="57"/>
                    <a:pt x="148" y="57"/>
                    <a:pt x="148" y="57"/>
                  </a:cubicBezTo>
                  <a:cubicBezTo>
                    <a:pt x="148" y="57"/>
                    <a:pt x="148" y="57"/>
                    <a:pt x="148" y="57"/>
                  </a:cubicBezTo>
                  <a:cubicBezTo>
                    <a:pt x="147" y="57"/>
                    <a:pt x="147" y="57"/>
                    <a:pt x="147" y="57"/>
                  </a:cubicBezTo>
                  <a:close/>
                  <a:moveTo>
                    <a:pt x="148" y="62"/>
                  </a:moveTo>
                  <a:cubicBezTo>
                    <a:pt x="149" y="62"/>
                    <a:pt x="149" y="62"/>
                    <a:pt x="149" y="62"/>
                  </a:cubicBezTo>
                  <a:cubicBezTo>
                    <a:pt x="150" y="62"/>
                    <a:pt x="150" y="62"/>
                    <a:pt x="150" y="62"/>
                  </a:cubicBezTo>
                  <a:cubicBezTo>
                    <a:pt x="149" y="62"/>
                    <a:pt x="149" y="62"/>
                    <a:pt x="149" y="62"/>
                  </a:cubicBezTo>
                  <a:cubicBezTo>
                    <a:pt x="148" y="62"/>
                    <a:pt x="148" y="62"/>
                    <a:pt x="148" y="62"/>
                  </a:cubicBezTo>
                  <a:close/>
                  <a:moveTo>
                    <a:pt x="142" y="59"/>
                  </a:moveTo>
                  <a:cubicBezTo>
                    <a:pt x="142" y="58"/>
                    <a:pt x="142" y="58"/>
                    <a:pt x="142" y="58"/>
                  </a:cubicBezTo>
                  <a:cubicBezTo>
                    <a:pt x="142" y="58"/>
                    <a:pt x="142" y="58"/>
                    <a:pt x="142" y="58"/>
                  </a:cubicBezTo>
                  <a:cubicBezTo>
                    <a:pt x="142" y="58"/>
                    <a:pt x="142" y="58"/>
                    <a:pt x="142" y="58"/>
                  </a:cubicBezTo>
                  <a:cubicBezTo>
                    <a:pt x="142" y="59"/>
                    <a:pt x="142" y="59"/>
                    <a:pt x="142" y="59"/>
                  </a:cubicBezTo>
                  <a:close/>
                  <a:moveTo>
                    <a:pt x="144" y="61"/>
                  </a:moveTo>
                  <a:cubicBezTo>
                    <a:pt x="145" y="61"/>
                    <a:pt x="145" y="61"/>
                    <a:pt x="145" y="61"/>
                  </a:cubicBezTo>
                  <a:cubicBezTo>
                    <a:pt x="146" y="61"/>
                    <a:pt x="146" y="61"/>
                    <a:pt x="146" y="61"/>
                  </a:cubicBezTo>
                  <a:cubicBezTo>
                    <a:pt x="146" y="62"/>
                    <a:pt x="146" y="62"/>
                    <a:pt x="146" y="62"/>
                  </a:cubicBezTo>
                  <a:cubicBezTo>
                    <a:pt x="145" y="62"/>
                    <a:pt x="145" y="62"/>
                    <a:pt x="145" y="62"/>
                  </a:cubicBezTo>
                  <a:cubicBezTo>
                    <a:pt x="144" y="62"/>
                    <a:pt x="144" y="62"/>
                    <a:pt x="144" y="62"/>
                  </a:cubicBezTo>
                  <a:cubicBezTo>
                    <a:pt x="144" y="61"/>
                    <a:pt x="144" y="61"/>
                    <a:pt x="144" y="61"/>
                  </a:cubicBezTo>
                  <a:close/>
                  <a:moveTo>
                    <a:pt x="143" y="62"/>
                  </a:moveTo>
                  <a:cubicBezTo>
                    <a:pt x="143" y="61"/>
                    <a:pt x="143" y="61"/>
                    <a:pt x="143" y="61"/>
                  </a:cubicBezTo>
                  <a:cubicBezTo>
                    <a:pt x="143" y="62"/>
                    <a:pt x="143" y="62"/>
                    <a:pt x="143" y="62"/>
                  </a:cubicBezTo>
                  <a:cubicBezTo>
                    <a:pt x="143" y="62"/>
                    <a:pt x="143" y="62"/>
                    <a:pt x="143" y="62"/>
                  </a:cubicBezTo>
                  <a:close/>
                  <a:moveTo>
                    <a:pt x="141" y="61"/>
                  </a:moveTo>
                  <a:cubicBezTo>
                    <a:pt x="141" y="61"/>
                    <a:pt x="141" y="61"/>
                    <a:pt x="141" y="61"/>
                  </a:cubicBezTo>
                  <a:cubicBezTo>
                    <a:pt x="142" y="61"/>
                    <a:pt x="142" y="61"/>
                    <a:pt x="142" y="61"/>
                  </a:cubicBezTo>
                  <a:cubicBezTo>
                    <a:pt x="141" y="62"/>
                    <a:pt x="141" y="62"/>
                    <a:pt x="141" y="62"/>
                  </a:cubicBezTo>
                  <a:cubicBezTo>
                    <a:pt x="141" y="61"/>
                    <a:pt x="141" y="61"/>
                    <a:pt x="141" y="61"/>
                  </a:cubicBezTo>
                  <a:close/>
                  <a:moveTo>
                    <a:pt x="124" y="70"/>
                  </a:moveTo>
                  <a:cubicBezTo>
                    <a:pt x="124" y="71"/>
                    <a:pt x="124" y="71"/>
                    <a:pt x="124" y="71"/>
                  </a:cubicBezTo>
                  <a:cubicBezTo>
                    <a:pt x="124" y="71"/>
                    <a:pt x="124" y="71"/>
                    <a:pt x="124" y="71"/>
                  </a:cubicBezTo>
                  <a:cubicBezTo>
                    <a:pt x="126" y="71"/>
                    <a:pt x="126" y="71"/>
                    <a:pt x="126" y="71"/>
                  </a:cubicBezTo>
                  <a:cubicBezTo>
                    <a:pt x="127" y="70"/>
                    <a:pt x="127" y="70"/>
                    <a:pt x="127" y="70"/>
                  </a:cubicBezTo>
                  <a:cubicBezTo>
                    <a:pt x="128" y="70"/>
                    <a:pt x="128" y="70"/>
                    <a:pt x="128" y="70"/>
                  </a:cubicBezTo>
                  <a:cubicBezTo>
                    <a:pt x="129" y="70"/>
                    <a:pt x="129" y="70"/>
                    <a:pt x="129" y="70"/>
                  </a:cubicBezTo>
                  <a:cubicBezTo>
                    <a:pt x="129" y="69"/>
                    <a:pt x="129" y="69"/>
                    <a:pt x="129" y="69"/>
                  </a:cubicBezTo>
                  <a:cubicBezTo>
                    <a:pt x="130" y="69"/>
                    <a:pt x="130" y="69"/>
                    <a:pt x="130" y="69"/>
                  </a:cubicBezTo>
                  <a:cubicBezTo>
                    <a:pt x="132" y="67"/>
                    <a:pt x="132" y="67"/>
                    <a:pt x="132" y="67"/>
                  </a:cubicBezTo>
                  <a:cubicBezTo>
                    <a:pt x="132" y="67"/>
                    <a:pt x="132" y="67"/>
                    <a:pt x="132" y="67"/>
                  </a:cubicBezTo>
                  <a:cubicBezTo>
                    <a:pt x="132" y="67"/>
                    <a:pt x="132" y="67"/>
                    <a:pt x="132" y="67"/>
                  </a:cubicBezTo>
                  <a:cubicBezTo>
                    <a:pt x="131" y="66"/>
                    <a:pt x="131" y="66"/>
                    <a:pt x="131" y="66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29" y="66"/>
                    <a:pt x="129" y="66"/>
                    <a:pt x="129" y="66"/>
                  </a:cubicBezTo>
                  <a:cubicBezTo>
                    <a:pt x="128" y="66"/>
                    <a:pt x="128" y="66"/>
                    <a:pt x="128" y="66"/>
                  </a:cubicBezTo>
                  <a:cubicBezTo>
                    <a:pt x="128" y="67"/>
                    <a:pt x="128" y="67"/>
                    <a:pt x="128" y="67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26" y="67"/>
                    <a:pt x="126" y="67"/>
                    <a:pt x="126" y="67"/>
                  </a:cubicBezTo>
                  <a:cubicBezTo>
                    <a:pt x="125" y="68"/>
                    <a:pt x="125" y="68"/>
                    <a:pt x="125" y="68"/>
                  </a:cubicBezTo>
                  <a:cubicBezTo>
                    <a:pt x="125" y="69"/>
                    <a:pt x="125" y="69"/>
                    <a:pt x="125" y="69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5" y="70"/>
                    <a:pt x="125" y="70"/>
                    <a:pt x="125" y="70"/>
                  </a:cubicBezTo>
                  <a:cubicBezTo>
                    <a:pt x="125" y="70"/>
                    <a:pt x="125" y="70"/>
                    <a:pt x="125" y="70"/>
                  </a:cubicBezTo>
                  <a:cubicBezTo>
                    <a:pt x="125" y="70"/>
                    <a:pt x="125" y="70"/>
                    <a:pt x="125" y="70"/>
                  </a:cubicBezTo>
                  <a:cubicBezTo>
                    <a:pt x="124" y="70"/>
                    <a:pt x="124" y="70"/>
                    <a:pt x="124" y="70"/>
                  </a:cubicBezTo>
                  <a:close/>
                  <a:moveTo>
                    <a:pt x="123" y="71"/>
                  </a:moveTo>
                  <a:cubicBezTo>
                    <a:pt x="124" y="70"/>
                    <a:pt x="124" y="70"/>
                    <a:pt x="124" y="70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3" y="71"/>
                    <a:pt x="123" y="71"/>
                    <a:pt x="123" y="71"/>
                  </a:cubicBezTo>
                  <a:close/>
                  <a:moveTo>
                    <a:pt x="123" y="71"/>
                  </a:moveTo>
                  <a:cubicBezTo>
                    <a:pt x="123" y="71"/>
                    <a:pt x="123" y="71"/>
                    <a:pt x="123" y="71"/>
                  </a:cubicBezTo>
                  <a:cubicBezTo>
                    <a:pt x="123" y="72"/>
                    <a:pt x="123" y="72"/>
                    <a:pt x="123" y="72"/>
                  </a:cubicBezTo>
                  <a:cubicBezTo>
                    <a:pt x="121" y="72"/>
                    <a:pt x="121" y="72"/>
                    <a:pt x="121" y="72"/>
                  </a:cubicBezTo>
                  <a:cubicBezTo>
                    <a:pt x="121" y="73"/>
                    <a:pt x="121" y="73"/>
                    <a:pt x="121" y="73"/>
                  </a:cubicBezTo>
                  <a:cubicBezTo>
                    <a:pt x="121" y="73"/>
                    <a:pt x="121" y="73"/>
                    <a:pt x="121" y="73"/>
                  </a:cubicBezTo>
                  <a:cubicBezTo>
                    <a:pt x="123" y="72"/>
                    <a:pt x="123" y="72"/>
                    <a:pt x="123" y="72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1"/>
                    <a:pt x="123" y="71"/>
                    <a:pt x="123" y="71"/>
                  </a:cubicBezTo>
                  <a:close/>
                  <a:moveTo>
                    <a:pt x="117" y="71"/>
                  </a:moveTo>
                  <a:cubicBezTo>
                    <a:pt x="117" y="71"/>
                    <a:pt x="117" y="71"/>
                    <a:pt x="117" y="71"/>
                  </a:cubicBezTo>
                  <a:cubicBezTo>
                    <a:pt x="117" y="72"/>
                    <a:pt x="117" y="72"/>
                    <a:pt x="117" y="72"/>
                  </a:cubicBezTo>
                  <a:cubicBezTo>
                    <a:pt x="117" y="72"/>
                    <a:pt x="117" y="72"/>
                    <a:pt x="117" y="72"/>
                  </a:cubicBezTo>
                  <a:cubicBezTo>
                    <a:pt x="116" y="72"/>
                    <a:pt x="116" y="72"/>
                    <a:pt x="116" y="72"/>
                  </a:cubicBezTo>
                  <a:cubicBezTo>
                    <a:pt x="116" y="71"/>
                    <a:pt x="116" y="71"/>
                    <a:pt x="116" y="71"/>
                  </a:cubicBezTo>
                  <a:cubicBezTo>
                    <a:pt x="117" y="71"/>
                    <a:pt x="117" y="71"/>
                    <a:pt x="117" y="71"/>
                  </a:cubicBezTo>
                  <a:close/>
                  <a:moveTo>
                    <a:pt x="104" y="67"/>
                  </a:moveTo>
                  <a:cubicBezTo>
                    <a:pt x="106" y="66"/>
                    <a:pt x="106" y="66"/>
                    <a:pt x="106" y="66"/>
                  </a:cubicBezTo>
                  <a:cubicBezTo>
                    <a:pt x="107" y="67"/>
                    <a:pt x="107" y="67"/>
                    <a:pt x="107" y="67"/>
                  </a:cubicBezTo>
                  <a:cubicBezTo>
                    <a:pt x="108" y="67"/>
                    <a:pt x="108" y="67"/>
                    <a:pt x="108" y="67"/>
                  </a:cubicBezTo>
                  <a:cubicBezTo>
                    <a:pt x="109" y="66"/>
                    <a:pt x="109" y="66"/>
                    <a:pt x="109" y="66"/>
                  </a:cubicBezTo>
                  <a:cubicBezTo>
                    <a:pt x="110" y="67"/>
                    <a:pt x="110" y="67"/>
                    <a:pt x="110" y="67"/>
                  </a:cubicBezTo>
                  <a:cubicBezTo>
                    <a:pt x="110" y="67"/>
                    <a:pt x="110" y="67"/>
                    <a:pt x="110" y="67"/>
                  </a:cubicBezTo>
                  <a:cubicBezTo>
                    <a:pt x="111" y="67"/>
                    <a:pt x="111" y="67"/>
                    <a:pt x="111" y="67"/>
                  </a:cubicBezTo>
                  <a:cubicBezTo>
                    <a:pt x="112" y="68"/>
                    <a:pt x="112" y="68"/>
                    <a:pt x="112" y="68"/>
                  </a:cubicBezTo>
                  <a:cubicBezTo>
                    <a:pt x="112" y="69"/>
                    <a:pt x="112" y="69"/>
                    <a:pt x="112" y="69"/>
                  </a:cubicBezTo>
                  <a:cubicBezTo>
                    <a:pt x="112" y="70"/>
                    <a:pt x="112" y="70"/>
                    <a:pt x="112" y="70"/>
                  </a:cubicBezTo>
                  <a:cubicBezTo>
                    <a:pt x="111" y="70"/>
                    <a:pt x="111" y="70"/>
                    <a:pt x="111" y="70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09" y="70"/>
                    <a:pt x="109" y="70"/>
                    <a:pt x="109" y="70"/>
                  </a:cubicBezTo>
                  <a:cubicBezTo>
                    <a:pt x="108" y="69"/>
                    <a:pt x="108" y="69"/>
                    <a:pt x="108" y="69"/>
                  </a:cubicBezTo>
                  <a:cubicBezTo>
                    <a:pt x="107" y="69"/>
                    <a:pt x="107" y="69"/>
                    <a:pt x="107" y="69"/>
                  </a:cubicBezTo>
                  <a:cubicBezTo>
                    <a:pt x="107" y="68"/>
                    <a:pt x="107" y="68"/>
                    <a:pt x="107" y="68"/>
                  </a:cubicBezTo>
                  <a:cubicBezTo>
                    <a:pt x="106" y="68"/>
                    <a:pt x="106" y="68"/>
                    <a:pt x="106" y="68"/>
                  </a:cubicBezTo>
                  <a:cubicBezTo>
                    <a:pt x="105" y="68"/>
                    <a:pt x="105" y="68"/>
                    <a:pt x="105" y="68"/>
                  </a:cubicBezTo>
                  <a:cubicBezTo>
                    <a:pt x="104" y="67"/>
                    <a:pt x="104" y="67"/>
                    <a:pt x="104" y="67"/>
                  </a:cubicBezTo>
                  <a:cubicBezTo>
                    <a:pt x="104" y="67"/>
                    <a:pt x="104" y="67"/>
                    <a:pt x="104" y="67"/>
                  </a:cubicBezTo>
                  <a:close/>
                  <a:moveTo>
                    <a:pt x="90" y="57"/>
                  </a:moveTo>
                  <a:cubicBezTo>
                    <a:pt x="91" y="58"/>
                    <a:pt x="91" y="58"/>
                    <a:pt x="91" y="58"/>
                  </a:cubicBezTo>
                  <a:cubicBezTo>
                    <a:pt x="91" y="57"/>
                    <a:pt x="91" y="57"/>
                    <a:pt x="91" y="57"/>
                  </a:cubicBezTo>
                  <a:cubicBezTo>
                    <a:pt x="91" y="58"/>
                    <a:pt x="91" y="58"/>
                    <a:pt x="91" y="58"/>
                  </a:cubicBezTo>
                  <a:cubicBezTo>
                    <a:pt x="90" y="58"/>
                    <a:pt x="90" y="58"/>
                    <a:pt x="90" y="58"/>
                  </a:cubicBezTo>
                  <a:cubicBezTo>
                    <a:pt x="90" y="57"/>
                    <a:pt x="90" y="57"/>
                    <a:pt x="90" y="57"/>
                  </a:cubicBezTo>
                  <a:close/>
                  <a:moveTo>
                    <a:pt x="88" y="56"/>
                  </a:moveTo>
                  <a:cubicBezTo>
                    <a:pt x="88" y="57"/>
                    <a:pt x="88" y="57"/>
                    <a:pt x="88" y="57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90" y="56"/>
                    <a:pt x="90" y="56"/>
                    <a:pt x="90" y="56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89" y="56"/>
                    <a:pt x="89" y="56"/>
                    <a:pt x="89" y="56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8" y="56"/>
                    <a:pt x="88" y="56"/>
                    <a:pt x="88" y="56"/>
                  </a:cubicBezTo>
                  <a:close/>
                  <a:moveTo>
                    <a:pt x="135" y="60"/>
                  </a:moveTo>
                  <a:cubicBezTo>
                    <a:pt x="136" y="60"/>
                    <a:pt x="136" y="60"/>
                    <a:pt x="136" y="60"/>
                  </a:cubicBezTo>
                  <a:cubicBezTo>
                    <a:pt x="138" y="60"/>
                    <a:pt x="138" y="60"/>
                    <a:pt x="138" y="60"/>
                  </a:cubicBezTo>
                  <a:cubicBezTo>
                    <a:pt x="138" y="60"/>
                    <a:pt x="138" y="60"/>
                    <a:pt x="138" y="60"/>
                  </a:cubicBezTo>
                  <a:cubicBezTo>
                    <a:pt x="138" y="60"/>
                    <a:pt x="138" y="60"/>
                    <a:pt x="138" y="60"/>
                  </a:cubicBezTo>
                  <a:cubicBezTo>
                    <a:pt x="139" y="60"/>
                    <a:pt x="139" y="60"/>
                    <a:pt x="139" y="60"/>
                  </a:cubicBezTo>
                  <a:cubicBezTo>
                    <a:pt x="140" y="59"/>
                    <a:pt x="140" y="59"/>
                    <a:pt x="140" y="59"/>
                  </a:cubicBezTo>
                  <a:cubicBezTo>
                    <a:pt x="140" y="59"/>
                    <a:pt x="140" y="59"/>
                    <a:pt x="140" y="59"/>
                  </a:cubicBezTo>
                  <a:cubicBezTo>
                    <a:pt x="139" y="59"/>
                    <a:pt x="139" y="59"/>
                    <a:pt x="139" y="59"/>
                  </a:cubicBezTo>
                  <a:cubicBezTo>
                    <a:pt x="138" y="59"/>
                    <a:pt x="138" y="59"/>
                    <a:pt x="138" y="59"/>
                  </a:cubicBezTo>
                  <a:cubicBezTo>
                    <a:pt x="137" y="59"/>
                    <a:pt x="137" y="59"/>
                    <a:pt x="137" y="59"/>
                  </a:cubicBezTo>
                  <a:cubicBezTo>
                    <a:pt x="136" y="59"/>
                    <a:pt x="136" y="59"/>
                    <a:pt x="136" y="59"/>
                  </a:cubicBezTo>
                  <a:cubicBezTo>
                    <a:pt x="135" y="59"/>
                    <a:pt x="135" y="59"/>
                    <a:pt x="135" y="59"/>
                  </a:cubicBezTo>
                  <a:cubicBezTo>
                    <a:pt x="135" y="60"/>
                    <a:pt x="135" y="60"/>
                    <a:pt x="135" y="60"/>
                  </a:cubicBezTo>
                  <a:cubicBezTo>
                    <a:pt x="135" y="60"/>
                    <a:pt x="135" y="60"/>
                    <a:pt x="135" y="60"/>
                  </a:cubicBezTo>
                  <a:close/>
                  <a:moveTo>
                    <a:pt x="134" y="61"/>
                  </a:moveTo>
                  <a:cubicBezTo>
                    <a:pt x="134" y="62"/>
                    <a:pt x="134" y="62"/>
                    <a:pt x="134" y="62"/>
                  </a:cubicBezTo>
                  <a:cubicBezTo>
                    <a:pt x="134" y="62"/>
                    <a:pt x="134" y="62"/>
                    <a:pt x="134" y="62"/>
                  </a:cubicBezTo>
                  <a:cubicBezTo>
                    <a:pt x="134" y="62"/>
                    <a:pt x="134" y="62"/>
                    <a:pt x="134" y="62"/>
                  </a:cubicBezTo>
                  <a:cubicBezTo>
                    <a:pt x="134" y="61"/>
                    <a:pt x="134" y="61"/>
                    <a:pt x="134" y="61"/>
                  </a:cubicBezTo>
                  <a:close/>
                  <a:moveTo>
                    <a:pt x="130" y="61"/>
                  </a:moveTo>
                  <a:cubicBezTo>
                    <a:pt x="129" y="62"/>
                    <a:pt x="129" y="62"/>
                    <a:pt x="129" y="62"/>
                  </a:cubicBezTo>
                  <a:cubicBezTo>
                    <a:pt x="129" y="62"/>
                    <a:pt x="129" y="62"/>
                    <a:pt x="129" y="62"/>
                  </a:cubicBezTo>
                  <a:cubicBezTo>
                    <a:pt x="129" y="62"/>
                    <a:pt x="129" y="62"/>
                    <a:pt x="129" y="62"/>
                  </a:cubicBezTo>
                  <a:cubicBezTo>
                    <a:pt x="129" y="63"/>
                    <a:pt x="129" y="63"/>
                    <a:pt x="129" y="63"/>
                  </a:cubicBezTo>
                  <a:cubicBezTo>
                    <a:pt x="130" y="63"/>
                    <a:pt x="130" y="63"/>
                    <a:pt x="130" y="63"/>
                  </a:cubicBezTo>
                  <a:cubicBezTo>
                    <a:pt x="131" y="62"/>
                    <a:pt x="131" y="62"/>
                    <a:pt x="131" y="62"/>
                  </a:cubicBezTo>
                  <a:cubicBezTo>
                    <a:pt x="132" y="62"/>
                    <a:pt x="132" y="62"/>
                    <a:pt x="132" y="62"/>
                  </a:cubicBezTo>
                  <a:cubicBezTo>
                    <a:pt x="131" y="61"/>
                    <a:pt x="131" y="61"/>
                    <a:pt x="131" y="61"/>
                  </a:cubicBezTo>
                  <a:cubicBezTo>
                    <a:pt x="130" y="62"/>
                    <a:pt x="130" y="62"/>
                    <a:pt x="130" y="62"/>
                  </a:cubicBezTo>
                  <a:cubicBezTo>
                    <a:pt x="130" y="61"/>
                    <a:pt x="130" y="61"/>
                    <a:pt x="130" y="61"/>
                  </a:cubicBezTo>
                  <a:close/>
                  <a:moveTo>
                    <a:pt x="127" y="63"/>
                  </a:moveTo>
                  <a:cubicBezTo>
                    <a:pt x="127" y="63"/>
                    <a:pt x="127" y="63"/>
                    <a:pt x="127" y="63"/>
                  </a:cubicBezTo>
                  <a:cubicBezTo>
                    <a:pt x="128" y="63"/>
                    <a:pt x="128" y="63"/>
                    <a:pt x="128" y="63"/>
                  </a:cubicBezTo>
                  <a:cubicBezTo>
                    <a:pt x="128" y="62"/>
                    <a:pt x="128" y="62"/>
                    <a:pt x="128" y="62"/>
                  </a:cubicBezTo>
                  <a:cubicBezTo>
                    <a:pt x="128" y="62"/>
                    <a:pt x="128" y="62"/>
                    <a:pt x="128" y="62"/>
                  </a:cubicBezTo>
                  <a:cubicBezTo>
                    <a:pt x="128" y="62"/>
                    <a:pt x="128" y="62"/>
                    <a:pt x="128" y="62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7" y="63"/>
                    <a:pt x="127" y="63"/>
                    <a:pt x="127" y="63"/>
                  </a:cubicBezTo>
                  <a:close/>
                  <a:moveTo>
                    <a:pt x="124" y="63"/>
                  </a:moveTo>
                  <a:cubicBezTo>
                    <a:pt x="125" y="62"/>
                    <a:pt x="125" y="62"/>
                    <a:pt x="125" y="62"/>
                  </a:cubicBezTo>
                  <a:cubicBezTo>
                    <a:pt x="125" y="62"/>
                    <a:pt x="125" y="62"/>
                    <a:pt x="125" y="62"/>
                  </a:cubicBezTo>
                  <a:cubicBezTo>
                    <a:pt x="125" y="62"/>
                    <a:pt x="125" y="62"/>
                    <a:pt x="125" y="62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7" y="62"/>
                    <a:pt x="127" y="62"/>
                    <a:pt x="127" y="62"/>
                  </a:cubicBezTo>
                  <a:cubicBezTo>
                    <a:pt x="126" y="63"/>
                    <a:pt x="126" y="63"/>
                    <a:pt x="126" y="63"/>
                  </a:cubicBezTo>
                  <a:cubicBezTo>
                    <a:pt x="125" y="63"/>
                    <a:pt x="125" y="63"/>
                    <a:pt x="125" y="63"/>
                  </a:cubicBezTo>
                  <a:cubicBezTo>
                    <a:pt x="124" y="63"/>
                    <a:pt x="124" y="63"/>
                    <a:pt x="124" y="63"/>
                  </a:cubicBezTo>
                  <a:cubicBezTo>
                    <a:pt x="124" y="63"/>
                    <a:pt x="124" y="63"/>
                    <a:pt x="124" y="63"/>
                  </a:cubicBezTo>
                  <a:close/>
                  <a:moveTo>
                    <a:pt x="123" y="63"/>
                  </a:moveTo>
                  <a:cubicBezTo>
                    <a:pt x="122" y="63"/>
                    <a:pt x="122" y="63"/>
                    <a:pt x="122" y="63"/>
                  </a:cubicBezTo>
                  <a:cubicBezTo>
                    <a:pt x="122" y="64"/>
                    <a:pt x="122" y="64"/>
                    <a:pt x="122" y="64"/>
                  </a:cubicBezTo>
                  <a:cubicBezTo>
                    <a:pt x="122" y="63"/>
                    <a:pt x="122" y="63"/>
                    <a:pt x="122" y="63"/>
                  </a:cubicBezTo>
                  <a:cubicBezTo>
                    <a:pt x="123" y="63"/>
                    <a:pt x="123" y="63"/>
                    <a:pt x="123" y="63"/>
                  </a:cubicBezTo>
                  <a:close/>
                  <a:moveTo>
                    <a:pt x="124" y="62"/>
                  </a:moveTo>
                  <a:cubicBezTo>
                    <a:pt x="123" y="62"/>
                    <a:pt x="123" y="62"/>
                    <a:pt x="123" y="62"/>
                  </a:cubicBezTo>
                  <a:cubicBezTo>
                    <a:pt x="123" y="62"/>
                    <a:pt x="123" y="62"/>
                    <a:pt x="123" y="62"/>
                  </a:cubicBezTo>
                  <a:cubicBezTo>
                    <a:pt x="124" y="62"/>
                    <a:pt x="124" y="62"/>
                    <a:pt x="124" y="62"/>
                  </a:cubicBezTo>
                  <a:cubicBezTo>
                    <a:pt x="124" y="62"/>
                    <a:pt x="124" y="62"/>
                    <a:pt x="124" y="62"/>
                  </a:cubicBezTo>
                  <a:close/>
                  <a:moveTo>
                    <a:pt x="108" y="63"/>
                  </a:moveTo>
                  <a:cubicBezTo>
                    <a:pt x="108" y="63"/>
                    <a:pt x="108" y="63"/>
                    <a:pt x="108" y="63"/>
                  </a:cubicBezTo>
                  <a:cubicBezTo>
                    <a:pt x="109" y="62"/>
                    <a:pt x="109" y="62"/>
                    <a:pt x="109" y="62"/>
                  </a:cubicBezTo>
                  <a:cubicBezTo>
                    <a:pt x="112" y="61"/>
                    <a:pt x="112" y="61"/>
                    <a:pt x="112" y="61"/>
                  </a:cubicBezTo>
                  <a:cubicBezTo>
                    <a:pt x="113" y="62"/>
                    <a:pt x="113" y="62"/>
                    <a:pt x="113" y="62"/>
                  </a:cubicBezTo>
                  <a:cubicBezTo>
                    <a:pt x="113" y="62"/>
                    <a:pt x="113" y="62"/>
                    <a:pt x="113" y="62"/>
                  </a:cubicBezTo>
                  <a:cubicBezTo>
                    <a:pt x="114" y="62"/>
                    <a:pt x="114" y="62"/>
                    <a:pt x="114" y="62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7" y="62"/>
                    <a:pt x="117" y="62"/>
                    <a:pt x="117" y="62"/>
                  </a:cubicBezTo>
                  <a:cubicBezTo>
                    <a:pt x="118" y="63"/>
                    <a:pt x="118" y="63"/>
                    <a:pt x="118" y="63"/>
                  </a:cubicBezTo>
                  <a:cubicBezTo>
                    <a:pt x="118" y="63"/>
                    <a:pt x="118" y="63"/>
                    <a:pt x="118" y="63"/>
                  </a:cubicBezTo>
                  <a:cubicBezTo>
                    <a:pt x="119" y="63"/>
                    <a:pt x="119" y="63"/>
                    <a:pt x="119" y="63"/>
                  </a:cubicBezTo>
                  <a:cubicBezTo>
                    <a:pt x="120" y="62"/>
                    <a:pt x="120" y="62"/>
                    <a:pt x="120" y="62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21" y="61"/>
                    <a:pt x="121" y="61"/>
                    <a:pt x="121" y="61"/>
                  </a:cubicBezTo>
                  <a:cubicBezTo>
                    <a:pt x="121" y="61"/>
                    <a:pt x="121" y="61"/>
                    <a:pt x="121" y="61"/>
                  </a:cubicBezTo>
                  <a:cubicBezTo>
                    <a:pt x="122" y="61"/>
                    <a:pt x="122" y="61"/>
                    <a:pt x="122" y="61"/>
                  </a:cubicBezTo>
                  <a:cubicBezTo>
                    <a:pt x="123" y="61"/>
                    <a:pt x="123" y="61"/>
                    <a:pt x="123" y="61"/>
                  </a:cubicBezTo>
                  <a:cubicBezTo>
                    <a:pt x="123" y="62"/>
                    <a:pt x="123" y="62"/>
                    <a:pt x="123" y="62"/>
                  </a:cubicBezTo>
                  <a:cubicBezTo>
                    <a:pt x="122" y="62"/>
                    <a:pt x="122" y="62"/>
                    <a:pt x="122" y="62"/>
                  </a:cubicBezTo>
                  <a:cubicBezTo>
                    <a:pt x="122" y="63"/>
                    <a:pt x="122" y="63"/>
                    <a:pt x="122" y="63"/>
                  </a:cubicBezTo>
                  <a:cubicBezTo>
                    <a:pt x="121" y="63"/>
                    <a:pt x="121" y="63"/>
                    <a:pt x="121" y="63"/>
                  </a:cubicBezTo>
                  <a:cubicBezTo>
                    <a:pt x="120" y="64"/>
                    <a:pt x="120" y="64"/>
                    <a:pt x="120" y="64"/>
                  </a:cubicBezTo>
                  <a:cubicBezTo>
                    <a:pt x="120" y="64"/>
                    <a:pt x="120" y="64"/>
                    <a:pt x="120" y="64"/>
                  </a:cubicBezTo>
                  <a:cubicBezTo>
                    <a:pt x="119" y="64"/>
                    <a:pt x="119" y="64"/>
                    <a:pt x="119" y="64"/>
                  </a:cubicBezTo>
                  <a:cubicBezTo>
                    <a:pt x="118" y="64"/>
                    <a:pt x="118" y="64"/>
                    <a:pt x="118" y="64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15" y="64"/>
                    <a:pt x="115" y="64"/>
                    <a:pt x="115" y="64"/>
                  </a:cubicBezTo>
                  <a:cubicBezTo>
                    <a:pt x="114" y="64"/>
                    <a:pt x="114" y="64"/>
                    <a:pt x="114" y="64"/>
                  </a:cubicBezTo>
                  <a:cubicBezTo>
                    <a:pt x="114" y="65"/>
                    <a:pt x="114" y="65"/>
                    <a:pt x="114" y="65"/>
                  </a:cubicBezTo>
                  <a:cubicBezTo>
                    <a:pt x="113" y="65"/>
                    <a:pt x="113" y="65"/>
                    <a:pt x="113" y="65"/>
                  </a:cubicBezTo>
                  <a:cubicBezTo>
                    <a:pt x="113" y="64"/>
                    <a:pt x="113" y="64"/>
                    <a:pt x="113" y="64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1" y="64"/>
                    <a:pt x="111" y="64"/>
                    <a:pt x="111" y="64"/>
                  </a:cubicBezTo>
                  <a:cubicBezTo>
                    <a:pt x="111" y="64"/>
                    <a:pt x="111" y="64"/>
                    <a:pt x="111" y="64"/>
                  </a:cubicBezTo>
                  <a:cubicBezTo>
                    <a:pt x="110" y="64"/>
                    <a:pt x="110" y="64"/>
                    <a:pt x="110" y="64"/>
                  </a:cubicBezTo>
                  <a:cubicBezTo>
                    <a:pt x="109" y="64"/>
                    <a:pt x="109" y="64"/>
                    <a:pt x="109" y="64"/>
                  </a:cubicBezTo>
                  <a:cubicBezTo>
                    <a:pt x="109" y="64"/>
                    <a:pt x="109" y="64"/>
                    <a:pt x="109" y="64"/>
                  </a:cubicBezTo>
                  <a:cubicBezTo>
                    <a:pt x="108" y="64"/>
                    <a:pt x="108" y="64"/>
                    <a:pt x="108" y="64"/>
                  </a:cubicBezTo>
                  <a:cubicBezTo>
                    <a:pt x="108" y="63"/>
                    <a:pt x="108" y="63"/>
                    <a:pt x="108" y="63"/>
                  </a:cubicBezTo>
                  <a:close/>
                  <a:moveTo>
                    <a:pt x="107" y="63"/>
                  </a:moveTo>
                  <a:cubicBezTo>
                    <a:pt x="107" y="64"/>
                    <a:pt x="107" y="64"/>
                    <a:pt x="107" y="64"/>
                  </a:cubicBezTo>
                  <a:cubicBezTo>
                    <a:pt x="108" y="64"/>
                    <a:pt x="108" y="64"/>
                    <a:pt x="108" y="64"/>
                  </a:cubicBezTo>
                  <a:cubicBezTo>
                    <a:pt x="108" y="63"/>
                    <a:pt x="108" y="63"/>
                    <a:pt x="108" y="63"/>
                  </a:cubicBezTo>
                  <a:cubicBezTo>
                    <a:pt x="107" y="63"/>
                    <a:pt x="107" y="63"/>
                    <a:pt x="107" y="63"/>
                  </a:cubicBezTo>
                  <a:close/>
                  <a:moveTo>
                    <a:pt x="107" y="63"/>
                  </a:moveTo>
                  <a:cubicBezTo>
                    <a:pt x="106" y="63"/>
                    <a:pt x="106" y="63"/>
                    <a:pt x="106" y="63"/>
                  </a:cubicBezTo>
                  <a:cubicBezTo>
                    <a:pt x="106" y="64"/>
                    <a:pt x="106" y="64"/>
                    <a:pt x="106" y="64"/>
                  </a:cubicBezTo>
                  <a:cubicBezTo>
                    <a:pt x="106" y="64"/>
                    <a:pt x="106" y="64"/>
                    <a:pt x="106" y="64"/>
                  </a:cubicBezTo>
                  <a:cubicBezTo>
                    <a:pt x="107" y="63"/>
                    <a:pt x="107" y="63"/>
                    <a:pt x="107" y="63"/>
                  </a:cubicBezTo>
                  <a:cubicBezTo>
                    <a:pt x="107" y="63"/>
                    <a:pt x="107" y="63"/>
                    <a:pt x="107" y="63"/>
                  </a:cubicBezTo>
                  <a:close/>
                  <a:moveTo>
                    <a:pt x="94" y="63"/>
                  </a:moveTo>
                  <a:cubicBezTo>
                    <a:pt x="94" y="64"/>
                    <a:pt x="94" y="64"/>
                    <a:pt x="94" y="6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5" y="65"/>
                    <a:pt x="95" y="65"/>
                    <a:pt x="95" y="65"/>
                  </a:cubicBezTo>
                  <a:cubicBezTo>
                    <a:pt x="95" y="65"/>
                    <a:pt x="95" y="65"/>
                    <a:pt x="95" y="65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98" y="65"/>
                    <a:pt x="98" y="65"/>
                    <a:pt x="98" y="65"/>
                  </a:cubicBezTo>
                  <a:cubicBezTo>
                    <a:pt x="98" y="64"/>
                    <a:pt x="98" y="64"/>
                    <a:pt x="98" y="64"/>
                  </a:cubicBezTo>
                  <a:cubicBezTo>
                    <a:pt x="99" y="65"/>
                    <a:pt x="99" y="65"/>
                    <a:pt x="99" y="65"/>
                  </a:cubicBezTo>
                  <a:cubicBezTo>
                    <a:pt x="100" y="64"/>
                    <a:pt x="100" y="64"/>
                    <a:pt x="100" y="64"/>
                  </a:cubicBezTo>
                  <a:cubicBezTo>
                    <a:pt x="101" y="65"/>
                    <a:pt x="101" y="65"/>
                    <a:pt x="101" y="65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103" y="64"/>
                    <a:pt x="103" y="64"/>
                    <a:pt x="103" y="64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5" y="64"/>
                    <a:pt x="105" y="64"/>
                    <a:pt x="105" y="64"/>
                  </a:cubicBezTo>
                  <a:cubicBezTo>
                    <a:pt x="105" y="63"/>
                    <a:pt x="105" y="63"/>
                    <a:pt x="105" y="63"/>
                  </a:cubicBezTo>
                  <a:cubicBezTo>
                    <a:pt x="105" y="63"/>
                    <a:pt x="105" y="63"/>
                    <a:pt x="105" y="63"/>
                  </a:cubicBezTo>
                  <a:cubicBezTo>
                    <a:pt x="105" y="63"/>
                    <a:pt x="105" y="63"/>
                    <a:pt x="105" y="63"/>
                  </a:cubicBezTo>
                  <a:cubicBezTo>
                    <a:pt x="105" y="62"/>
                    <a:pt x="105" y="62"/>
                    <a:pt x="105" y="62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63"/>
                    <a:pt x="103" y="63"/>
                    <a:pt x="103" y="63"/>
                  </a:cubicBezTo>
                  <a:cubicBezTo>
                    <a:pt x="103" y="62"/>
                    <a:pt x="103" y="62"/>
                    <a:pt x="103" y="62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1" y="62"/>
                    <a:pt x="101" y="62"/>
                    <a:pt x="101" y="62"/>
                  </a:cubicBezTo>
                  <a:cubicBezTo>
                    <a:pt x="101" y="61"/>
                    <a:pt x="101" y="61"/>
                    <a:pt x="101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101" y="63"/>
                    <a:pt x="101" y="63"/>
                    <a:pt x="101" y="63"/>
                  </a:cubicBezTo>
                  <a:cubicBezTo>
                    <a:pt x="101" y="63"/>
                    <a:pt x="101" y="63"/>
                    <a:pt x="101" y="63"/>
                  </a:cubicBezTo>
                  <a:cubicBezTo>
                    <a:pt x="100" y="63"/>
                    <a:pt x="100" y="63"/>
                    <a:pt x="100" y="63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8" y="63"/>
                    <a:pt x="98" y="63"/>
                    <a:pt x="98" y="63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8" y="62"/>
                    <a:pt x="98" y="62"/>
                    <a:pt x="98" y="62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6" y="62"/>
                    <a:pt x="96" y="62"/>
                    <a:pt x="96" y="62"/>
                  </a:cubicBezTo>
                  <a:cubicBezTo>
                    <a:pt x="95" y="63"/>
                    <a:pt x="95" y="63"/>
                    <a:pt x="95" y="63"/>
                  </a:cubicBezTo>
                  <a:cubicBezTo>
                    <a:pt x="95" y="63"/>
                    <a:pt x="94" y="63"/>
                    <a:pt x="94" y="63"/>
                  </a:cubicBezTo>
                  <a:close/>
                  <a:moveTo>
                    <a:pt x="92" y="62"/>
                  </a:moveTo>
                  <a:cubicBezTo>
                    <a:pt x="93" y="62"/>
                    <a:pt x="93" y="62"/>
                    <a:pt x="93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3" y="64"/>
                    <a:pt x="93" y="64"/>
                    <a:pt x="93" y="64"/>
                  </a:cubicBezTo>
                  <a:cubicBezTo>
                    <a:pt x="93" y="64"/>
                    <a:pt x="93" y="64"/>
                    <a:pt x="93" y="64"/>
                  </a:cubicBezTo>
                  <a:cubicBezTo>
                    <a:pt x="93" y="64"/>
                    <a:pt x="93" y="64"/>
                    <a:pt x="93" y="64"/>
                  </a:cubicBezTo>
                  <a:cubicBezTo>
                    <a:pt x="92" y="64"/>
                    <a:pt x="92" y="64"/>
                    <a:pt x="92" y="64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90" y="64"/>
                    <a:pt x="90" y="64"/>
                    <a:pt x="90" y="64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92" y="62"/>
                    <a:pt x="92" y="62"/>
                    <a:pt x="92" y="62"/>
                  </a:cubicBezTo>
                  <a:close/>
                  <a:moveTo>
                    <a:pt x="89" y="64"/>
                  </a:moveTo>
                  <a:cubicBezTo>
                    <a:pt x="89" y="63"/>
                    <a:pt x="89" y="63"/>
                    <a:pt x="89" y="63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89" y="64"/>
                    <a:pt x="89" y="64"/>
                    <a:pt x="89" y="64"/>
                  </a:cubicBezTo>
                  <a:close/>
                  <a:moveTo>
                    <a:pt x="85" y="61"/>
                  </a:moveTo>
                  <a:cubicBezTo>
                    <a:pt x="85" y="62"/>
                    <a:pt x="85" y="62"/>
                    <a:pt x="85" y="62"/>
                  </a:cubicBezTo>
                  <a:cubicBezTo>
                    <a:pt x="85" y="62"/>
                    <a:pt x="85" y="62"/>
                    <a:pt x="85" y="62"/>
                  </a:cubicBezTo>
                  <a:cubicBezTo>
                    <a:pt x="86" y="63"/>
                    <a:pt x="86" y="63"/>
                    <a:pt x="86" y="63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87" y="64"/>
                    <a:pt x="87" y="64"/>
                    <a:pt x="87" y="64"/>
                  </a:cubicBezTo>
                  <a:cubicBezTo>
                    <a:pt x="88" y="63"/>
                    <a:pt x="88" y="63"/>
                    <a:pt x="88" y="63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90" y="63"/>
                    <a:pt x="90" y="63"/>
                    <a:pt x="90" y="63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89" y="61"/>
                    <a:pt x="89" y="61"/>
                    <a:pt x="89" y="61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7" y="61"/>
                    <a:pt x="87" y="61"/>
                    <a:pt x="87" y="61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5" y="61"/>
                    <a:pt x="85" y="61"/>
                    <a:pt x="85" y="61"/>
                  </a:cubicBezTo>
                  <a:close/>
                  <a:moveTo>
                    <a:pt x="192" y="62"/>
                  </a:moveTo>
                  <a:cubicBezTo>
                    <a:pt x="193" y="62"/>
                    <a:pt x="193" y="62"/>
                    <a:pt x="193" y="62"/>
                  </a:cubicBezTo>
                  <a:cubicBezTo>
                    <a:pt x="193" y="62"/>
                    <a:pt x="193" y="62"/>
                    <a:pt x="193" y="62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2" y="62"/>
                    <a:pt x="192" y="62"/>
                    <a:pt x="192" y="62"/>
                  </a:cubicBezTo>
                  <a:close/>
                  <a:moveTo>
                    <a:pt x="188" y="62"/>
                  </a:moveTo>
                  <a:cubicBezTo>
                    <a:pt x="188" y="62"/>
                    <a:pt x="189" y="62"/>
                    <a:pt x="189" y="62"/>
                  </a:cubicBezTo>
                  <a:cubicBezTo>
                    <a:pt x="190" y="62"/>
                    <a:pt x="190" y="62"/>
                    <a:pt x="190" y="62"/>
                  </a:cubicBezTo>
                  <a:cubicBezTo>
                    <a:pt x="191" y="62"/>
                    <a:pt x="191" y="62"/>
                    <a:pt x="191" y="62"/>
                  </a:cubicBezTo>
                  <a:cubicBezTo>
                    <a:pt x="192" y="62"/>
                    <a:pt x="192" y="62"/>
                    <a:pt x="192" y="62"/>
                  </a:cubicBezTo>
                  <a:cubicBezTo>
                    <a:pt x="192" y="61"/>
                    <a:pt x="192" y="61"/>
                    <a:pt x="192" y="61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4" y="60"/>
                    <a:pt x="194" y="60"/>
                    <a:pt x="194" y="60"/>
                  </a:cubicBezTo>
                  <a:cubicBezTo>
                    <a:pt x="194" y="60"/>
                    <a:pt x="194" y="60"/>
                    <a:pt x="194" y="60"/>
                  </a:cubicBezTo>
                  <a:cubicBezTo>
                    <a:pt x="194" y="60"/>
                    <a:pt x="194" y="60"/>
                    <a:pt x="194" y="60"/>
                  </a:cubicBezTo>
                  <a:cubicBezTo>
                    <a:pt x="194" y="59"/>
                    <a:pt x="194" y="59"/>
                    <a:pt x="194" y="59"/>
                  </a:cubicBezTo>
                  <a:cubicBezTo>
                    <a:pt x="194" y="59"/>
                    <a:pt x="194" y="59"/>
                    <a:pt x="194" y="59"/>
                  </a:cubicBezTo>
                  <a:cubicBezTo>
                    <a:pt x="193" y="58"/>
                    <a:pt x="193" y="58"/>
                    <a:pt x="193" y="58"/>
                  </a:cubicBezTo>
                  <a:cubicBezTo>
                    <a:pt x="193" y="58"/>
                    <a:pt x="193" y="58"/>
                    <a:pt x="193" y="58"/>
                  </a:cubicBezTo>
                  <a:cubicBezTo>
                    <a:pt x="192" y="58"/>
                    <a:pt x="192" y="58"/>
                    <a:pt x="192" y="58"/>
                  </a:cubicBezTo>
                  <a:cubicBezTo>
                    <a:pt x="191" y="58"/>
                    <a:pt x="191" y="58"/>
                    <a:pt x="191" y="58"/>
                  </a:cubicBezTo>
                  <a:cubicBezTo>
                    <a:pt x="190" y="59"/>
                    <a:pt x="190" y="59"/>
                    <a:pt x="190" y="59"/>
                  </a:cubicBezTo>
                  <a:cubicBezTo>
                    <a:pt x="190" y="60"/>
                    <a:pt x="190" y="60"/>
                    <a:pt x="190" y="60"/>
                  </a:cubicBezTo>
                  <a:cubicBezTo>
                    <a:pt x="188" y="62"/>
                    <a:pt x="188" y="62"/>
                    <a:pt x="188" y="62"/>
                  </a:cubicBezTo>
                  <a:close/>
                  <a:moveTo>
                    <a:pt x="78" y="56"/>
                  </a:moveTo>
                  <a:cubicBezTo>
                    <a:pt x="77" y="57"/>
                    <a:pt x="77" y="57"/>
                    <a:pt x="77" y="57"/>
                  </a:cubicBezTo>
                  <a:cubicBezTo>
                    <a:pt x="78" y="57"/>
                    <a:pt x="78" y="57"/>
                    <a:pt x="78" y="57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81" y="57"/>
                    <a:pt x="81" y="57"/>
                    <a:pt x="81" y="57"/>
                  </a:cubicBezTo>
                  <a:cubicBezTo>
                    <a:pt x="82" y="57"/>
                    <a:pt x="82" y="57"/>
                    <a:pt x="82" y="57"/>
                  </a:cubicBezTo>
                  <a:cubicBezTo>
                    <a:pt x="83" y="57"/>
                    <a:pt x="83" y="57"/>
                    <a:pt x="83" y="57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81" y="56"/>
                    <a:pt x="81" y="56"/>
                    <a:pt x="81" y="56"/>
                  </a:cubicBezTo>
                  <a:cubicBezTo>
                    <a:pt x="81" y="56"/>
                    <a:pt x="81" y="56"/>
                    <a:pt x="81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56"/>
                    <a:pt x="78" y="56"/>
                    <a:pt x="78" y="56"/>
                  </a:cubicBezTo>
                  <a:close/>
                  <a:moveTo>
                    <a:pt x="44" y="55"/>
                  </a:moveTo>
                  <a:cubicBezTo>
                    <a:pt x="44" y="55"/>
                    <a:pt x="44" y="55"/>
                    <a:pt x="44" y="55"/>
                  </a:cubicBezTo>
                  <a:cubicBezTo>
                    <a:pt x="45" y="55"/>
                    <a:pt x="45" y="55"/>
                    <a:pt x="45" y="55"/>
                  </a:cubicBezTo>
                  <a:cubicBezTo>
                    <a:pt x="45" y="55"/>
                    <a:pt x="45" y="55"/>
                    <a:pt x="45" y="55"/>
                  </a:cubicBezTo>
                  <a:cubicBezTo>
                    <a:pt x="44" y="55"/>
                    <a:pt x="44" y="55"/>
                    <a:pt x="44" y="55"/>
                  </a:cubicBezTo>
                  <a:close/>
                  <a:moveTo>
                    <a:pt x="45" y="55"/>
                  </a:moveTo>
                  <a:cubicBezTo>
                    <a:pt x="45" y="55"/>
                    <a:pt x="45" y="55"/>
                    <a:pt x="45" y="55"/>
                  </a:cubicBezTo>
                  <a:cubicBezTo>
                    <a:pt x="46" y="55"/>
                    <a:pt x="46" y="55"/>
                    <a:pt x="46" y="55"/>
                  </a:cubicBezTo>
                  <a:cubicBezTo>
                    <a:pt x="46" y="54"/>
                    <a:pt x="46" y="54"/>
                    <a:pt x="46" y="54"/>
                  </a:cubicBezTo>
                  <a:cubicBezTo>
                    <a:pt x="47" y="54"/>
                    <a:pt x="47" y="54"/>
                    <a:pt x="47" y="54"/>
                  </a:cubicBezTo>
                  <a:cubicBezTo>
                    <a:pt x="47" y="53"/>
                    <a:pt x="47" y="53"/>
                    <a:pt x="47" y="53"/>
                  </a:cubicBezTo>
                  <a:cubicBezTo>
                    <a:pt x="47" y="53"/>
                    <a:pt x="47" y="53"/>
                    <a:pt x="47" y="53"/>
                  </a:cubicBezTo>
                  <a:cubicBezTo>
                    <a:pt x="48" y="52"/>
                    <a:pt x="48" y="52"/>
                    <a:pt x="48" y="52"/>
                  </a:cubicBezTo>
                  <a:cubicBezTo>
                    <a:pt x="49" y="52"/>
                    <a:pt x="49" y="52"/>
                    <a:pt x="49" y="52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5" y="53"/>
                    <a:pt x="55" y="53"/>
                    <a:pt x="55" y="53"/>
                  </a:cubicBezTo>
                  <a:cubicBezTo>
                    <a:pt x="56" y="53"/>
                    <a:pt x="56" y="53"/>
                    <a:pt x="56" y="53"/>
                  </a:cubicBezTo>
                  <a:cubicBezTo>
                    <a:pt x="58" y="53"/>
                    <a:pt x="58" y="53"/>
                    <a:pt x="58" y="53"/>
                  </a:cubicBezTo>
                  <a:cubicBezTo>
                    <a:pt x="59" y="54"/>
                    <a:pt x="59" y="54"/>
                    <a:pt x="59" y="54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8" y="54"/>
                    <a:pt x="68" y="54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70" y="55"/>
                    <a:pt x="70" y="55"/>
                    <a:pt x="70" y="55"/>
                  </a:cubicBezTo>
                  <a:cubicBezTo>
                    <a:pt x="71" y="55"/>
                    <a:pt x="71" y="55"/>
                    <a:pt x="71" y="55"/>
                  </a:cubicBezTo>
                  <a:cubicBezTo>
                    <a:pt x="72" y="54"/>
                    <a:pt x="72" y="54"/>
                    <a:pt x="72" y="54"/>
                  </a:cubicBezTo>
                  <a:cubicBezTo>
                    <a:pt x="72" y="55"/>
                    <a:pt x="72" y="55"/>
                    <a:pt x="72" y="55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5" y="56"/>
                    <a:pt x="75" y="56"/>
                    <a:pt x="75" y="56"/>
                  </a:cubicBezTo>
                  <a:cubicBezTo>
                    <a:pt x="75" y="56"/>
                    <a:pt x="75" y="56"/>
                    <a:pt x="75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7"/>
                    <a:pt x="77" y="57"/>
                    <a:pt x="77" y="57"/>
                  </a:cubicBezTo>
                  <a:cubicBezTo>
                    <a:pt x="77" y="58"/>
                    <a:pt x="77" y="58"/>
                    <a:pt x="77" y="58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9" y="60"/>
                    <a:pt x="79" y="60"/>
                    <a:pt x="79" y="60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81" y="60"/>
                    <a:pt x="81" y="60"/>
                    <a:pt x="81" y="60"/>
                  </a:cubicBezTo>
                  <a:cubicBezTo>
                    <a:pt x="81" y="60"/>
                    <a:pt x="81" y="60"/>
                    <a:pt x="81" y="60"/>
                  </a:cubicBezTo>
                  <a:cubicBezTo>
                    <a:pt x="82" y="59"/>
                    <a:pt x="82" y="59"/>
                    <a:pt x="82" y="59"/>
                  </a:cubicBezTo>
                  <a:cubicBezTo>
                    <a:pt x="83" y="59"/>
                    <a:pt x="83" y="59"/>
                    <a:pt x="83" y="59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60"/>
                    <a:pt x="84" y="60"/>
                    <a:pt x="84" y="60"/>
                  </a:cubicBezTo>
                  <a:cubicBezTo>
                    <a:pt x="84" y="62"/>
                    <a:pt x="84" y="62"/>
                    <a:pt x="84" y="62"/>
                  </a:cubicBezTo>
                  <a:cubicBezTo>
                    <a:pt x="84" y="62"/>
                    <a:pt x="84" y="62"/>
                    <a:pt x="84" y="62"/>
                  </a:cubicBezTo>
                  <a:cubicBezTo>
                    <a:pt x="84" y="63"/>
                    <a:pt x="84" y="63"/>
                    <a:pt x="84" y="63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83" y="63"/>
                    <a:pt x="83" y="63"/>
                    <a:pt x="83" y="63"/>
                  </a:cubicBezTo>
                  <a:cubicBezTo>
                    <a:pt x="82" y="64"/>
                    <a:pt x="82" y="64"/>
                    <a:pt x="82" y="64"/>
                  </a:cubicBezTo>
                  <a:cubicBezTo>
                    <a:pt x="81" y="63"/>
                    <a:pt x="81" y="63"/>
                    <a:pt x="81" y="63"/>
                  </a:cubicBezTo>
                  <a:cubicBezTo>
                    <a:pt x="80" y="62"/>
                    <a:pt x="80" y="62"/>
                    <a:pt x="80" y="62"/>
                  </a:cubicBezTo>
                  <a:cubicBezTo>
                    <a:pt x="79" y="62"/>
                    <a:pt x="79" y="62"/>
                    <a:pt x="79" y="62"/>
                  </a:cubicBezTo>
                  <a:cubicBezTo>
                    <a:pt x="79" y="62"/>
                    <a:pt x="79" y="62"/>
                    <a:pt x="79" y="62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5" y="62"/>
                    <a:pt x="75" y="62"/>
                    <a:pt x="75" y="62"/>
                  </a:cubicBezTo>
                  <a:cubicBezTo>
                    <a:pt x="74" y="61"/>
                    <a:pt x="74" y="61"/>
                    <a:pt x="74" y="61"/>
                  </a:cubicBezTo>
                  <a:cubicBezTo>
                    <a:pt x="73" y="62"/>
                    <a:pt x="73" y="62"/>
                    <a:pt x="73" y="62"/>
                  </a:cubicBezTo>
                  <a:cubicBezTo>
                    <a:pt x="71" y="62"/>
                    <a:pt x="71" y="62"/>
                    <a:pt x="71" y="62"/>
                  </a:cubicBezTo>
                  <a:cubicBezTo>
                    <a:pt x="70" y="61"/>
                    <a:pt x="70" y="61"/>
                    <a:pt x="70" y="61"/>
                  </a:cubicBezTo>
                  <a:cubicBezTo>
                    <a:pt x="69" y="62"/>
                    <a:pt x="69" y="62"/>
                    <a:pt x="69" y="62"/>
                  </a:cubicBezTo>
                  <a:cubicBezTo>
                    <a:pt x="67" y="61"/>
                    <a:pt x="67" y="61"/>
                    <a:pt x="67" y="61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2" y="59"/>
                    <a:pt x="62" y="59"/>
                    <a:pt x="62" y="59"/>
                  </a:cubicBezTo>
                  <a:cubicBezTo>
                    <a:pt x="61" y="59"/>
                    <a:pt x="61" y="59"/>
                    <a:pt x="61" y="59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56" y="59"/>
                    <a:pt x="56" y="59"/>
                    <a:pt x="56" y="59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1" y="58"/>
                    <a:pt x="51" y="58"/>
                    <a:pt x="51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49" y="58"/>
                    <a:pt x="49" y="58"/>
                    <a:pt x="49" y="58"/>
                  </a:cubicBezTo>
                  <a:cubicBezTo>
                    <a:pt x="50" y="57"/>
                    <a:pt x="50" y="57"/>
                    <a:pt x="50" y="57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5" y="55"/>
                    <a:pt x="45" y="55"/>
                    <a:pt x="45" y="55"/>
                  </a:cubicBezTo>
                  <a:cubicBezTo>
                    <a:pt x="45" y="55"/>
                    <a:pt x="45" y="55"/>
                    <a:pt x="45" y="55"/>
                  </a:cubicBezTo>
                  <a:close/>
                  <a:moveTo>
                    <a:pt x="57" y="10"/>
                  </a:moveTo>
                  <a:cubicBezTo>
                    <a:pt x="57" y="11"/>
                    <a:pt x="57" y="11"/>
                    <a:pt x="57" y="11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7" y="10"/>
                    <a:pt x="57" y="10"/>
                    <a:pt x="57" y="10"/>
                  </a:cubicBezTo>
                  <a:close/>
                  <a:moveTo>
                    <a:pt x="49" y="15"/>
                  </a:moveTo>
                  <a:cubicBezTo>
                    <a:pt x="49" y="16"/>
                    <a:pt x="49" y="16"/>
                    <a:pt x="49" y="16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49" y="15"/>
                    <a:pt x="49" y="15"/>
                    <a:pt x="49" y="15"/>
                  </a:cubicBezTo>
                  <a:close/>
                  <a:moveTo>
                    <a:pt x="49" y="13"/>
                  </a:moveTo>
                  <a:cubicBezTo>
                    <a:pt x="50" y="13"/>
                    <a:pt x="50" y="13"/>
                    <a:pt x="50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lose/>
                  <a:moveTo>
                    <a:pt x="49" y="14"/>
                  </a:moveTo>
                  <a:cubicBezTo>
                    <a:pt x="49" y="14"/>
                    <a:pt x="49" y="14"/>
                    <a:pt x="49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9" y="14"/>
                    <a:pt x="49" y="14"/>
                    <a:pt x="49" y="14"/>
                  </a:cubicBezTo>
                  <a:close/>
                  <a:moveTo>
                    <a:pt x="46" y="14"/>
                  </a:moveTo>
                  <a:cubicBezTo>
                    <a:pt x="46" y="15"/>
                    <a:pt x="46" y="15"/>
                    <a:pt x="46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4"/>
                    <a:pt x="46" y="14"/>
                    <a:pt x="46" y="14"/>
                  </a:cubicBezTo>
                  <a:close/>
                  <a:moveTo>
                    <a:pt x="39" y="23"/>
                  </a:move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39" y="23"/>
                    <a:pt x="39" y="23"/>
                    <a:pt x="39" y="23"/>
                  </a:cubicBezTo>
                  <a:close/>
                  <a:moveTo>
                    <a:pt x="41" y="22"/>
                  </a:moveTo>
                  <a:cubicBezTo>
                    <a:pt x="41" y="23"/>
                    <a:pt x="41" y="23"/>
                    <a:pt x="41" y="23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1" y="22"/>
                    <a:pt x="41" y="22"/>
                    <a:pt x="41" y="22"/>
                  </a:cubicBezTo>
                  <a:close/>
                  <a:moveTo>
                    <a:pt x="61" y="34"/>
                  </a:moveTo>
                  <a:cubicBezTo>
                    <a:pt x="61" y="35"/>
                    <a:pt x="61" y="35"/>
                    <a:pt x="61" y="35"/>
                  </a:cubicBezTo>
                  <a:cubicBezTo>
                    <a:pt x="61" y="35"/>
                    <a:pt x="61" y="35"/>
                    <a:pt x="61" y="35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61" y="34"/>
                    <a:pt x="61" y="34"/>
                    <a:pt x="61" y="34"/>
                  </a:cubicBezTo>
                  <a:close/>
                  <a:moveTo>
                    <a:pt x="55" y="38"/>
                  </a:moveTo>
                  <a:cubicBezTo>
                    <a:pt x="55" y="39"/>
                    <a:pt x="55" y="39"/>
                    <a:pt x="55" y="39"/>
                  </a:cubicBezTo>
                  <a:cubicBezTo>
                    <a:pt x="55" y="39"/>
                    <a:pt x="55" y="39"/>
                    <a:pt x="55" y="39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5" y="40"/>
                    <a:pt x="55" y="40"/>
                    <a:pt x="55" y="40"/>
                  </a:cubicBezTo>
                  <a:cubicBezTo>
                    <a:pt x="55" y="40"/>
                    <a:pt x="55" y="40"/>
                    <a:pt x="55" y="40"/>
                  </a:cubicBezTo>
                  <a:cubicBezTo>
                    <a:pt x="55" y="39"/>
                    <a:pt x="55" y="39"/>
                    <a:pt x="55" y="39"/>
                  </a:cubicBezTo>
                  <a:cubicBezTo>
                    <a:pt x="55" y="40"/>
                    <a:pt x="55" y="40"/>
                    <a:pt x="55" y="40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7" y="40"/>
                    <a:pt x="57" y="40"/>
                    <a:pt x="57" y="40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0"/>
                    <a:pt x="58" y="40"/>
                    <a:pt x="58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8" y="39"/>
                    <a:pt x="58" y="39"/>
                    <a:pt x="58" y="39"/>
                  </a:cubicBezTo>
                  <a:cubicBezTo>
                    <a:pt x="57" y="38"/>
                    <a:pt x="57" y="38"/>
                    <a:pt x="57" y="38"/>
                  </a:cubicBezTo>
                  <a:cubicBezTo>
                    <a:pt x="55" y="38"/>
                    <a:pt x="55" y="38"/>
                    <a:pt x="55" y="38"/>
                  </a:cubicBezTo>
                  <a:cubicBezTo>
                    <a:pt x="55" y="38"/>
                    <a:pt x="55" y="38"/>
                    <a:pt x="55" y="38"/>
                  </a:cubicBezTo>
                  <a:close/>
                  <a:moveTo>
                    <a:pt x="52" y="40"/>
                  </a:move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40"/>
                    <a:pt x="52" y="40"/>
                    <a:pt x="52" y="40"/>
                  </a:cubicBezTo>
                  <a:close/>
                  <a:moveTo>
                    <a:pt x="46" y="35"/>
                  </a:moveTo>
                  <a:cubicBezTo>
                    <a:pt x="46" y="35"/>
                    <a:pt x="46" y="35"/>
                    <a:pt x="46" y="35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49" y="40"/>
                    <a:pt x="49" y="40"/>
                    <a:pt x="49" y="40"/>
                  </a:cubicBezTo>
                  <a:cubicBezTo>
                    <a:pt x="50" y="40"/>
                    <a:pt x="50" y="40"/>
                    <a:pt x="50" y="40"/>
                  </a:cubicBezTo>
                  <a:cubicBezTo>
                    <a:pt x="50" y="40"/>
                    <a:pt x="50" y="40"/>
                    <a:pt x="50" y="40"/>
                  </a:cubicBezTo>
                  <a:cubicBezTo>
                    <a:pt x="51" y="41"/>
                    <a:pt x="51" y="41"/>
                    <a:pt x="51" y="41"/>
                  </a:cubicBezTo>
                  <a:cubicBezTo>
                    <a:pt x="51" y="40"/>
                    <a:pt x="51" y="40"/>
                    <a:pt x="51" y="40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51" y="38"/>
                    <a:pt x="51" y="38"/>
                    <a:pt x="51" y="38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49" y="35"/>
                    <a:pt x="49" y="35"/>
                    <a:pt x="49" y="35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6" y="35"/>
                    <a:pt x="46" y="35"/>
                    <a:pt x="46" y="35"/>
                  </a:cubicBezTo>
                  <a:close/>
                  <a:moveTo>
                    <a:pt x="41" y="30"/>
                  </a:moveTo>
                  <a:cubicBezTo>
                    <a:pt x="41" y="30"/>
                    <a:pt x="41" y="30"/>
                    <a:pt x="41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1" y="30"/>
                    <a:pt x="41" y="30"/>
                    <a:pt x="41" y="30"/>
                  </a:cubicBezTo>
                  <a:close/>
                  <a:moveTo>
                    <a:pt x="42" y="28"/>
                  </a:move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4" y="29"/>
                    <a:pt x="44" y="29"/>
                    <a:pt x="44" y="29"/>
                  </a:cubicBezTo>
                  <a:cubicBezTo>
                    <a:pt x="44" y="29"/>
                    <a:pt x="44" y="29"/>
                    <a:pt x="44" y="29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8"/>
                    <a:pt x="42" y="28"/>
                    <a:pt x="42" y="28"/>
                  </a:cubicBezTo>
                  <a:close/>
                  <a:moveTo>
                    <a:pt x="33" y="23"/>
                  </a:moveTo>
                  <a:cubicBezTo>
                    <a:pt x="33" y="24"/>
                    <a:pt x="33" y="24"/>
                    <a:pt x="33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lose/>
                  <a:moveTo>
                    <a:pt x="31" y="21"/>
                  </a:moveTo>
                  <a:cubicBezTo>
                    <a:pt x="31" y="21"/>
                    <a:pt x="31" y="21"/>
                    <a:pt x="31" y="21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1" y="21"/>
                    <a:pt x="31" y="21"/>
                    <a:pt x="31" y="21"/>
                  </a:cubicBezTo>
                  <a:close/>
                  <a:moveTo>
                    <a:pt x="28" y="19"/>
                  </a:moveTo>
                  <a:cubicBezTo>
                    <a:pt x="28" y="21"/>
                    <a:pt x="28" y="21"/>
                    <a:pt x="28" y="21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lose/>
                  <a:moveTo>
                    <a:pt x="31" y="49"/>
                  </a:moveTo>
                  <a:cubicBezTo>
                    <a:pt x="32" y="50"/>
                    <a:pt x="32" y="50"/>
                    <a:pt x="32" y="50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lose/>
                  <a:moveTo>
                    <a:pt x="23" y="39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9"/>
                    <a:pt x="23" y="39"/>
                    <a:pt x="23" y="39"/>
                  </a:cubicBezTo>
                  <a:close/>
                  <a:moveTo>
                    <a:pt x="21" y="38"/>
                  </a:moveTo>
                  <a:cubicBezTo>
                    <a:pt x="22" y="39"/>
                    <a:pt x="22" y="39"/>
                    <a:pt x="22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8"/>
                    <a:pt x="21" y="38"/>
                    <a:pt x="21" y="38"/>
                  </a:cubicBezTo>
                  <a:close/>
                  <a:moveTo>
                    <a:pt x="20" y="36"/>
                  </a:moveTo>
                  <a:cubicBezTo>
                    <a:pt x="19" y="36"/>
                    <a:pt x="19" y="36"/>
                    <a:pt x="19" y="36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6"/>
                    <a:pt x="20" y="36"/>
                  </a:cubicBezTo>
                  <a:close/>
                  <a:moveTo>
                    <a:pt x="15" y="32"/>
                  </a:move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2"/>
                    <a:pt x="15" y="32"/>
                    <a:pt x="15" y="32"/>
                  </a:cubicBezTo>
                  <a:close/>
                  <a:moveTo>
                    <a:pt x="14" y="29"/>
                  </a:move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4" y="29"/>
                    <a:pt x="14" y="29"/>
                    <a:pt x="14" y="29"/>
                  </a:cubicBezTo>
                  <a:close/>
                  <a:moveTo>
                    <a:pt x="15" y="27"/>
                  </a:moveTo>
                  <a:cubicBezTo>
                    <a:pt x="16" y="27"/>
                    <a:pt x="16" y="27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7"/>
                    <a:pt x="15" y="27"/>
                    <a:pt x="15" y="27"/>
                  </a:cubicBezTo>
                  <a:close/>
                  <a:moveTo>
                    <a:pt x="8" y="22"/>
                  </a:moveTo>
                  <a:cubicBezTo>
                    <a:pt x="9" y="22"/>
                    <a:pt x="9" y="22"/>
                    <a:pt x="9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2"/>
                    <a:pt x="8" y="22"/>
                    <a:pt x="8" y="22"/>
                  </a:cubicBezTo>
                  <a:close/>
                  <a:moveTo>
                    <a:pt x="8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8" y="19"/>
                    <a:pt x="8" y="19"/>
                    <a:pt x="8" y="19"/>
                  </a:cubicBezTo>
                  <a:close/>
                  <a:moveTo>
                    <a:pt x="2" y="15"/>
                  </a:moveTo>
                  <a:cubicBezTo>
                    <a:pt x="2" y="15"/>
                    <a:pt x="2" y="15"/>
                    <a:pt x="2" y="15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2" y="15"/>
                    <a:pt x="2" y="15"/>
                    <a:pt x="2" y="15"/>
                  </a:cubicBezTo>
                  <a:close/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2" y="51"/>
                    <a:pt x="42" y="51"/>
                    <a:pt x="42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7" y="51"/>
                    <a:pt x="47" y="51"/>
                    <a:pt x="47" y="51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7" y="45"/>
                    <a:pt x="47" y="45"/>
                    <a:pt x="47" y="45"/>
                  </a:cubicBezTo>
                  <a:cubicBezTo>
                    <a:pt x="48" y="44"/>
                    <a:pt x="48" y="44"/>
                    <a:pt x="48" y="44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49" y="40"/>
                    <a:pt x="49" y="40"/>
                    <a:pt x="49" y="40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59" name="Freeform 21"/>
            <p:cNvSpPr>
              <a:spLocks noEditPoints="1"/>
            </p:cNvSpPr>
            <p:nvPr/>
          </p:nvSpPr>
          <p:spPr bwMode="auto">
            <a:xfrm>
              <a:off x="6922893" y="3353524"/>
              <a:ext cx="66905" cy="18013"/>
            </a:xfrm>
            <a:custGeom>
              <a:avLst/>
              <a:gdLst>
                <a:gd name="T0" fmla="*/ 0 w 52"/>
                <a:gd name="T1" fmla="*/ 11 h 14"/>
                <a:gd name="T2" fmla="*/ 4 w 52"/>
                <a:gd name="T3" fmla="*/ 14 h 14"/>
                <a:gd name="T4" fmla="*/ 4 w 52"/>
                <a:gd name="T5" fmla="*/ 11 h 14"/>
                <a:gd name="T6" fmla="*/ 7 w 52"/>
                <a:gd name="T7" fmla="*/ 11 h 14"/>
                <a:gd name="T8" fmla="*/ 7 w 52"/>
                <a:gd name="T9" fmla="*/ 7 h 14"/>
                <a:gd name="T10" fmla="*/ 7 w 52"/>
                <a:gd name="T11" fmla="*/ 7 h 14"/>
                <a:gd name="T12" fmla="*/ 4 w 52"/>
                <a:gd name="T13" fmla="*/ 11 h 14"/>
                <a:gd name="T14" fmla="*/ 0 w 52"/>
                <a:gd name="T15" fmla="*/ 11 h 14"/>
                <a:gd name="T16" fmla="*/ 0 w 52"/>
                <a:gd name="T17" fmla="*/ 11 h 14"/>
                <a:gd name="T18" fmla="*/ 11 w 52"/>
                <a:gd name="T19" fmla="*/ 7 h 14"/>
                <a:gd name="T20" fmla="*/ 15 w 52"/>
                <a:gd name="T21" fmla="*/ 11 h 14"/>
                <a:gd name="T22" fmla="*/ 18 w 52"/>
                <a:gd name="T23" fmla="*/ 14 h 14"/>
                <a:gd name="T24" fmla="*/ 22 w 52"/>
                <a:gd name="T25" fmla="*/ 14 h 14"/>
                <a:gd name="T26" fmla="*/ 22 w 52"/>
                <a:gd name="T27" fmla="*/ 11 h 14"/>
                <a:gd name="T28" fmla="*/ 26 w 52"/>
                <a:gd name="T29" fmla="*/ 11 h 14"/>
                <a:gd name="T30" fmla="*/ 30 w 52"/>
                <a:gd name="T31" fmla="*/ 11 h 14"/>
                <a:gd name="T32" fmla="*/ 37 w 52"/>
                <a:gd name="T33" fmla="*/ 11 h 14"/>
                <a:gd name="T34" fmla="*/ 41 w 52"/>
                <a:gd name="T35" fmla="*/ 7 h 14"/>
                <a:gd name="T36" fmla="*/ 44 w 52"/>
                <a:gd name="T37" fmla="*/ 7 h 14"/>
                <a:gd name="T38" fmla="*/ 48 w 52"/>
                <a:gd name="T39" fmla="*/ 3 h 14"/>
                <a:gd name="T40" fmla="*/ 48 w 52"/>
                <a:gd name="T41" fmla="*/ 3 h 14"/>
                <a:gd name="T42" fmla="*/ 52 w 52"/>
                <a:gd name="T43" fmla="*/ 0 h 14"/>
                <a:gd name="T44" fmla="*/ 52 w 52"/>
                <a:gd name="T45" fmla="*/ 0 h 14"/>
                <a:gd name="T46" fmla="*/ 52 w 52"/>
                <a:gd name="T47" fmla="*/ 0 h 14"/>
                <a:gd name="T48" fmla="*/ 44 w 52"/>
                <a:gd name="T49" fmla="*/ 0 h 14"/>
                <a:gd name="T50" fmla="*/ 41 w 52"/>
                <a:gd name="T51" fmla="*/ 0 h 14"/>
                <a:gd name="T52" fmla="*/ 37 w 52"/>
                <a:gd name="T53" fmla="*/ 0 h 14"/>
                <a:gd name="T54" fmla="*/ 33 w 52"/>
                <a:gd name="T55" fmla="*/ 0 h 14"/>
                <a:gd name="T56" fmla="*/ 30 w 52"/>
                <a:gd name="T57" fmla="*/ 0 h 14"/>
                <a:gd name="T58" fmla="*/ 22 w 52"/>
                <a:gd name="T59" fmla="*/ 0 h 14"/>
                <a:gd name="T60" fmla="*/ 18 w 52"/>
                <a:gd name="T61" fmla="*/ 3 h 14"/>
                <a:gd name="T62" fmla="*/ 11 w 52"/>
                <a:gd name="T63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2" h="14">
                  <a:moveTo>
                    <a:pt x="0" y="11"/>
                  </a:moveTo>
                  <a:lnTo>
                    <a:pt x="4" y="14"/>
                  </a:lnTo>
                  <a:lnTo>
                    <a:pt x="4" y="11"/>
                  </a:lnTo>
                  <a:lnTo>
                    <a:pt x="7" y="11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0" y="11"/>
                  </a:lnTo>
                  <a:close/>
                  <a:moveTo>
                    <a:pt x="11" y="7"/>
                  </a:moveTo>
                  <a:lnTo>
                    <a:pt x="15" y="11"/>
                  </a:lnTo>
                  <a:lnTo>
                    <a:pt x="18" y="14"/>
                  </a:lnTo>
                  <a:lnTo>
                    <a:pt x="22" y="14"/>
                  </a:lnTo>
                  <a:lnTo>
                    <a:pt x="22" y="11"/>
                  </a:lnTo>
                  <a:lnTo>
                    <a:pt x="26" y="11"/>
                  </a:lnTo>
                  <a:lnTo>
                    <a:pt x="30" y="11"/>
                  </a:lnTo>
                  <a:lnTo>
                    <a:pt x="37" y="11"/>
                  </a:lnTo>
                  <a:lnTo>
                    <a:pt x="41" y="7"/>
                  </a:lnTo>
                  <a:lnTo>
                    <a:pt x="44" y="7"/>
                  </a:lnTo>
                  <a:lnTo>
                    <a:pt x="48" y="3"/>
                  </a:lnTo>
                  <a:lnTo>
                    <a:pt x="48" y="3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4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2" y="0"/>
                  </a:lnTo>
                  <a:lnTo>
                    <a:pt x="18" y="3"/>
                  </a:lnTo>
                  <a:lnTo>
                    <a:pt x="11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0" name="Freeform 22"/>
            <p:cNvSpPr>
              <a:spLocks noEditPoints="1"/>
            </p:cNvSpPr>
            <p:nvPr/>
          </p:nvSpPr>
          <p:spPr bwMode="auto">
            <a:xfrm>
              <a:off x="6417249" y="3033153"/>
              <a:ext cx="405289" cy="133810"/>
            </a:xfrm>
            <a:custGeom>
              <a:avLst/>
              <a:gdLst>
                <a:gd name="T0" fmla="*/ 193 w 315"/>
                <a:gd name="T1" fmla="*/ 74 h 104"/>
                <a:gd name="T2" fmla="*/ 4 w 315"/>
                <a:gd name="T3" fmla="*/ 33 h 104"/>
                <a:gd name="T4" fmla="*/ 0 w 315"/>
                <a:gd name="T5" fmla="*/ 30 h 104"/>
                <a:gd name="T6" fmla="*/ 174 w 315"/>
                <a:gd name="T7" fmla="*/ 100 h 104"/>
                <a:gd name="T8" fmla="*/ 186 w 315"/>
                <a:gd name="T9" fmla="*/ 100 h 104"/>
                <a:gd name="T10" fmla="*/ 219 w 315"/>
                <a:gd name="T11" fmla="*/ 93 h 104"/>
                <a:gd name="T12" fmla="*/ 241 w 315"/>
                <a:gd name="T13" fmla="*/ 93 h 104"/>
                <a:gd name="T14" fmla="*/ 260 w 315"/>
                <a:gd name="T15" fmla="*/ 56 h 104"/>
                <a:gd name="T16" fmla="*/ 267 w 315"/>
                <a:gd name="T17" fmla="*/ 48 h 104"/>
                <a:gd name="T18" fmla="*/ 289 w 315"/>
                <a:gd name="T19" fmla="*/ 48 h 104"/>
                <a:gd name="T20" fmla="*/ 304 w 315"/>
                <a:gd name="T21" fmla="*/ 48 h 104"/>
                <a:gd name="T22" fmla="*/ 308 w 315"/>
                <a:gd name="T23" fmla="*/ 41 h 104"/>
                <a:gd name="T24" fmla="*/ 311 w 315"/>
                <a:gd name="T25" fmla="*/ 33 h 104"/>
                <a:gd name="T26" fmla="*/ 297 w 315"/>
                <a:gd name="T27" fmla="*/ 30 h 104"/>
                <a:gd name="T28" fmla="*/ 293 w 315"/>
                <a:gd name="T29" fmla="*/ 26 h 104"/>
                <a:gd name="T30" fmla="*/ 293 w 315"/>
                <a:gd name="T31" fmla="*/ 19 h 104"/>
                <a:gd name="T32" fmla="*/ 282 w 315"/>
                <a:gd name="T33" fmla="*/ 8 h 104"/>
                <a:gd name="T34" fmla="*/ 274 w 315"/>
                <a:gd name="T35" fmla="*/ 11 h 104"/>
                <a:gd name="T36" fmla="*/ 263 w 315"/>
                <a:gd name="T37" fmla="*/ 22 h 104"/>
                <a:gd name="T38" fmla="*/ 248 w 315"/>
                <a:gd name="T39" fmla="*/ 37 h 104"/>
                <a:gd name="T40" fmla="*/ 252 w 315"/>
                <a:gd name="T41" fmla="*/ 37 h 104"/>
                <a:gd name="T42" fmla="*/ 252 w 315"/>
                <a:gd name="T43" fmla="*/ 48 h 104"/>
                <a:gd name="T44" fmla="*/ 248 w 315"/>
                <a:gd name="T45" fmla="*/ 41 h 104"/>
                <a:gd name="T46" fmla="*/ 241 w 315"/>
                <a:gd name="T47" fmla="*/ 48 h 104"/>
                <a:gd name="T48" fmla="*/ 230 w 315"/>
                <a:gd name="T49" fmla="*/ 48 h 104"/>
                <a:gd name="T50" fmla="*/ 215 w 315"/>
                <a:gd name="T51" fmla="*/ 67 h 104"/>
                <a:gd name="T52" fmla="*/ 200 w 315"/>
                <a:gd name="T53" fmla="*/ 78 h 104"/>
                <a:gd name="T54" fmla="*/ 189 w 315"/>
                <a:gd name="T55" fmla="*/ 85 h 104"/>
                <a:gd name="T56" fmla="*/ 171 w 315"/>
                <a:gd name="T57" fmla="*/ 93 h 104"/>
                <a:gd name="T58" fmla="*/ 160 w 315"/>
                <a:gd name="T59" fmla="*/ 85 h 104"/>
                <a:gd name="T60" fmla="*/ 278 w 315"/>
                <a:gd name="T61" fmla="*/ 0 h 104"/>
                <a:gd name="T62" fmla="*/ 286 w 315"/>
                <a:gd name="T63" fmla="*/ 4 h 104"/>
                <a:gd name="T64" fmla="*/ 189 w 315"/>
                <a:gd name="T65" fmla="*/ 82 h 104"/>
                <a:gd name="T66" fmla="*/ 193 w 315"/>
                <a:gd name="T67" fmla="*/ 78 h 104"/>
                <a:gd name="T68" fmla="*/ 197 w 315"/>
                <a:gd name="T69" fmla="*/ 74 h 104"/>
                <a:gd name="T70" fmla="*/ 193 w 315"/>
                <a:gd name="T71" fmla="*/ 74 h 104"/>
                <a:gd name="T72" fmla="*/ 4 w 315"/>
                <a:gd name="T73" fmla="*/ 11 h 104"/>
                <a:gd name="T74" fmla="*/ 15 w 315"/>
                <a:gd name="T75" fmla="*/ 15 h 104"/>
                <a:gd name="T76" fmla="*/ 23 w 315"/>
                <a:gd name="T77" fmla="*/ 26 h 104"/>
                <a:gd name="T78" fmla="*/ 34 w 315"/>
                <a:gd name="T79" fmla="*/ 22 h 104"/>
                <a:gd name="T80" fmla="*/ 37 w 315"/>
                <a:gd name="T81" fmla="*/ 19 h 104"/>
                <a:gd name="T82" fmla="*/ 56 w 315"/>
                <a:gd name="T83" fmla="*/ 48 h 104"/>
                <a:gd name="T84" fmla="*/ 56 w 315"/>
                <a:gd name="T85" fmla="*/ 67 h 104"/>
                <a:gd name="T86" fmla="*/ 67 w 315"/>
                <a:gd name="T87" fmla="*/ 78 h 104"/>
                <a:gd name="T88" fmla="*/ 71 w 315"/>
                <a:gd name="T89" fmla="*/ 85 h 104"/>
                <a:gd name="T90" fmla="*/ 71 w 315"/>
                <a:gd name="T91" fmla="*/ 93 h 104"/>
                <a:gd name="T92" fmla="*/ 71 w 315"/>
                <a:gd name="T93" fmla="*/ 93 h 104"/>
                <a:gd name="T94" fmla="*/ 60 w 315"/>
                <a:gd name="T95" fmla="*/ 93 h 104"/>
                <a:gd name="T96" fmla="*/ 45 w 315"/>
                <a:gd name="T97" fmla="*/ 85 h 104"/>
                <a:gd name="T98" fmla="*/ 30 w 315"/>
                <a:gd name="T99" fmla="*/ 74 h 104"/>
                <a:gd name="T100" fmla="*/ 23 w 315"/>
                <a:gd name="T101" fmla="*/ 63 h 104"/>
                <a:gd name="T102" fmla="*/ 12 w 315"/>
                <a:gd name="T103" fmla="*/ 52 h 104"/>
                <a:gd name="T104" fmla="*/ 8 w 315"/>
                <a:gd name="T105" fmla="*/ 37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15" h="104">
                  <a:moveTo>
                    <a:pt x="193" y="74"/>
                  </a:moveTo>
                  <a:lnTo>
                    <a:pt x="193" y="78"/>
                  </a:lnTo>
                  <a:lnTo>
                    <a:pt x="189" y="78"/>
                  </a:lnTo>
                  <a:lnTo>
                    <a:pt x="189" y="78"/>
                  </a:lnTo>
                  <a:lnTo>
                    <a:pt x="193" y="74"/>
                  </a:lnTo>
                  <a:lnTo>
                    <a:pt x="193" y="74"/>
                  </a:lnTo>
                  <a:lnTo>
                    <a:pt x="193" y="74"/>
                  </a:lnTo>
                  <a:close/>
                  <a:moveTo>
                    <a:pt x="0" y="30"/>
                  </a:moveTo>
                  <a:lnTo>
                    <a:pt x="0" y="33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0" y="30"/>
                  </a:lnTo>
                  <a:lnTo>
                    <a:pt x="0" y="30"/>
                  </a:lnTo>
                  <a:close/>
                  <a:moveTo>
                    <a:pt x="160" y="85"/>
                  </a:moveTo>
                  <a:lnTo>
                    <a:pt x="163" y="93"/>
                  </a:lnTo>
                  <a:lnTo>
                    <a:pt x="171" y="97"/>
                  </a:lnTo>
                  <a:lnTo>
                    <a:pt x="171" y="97"/>
                  </a:lnTo>
                  <a:lnTo>
                    <a:pt x="174" y="100"/>
                  </a:lnTo>
                  <a:lnTo>
                    <a:pt x="174" y="104"/>
                  </a:lnTo>
                  <a:lnTo>
                    <a:pt x="178" y="104"/>
                  </a:lnTo>
                  <a:lnTo>
                    <a:pt x="182" y="100"/>
                  </a:lnTo>
                  <a:lnTo>
                    <a:pt x="182" y="100"/>
                  </a:lnTo>
                  <a:lnTo>
                    <a:pt x="186" y="100"/>
                  </a:lnTo>
                  <a:lnTo>
                    <a:pt x="189" y="100"/>
                  </a:lnTo>
                  <a:lnTo>
                    <a:pt x="200" y="100"/>
                  </a:lnTo>
                  <a:lnTo>
                    <a:pt x="208" y="97"/>
                  </a:lnTo>
                  <a:lnTo>
                    <a:pt x="211" y="93"/>
                  </a:lnTo>
                  <a:lnTo>
                    <a:pt x="219" y="93"/>
                  </a:lnTo>
                  <a:lnTo>
                    <a:pt x="223" y="97"/>
                  </a:lnTo>
                  <a:lnTo>
                    <a:pt x="223" y="97"/>
                  </a:lnTo>
                  <a:lnTo>
                    <a:pt x="226" y="97"/>
                  </a:lnTo>
                  <a:lnTo>
                    <a:pt x="234" y="93"/>
                  </a:lnTo>
                  <a:lnTo>
                    <a:pt x="241" y="93"/>
                  </a:lnTo>
                  <a:lnTo>
                    <a:pt x="241" y="89"/>
                  </a:lnTo>
                  <a:lnTo>
                    <a:pt x="248" y="82"/>
                  </a:lnTo>
                  <a:lnTo>
                    <a:pt x="252" y="74"/>
                  </a:lnTo>
                  <a:lnTo>
                    <a:pt x="256" y="71"/>
                  </a:lnTo>
                  <a:lnTo>
                    <a:pt x="260" y="56"/>
                  </a:lnTo>
                  <a:lnTo>
                    <a:pt x="260" y="56"/>
                  </a:lnTo>
                  <a:lnTo>
                    <a:pt x="260" y="52"/>
                  </a:lnTo>
                  <a:lnTo>
                    <a:pt x="260" y="52"/>
                  </a:lnTo>
                  <a:lnTo>
                    <a:pt x="263" y="48"/>
                  </a:lnTo>
                  <a:lnTo>
                    <a:pt x="267" y="48"/>
                  </a:lnTo>
                  <a:lnTo>
                    <a:pt x="271" y="48"/>
                  </a:lnTo>
                  <a:lnTo>
                    <a:pt x="278" y="48"/>
                  </a:lnTo>
                  <a:lnTo>
                    <a:pt x="282" y="48"/>
                  </a:lnTo>
                  <a:lnTo>
                    <a:pt x="286" y="48"/>
                  </a:lnTo>
                  <a:lnTo>
                    <a:pt x="289" y="48"/>
                  </a:lnTo>
                  <a:lnTo>
                    <a:pt x="289" y="48"/>
                  </a:lnTo>
                  <a:lnTo>
                    <a:pt x="293" y="52"/>
                  </a:lnTo>
                  <a:lnTo>
                    <a:pt x="297" y="52"/>
                  </a:lnTo>
                  <a:lnTo>
                    <a:pt x="300" y="48"/>
                  </a:lnTo>
                  <a:lnTo>
                    <a:pt x="304" y="48"/>
                  </a:lnTo>
                  <a:lnTo>
                    <a:pt x="304" y="48"/>
                  </a:lnTo>
                  <a:lnTo>
                    <a:pt x="300" y="45"/>
                  </a:lnTo>
                  <a:lnTo>
                    <a:pt x="300" y="41"/>
                  </a:lnTo>
                  <a:lnTo>
                    <a:pt x="300" y="37"/>
                  </a:lnTo>
                  <a:lnTo>
                    <a:pt x="308" y="41"/>
                  </a:lnTo>
                  <a:lnTo>
                    <a:pt x="315" y="37"/>
                  </a:lnTo>
                  <a:lnTo>
                    <a:pt x="315" y="37"/>
                  </a:lnTo>
                  <a:lnTo>
                    <a:pt x="315" y="33"/>
                  </a:lnTo>
                  <a:lnTo>
                    <a:pt x="315" y="33"/>
                  </a:lnTo>
                  <a:lnTo>
                    <a:pt x="311" y="33"/>
                  </a:lnTo>
                  <a:lnTo>
                    <a:pt x="308" y="30"/>
                  </a:lnTo>
                  <a:lnTo>
                    <a:pt x="304" y="30"/>
                  </a:lnTo>
                  <a:lnTo>
                    <a:pt x="300" y="26"/>
                  </a:lnTo>
                  <a:lnTo>
                    <a:pt x="297" y="26"/>
                  </a:lnTo>
                  <a:lnTo>
                    <a:pt x="297" y="30"/>
                  </a:lnTo>
                  <a:lnTo>
                    <a:pt x="293" y="30"/>
                  </a:lnTo>
                  <a:lnTo>
                    <a:pt x="297" y="26"/>
                  </a:lnTo>
                  <a:lnTo>
                    <a:pt x="297" y="22"/>
                  </a:lnTo>
                  <a:lnTo>
                    <a:pt x="293" y="22"/>
                  </a:lnTo>
                  <a:lnTo>
                    <a:pt x="293" y="26"/>
                  </a:lnTo>
                  <a:lnTo>
                    <a:pt x="289" y="26"/>
                  </a:lnTo>
                  <a:lnTo>
                    <a:pt x="289" y="26"/>
                  </a:lnTo>
                  <a:lnTo>
                    <a:pt x="289" y="19"/>
                  </a:lnTo>
                  <a:lnTo>
                    <a:pt x="293" y="19"/>
                  </a:lnTo>
                  <a:lnTo>
                    <a:pt x="293" y="19"/>
                  </a:lnTo>
                  <a:lnTo>
                    <a:pt x="289" y="15"/>
                  </a:lnTo>
                  <a:lnTo>
                    <a:pt x="286" y="15"/>
                  </a:lnTo>
                  <a:lnTo>
                    <a:pt x="282" y="15"/>
                  </a:lnTo>
                  <a:lnTo>
                    <a:pt x="282" y="8"/>
                  </a:lnTo>
                  <a:lnTo>
                    <a:pt x="282" y="8"/>
                  </a:lnTo>
                  <a:lnTo>
                    <a:pt x="278" y="8"/>
                  </a:lnTo>
                  <a:lnTo>
                    <a:pt x="278" y="11"/>
                  </a:lnTo>
                  <a:lnTo>
                    <a:pt x="274" y="15"/>
                  </a:lnTo>
                  <a:lnTo>
                    <a:pt x="274" y="15"/>
                  </a:lnTo>
                  <a:lnTo>
                    <a:pt x="274" y="11"/>
                  </a:lnTo>
                  <a:lnTo>
                    <a:pt x="274" y="8"/>
                  </a:lnTo>
                  <a:lnTo>
                    <a:pt x="274" y="8"/>
                  </a:lnTo>
                  <a:lnTo>
                    <a:pt x="271" y="15"/>
                  </a:lnTo>
                  <a:lnTo>
                    <a:pt x="267" y="15"/>
                  </a:lnTo>
                  <a:lnTo>
                    <a:pt x="263" y="22"/>
                  </a:lnTo>
                  <a:lnTo>
                    <a:pt x="263" y="26"/>
                  </a:lnTo>
                  <a:lnTo>
                    <a:pt x="260" y="33"/>
                  </a:lnTo>
                  <a:lnTo>
                    <a:pt x="256" y="33"/>
                  </a:lnTo>
                  <a:lnTo>
                    <a:pt x="252" y="33"/>
                  </a:lnTo>
                  <a:lnTo>
                    <a:pt x="248" y="37"/>
                  </a:lnTo>
                  <a:lnTo>
                    <a:pt x="252" y="37"/>
                  </a:lnTo>
                  <a:lnTo>
                    <a:pt x="248" y="37"/>
                  </a:lnTo>
                  <a:lnTo>
                    <a:pt x="252" y="37"/>
                  </a:lnTo>
                  <a:lnTo>
                    <a:pt x="256" y="37"/>
                  </a:lnTo>
                  <a:lnTo>
                    <a:pt x="252" y="37"/>
                  </a:lnTo>
                  <a:lnTo>
                    <a:pt x="252" y="41"/>
                  </a:lnTo>
                  <a:lnTo>
                    <a:pt x="248" y="41"/>
                  </a:lnTo>
                  <a:lnTo>
                    <a:pt x="252" y="41"/>
                  </a:lnTo>
                  <a:lnTo>
                    <a:pt x="252" y="48"/>
                  </a:lnTo>
                  <a:lnTo>
                    <a:pt x="252" y="48"/>
                  </a:lnTo>
                  <a:lnTo>
                    <a:pt x="248" y="48"/>
                  </a:lnTo>
                  <a:lnTo>
                    <a:pt x="248" y="45"/>
                  </a:lnTo>
                  <a:lnTo>
                    <a:pt x="248" y="41"/>
                  </a:lnTo>
                  <a:lnTo>
                    <a:pt x="248" y="41"/>
                  </a:lnTo>
                  <a:lnTo>
                    <a:pt x="248" y="41"/>
                  </a:lnTo>
                  <a:lnTo>
                    <a:pt x="245" y="41"/>
                  </a:lnTo>
                  <a:lnTo>
                    <a:pt x="245" y="45"/>
                  </a:lnTo>
                  <a:lnTo>
                    <a:pt x="245" y="52"/>
                  </a:lnTo>
                  <a:lnTo>
                    <a:pt x="245" y="52"/>
                  </a:lnTo>
                  <a:lnTo>
                    <a:pt x="241" y="48"/>
                  </a:lnTo>
                  <a:lnTo>
                    <a:pt x="237" y="45"/>
                  </a:lnTo>
                  <a:lnTo>
                    <a:pt x="237" y="45"/>
                  </a:lnTo>
                  <a:lnTo>
                    <a:pt x="234" y="45"/>
                  </a:lnTo>
                  <a:lnTo>
                    <a:pt x="230" y="45"/>
                  </a:lnTo>
                  <a:lnTo>
                    <a:pt x="230" y="48"/>
                  </a:lnTo>
                  <a:lnTo>
                    <a:pt x="226" y="52"/>
                  </a:lnTo>
                  <a:lnTo>
                    <a:pt x="226" y="56"/>
                  </a:lnTo>
                  <a:lnTo>
                    <a:pt x="219" y="59"/>
                  </a:lnTo>
                  <a:lnTo>
                    <a:pt x="219" y="63"/>
                  </a:lnTo>
                  <a:lnTo>
                    <a:pt x="215" y="67"/>
                  </a:lnTo>
                  <a:lnTo>
                    <a:pt x="211" y="71"/>
                  </a:lnTo>
                  <a:lnTo>
                    <a:pt x="197" y="74"/>
                  </a:lnTo>
                  <a:lnTo>
                    <a:pt x="197" y="74"/>
                  </a:lnTo>
                  <a:lnTo>
                    <a:pt x="197" y="78"/>
                  </a:lnTo>
                  <a:lnTo>
                    <a:pt x="200" y="78"/>
                  </a:lnTo>
                  <a:lnTo>
                    <a:pt x="197" y="78"/>
                  </a:lnTo>
                  <a:lnTo>
                    <a:pt x="193" y="82"/>
                  </a:lnTo>
                  <a:lnTo>
                    <a:pt x="189" y="82"/>
                  </a:lnTo>
                  <a:lnTo>
                    <a:pt x="189" y="82"/>
                  </a:lnTo>
                  <a:lnTo>
                    <a:pt x="189" y="85"/>
                  </a:lnTo>
                  <a:lnTo>
                    <a:pt x="189" y="89"/>
                  </a:lnTo>
                  <a:lnTo>
                    <a:pt x="186" y="93"/>
                  </a:lnTo>
                  <a:lnTo>
                    <a:pt x="186" y="93"/>
                  </a:lnTo>
                  <a:lnTo>
                    <a:pt x="178" y="93"/>
                  </a:lnTo>
                  <a:lnTo>
                    <a:pt x="171" y="93"/>
                  </a:lnTo>
                  <a:lnTo>
                    <a:pt x="167" y="93"/>
                  </a:lnTo>
                  <a:lnTo>
                    <a:pt x="167" y="89"/>
                  </a:lnTo>
                  <a:lnTo>
                    <a:pt x="163" y="85"/>
                  </a:lnTo>
                  <a:lnTo>
                    <a:pt x="160" y="85"/>
                  </a:lnTo>
                  <a:lnTo>
                    <a:pt x="160" y="85"/>
                  </a:lnTo>
                  <a:close/>
                  <a:moveTo>
                    <a:pt x="278" y="0"/>
                  </a:moveTo>
                  <a:lnTo>
                    <a:pt x="274" y="4"/>
                  </a:lnTo>
                  <a:lnTo>
                    <a:pt x="274" y="4"/>
                  </a:lnTo>
                  <a:lnTo>
                    <a:pt x="278" y="4"/>
                  </a:lnTo>
                  <a:lnTo>
                    <a:pt x="278" y="0"/>
                  </a:lnTo>
                  <a:lnTo>
                    <a:pt x="278" y="0"/>
                  </a:lnTo>
                  <a:close/>
                  <a:moveTo>
                    <a:pt x="282" y="0"/>
                  </a:moveTo>
                  <a:lnTo>
                    <a:pt x="278" y="4"/>
                  </a:lnTo>
                  <a:lnTo>
                    <a:pt x="282" y="4"/>
                  </a:lnTo>
                  <a:lnTo>
                    <a:pt x="286" y="4"/>
                  </a:lnTo>
                  <a:lnTo>
                    <a:pt x="286" y="4"/>
                  </a:lnTo>
                  <a:lnTo>
                    <a:pt x="282" y="0"/>
                  </a:lnTo>
                  <a:lnTo>
                    <a:pt x="282" y="0"/>
                  </a:lnTo>
                  <a:close/>
                  <a:moveTo>
                    <a:pt x="193" y="82"/>
                  </a:moveTo>
                  <a:lnTo>
                    <a:pt x="189" y="82"/>
                  </a:lnTo>
                  <a:lnTo>
                    <a:pt x="189" y="78"/>
                  </a:lnTo>
                  <a:lnTo>
                    <a:pt x="193" y="82"/>
                  </a:lnTo>
                  <a:lnTo>
                    <a:pt x="193" y="82"/>
                  </a:lnTo>
                  <a:close/>
                  <a:moveTo>
                    <a:pt x="193" y="78"/>
                  </a:moveTo>
                  <a:lnTo>
                    <a:pt x="193" y="78"/>
                  </a:lnTo>
                  <a:lnTo>
                    <a:pt x="193" y="78"/>
                  </a:lnTo>
                  <a:lnTo>
                    <a:pt x="193" y="78"/>
                  </a:lnTo>
                  <a:lnTo>
                    <a:pt x="193" y="78"/>
                  </a:lnTo>
                  <a:lnTo>
                    <a:pt x="193" y="78"/>
                  </a:lnTo>
                  <a:close/>
                  <a:moveTo>
                    <a:pt x="197" y="74"/>
                  </a:moveTo>
                  <a:lnTo>
                    <a:pt x="197" y="78"/>
                  </a:lnTo>
                  <a:lnTo>
                    <a:pt x="193" y="78"/>
                  </a:lnTo>
                  <a:lnTo>
                    <a:pt x="193" y="78"/>
                  </a:lnTo>
                  <a:lnTo>
                    <a:pt x="193" y="74"/>
                  </a:lnTo>
                  <a:lnTo>
                    <a:pt x="193" y="74"/>
                  </a:lnTo>
                  <a:lnTo>
                    <a:pt x="193" y="74"/>
                  </a:lnTo>
                  <a:lnTo>
                    <a:pt x="197" y="74"/>
                  </a:lnTo>
                  <a:lnTo>
                    <a:pt x="197" y="74"/>
                  </a:lnTo>
                  <a:close/>
                  <a:moveTo>
                    <a:pt x="0" y="15"/>
                  </a:moveTo>
                  <a:lnTo>
                    <a:pt x="4" y="11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2" y="15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19" y="19"/>
                  </a:lnTo>
                  <a:lnTo>
                    <a:pt x="19" y="22"/>
                  </a:lnTo>
                  <a:lnTo>
                    <a:pt x="15" y="22"/>
                  </a:lnTo>
                  <a:lnTo>
                    <a:pt x="15" y="26"/>
                  </a:lnTo>
                  <a:lnTo>
                    <a:pt x="23" y="26"/>
                  </a:lnTo>
                  <a:lnTo>
                    <a:pt x="26" y="26"/>
                  </a:lnTo>
                  <a:lnTo>
                    <a:pt x="26" y="22"/>
                  </a:lnTo>
                  <a:lnTo>
                    <a:pt x="30" y="26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7" y="19"/>
                  </a:lnTo>
                  <a:lnTo>
                    <a:pt x="37" y="19"/>
                  </a:lnTo>
                  <a:lnTo>
                    <a:pt x="41" y="22"/>
                  </a:lnTo>
                  <a:lnTo>
                    <a:pt x="52" y="33"/>
                  </a:lnTo>
                  <a:lnTo>
                    <a:pt x="56" y="41"/>
                  </a:lnTo>
                  <a:lnTo>
                    <a:pt x="56" y="45"/>
                  </a:lnTo>
                  <a:lnTo>
                    <a:pt x="56" y="48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56" y="59"/>
                  </a:lnTo>
                  <a:lnTo>
                    <a:pt x="56" y="59"/>
                  </a:lnTo>
                  <a:lnTo>
                    <a:pt x="56" y="67"/>
                  </a:lnTo>
                  <a:lnTo>
                    <a:pt x="60" y="71"/>
                  </a:lnTo>
                  <a:lnTo>
                    <a:pt x="63" y="74"/>
                  </a:lnTo>
                  <a:lnTo>
                    <a:pt x="67" y="74"/>
                  </a:lnTo>
                  <a:lnTo>
                    <a:pt x="67" y="74"/>
                  </a:lnTo>
                  <a:lnTo>
                    <a:pt x="67" y="78"/>
                  </a:lnTo>
                  <a:lnTo>
                    <a:pt x="67" y="82"/>
                  </a:lnTo>
                  <a:lnTo>
                    <a:pt x="67" y="82"/>
                  </a:lnTo>
                  <a:lnTo>
                    <a:pt x="67" y="82"/>
                  </a:lnTo>
                  <a:lnTo>
                    <a:pt x="67" y="85"/>
                  </a:lnTo>
                  <a:lnTo>
                    <a:pt x="71" y="85"/>
                  </a:lnTo>
                  <a:lnTo>
                    <a:pt x="74" y="89"/>
                  </a:lnTo>
                  <a:lnTo>
                    <a:pt x="74" y="93"/>
                  </a:lnTo>
                  <a:lnTo>
                    <a:pt x="71" y="93"/>
                  </a:lnTo>
                  <a:lnTo>
                    <a:pt x="71" y="93"/>
                  </a:lnTo>
                  <a:lnTo>
                    <a:pt x="71" y="93"/>
                  </a:lnTo>
                  <a:lnTo>
                    <a:pt x="67" y="89"/>
                  </a:lnTo>
                  <a:lnTo>
                    <a:pt x="71" y="93"/>
                  </a:lnTo>
                  <a:lnTo>
                    <a:pt x="67" y="93"/>
                  </a:lnTo>
                  <a:lnTo>
                    <a:pt x="67" y="93"/>
                  </a:lnTo>
                  <a:lnTo>
                    <a:pt x="71" y="93"/>
                  </a:lnTo>
                  <a:lnTo>
                    <a:pt x="71" y="93"/>
                  </a:lnTo>
                  <a:lnTo>
                    <a:pt x="67" y="97"/>
                  </a:lnTo>
                  <a:lnTo>
                    <a:pt x="63" y="93"/>
                  </a:lnTo>
                  <a:lnTo>
                    <a:pt x="63" y="97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52" y="89"/>
                  </a:lnTo>
                  <a:lnTo>
                    <a:pt x="49" y="89"/>
                  </a:lnTo>
                  <a:lnTo>
                    <a:pt x="45" y="85"/>
                  </a:lnTo>
                  <a:lnTo>
                    <a:pt x="45" y="85"/>
                  </a:lnTo>
                  <a:lnTo>
                    <a:pt x="41" y="85"/>
                  </a:lnTo>
                  <a:lnTo>
                    <a:pt x="37" y="85"/>
                  </a:lnTo>
                  <a:lnTo>
                    <a:pt x="34" y="82"/>
                  </a:lnTo>
                  <a:lnTo>
                    <a:pt x="34" y="78"/>
                  </a:lnTo>
                  <a:lnTo>
                    <a:pt x="30" y="74"/>
                  </a:lnTo>
                  <a:lnTo>
                    <a:pt x="26" y="74"/>
                  </a:lnTo>
                  <a:lnTo>
                    <a:pt x="23" y="71"/>
                  </a:lnTo>
                  <a:lnTo>
                    <a:pt x="23" y="71"/>
                  </a:lnTo>
                  <a:lnTo>
                    <a:pt x="26" y="67"/>
                  </a:lnTo>
                  <a:lnTo>
                    <a:pt x="23" y="63"/>
                  </a:lnTo>
                  <a:lnTo>
                    <a:pt x="19" y="63"/>
                  </a:lnTo>
                  <a:lnTo>
                    <a:pt x="19" y="59"/>
                  </a:lnTo>
                  <a:lnTo>
                    <a:pt x="12" y="56"/>
                  </a:lnTo>
                  <a:lnTo>
                    <a:pt x="12" y="52"/>
                  </a:lnTo>
                  <a:lnTo>
                    <a:pt x="12" y="52"/>
                  </a:lnTo>
                  <a:lnTo>
                    <a:pt x="8" y="48"/>
                  </a:lnTo>
                  <a:lnTo>
                    <a:pt x="8" y="48"/>
                  </a:lnTo>
                  <a:lnTo>
                    <a:pt x="12" y="45"/>
                  </a:lnTo>
                  <a:lnTo>
                    <a:pt x="12" y="41"/>
                  </a:lnTo>
                  <a:lnTo>
                    <a:pt x="8" y="37"/>
                  </a:lnTo>
                  <a:lnTo>
                    <a:pt x="8" y="33"/>
                  </a:lnTo>
                  <a:lnTo>
                    <a:pt x="4" y="22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1" name="Freeform 23"/>
            <p:cNvSpPr>
              <a:spLocks noEditPoints="1"/>
            </p:cNvSpPr>
            <p:nvPr/>
          </p:nvSpPr>
          <p:spPr bwMode="auto">
            <a:xfrm>
              <a:off x="6718320" y="3080759"/>
              <a:ext cx="23159" cy="19300"/>
            </a:xfrm>
            <a:custGeom>
              <a:avLst/>
              <a:gdLst>
                <a:gd name="T0" fmla="*/ 0 w 18"/>
                <a:gd name="T1" fmla="*/ 8 h 15"/>
                <a:gd name="T2" fmla="*/ 3 w 18"/>
                <a:gd name="T3" fmla="*/ 8 h 15"/>
                <a:gd name="T4" fmla="*/ 3 w 18"/>
                <a:gd name="T5" fmla="*/ 8 h 15"/>
                <a:gd name="T6" fmla="*/ 7 w 18"/>
                <a:gd name="T7" fmla="*/ 11 h 15"/>
                <a:gd name="T8" fmla="*/ 11 w 18"/>
                <a:gd name="T9" fmla="*/ 15 h 15"/>
                <a:gd name="T10" fmla="*/ 11 w 18"/>
                <a:gd name="T11" fmla="*/ 15 h 15"/>
                <a:gd name="T12" fmla="*/ 11 w 18"/>
                <a:gd name="T13" fmla="*/ 8 h 15"/>
                <a:gd name="T14" fmla="*/ 11 w 18"/>
                <a:gd name="T15" fmla="*/ 4 h 15"/>
                <a:gd name="T16" fmla="*/ 14 w 18"/>
                <a:gd name="T17" fmla="*/ 4 h 15"/>
                <a:gd name="T18" fmla="*/ 14 w 18"/>
                <a:gd name="T19" fmla="*/ 4 h 15"/>
                <a:gd name="T20" fmla="*/ 14 w 18"/>
                <a:gd name="T21" fmla="*/ 0 h 15"/>
                <a:gd name="T22" fmla="*/ 11 w 18"/>
                <a:gd name="T23" fmla="*/ 0 h 15"/>
                <a:gd name="T24" fmla="*/ 7 w 18"/>
                <a:gd name="T25" fmla="*/ 4 h 15"/>
                <a:gd name="T26" fmla="*/ 0 w 18"/>
                <a:gd name="T27" fmla="*/ 8 h 15"/>
                <a:gd name="T28" fmla="*/ 0 w 18"/>
                <a:gd name="T29" fmla="*/ 8 h 15"/>
                <a:gd name="T30" fmla="*/ 0 w 18"/>
                <a:gd name="T31" fmla="*/ 8 h 15"/>
                <a:gd name="T32" fmla="*/ 14 w 18"/>
                <a:gd name="T33" fmla="*/ 4 h 15"/>
                <a:gd name="T34" fmla="*/ 14 w 18"/>
                <a:gd name="T35" fmla="*/ 8 h 15"/>
                <a:gd name="T36" fmla="*/ 14 w 18"/>
                <a:gd name="T37" fmla="*/ 11 h 15"/>
                <a:gd name="T38" fmla="*/ 18 w 18"/>
                <a:gd name="T39" fmla="*/ 11 h 15"/>
                <a:gd name="T40" fmla="*/ 18 w 18"/>
                <a:gd name="T41" fmla="*/ 11 h 15"/>
                <a:gd name="T42" fmla="*/ 18 w 18"/>
                <a:gd name="T43" fmla="*/ 4 h 15"/>
                <a:gd name="T44" fmla="*/ 14 w 18"/>
                <a:gd name="T45" fmla="*/ 4 h 15"/>
                <a:gd name="T46" fmla="*/ 14 w 18"/>
                <a:gd name="T47" fmla="*/ 4 h 15"/>
                <a:gd name="T48" fmla="*/ 14 w 18"/>
                <a:gd name="T49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15">
                  <a:moveTo>
                    <a:pt x="0" y="8"/>
                  </a:moveTo>
                  <a:lnTo>
                    <a:pt x="3" y="8"/>
                  </a:lnTo>
                  <a:lnTo>
                    <a:pt x="3" y="8"/>
                  </a:lnTo>
                  <a:lnTo>
                    <a:pt x="7" y="11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8"/>
                  </a:lnTo>
                  <a:lnTo>
                    <a:pt x="11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lose/>
                  <a:moveTo>
                    <a:pt x="14" y="4"/>
                  </a:moveTo>
                  <a:lnTo>
                    <a:pt x="14" y="8"/>
                  </a:lnTo>
                  <a:lnTo>
                    <a:pt x="14" y="11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8" y="4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2" name="Freeform 24"/>
            <p:cNvSpPr>
              <a:spLocks noEditPoints="1"/>
            </p:cNvSpPr>
            <p:nvPr/>
          </p:nvSpPr>
          <p:spPr bwMode="auto">
            <a:xfrm>
              <a:off x="6436547" y="2703775"/>
              <a:ext cx="176269" cy="306218"/>
            </a:xfrm>
            <a:custGeom>
              <a:avLst/>
              <a:gdLst>
                <a:gd name="T0" fmla="*/ 4 w 137"/>
                <a:gd name="T1" fmla="*/ 11 h 238"/>
                <a:gd name="T2" fmla="*/ 15 w 137"/>
                <a:gd name="T3" fmla="*/ 15 h 238"/>
                <a:gd name="T4" fmla="*/ 22 w 137"/>
                <a:gd name="T5" fmla="*/ 11 h 238"/>
                <a:gd name="T6" fmla="*/ 37 w 137"/>
                <a:gd name="T7" fmla="*/ 11 h 238"/>
                <a:gd name="T8" fmla="*/ 52 w 137"/>
                <a:gd name="T9" fmla="*/ 0 h 238"/>
                <a:gd name="T10" fmla="*/ 67 w 137"/>
                <a:gd name="T11" fmla="*/ 8 h 238"/>
                <a:gd name="T12" fmla="*/ 74 w 137"/>
                <a:gd name="T13" fmla="*/ 11 h 238"/>
                <a:gd name="T14" fmla="*/ 82 w 137"/>
                <a:gd name="T15" fmla="*/ 26 h 238"/>
                <a:gd name="T16" fmla="*/ 96 w 137"/>
                <a:gd name="T17" fmla="*/ 26 h 238"/>
                <a:gd name="T18" fmla="*/ 96 w 137"/>
                <a:gd name="T19" fmla="*/ 34 h 238"/>
                <a:gd name="T20" fmla="*/ 85 w 137"/>
                <a:gd name="T21" fmla="*/ 37 h 238"/>
                <a:gd name="T22" fmla="*/ 78 w 137"/>
                <a:gd name="T23" fmla="*/ 41 h 238"/>
                <a:gd name="T24" fmla="*/ 74 w 137"/>
                <a:gd name="T25" fmla="*/ 41 h 238"/>
                <a:gd name="T26" fmla="*/ 74 w 137"/>
                <a:gd name="T27" fmla="*/ 48 h 238"/>
                <a:gd name="T28" fmla="*/ 67 w 137"/>
                <a:gd name="T29" fmla="*/ 56 h 238"/>
                <a:gd name="T30" fmla="*/ 63 w 137"/>
                <a:gd name="T31" fmla="*/ 59 h 238"/>
                <a:gd name="T32" fmla="*/ 63 w 137"/>
                <a:gd name="T33" fmla="*/ 74 h 238"/>
                <a:gd name="T34" fmla="*/ 71 w 137"/>
                <a:gd name="T35" fmla="*/ 82 h 238"/>
                <a:gd name="T36" fmla="*/ 78 w 137"/>
                <a:gd name="T37" fmla="*/ 93 h 238"/>
                <a:gd name="T38" fmla="*/ 89 w 137"/>
                <a:gd name="T39" fmla="*/ 104 h 238"/>
                <a:gd name="T40" fmla="*/ 119 w 137"/>
                <a:gd name="T41" fmla="*/ 126 h 238"/>
                <a:gd name="T42" fmla="*/ 122 w 137"/>
                <a:gd name="T43" fmla="*/ 134 h 238"/>
                <a:gd name="T44" fmla="*/ 126 w 137"/>
                <a:gd name="T45" fmla="*/ 149 h 238"/>
                <a:gd name="T46" fmla="*/ 130 w 137"/>
                <a:gd name="T47" fmla="*/ 160 h 238"/>
                <a:gd name="T48" fmla="*/ 134 w 137"/>
                <a:gd name="T49" fmla="*/ 167 h 238"/>
                <a:gd name="T50" fmla="*/ 134 w 137"/>
                <a:gd name="T51" fmla="*/ 171 h 238"/>
                <a:gd name="T52" fmla="*/ 130 w 137"/>
                <a:gd name="T53" fmla="*/ 178 h 238"/>
                <a:gd name="T54" fmla="*/ 130 w 137"/>
                <a:gd name="T55" fmla="*/ 189 h 238"/>
                <a:gd name="T56" fmla="*/ 122 w 137"/>
                <a:gd name="T57" fmla="*/ 200 h 238"/>
                <a:gd name="T58" fmla="*/ 111 w 137"/>
                <a:gd name="T59" fmla="*/ 208 h 238"/>
                <a:gd name="T60" fmla="*/ 93 w 137"/>
                <a:gd name="T61" fmla="*/ 212 h 238"/>
                <a:gd name="T62" fmla="*/ 89 w 137"/>
                <a:gd name="T63" fmla="*/ 208 h 238"/>
                <a:gd name="T64" fmla="*/ 93 w 137"/>
                <a:gd name="T65" fmla="*/ 212 h 238"/>
                <a:gd name="T66" fmla="*/ 89 w 137"/>
                <a:gd name="T67" fmla="*/ 219 h 238"/>
                <a:gd name="T68" fmla="*/ 82 w 137"/>
                <a:gd name="T69" fmla="*/ 219 h 238"/>
                <a:gd name="T70" fmla="*/ 82 w 137"/>
                <a:gd name="T71" fmla="*/ 226 h 238"/>
                <a:gd name="T72" fmla="*/ 74 w 137"/>
                <a:gd name="T73" fmla="*/ 230 h 238"/>
                <a:gd name="T74" fmla="*/ 63 w 137"/>
                <a:gd name="T75" fmla="*/ 238 h 238"/>
                <a:gd name="T76" fmla="*/ 63 w 137"/>
                <a:gd name="T77" fmla="*/ 234 h 238"/>
                <a:gd name="T78" fmla="*/ 63 w 137"/>
                <a:gd name="T79" fmla="*/ 226 h 238"/>
                <a:gd name="T80" fmla="*/ 67 w 137"/>
                <a:gd name="T81" fmla="*/ 215 h 238"/>
                <a:gd name="T82" fmla="*/ 56 w 137"/>
                <a:gd name="T83" fmla="*/ 212 h 238"/>
                <a:gd name="T84" fmla="*/ 63 w 137"/>
                <a:gd name="T85" fmla="*/ 204 h 238"/>
                <a:gd name="T86" fmla="*/ 82 w 137"/>
                <a:gd name="T87" fmla="*/ 200 h 238"/>
                <a:gd name="T88" fmla="*/ 82 w 137"/>
                <a:gd name="T89" fmla="*/ 197 h 238"/>
                <a:gd name="T90" fmla="*/ 89 w 137"/>
                <a:gd name="T91" fmla="*/ 186 h 238"/>
                <a:gd name="T92" fmla="*/ 104 w 137"/>
                <a:gd name="T93" fmla="*/ 174 h 238"/>
                <a:gd name="T94" fmla="*/ 100 w 137"/>
                <a:gd name="T95" fmla="*/ 152 h 238"/>
                <a:gd name="T96" fmla="*/ 100 w 137"/>
                <a:gd name="T97" fmla="*/ 141 h 238"/>
                <a:gd name="T98" fmla="*/ 100 w 137"/>
                <a:gd name="T99" fmla="*/ 126 h 238"/>
                <a:gd name="T100" fmla="*/ 96 w 137"/>
                <a:gd name="T101" fmla="*/ 119 h 238"/>
                <a:gd name="T102" fmla="*/ 89 w 137"/>
                <a:gd name="T103" fmla="*/ 111 h 238"/>
                <a:gd name="T104" fmla="*/ 82 w 137"/>
                <a:gd name="T105" fmla="*/ 104 h 238"/>
                <a:gd name="T106" fmla="*/ 67 w 137"/>
                <a:gd name="T107" fmla="*/ 93 h 238"/>
                <a:gd name="T108" fmla="*/ 48 w 137"/>
                <a:gd name="T109" fmla="*/ 78 h 238"/>
                <a:gd name="T110" fmla="*/ 41 w 137"/>
                <a:gd name="T111" fmla="*/ 71 h 238"/>
                <a:gd name="T112" fmla="*/ 45 w 137"/>
                <a:gd name="T113" fmla="*/ 59 h 238"/>
                <a:gd name="T114" fmla="*/ 48 w 137"/>
                <a:gd name="T115" fmla="*/ 48 h 238"/>
                <a:gd name="T116" fmla="*/ 37 w 137"/>
                <a:gd name="T117" fmla="*/ 41 h 238"/>
                <a:gd name="T118" fmla="*/ 11 w 137"/>
                <a:gd name="T119" fmla="*/ 34 h 238"/>
                <a:gd name="T120" fmla="*/ 0 w 137"/>
                <a:gd name="T121" fmla="*/ 19 h 238"/>
                <a:gd name="T122" fmla="*/ 48 w 137"/>
                <a:gd name="T123" fmla="*/ 215 h 238"/>
                <a:gd name="T124" fmla="*/ 48 w 137"/>
                <a:gd name="T125" fmla="*/ 20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" h="238">
                  <a:moveTo>
                    <a:pt x="0" y="15"/>
                  </a:moveTo>
                  <a:lnTo>
                    <a:pt x="0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1" y="11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5" y="15"/>
                  </a:lnTo>
                  <a:lnTo>
                    <a:pt x="15" y="11"/>
                  </a:lnTo>
                  <a:lnTo>
                    <a:pt x="19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6" y="15"/>
                  </a:lnTo>
                  <a:lnTo>
                    <a:pt x="30" y="11"/>
                  </a:lnTo>
                  <a:lnTo>
                    <a:pt x="30" y="8"/>
                  </a:lnTo>
                  <a:lnTo>
                    <a:pt x="34" y="8"/>
                  </a:lnTo>
                  <a:lnTo>
                    <a:pt x="37" y="11"/>
                  </a:lnTo>
                  <a:lnTo>
                    <a:pt x="41" y="8"/>
                  </a:lnTo>
                  <a:lnTo>
                    <a:pt x="41" y="4"/>
                  </a:lnTo>
                  <a:lnTo>
                    <a:pt x="45" y="0"/>
                  </a:lnTo>
                  <a:lnTo>
                    <a:pt x="48" y="0"/>
                  </a:lnTo>
                  <a:lnTo>
                    <a:pt x="52" y="0"/>
                  </a:lnTo>
                  <a:lnTo>
                    <a:pt x="56" y="4"/>
                  </a:lnTo>
                  <a:lnTo>
                    <a:pt x="56" y="4"/>
                  </a:lnTo>
                  <a:lnTo>
                    <a:pt x="59" y="4"/>
                  </a:lnTo>
                  <a:lnTo>
                    <a:pt x="59" y="8"/>
                  </a:lnTo>
                  <a:lnTo>
                    <a:pt x="67" y="8"/>
                  </a:lnTo>
                  <a:lnTo>
                    <a:pt x="71" y="8"/>
                  </a:lnTo>
                  <a:lnTo>
                    <a:pt x="74" y="8"/>
                  </a:lnTo>
                  <a:lnTo>
                    <a:pt x="78" y="8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1" y="19"/>
                  </a:lnTo>
                  <a:lnTo>
                    <a:pt x="74" y="19"/>
                  </a:lnTo>
                  <a:lnTo>
                    <a:pt x="74" y="22"/>
                  </a:lnTo>
                  <a:lnTo>
                    <a:pt x="82" y="22"/>
                  </a:lnTo>
                  <a:lnTo>
                    <a:pt x="82" y="26"/>
                  </a:lnTo>
                  <a:lnTo>
                    <a:pt x="85" y="26"/>
                  </a:lnTo>
                  <a:lnTo>
                    <a:pt x="89" y="30"/>
                  </a:lnTo>
                  <a:lnTo>
                    <a:pt x="93" y="26"/>
                  </a:lnTo>
                  <a:lnTo>
                    <a:pt x="93" y="30"/>
                  </a:lnTo>
                  <a:lnTo>
                    <a:pt x="96" y="26"/>
                  </a:lnTo>
                  <a:lnTo>
                    <a:pt x="96" y="30"/>
                  </a:lnTo>
                  <a:lnTo>
                    <a:pt x="96" y="30"/>
                  </a:lnTo>
                  <a:lnTo>
                    <a:pt x="100" y="30"/>
                  </a:lnTo>
                  <a:lnTo>
                    <a:pt x="96" y="34"/>
                  </a:lnTo>
                  <a:lnTo>
                    <a:pt x="96" y="34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9" y="34"/>
                  </a:lnTo>
                  <a:lnTo>
                    <a:pt x="85" y="34"/>
                  </a:lnTo>
                  <a:lnTo>
                    <a:pt x="85" y="37"/>
                  </a:lnTo>
                  <a:lnTo>
                    <a:pt x="85" y="37"/>
                  </a:lnTo>
                  <a:lnTo>
                    <a:pt x="85" y="41"/>
                  </a:lnTo>
                  <a:lnTo>
                    <a:pt x="82" y="41"/>
                  </a:lnTo>
                  <a:lnTo>
                    <a:pt x="82" y="41"/>
                  </a:lnTo>
                  <a:lnTo>
                    <a:pt x="78" y="41"/>
                  </a:lnTo>
                  <a:lnTo>
                    <a:pt x="78" y="41"/>
                  </a:lnTo>
                  <a:lnTo>
                    <a:pt x="78" y="41"/>
                  </a:lnTo>
                  <a:lnTo>
                    <a:pt x="74" y="41"/>
                  </a:lnTo>
                  <a:lnTo>
                    <a:pt x="74" y="41"/>
                  </a:lnTo>
                  <a:lnTo>
                    <a:pt x="74" y="41"/>
                  </a:lnTo>
                  <a:lnTo>
                    <a:pt x="74" y="45"/>
                  </a:lnTo>
                  <a:lnTo>
                    <a:pt x="74" y="45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74" y="52"/>
                  </a:lnTo>
                  <a:lnTo>
                    <a:pt x="74" y="52"/>
                  </a:lnTo>
                  <a:lnTo>
                    <a:pt x="71" y="52"/>
                  </a:lnTo>
                  <a:lnTo>
                    <a:pt x="71" y="56"/>
                  </a:lnTo>
                  <a:lnTo>
                    <a:pt x="67" y="56"/>
                  </a:lnTo>
                  <a:lnTo>
                    <a:pt x="67" y="56"/>
                  </a:lnTo>
                  <a:lnTo>
                    <a:pt x="67" y="56"/>
                  </a:lnTo>
                  <a:lnTo>
                    <a:pt x="67" y="59"/>
                  </a:lnTo>
                  <a:lnTo>
                    <a:pt x="63" y="59"/>
                  </a:lnTo>
                  <a:lnTo>
                    <a:pt x="63" y="59"/>
                  </a:lnTo>
                  <a:lnTo>
                    <a:pt x="63" y="63"/>
                  </a:lnTo>
                  <a:lnTo>
                    <a:pt x="63" y="63"/>
                  </a:lnTo>
                  <a:lnTo>
                    <a:pt x="67" y="67"/>
                  </a:lnTo>
                  <a:lnTo>
                    <a:pt x="63" y="71"/>
                  </a:lnTo>
                  <a:lnTo>
                    <a:pt x="63" y="74"/>
                  </a:lnTo>
                  <a:lnTo>
                    <a:pt x="67" y="74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71" y="82"/>
                  </a:lnTo>
                  <a:lnTo>
                    <a:pt x="74" y="85"/>
                  </a:lnTo>
                  <a:lnTo>
                    <a:pt x="74" y="85"/>
                  </a:lnTo>
                  <a:lnTo>
                    <a:pt x="78" y="89"/>
                  </a:lnTo>
                  <a:lnTo>
                    <a:pt x="78" y="89"/>
                  </a:lnTo>
                  <a:lnTo>
                    <a:pt x="78" y="93"/>
                  </a:lnTo>
                  <a:lnTo>
                    <a:pt x="78" y="93"/>
                  </a:lnTo>
                  <a:lnTo>
                    <a:pt x="78" y="97"/>
                  </a:lnTo>
                  <a:lnTo>
                    <a:pt x="85" y="100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96" y="108"/>
                  </a:lnTo>
                  <a:lnTo>
                    <a:pt x="108" y="115"/>
                  </a:lnTo>
                  <a:lnTo>
                    <a:pt x="108" y="115"/>
                  </a:lnTo>
                  <a:lnTo>
                    <a:pt x="115" y="123"/>
                  </a:lnTo>
                  <a:lnTo>
                    <a:pt x="119" y="126"/>
                  </a:lnTo>
                  <a:lnTo>
                    <a:pt x="119" y="126"/>
                  </a:lnTo>
                  <a:lnTo>
                    <a:pt x="119" y="126"/>
                  </a:lnTo>
                  <a:lnTo>
                    <a:pt x="119" y="130"/>
                  </a:lnTo>
                  <a:lnTo>
                    <a:pt x="122" y="134"/>
                  </a:lnTo>
                  <a:lnTo>
                    <a:pt x="122" y="134"/>
                  </a:lnTo>
                  <a:lnTo>
                    <a:pt x="122" y="137"/>
                  </a:lnTo>
                  <a:lnTo>
                    <a:pt x="122" y="137"/>
                  </a:lnTo>
                  <a:lnTo>
                    <a:pt x="126" y="141"/>
                  </a:lnTo>
                  <a:lnTo>
                    <a:pt x="126" y="145"/>
                  </a:lnTo>
                  <a:lnTo>
                    <a:pt x="126" y="149"/>
                  </a:lnTo>
                  <a:lnTo>
                    <a:pt x="130" y="152"/>
                  </a:lnTo>
                  <a:lnTo>
                    <a:pt x="130" y="152"/>
                  </a:lnTo>
                  <a:lnTo>
                    <a:pt x="130" y="156"/>
                  </a:lnTo>
                  <a:lnTo>
                    <a:pt x="130" y="156"/>
                  </a:lnTo>
                  <a:lnTo>
                    <a:pt x="130" y="160"/>
                  </a:lnTo>
                  <a:lnTo>
                    <a:pt x="130" y="160"/>
                  </a:lnTo>
                  <a:lnTo>
                    <a:pt x="130" y="163"/>
                  </a:lnTo>
                  <a:lnTo>
                    <a:pt x="130" y="167"/>
                  </a:lnTo>
                  <a:lnTo>
                    <a:pt x="134" y="167"/>
                  </a:lnTo>
                  <a:lnTo>
                    <a:pt x="134" y="167"/>
                  </a:lnTo>
                  <a:lnTo>
                    <a:pt x="137" y="171"/>
                  </a:lnTo>
                  <a:lnTo>
                    <a:pt x="134" y="174"/>
                  </a:lnTo>
                  <a:lnTo>
                    <a:pt x="134" y="174"/>
                  </a:lnTo>
                  <a:lnTo>
                    <a:pt x="134" y="171"/>
                  </a:lnTo>
                  <a:lnTo>
                    <a:pt x="134" y="171"/>
                  </a:lnTo>
                  <a:lnTo>
                    <a:pt x="134" y="171"/>
                  </a:lnTo>
                  <a:lnTo>
                    <a:pt x="134" y="174"/>
                  </a:lnTo>
                  <a:lnTo>
                    <a:pt x="134" y="174"/>
                  </a:lnTo>
                  <a:lnTo>
                    <a:pt x="134" y="178"/>
                  </a:lnTo>
                  <a:lnTo>
                    <a:pt x="130" y="178"/>
                  </a:lnTo>
                  <a:lnTo>
                    <a:pt x="130" y="182"/>
                  </a:lnTo>
                  <a:lnTo>
                    <a:pt x="130" y="182"/>
                  </a:lnTo>
                  <a:lnTo>
                    <a:pt x="130" y="186"/>
                  </a:lnTo>
                  <a:lnTo>
                    <a:pt x="130" y="189"/>
                  </a:lnTo>
                  <a:lnTo>
                    <a:pt x="130" y="189"/>
                  </a:lnTo>
                  <a:lnTo>
                    <a:pt x="130" y="189"/>
                  </a:lnTo>
                  <a:lnTo>
                    <a:pt x="126" y="193"/>
                  </a:lnTo>
                  <a:lnTo>
                    <a:pt x="126" y="197"/>
                  </a:lnTo>
                  <a:lnTo>
                    <a:pt x="126" y="197"/>
                  </a:lnTo>
                  <a:lnTo>
                    <a:pt x="122" y="200"/>
                  </a:lnTo>
                  <a:lnTo>
                    <a:pt x="119" y="200"/>
                  </a:lnTo>
                  <a:lnTo>
                    <a:pt x="115" y="204"/>
                  </a:lnTo>
                  <a:lnTo>
                    <a:pt x="115" y="204"/>
                  </a:lnTo>
                  <a:lnTo>
                    <a:pt x="111" y="204"/>
                  </a:lnTo>
                  <a:lnTo>
                    <a:pt x="111" y="208"/>
                  </a:lnTo>
                  <a:lnTo>
                    <a:pt x="104" y="212"/>
                  </a:lnTo>
                  <a:lnTo>
                    <a:pt x="100" y="212"/>
                  </a:lnTo>
                  <a:lnTo>
                    <a:pt x="96" y="212"/>
                  </a:lnTo>
                  <a:lnTo>
                    <a:pt x="93" y="212"/>
                  </a:lnTo>
                  <a:lnTo>
                    <a:pt x="93" y="212"/>
                  </a:lnTo>
                  <a:lnTo>
                    <a:pt x="93" y="208"/>
                  </a:lnTo>
                  <a:lnTo>
                    <a:pt x="93" y="208"/>
                  </a:lnTo>
                  <a:lnTo>
                    <a:pt x="93" y="208"/>
                  </a:lnTo>
                  <a:lnTo>
                    <a:pt x="93" y="208"/>
                  </a:lnTo>
                  <a:lnTo>
                    <a:pt x="89" y="208"/>
                  </a:lnTo>
                  <a:lnTo>
                    <a:pt x="93" y="212"/>
                  </a:lnTo>
                  <a:lnTo>
                    <a:pt x="93" y="212"/>
                  </a:lnTo>
                  <a:lnTo>
                    <a:pt x="89" y="212"/>
                  </a:lnTo>
                  <a:lnTo>
                    <a:pt x="89" y="212"/>
                  </a:lnTo>
                  <a:lnTo>
                    <a:pt x="93" y="212"/>
                  </a:lnTo>
                  <a:lnTo>
                    <a:pt x="93" y="215"/>
                  </a:lnTo>
                  <a:lnTo>
                    <a:pt x="93" y="215"/>
                  </a:lnTo>
                  <a:lnTo>
                    <a:pt x="89" y="219"/>
                  </a:lnTo>
                  <a:lnTo>
                    <a:pt x="85" y="215"/>
                  </a:lnTo>
                  <a:lnTo>
                    <a:pt x="89" y="219"/>
                  </a:lnTo>
                  <a:lnTo>
                    <a:pt x="89" y="219"/>
                  </a:lnTo>
                  <a:lnTo>
                    <a:pt x="89" y="223"/>
                  </a:lnTo>
                  <a:lnTo>
                    <a:pt x="85" y="223"/>
                  </a:lnTo>
                  <a:lnTo>
                    <a:pt x="85" y="219"/>
                  </a:lnTo>
                  <a:lnTo>
                    <a:pt x="82" y="219"/>
                  </a:lnTo>
                  <a:lnTo>
                    <a:pt x="85" y="223"/>
                  </a:lnTo>
                  <a:lnTo>
                    <a:pt x="85" y="223"/>
                  </a:lnTo>
                  <a:lnTo>
                    <a:pt x="85" y="223"/>
                  </a:lnTo>
                  <a:lnTo>
                    <a:pt x="82" y="223"/>
                  </a:lnTo>
                  <a:lnTo>
                    <a:pt x="82" y="226"/>
                  </a:lnTo>
                  <a:lnTo>
                    <a:pt x="82" y="226"/>
                  </a:lnTo>
                  <a:lnTo>
                    <a:pt x="78" y="226"/>
                  </a:lnTo>
                  <a:lnTo>
                    <a:pt x="78" y="230"/>
                  </a:lnTo>
                  <a:lnTo>
                    <a:pt x="74" y="230"/>
                  </a:lnTo>
                  <a:lnTo>
                    <a:pt x="74" y="230"/>
                  </a:lnTo>
                  <a:lnTo>
                    <a:pt x="74" y="234"/>
                  </a:lnTo>
                  <a:lnTo>
                    <a:pt x="71" y="234"/>
                  </a:lnTo>
                  <a:lnTo>
                    <a:pt x="71" y="234"/>
                  </a:lnTo>
                  <a:lnTo>
                    <a:pt x="71" y="234"/>
                  </a:lnTo>
                  <a:lnTo>
                    <a:pt x="63" y="238"/>
                  </a:lnTo>
                  <a:lnTo>
                    <a:pt x="59" y="238"/>
                  </a:lnTo>
                  <a:lnTo>
                    <a:pt x="63" y="238"/>
                  </a:lnTo>
                  <a:lnTo>
                    <a:pt x="63" y="234"/>
                  </a:lnTo>
                  <a:lnTo>
                    <a:pt x="67" y="234"/>
                  </a:lnTo>
                  <a:lnTo>
                    <a:pt x="63" y="234"/>
                  </a:lnTo>
                  <a:lnTo>
                    <a:pt x="63" y="234"/>
                  </a:lnTo>
                  <a:lnTo>
                    <a:pt x="63" y="230"/>
                  </a:lnTo>
                  <a:lnTo>
                    <a:pt x="63" y="226"/>
                  </a:lnTo>
                  <a:lnTo>
                    <a:pt x="63" y="226"/>
                  </a:lnTo>
                  <a:lnTo>
                    <a:pt x="63" y="226"/>
                  </a:lnTo>
                  <a:lnTo>
                    <a:pt x="63" y="223"/>
                  </a:lnTo>
                  <a:lnTo>
                    <a:pt x="63" y="219"/>
                  </a:lnTo>
                  <a:lnTo>
                    <a:pt x="71" y="215"/>
                  </a:lnTo>
                  <a:lnTo>
                    <a:pt x="71" y="212"/>
                  </a:lnTo>
                  <a:lnTo>
                    <a:pt x="67" y="215"/>
                  </a:lnTo>
                  <a:lnTo>
                    <a:pt x="63" y="215"/>
                  </a:lnTo>
                  <a:lnTo>
                    <a:pt x="63" y="215"/>
                  </a:lnTo>
                  <a:lnTo>
                    <a:pt x="59" y="212"/>
                  </a:lnTo>
                  <a:lnTo>
                    <a:pt x="59" y="215"/>
                  </a:lnTo>
                  <a:lnTo>
                    <a:pt x="56" y="212"/>
                  </a:lnTo>
                  <a:lnTo>
                    <a:pt x="56" y="212"/>
                  </a:lnTo>
                  <a:lnTo>
                    <a:pt x="56" y="212"/>
                  </a:lnTo>
                  <a:lnTo>
                    <a:pt x="56" y="208"/>
                  </a:lnTo>
                  <a:lnTo>
                    <a:pt x="59" y="204"/>
                  </a:lnTo>
                  <a:lnTo>
                    <a:pt x="63" y="204"/>
                  </a:lnTo>
                  <a:lnTo>
                    <a:pt x="63" y="200"/>
                  </a:lnTo>
                  <a:lnTo>
                    <a:pt x="67" y="200"/>
                  </a:lnTo>
                  <a:lnTo>
                    <a:pt x="71" y="200"/>
                  </a:lnTo>
                  <a:lnTo>
                    <a:pt x="78" y="200"/>
                  </a:lnTo>
                  <a:lnTo>
                    <a:pt x="82" y="200"/>
                  </a:lnTo>
                  <a:lnTo>
                    <a:pt x="82" y="204"/>
                  </a:lnTo>
                  <a:lnTo>
                    <a:pt x="85" y="204"/>
                  </a:lnTo>
                  <a:lnTo>
                    <a:pt x="85" y="200"/>
                  </a:lnTo>
                  <a:lnTo>
                    <a:pt x="85" y="200"/>
                  </a:lnTo>
                  <a:lnTo>
                    <a:pt x="82" y="197"/>
                  </a:lnTo>
                  <a:lnTo>
                    <a:pt x="78" y="197"/>
                  </a:lnTo>
                  <a:lnTo>
                    <a:pt x="78" y="189"/>
                  </a:lnTo>
                  <a:lnTo>
                    <a:pt x="82" y="189"/>
                  </a:lnTo>
                  <a:lnTo>
                    <a:pt x="89" y="189"/>
                  </a:lnTo>
                  <a:lnTo>
                    <a:pt x="89" y="186"/>
                  </a:lnTo>
                  <a:lnTo>
                    <a:pt x="93" y="182"/>
                  </a:lnTo>
                  <a:lnTo>
                    <a:pt x="96" y="182"/>
                  </a:lnTo>
                  <a:lnTo>
                    <a:pt x="100" y="178"/>
                  </a:lnTo>
                  <a:lnTo>
                    <a:pt x="100" y="178"/>
                  </a:lnTo>
                  <a:lnTo>
                    <a:pt x="104" y="174"/>
                  </a:lnTo>
                  <a:lnTo>
                    <a:pt x="104" y="171"/>
                  </a:lnTo>
                  <a:lnTo>
                    <a:pt x="104" y="167"/>
                  </a:lnTo>
                  <a:lnTo>
                    <a:pt x="104" y="163"/>
                  </a:lnTo>
                  <a:lnTo>
                    <a:pt x="104" y="160"/>
                  </a:lnTo>
                  <a:lnTo>
                    <a:pt x="100" y="152"/>
                  </a:lnTo>
                  <a:lnTo>
                    <a:pt x="96" y="152"/>
                  </a:lnTo>
                  <a:lnTo>
                    <a:pt x="96" y="149"/>
                  </a:lnTo>
                  <a:lnTo>
                    <a:pt x="96" y="149"/>
                  </a:lnTo>
                  <a:lnTo>
                    <a:pt x="100" y="145"/>
                  </a:lnTo>
                  <a:lnTo>
                    <a:pt x="100" y="141"/>
                  </a:lnTo>
                  <a:lnTo>
                    <a:pt x="96" y="137"/>
                  </a:lnTo>
                  <a:lnTo>
                    <a:pt x="96" y="134"/>
                  </a:lnTo>
                  <a:lnTo>
                    <a:pt x="100" y="130"/>
                  </a:lnTo>
                  <a:lnTo>
                    <a:pt x="100" y="126"/>
                  </a:lnTo>
                  <a:lnTo>
                    <a:pt x="100" y="126"/>
                  </a:lnTo>
                  <a:lnTo>
                    <a:pt x="96" y="126"/>
                  </a:lnTo>
                  <a:lnTo>
                    <a:pt x="100" y="123"/>
                  </a:lnTo>
                  <a:lnTo>
                    <a:pt x="100" y="119"/>
                  </a:lnTo>
                  <a:lnTo>
                    <a:pt x="100" y="119"/>
                  </a:lnTo>
                  <a:lnTo>
                    <a:pt x="96" y="119"/>
                  </a:lnTo>
                  <a:lnTo>
                    <a:pt x="96" y="119"/>
                  </a:lnTo>
                  <a:lnTo>
                    <a:pt x="93" y="115"/>
                  </a:lnTo>
                  <a:lnTo>
                    <a:pt x="89" y="115"/>
                  </a:lnTo>
                  <a:lnTo>
                    <a:pt x="89" y="115"/>
                  </a:lnTo>
                  <a:lnTo>
                    <a:pt x="89" y="111"/>
                  </a:lnTo>
                  <a:lnTo>
                    <a:pt x="85" y="111"/>
                  </a:lnTo>
                  <a:lnTo>
                    <a:pt x="85" y="111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2" y="104"/>
                  </a:lnTo>
                  <a:lnTo>
                    <a:pt x="78" y="104"/>
                  </a:lnTo>
                  <a:lnTo>
                    <a:pt x="74" y="104"/>
                  </a:lnTo>
                  <a:lnTo>
                    <a:pt x="74" y="100"/>
                  </a:lnTo>
                  <a:lnTo>
                    <a:pt x="67" y="93"/>
                  </a:lnTo>
                  <a:lnTo>
                    <a:pt x="67" y="93"/>
                  </a:lnTo>
                  <a:lnTo>
                    <a:pt x="63" y="89"/>
                  </a:lnTo>
                  <a:lnTo>
                    <a:pt x="59" y="85"/>
                  </a:lnTo>
                  <a:lnTo>
                    <a:pt x="56" y="82"/>
                  </a:lnTo>
                  <a:lnTo>
                    <a:pt x="52" y="82"/>
                  </a:lnTo>
                  <a:lnTo>
                    <a:pt x="48" y="78"/>
                  </a:lnTo>
                  <a:lnTo>
                    <a:pt x="41" y="78"/>
                  </a:lnTo>
                  <a:lnTo>
                    <a:pt x="41" y="74"/>
                  </a:lnTo>
                  <a:lnTo>
                    <a:pt x="37" y="74"/>
                  </a:lnTo>
                  <a:lnTo>
                    <a:pt x="37" y="71"/>
                  </a:lnTo>
                  <a:lnTo>
                    <a:pt x="41" y="71"/>
                  </a:lnTo>
                  <a:lnTo>
                    <a:pt x="37" y="67"/>
                  </a:lnTo>
                  <a:lnTo>
                    <a:pt x="37" y="63"/>
                  </a:lnTo>
                  <a:lnTo>
                    <a:pt x="37" y="63"/>
                  </a:lnTo>
                  <a:lnTo>
                    <a:pt x="41" y="63"/>
                  </a:lnTo>
                  <a:lnTo>
                    <a:pt x="45" y="59"/>
                  </a:lnTo>
                  <a:lnTo>
                    <a:pt x="48" y="59"/>
                  </a:lnTo>
                  <a:lnTo>
                    <a:pt x="48" y="52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5"/>
                  </a:lnTo>
                  <a:lnTo>
                    <a:pt x="41" y="45"/>
                  </a:lnTo>
                  <a:lnTo>
                    <a:pt x="41" y="41"/>
                  </a:lnTo>
                  <a:lnTo>
                    <a:pt x="37" y="41"/>
                  </a:lnTo>
                  <a:lnTo>
                    <a:pt x="34" y="45"/>
                  </a:lnTo>
                  <a:lnTo>
                    <a:pt x="26" y="41"/>
                  </a:lnTo>
                  <a:lnTo>
                    <a:pt x="22" y="41"/>
                  </a:lnTo>
                  <a:lnTo>
                    <a:pt x="19" y="37"/>
                  </a:lnTo>
                  <a:lnTo>
                    <a:pt x="11" y="34"/>
                  </a:lnTo>
                  <a:lnTo>
                    <a:pt x="11" y="30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8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0" y="15"/>
                  </a:lnTo>
                  <a:close/>
                  <a:moveTo>
                    <a:pt x="45" y="212"/>
                  </a:moveTo>
                  <a:lnTo>
                    <a:pt x="48" y="212"/>
                  </a:lnTo>
                  <a:lnTo>
                    <a:pt x="48" y="215"/>
                  </a:lnTo>
                  <a:lnTo>
                    <a:pt x="48" y="215"/>
                  </a:lnTo>
                  <a:lnTo>
                    <a:pt x="48" y="215"/>
                  </a:lnTo>
                  <a:lnTo>
                    <a:pt x="52" y="212"/>
                  </a:lnTo>
                  <a:lnTo>
                    <a:pt x="48" y="212"/>
                  </a:lnTo>
                  <a:lnTo>
                    <a:pt x="48" y="208"/>
                  </a:lnTo>
                  <a:lnTo>
                    <a:pt x="45" y="2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3" name="Freeform 25"/>
            <p:cNvSpPr/>
            <p:nvPr/>
          </p:nvSpPr>
          <p:spPr bwMode="auto">
            <a:xfrm>
              <a:off x="6460992" y="2885191"/>
              <a:ext cx="109364" cy="86205"/>
            </a:xfrm>
            <a:custGeom>
              <a:avLst/>
              <a:gdLst>
                <a:gd name="T0" fmla="*/ 40 w 85"/>
                <a:gd name="T1" fmla="*/ 63 h 67"/>
                <a:gd name="T2" fmla="*/ 44 w 85"/>
                <a:gd name="T3" fmla="*/ 59 h 67"/>
                <a:gd name="T4" fmla="*/ 52 w 85"/>
                <a:gd name="T5" fmla="*/ 59 h 67"/>
                <a:gd name="T6" fmla="*/ 63 w 85"/>
                <a:gd name="T7" fmla="*/ 59 h 67"/>
                <a:gd name="T8" fmla="*/ 66 w 85"/>
                <a:gd name="T9" fmla="*/ 63 h 67"/>
                <a:gd name="T10" fmla="*/ 66 w 85"/>
                <a:gd name="T11" fmla="*/ 59 h 67"/>
                <a:gd name="T12" fmla="*/ 59 w 85"/>
                <a:gd name="T13" fmla="*/ 56 h 67"/>
                <a:gd name="T14" fmla="*/ 63 w 85"/>
                <a:gd name="T15" fmla="*/ 48 h 67"/>
                <a:gd name="T16" fmla="*/ 70 w 85"/>
                <a:gd name="T17" fmla="*/ 45 h 67"/>
                <a:gd name="T18" fmla="*/ 77 w 85"/>
                <a:gd name="T19" fmla="*/ 41 h 67"/>
                <a:gd name="T20" fmla="*/ 81 w 85"/>
                <a:gd name="T21" fmla="*/ 37 h 67"/>
                <a:gd name="T22" fmla="*/ 85 w 85"/>
                <a:gd name="T23" fmla="*/ 30 h 67"/>
                <a:gd name="T24" fmla="*/ 85 w 85"/>
                <a:gd name="T25" fmla="*/ 22 h 67"/>
                <a:gd name="T26" fmla="*/ 81 w 85"/>
                <a:gd name="T27" fmla="*/ 11 h 67"/>
                <a:gd name="T28" fmla="*/ 77 w 85"/>
                <a:gd name="T29" fmla="*/ 8 h 67"/>
                <a:gd name="T30" fmla="*/ 70 w 85"/>
                <a:gd name="T31" fmla="*/ 4 h 67"/>
                <a:gd name="T32" fmla="*/ 66 w 85"/>
                <a:gd name="T33" fmla="*/ 0 h 67"/>
                <a:gd name="T34" fmla="*/ 59 w 85"/>
                <a:gd name="T35" fmla="*/ 4 h 67"/>
                <a:gd name="T36" fmla="*/ 63 w 85"/>
                <a:gd name="T37" fmla="*/ 11 h 67"/>
                <a:gd name="T38" fmla="*/ 63 w 85"/>
                <a:gd name="T39" fmla="*/ 15 h 67"/>
                <a:gd name="T40" fmla="*/ 55 w 85"/>
                <a:gd name="T41" fmla="*/ 8 h 67"/>
                <a:gd name="T42" fmla="*/ 48 w 85"/>
                <a:gd name="T43" fmla="*/ 8 h 67"/>
                <a:gd name="T44" fmla="*/ 44 w 85"/>
                <a:gd name="T45" fmla="*/ 4 h 67"/>
                <a:gd name="T46" fmla="*/ 37 w 85"/>
                <a:gd name="T47" fmla="*/ 4 h 67"/>
                <a:gd name="T48" fmla="*/ 29 w 85"/>
                <a:gd name="T49" fmla="*/ 4 h 67"/>
                <a:gd name="T50" fmla="*/ 22 w 85"/>
                <a:gd name="T51" fmla="*/ 4 h 67"/>
                <a:gd name="T52" fmla="*/ 11 w 85"/>
                <a:gd name="T53" fmla="*/ 4 h 67"/>
                <a:gd name="T54" fmla="*/ 3 w 85"/>
                <a:gd name="T55" fmla="*/ 11 h 67"/>
                <a:gd name="T56" fmla="*/ 0 w 85"/>
                <a:gd name="T57" fmla="*/ 19 h 67"/>
                <a:gd name="T58" fmla="*/ 0 w 85"/>
                <a:gd name="T59" fmla="*/ 30 h 67"/>
                <a:gd name="T60" fmla="*/ 3 w 85"/>
                <a:gd name="T61" fmla="*/ 33 h 67"/>
                <a:gd name="T62" fmla="*/ 3 w 85"/>
                <a:gd name="T63" fmla="*/ 41 h 67"/>
                <a:gd name="T64" fmla="*/ 7 w 85"/>
                <a:gd name="T65" fmla="*/ 45 h 67"/>
                <a:gd name="T66" fmla="*/ 7 w 85"/>
                <a:gd name="T67" fmla="*/ 48 h 67"/>
                <a:gd name="T68" fmla="*/ 11 w 85"/>
                <a:gd name="T69" fmla="*/ 56 h 67"/>
                <a:gd name="T70" fmla="*/ 15 w 85"/>
                <a:gd name="T71" fmla="*/ 56 h 67"/>
                <a:gd name="T72" fmla="*/ 15 w 85"/>
                <a:gd name="T73" fmla="*/ 59 h 67"/>
                <a:gd name="T74" fmla="*/ 18 w 85"/>
                <a:gd name="T75" fmla="*/ 63 h 67"/>
                <a:gd name="T76" fmla="*/ 18 w 85"/>
                <a:gd name="T77" fmla="*/ 59 h 67"/>
                <a:gd name="T78" fmla="*/ 22 w 85"/>
                <a:gd name="T79" fmla="*/ 56 h 67"/>
                <a:gd name="T80" fmla="*/ 26 w 85"/>
                <a:gd name="T81" fmla="*/ 59 h 67"/>
                <a:gd name="T82" fmla="*/ 22 w 85"/>
                <a:gd name="T83" fmla="*/ 67 h 67"/>
                <a:gd name="T84" fmla="*/ 22 w 85"/>
                <a:gd name="T85" fmla="*/ 67 h 67"/>
                <a:gd name="T86" fmla="*/ 26 w 85"/>
                <a:gd name="T87" fmla="*/ 67 h 67"/>
                <a:gd name="T88" fmla="*/ 29 w 85"/>
                <a:gd name="T89" fmla="*/ 67 h 67"/>
                <a:gd name="T90" fmla="*/ 33 w 85"/>
                <a:gd name="T9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67">
                  <a:moveTo>
                    <a:pt x="37" y="67"/>
                  </a:moveTo>
                  <a:lnTo>
                    <a:pt x="40" y="63"/>
                  </a:lnTo>
                  <a:lnTo>
                    <a:pt x="44" y="63"/>
                  </a:lnTo>
                  <a:lnTo>
                    <a:pt x="44" y="59"/>
                  </a:lnTo>
                  <a:lnTo>
                    <a:pt x="48" y="59"/>
                  </a:lnTo>
                  <a:lnTo>
                    <a:pt x="52" y="59"/>
                  </a:lnTo>
                  <a:lnTo>
                    <a:pt x="59" y="59"/>
                  </a:lnTo>
                  <a:lnTo>
                    <a:pt x="63" y="59"/>
                  </a:lnTo>
                  <a:lnTo>
                    <a:pt x="63" y="63"/>
                  </a:lnTo>
                  <a:lnTo>
                    <a:pt x="66" y="63"/>
                  </a:lnTo>
                  <a:lnTo>
                    <a:pt x="66" y="59"/>
                  </a:lnTo>
                  <a:lnTo>
                    <a:pt x="66" y="59"/>
                  </a:lnTo>
                  <a:lnTo>
                    <a:pt x="63" y="56"/>
                  </a:lnTo>
                  <a:lnTo>
                    <a:pt x="59" y="56"/>
                  </a:lnTo>
                  <a:lnTo>
                    <a:pt x="59" y="48"/>
                  </a:lnTo>
                  <a:lnTo>
                    <a:pt x="63" y="48"/>
                  </a:lnTo>
                  <a:lnTo>
                    <a:pt x="70" y="48"/>
                  </a:lnTo>
                  <a:lnTo>
                    <a:pt x="70" y="45"/>
                  </a:lnTo>
                  <a:lnTo>
                    <a:pt x="74" y="41"/>
                  </a:lnTo>
                  <a:lnTo>
                    <a:pt x="77" y="41"/>
                  </a:lnTo>
                  <a:lnTo>
                    <a:pt x="81" y="37"/>
                  </a:lnTo>
                  <a:lnTo>
                    <a:pt x="81" y="37"/>
                  </a:lnTo>
                  <a:lnTo>
                    <a:pt x="85" y="33"/>
                  </a:lnTo>
                  <a:lnTo>
                    <a:pt x="85" y="30"/>
                  </a:lnTo>
                  <a:lnTo>
                    <a:pt x="85" y="26"/>
                  </a:lnTo>
                  <a:lnTo>
                    <a:pt x="85" y="22"/>
                  </a:lnTo>
                  <a:lnTo>
                    <a:pt x="85" y="19"/>
                  </a:lnTo>
                  <a:lnTo>
                    <a:pt x="81" y="11"/>
                  </a:lnTo>
                  <a:lnTo>
                    <a:pt x="77" y="11"/>
                  </a:lnTo>
                  <a:lnTo>
                    <a:pt x="77" y="8"/>
                  </a:lnTo>
                  <a:lnTo>
                    <a:pt x="74" y="8"/>
                  </a:lnTo>
                  <a:lnTo>
                    <a:pt x="70" y="4"/>
                  </a:lnTo>
                  <a:lnTo>
                    <a:pt x="70" y="4"/>
                  </a:lnTo>
                  <a:lnTo>
                    <a:pt x="66" y="0"/>
                  </a:lnTo>
                  <a:lnTo>
                    <a:pt x="63" y="4"/>
                  </a:lnTo>
                  <a:lnTo>
                    <a:pt x="59" y="4"/>
                  </a:lnTo>
                  <a:lnTo>
                    <a:pt x="63" y="8"/>
                  </a:lnTo>
                  <a:lnTo>
                    <a:pt x="63" y="11"/>
                  </a:lnTo>
                  <a:lnTo>
                    <a:pt x="63" y="15"/>
                  </a:lnTo>
                  <a:lnTo>
                    <a:pt x="63" y="15"/>
                  </a:lnTo>
                  <a:lnTo>
                    <a:pt x="59" y="15"/>
                  </a:lnTo>
                  <a:lnTo>
                    <a:pt x="55" y="8"/>
                  </a:lnTo>
                  <a:lnTo>
                    <a:pt x="52" y="8"/>
                  </a:lnTo>
                  <a:lnTo>
                    <a:pt x="48" y="8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7" y="4"/>
                  </a:lnTo>
                  <a:lnTo>
                    <a:pt x="33" y="4"/>
                  </a:lnTo>
                  <a:lnTo>
                    <a:pt x="29" y="4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18" y="4"/>
                  </a:lnTo>
                  <a:lnTo>
                    <a:pt x="11" y="4"/>
                  </a:lnTo>
                  <a:lnTo>
                    <a:pt x="7" y="4"/>
                  </a:lnTo>
                  <a:lnTo>
                    <a:pt x="3" y="11"/>
                  </a:lnTo>
                  <a:lnTo>
                    <a:pt x="3" y="15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0" y="30"/>
                  </a:lnTo>
                  <a:lnTo>
                    <a:pt x="3" y="30"/>
                  </a:lnTo>
                  <a:lnTo>
                    <a:pt x="3" y="33"/>
                  </a:lnTo>
                  <a:lnTo>
                    <a:pt x="3" y="37"/>
                  </a:lnTo>
                  <a:lnTo>
                    <a:pt x="3" y="41"/>
                  </a:lnTo>
                  <a:lnTo>
                    <a:pt x="3" y="41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7" y="48"/>
                  </a:lnTo>
                  <a:lnTo>
                    <a:pt x="7" y="52"/>
                  </a:lnTo>
                  <a:lnTo>
                    <a:pt x="11" y="56"/>
                  </a:lnTo>
                  <a:lnTo>
                    <a:pt x="11" y="52"/>
                  </a:lnTo>
                  <a:lnTo>
                    <a:pt x="15" y="56"/>
                  </a:lnTo>
                  <a:lnTo>
                    <a:pt x="15" y="59"/>
                  </a:lnTo>
                  <a:lnTo>
                    <a:pt x="15" y="59"/>
                  </a:lnTo>
                  <a:lnTo>
                    <a:pt x="15" y="63"/>
                  </a:lnTo>
                  <a:lnTo>
                    <a:pt x="18" y="63"/>
                  </a:lnTo>
                  <a:lnTo>
                    <a:pt x="18" y="63"/>
                  </a:lnTo>
                  <a:lnTo>
                    <a:pt x="18" y="59"/>
                  </a:lnTo>
                  <a:lnTo>
                    <a:pt x="22" y="59"/>
                  </a:lnTo>
                  <a:lnTo>
                    <a:pt x="22" y="56"/>
                  </a:lnTo>
                  <a:lnTo>
                    <a:pt x="22" y="59"/>
                  </a:lnTo>
                  <a:lnTo>
                    <a:pt x="26" y="59"/>
                  </a:lnTo>
                  <a:lnTo>
                    <a:pt x="22" y="63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6" y="67"/>
                  </a:lnTo>
                  <a:lnTo>
                    <a:pt x="26" y="67"/>
                  </a:lnTo>
                  <a:lnTo>
                    <a:pt x="29" y="63"/>
                  </a:lnTo>
                  <a:lnTo>
                    <a:pt x="29" y="67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7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4" name="Freeform 26"/>
            <p:cNvSpPr/>
            <p:nvPr/>
          </p:nvSpPr>
          <p:spPr bwMode="auto">
            <a:xfrm>
              <a:off x="6394088" y="2723074"/>
              <a:ext cx="171122" cy="181415"/>
            </a:xfrm>
            <a:custGeom>
              <a:avLst/>
              <a:gdLst>
                <a:gd name="T0" fmla="*/ 18 w 133"/>
                <a:gd name="T1" fmla="*/ 22 h 141"/>
                <a:gd name="T2" fmla="*/ 26 w 133"/>
                <a:gd name="T3" fmla="*/ 15 h 141"/>
                <a:gd name="T4" fmla="*/ 26 w 133"/>
                <a:gd name="T5" fmla="*/ 4 h 141"/>
                <a:gd name="T6" fmla="*/ 33 w 133"/>
                <a:gd name="T7" fmla="*/ 0 h 141"/>
                <a:gd name="T8" fmla="*/ 44 w 133"/>
                <a:gd name="T9" fmla="*/ 7 h 141"/>
                <a:gd name="T10" fmla="*/ 44 w 133"/>
                <a:gd name="T11" fmla="*/ 19 h 141"/>
                <a:gd name="T12" fmla="*/ 59 w 133"/>
                <a:gd name="T13" fmla="*/ 26 h 141"/>
                <a:gd name="T14" fmla="*/ 74 w 133"/>
                <a:gd name="T15" fmla="*/ 26 h 141"/>
                <a:gd name="T16" fmla="*/ 81 w 133"/>
                <a:gd name="T17" fmla="*/ 33 h 141"/>
                <a:gd name="T18" fmla="*/ 85 w 133"/>
                <a:gd name="T19" fmla="*/ 37 h 141"/>
                <a:gd name="T20" fmla="*/ 78 w 133"/>
                <a:gd name="T21" fmla="*/ 44 h 141"/>
                <a:gd name="T22" fmla="*/ 70 w 133"/>
                <a:gd name="T23" fmla="*/ 48 h 141"/>
                <a:gd name="T24" fmla="*/ 70 w 133"/>
                <a:gd name="T25" fmla="*/ 56 h 141"/>
                <a:gd name="T26" fmla="*/ 74 w 133"/>
                <a:gd name="T27" fmla="*/ 63 h 141"/>
                <a:gd name="T28" fmla="*/ 89 w 133"/>
                <a:gd name="T29" fmla="*/ 67 h 141"/>
                <a:gd name="T30" fmla="*/ 100 w 133"/>
                <a:gd name="T31" fmla="*/ 78 h 141"/>
                <a:gd name="T32" fmla="*/ 107 w 133"/>
                <a:gd name="T33" fmla="*/ 89 h 141"/>
                <a:gd name="T34" fmla="*/ 115 w 133"/>
                <a:gd name="T35" fmla="*/ 93 h 141"/>
                <a:gd name="T36" fmla="*/ 118 w 133"/>
                <a:gd name="T37" fmla="*/ 96 h 141"/>
                <a:gd name="T38" fmla="*/ 122 w 133"/>
                <a:gd name="T39" fmla="*/ 100 h 141"/>
                <a:gd name="T40" fmla="*/ 129 w 133"/>
                <a:gd name="T41" fmla="*/ 104 h 141"/>
                <a:gd name="T42" fmla="*/ 133 w 133"/>
                <a:gd name="T43" fmla="*/ 108 h 141"/>
                <a:gd name="T44" fmla="*/ 133 w 133"/>
                <a:gd name="T45" fmla="*/ 111 h 141"/>
                <a:gd name="T46" fmla="*/ 129 w 133"/>
                <a:gd name="T47" fmla="*/ 122 h 141"/>
                <a:gd name="T48" fmla="*/ 129 w 133"/>
                <a:gd name="T49" fmla="*/ 134 h 141"/>
                <a:gd name="T50" fmla="*/ 122 w 133"/>
                <a:gd name="T51" fmla="*/ 130 h 141"/>
                <a:gd name="T52" fmla="*/ 111 w 133"/>
                <a:gd name="T53" fmla="*/ 130 h 141"/>
                <a:gd name="T54" fmla="*/ 115 w 133"/>
                <a:gd name="T55" fmla="*/ 141 h 141"/>
                <a:gd name="T56" fmla="*/ 107 w 133"/>
                <a:gd name="T57" fmla="*/ 134 h 141"/>
                <a:gd name="T58" fmla="*/ 96 w 133"/>
                <a:gd name="T59" fmla="*/ 130 h 141"/>
                <a:gd name="T60" fmla="*/ 100 w 133"/>
                <a:gd name="T61" fmla="*/ 122 h 141"/>
                <a:gd name="T62" fmla="*/ 100 w 133"/>
                <a:gd name="T63" fmla="*/ 115 h 141"/>
                <a:gd name="T64" fmla="*/ 96 w 133"/>
                <a:gd name="T65" fmla="*/ 108 h 141"/>
                <a:gd name="T66" fmla="*/ 92 w 133"/>
                <a:gd name="T67" fmla="*/ 104 h 141"/>
                <a:gd name="T68" fmla="*/ 85 w 133"/>
                <a:gd name="T69" fmla="*/ 96 h 141"/>
                <a:gd name="T70" fmla="*/ 85 w 133"/>
                <a:gd name="T71" fmla="*/ 89 h 141"/>
                <a:gd name="T72" fmla="*/ 81 w 133"/>
                <a:gd name="T73" fmla="*/ 78 h 141"/>
                <a:gd name="T74" fmla="*/ 63 w 133"/>
                <a:gd name="T75" fmla="*/ 67 h 141"/>
                <a:gd name="T76" fmla="*/ 48 w 133"/>
                <a:gd name="T77" fmla="*/ 78 h 141"/>
                <a:gd name="T78" fmla="*/ 37 w 133"/>
                <a:gd name="T79" fmla="*/ 70 h 141"/>
                <a:gd name="T80" fmla="*/ 26 w 133"/>
                <a:gd name="T81" fmla="*/ 78 h 141"/>
                <a:gd name="T82" fmla="*/ 22 w 133"/>
                <a:gd name="T83" fmla="*/ 67 h 141"/>
                <a:gd name="T84" fmla="*/ 22 w 133"/>
                <a:gd name="T85" fmla="*/ 59 h 141"/>
                <a:gd name="T86" fmla="*/ 22 w 133"/>
                <a:gd name="T87" fmla="*/ 48 h 141"/>
                <a:gd name="T88" fmla="*/ 11 w 133"/>
                <a:gd name="T89" fmla="*/ 52 h 141"/>
                <a:gd name="T90" fmla="*/ 11 w 133"/>
                <a:gd name="T91" fmla="*/ 41 h 141"/>
                <a:gd name="T92" fmla="*/ 0 w 133"/>
                <a:gd name="T93" fmla="*/ 33 h 141"/>
                <a:gd name="T94" fmla="*/ 7 w 133"/>
                <a:gd name="T95" fmla="*/ 26 h 141"/>
                <a:gd name="T96" fmla="*/ 7 w 133"/>
                <a:gd name="T97" fmla="*/ 19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3" h="141">
                  <a:moveTo>
                    <a:pt x="15" y="19"/>
                  </a:moveTo>
                  <a:lnTo>
                    <a:pt x="18" y="19"/>
                  </a:lnTo>
                  <a:lnTo>
                    <a:pt x="18" y="22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1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33" y="0"/>
                  </a:lnTo>
                  <a:lnTo>
                    <a:pt x="33" y="4"/>
                  </a:lnTo>
                  <a:lnTo>
                    <a:pt x="41" y="4"/>
                  </a:lnTo>
                  <a:lnTo>
                    <a:pt x="44" y="7"/>
                  </a:lnTo>
                  <a:lnTo>
                    <a:pt x="44" y="11"/>
                  </a:lnTo>
                  <a:lnTo>
                    <a:pt x="44" y="15"/>
                  </a:lnTo>
                  <a:lnTo>
                    <a:pt x="44" y="19"/>
                  </a:lnTo>
                  <a:lnTo>
                    <a:pt x="52" y="22"/>
                  </a:lnTo>
                  <a:lnTo>
                    <a:pt x="55" y="26"/>
                  </a:lnTo>
                  <a:lnTo>
                    <a:pt x="59" y="26"/>
                  </a:lnTo>
                  <a:lnTo>
                    <a:pt x="67" y="30"/>
                  </a:lnTo>
                  <a:lnTo>
                    <a:pt x="70" y="26"/>
                  </a:lnTo>
                  <a:lnTo>
                    <a:pt x="74" y="26"/>
                  </a:lnTo>
                  <a:lnTo>
                    <a:pt x="74" y="30"/>
                  </a:lnTo>
                  <a:lnTo>
                    <a:pt x="81" y="30"/>
                  </a:lnTo>
                  <a:lnTo>
                    <a:pt x="81" y="33"/>
                  </a:lnTo>
                  <a:lnTo>
                    <a:pt x="81" y="33"/>
                  </a:lnTo>
                  <a:lnTo>
                    <a:pt x="85" y="37"/>
                  </a:lnTo>
                  <a:lnTo>
                    <a:pt x="85" y="37"/>
                  </a:lnTo>
                  <a:lnTo>
                    <a:pt x="81" y="37"/>
                  </a:lnTo>
                  <a:lnTo>
                    <a:pt x="81" y="44"/>
                  </a:lnTo>
                  <a:lnTo>
                    <a:pt x="78" y="44"/>
                  </a:lnTo>
                  <a:lnTo>
                    <a:pt x="74" y="48"/>
                  </a:lnTo>
                  <a:lnTo>
                    <a:pt x="70" y="48"/>
                  </a:lnTo>
                  <a:lnTo>
                    <a:pt x="70" y="48"/>
                  </a:lnTo>
                  <a:lnTo>
                    <a:pt x="70" y="52"/>
                  </a:lnTo>
                  <a:lnTo>
                    <a:pt x="74" y="56"/>
                  </a:lnTo>
                  <a:lnTo>
                    <a:pt x="70" y="56"/>
                  </a:lnTo>
                  <a:lnTo>
                    <a:pt x="70" y="59"/>
                  </a:lnTo>
                  <a:lnTo>
                    <a:pt x="74" y="59"/>
                  </a:lnTo>
                  <a:lnTo>
                    <a:pt x="74" y="63"/>
                  </a:lnTo>
                  <a:lnTo>
                    <a:pt x="81" y="63"/>
                  </a:lnTo>
                  <a:lnTo>
                    <a:pt x="85" y="67"/>
                  </a:lnTo>
                  <a:lnTo>
                    <a:pt x="89" y="67"/>
                  </a:lnTo>
                  <a:lnTo>
                    <a:pt x="92" y="70"/>
                  </a:lnTo>
                  <a:lnTo>
                    <a:pt x="96" y="74"/>
                  </a:lnTo>
                  <a:lnTo>
                    <a:pt x="100" y="78"/>
                  </a:lnTo>
                  <a:lnTo>
                    <a:pt x="100" y="78"/>
                  </a:lnTo>
                  <a:lnTo>
                    <a:pt x="107" y="85"/>
                  </a:lnTo>
                  <a:lnTo>
                    <a:pt x="107" y="89"/>
                  </a:lnTo>
                  <a:lnTo>
                    <a:pt x="111" y="89"/>
                  </a:lnTo>
                  <a:lnTo>
                    <a:pt x="115" y="89"/>
                  </a:lnTo>
                  <a:lnTo>
                    <a:pt x="115" y="93"/>
                  </a:lnTo>
                  <a:lnTo>
                    <a:pt x="115" y="93"/>
                  </a:lnTo>
                  <a:lnTo>
                    <a:pt x="118" y="96"/>
                  </a:lnTo>
                  <a:lnTo>
                    <a:pt x="118" y="96"/>
                  </a:lnTo>
                  <a:lnTo>
                    <a:pt x="122" y="96"/>
                  </a:lnTo>
                  <a:lnTo>
                    <a:pt x="122" y="100"/>
                  </a:lnTo>
                  <a:lnTo>
                    <a:pt x="122" y="100"/>
                  </a:lnTo>
                  <a:lnTo>
                    <a:pt x="126" y="100"/>
                  </a:lnTo>
                  <a:lnTo>
                    <a:pt x="129" y="104"/>
                  </a:lnTo>
                  <a:lnTo>
                    <a:pt x="129" y="104"/>
                  </a:lnTo>
                  <a:lnTo>
                    <a:pt x="133" y="104"/>
                  </a:lnTo>
                  <a:lnTo>
                    <a:pt x="133" y="104"/>
                  </a:lnTo>
                  <a:lnTo>
                    <a:pt x="133" y="108"/>
                  </a:lnTo>
                  <a:lnTo>
                    <a:pt x="129" y="111"/>
                  </a:lnTo>
                  <a:lnTo>
                    <a:pt x="133" y="111"/>
                  </a:lnTo>
                  <a:lnTo>
                    <a:pt x="133" y="111"/>
                  </a:lnTo>
                  <a:lnTo>
                    <a:pt x="133" y="115"/>
                  </a:lnTo>
                  <a:lnTo>
                    <a:pt x="129" y="119"/>
                  </a:lnTo>
                  <a:lnTo>
                    <a:pt x="129" y="122"/>
                  </a:lnTo>
                  <a:lnTo>
                    <a:pt x="133" y="126"/>
                  </a:lnTo>
                  <a:lnTo>
                    <a:pt x="133" y="130"/>
                  </a:lnTo>
                  <a:lnTo>
                    <a:pt x="129" y="134"/>
                  </a:lnTo>
                  <a:lnTo>
                    <a:pt x="126" y="134"/>
                  </a:lnTo>
                  <a:lnTo>
                    <a:pt x="122" y="130"/>
                  </a:lnTo>
                  <a:lnTo>
                    <a:pt x="122" y="130"/>
                  </a:lnTo>
                  <a:lnTo>
                    <a:pt x="118" y="126"/>
                  </a:lnTo>
                  <a:lnTo>
                    <a:pt x="115" y="130"/>
                  </a:lnTo>
                  <a:lnTo>
                    <a:pt x="111" y="130"/>
                  </a:lnTo>
                  <a:lnTo>
                    <a:pt x="115" y="134"/>
                  </a:lnTo>
                  <a:lnTo>
                    <a:pt x="115" y="137"/>
                  </a:lnTo>
                  <a:lnTo>
                    <a:pt x="115" y="141"/>
                  </a:lnTo>
                  <a:lnTo>
                    <a:pt x="115" y="141"/>
                  </a:lnTo>
                  <a:lnTo>
                    <a:pt x="111" y="141"/>
                  </a:lnTo>
                  <a:lnTo>
                    <a:pt x="107" y="134"/>
                  </a:lnTo>
                  <a:lnTo>
                    <a:pt x="104" y="134"/>
                  </a:lnTo>
                  <a:lnTo>
                    <a:pt x="100" y="134"/>
                  </a:lnTo>
                  <a:lnTo>
                    <a:pt x="96" y="130"/>
                  </a:lnTo>
                  <a:lnTo>
                    <a:pt x="100" y="130"/>
                  </a:lnTo>
                  <a:lnTo>
                    <a:pt x="100" y="126"/>
                  </a:lnTo>
                  <a:lnTo>
                    <a:pt x="100" y="122"/>
                  </a:lnTo>
                  <a:lnTo>
                    <a:pt x="100" y="119"/>
                  </a:lnTo>
                  <a:lnTo>
                    <a:pt x="100" y="119"/>
                  </a:lnTo>
                  <a:lnTo>
                    <a:pt x="100" y="115"/>
                  </a:lnTo>
                  <a:lnTo>
                    <a:pt x="104" y="111"/>
                  </a:lnTo>
                  <a:lnTo>
                    <a:pt x="100" y="111"/>
                  </a:lnTo>
                  <a:lnTo>
                    <a:pt x="96" y="108"/>
                  </a:lnTo>
                  <a:lnTo>
                    <a:pt x="100" y="108"/>
                  </a:lnTo>
                  <a:lnTo>
                    <a:pt x="96" y="104"/>
                  </a:lnTo>
                  <a:lnTo>
                    <a:pt x="92" y="104"/>
                  </a:lnTo>
                  <a:lnTo>
                    <a:pt x="89" y="100"/>
                  </a:lnTo>
                  <a:lnTo>
                    <a:pt x="85" y="100"/>
                  </a:lnTo>
                  <a:lnTo>
                    <a:pt x="85" y="96"/>
                  </a:lnTo>
                  <a:lnTo>
                    <a:pt x="85" y="93"/>
                  </a:lnTo>
                  <a:lnTo>
                    <a:pt x="85" y="89"/>
                  </a:lnTo>
                  <a:lnTo>
                    <a:pt x="85" y="89"/>
                  </a:lnTo>
                  <a:lnTo>
                    <a:pt x="85" y="85"/>
                  </a:lnTo>
                  <a:lnTo>
                    <a:pt x="85" y="82"/>
                  </a:lnTo>
                  <a:lnTo>
                    <a:pt x="81" y="78"/>
                  </a:lnTo>
                  <a:lnTo>
                    <a:pt x="74" y="74"/>
                  </a:lnTo>
                  <a:lnTo>
                    <a:pt x="70" y="70"/>
                  </a:lnTo>
                  <a:lnTo>
                    <a:pt x="63" y="67"/>
                  </a:lnTo>
                  <a:lnTo>
                    <a:pt x="59" y="70"/>
                  </a:lnTo>
                  <a:lnTo>
                    <a:pt x="55" y="74"/>
                  </a:lnTo>
                  <a:lnTo>
                    <a:pt x="48" y="78"/>
                  </a:lnTo>
                  <a:lnTo>
                    <a:pt x="44" y="74"/>
                  </a:lnTo>
                  <a:lnTo>
                    <a:pt x="41" y="74"/>
                  </a:lnTo>
                  <a:lnTo>
                    <a:pt x="37" y="70"/>
                  </a:lnTo>
                  <a:lnTo>
                    <a:pt x="33" y="74"/>
                  </a:lnTo>
                  <a:lnTo>
                    <a:pt x="30" y="78"/>
                  </a:lnTo>
                  <a:lnTo>
                    <a:pt x="26" y="78"/>
                  </a:lnTo>
                  <a:lnTo>
                    <a:pt x="22" y="78"/>
                  </a:lnTo>
                  <a:lnTo>
                    <a:pt x="22" y="70"/>
                  </a:lnTo>
                  <a:lnTo>
                    <a:pt x="22" y="67"/>
                  </a:lnTo>
                  <a:lnTo>
                    <a:pt x="22" y="63"/>
                  </a:lnTo>
                  <a:lnTo>
                    <a:pt x="22" y="59"/>
                  </a:lnTo>
                  <a:lnTo>
                    <a:pt x="22" y="59"/>
                  </a:lnTo>
                  <a:lnTo>
                    <a:pt x="22" y="56"/>
                  </a:lnTo>
                  <a:lnTo>
                    <a:pt x="22" y="52"/>
                  </a:lnTo>
                  <a:lnTo>
                    <a:pt x="22" y="48"/>
                  </a:lnTo>
                  <a:lnTo>
                    <a:pt x="18" y="48"/>
                  </a:lnTo>
                  <a:lnTo>
                    <a:pt x="15" y="52"/>
                  </a:lnTo>
                  <a:lnTo>
                    <a:pt x="11" y="52"/>
                  </a:lnTo>
                  <a:lnTo>
                    <a:pt x="7" y="48"/>
                  </a:lnTo>
                  <a:lnTo>
                    <a:pt x="11" y="44"/>
                  </a:lnTo>
                  <a:lnTo>
                    <a:pt x="11" y="41"/>
                  </a:lnTo>
                  <a:lnTo>
                    <a:pt x="7" y="37"/>
                  </a:lnTo>
                  <a:lnTo>
                    <a:pt x="4" y="37"/>
                  </a:lnTo>
                  <a:lnTo>
                    <a:pt x="0" y="33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7" y="26"/>
                  </a:lnTo>
                  <a:lnTo>
                    <a:pt x="7" y="26"/>
                  </a:lnTo>
                  <a:lnTo>
                    <a:pt x="7" y="22"/>
                  </a:lnTo>
                  <a:lnTo>
                    <a:pt x="7" y="19"/>
                  </a:lnTo>
                  <a:lnTo>
                    <a:pt x="15" y="19"/>
                  </a:ln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69" name="Freeform 27"/>
            <p:cNvSpPr>
              <a:spLocks noEditPoints="1"/>
            </p:cNvSpPr>
            <p:nvPr/>
          </p:nvSpPr>
          <p:spPr bwMode="auto">
            <a:xfrm>
              <a:off x="6346483" y="2765533"/>
              <a:ext cx="181415" cy="301072"/>
            </a:xfrm>
            <a:custGeom>
              <a:avLst/>
              <a:gdLst>
                <a:gd name="T0" fmla="*/ 13 w 38"/>
                <a:gd name="T1" fmla="*/ 3 h 63"/>
                <a:gd name="T2" fmla="*/ 16 w 38"/>
                <a:gd name="T3" fmla="*/ 4 h 63"/>
                <a:gd name="T4" fmla="*/ 16 w 38"/>
                <a:gd name="T5" fmla="*/ 8 h 63"/>
                <a:gd name="T6" fmla="*/ 18 w 38"/>
                <a:gd name="T7" fmla="*/ 12 h 63"/>
                <a:gd name="T8" fmla="*/ 23 w 38"/>
                <a:gd name="T9" fmla="*/ 12 h 63"/>
                <a:gd name="T10" fmla="*/ 30 w 38"/>
                <a:gd name="T11" fmla="*/ 11 h 63"/>
                <a:gd name="T12" fmla="*/ 33 w 38"/>
                <a:gd name="T13" fmla="*/ 15 h 63"/>
                <a:gd name="T14" fmla="*/ 35 w 38"/>
                <a:gd name="T15" fmla="*/ 19 h 63"/>
                <a:gd name="T16" fmla="*/ 38 w 38"/>
                <a:gd name="T17" fmla="*/ 21 h 63"/>
                <a:gd name="T18" fmla="*/ 37 w 38"/>
                <a:gd name="T19" fmla="*/ 25 h 63"/>
                <a:gd name="T20" fmla="*/ 33 w 38"/>
                <a:gd name="T21" fmla="*/ 26 h 63"/>
                <a:gd name="T22" fmla="*/ 27 w 38"/>
                <a:gd name="T23" fmla="*/ 26 h 63"/>
                <a:gd name="T24" fmla="*/ 24 w 38"/>
                <a:gd name="T25" fmla="*/ 31 h 63"/>
                <a:gd name="T26" fmla="*/ 25 w 38"/>
                <a:gd name="T27" fmla="*/ 36 h 63"/>
                <a:gd name="T28" fmla="*/ 23 w 38"/>
                <a:gd name="T29" fmla="*/ 36 h 63"/>
                <a:gd name="T30" fmla="*/ 21 w 38"/>
                <a:gd name="T31" fmla="*/ 34 h 63"/>
                <a:gd name="T32" fmla="*/ 19 w 38"/>
                <a:gd name="T33" fmla="*/ 34 h 63"/>
                <a:gd name="T34" fmla="*/ 17 w 38"/>
                <a:gd name="T35" fmla="*/ 33 h 63"/>
                <a:gd name="T36" fmla="*/ 16 w 38"/>
                <a:gd name="T37" fmla="*/ 31 h 63"/>
                <a:gd name="T38" fmla="*/ 14 w 38"/>
                <a:gd name="T39" fmla="*/ 31 h 63"/>
                <a:gd name="T40" fmla="*/ 13 w 38"/>
                <a:gd name="T41" fmla="*/ 31 h 63"/>
                <a:gd name="T42" fmla="*/ 13 w 38"/>
                <a:gd name="T43" fmla="*/ 34 h 63"/>
                <a:gd name="T44" fmla="*/ 12 w 38"/>
                <a:gd name="T45" fmla="*/ 38 h 63"/>
                <a:gd name="T46" fmla="*/ 10 w 38"/>
                <a:gd name="T47" fmla="*/ 44 h 63"/>
                <a:gd name="T48" fmla="*/ 10 w 38"/>
                <a:gd name="T49" fmla="*/ 46 h 63"/>
                <a:gd name="T50" fmla="*/ 12 w 38"/>
                <a:gd name="T51" fmla="*/ 49 h 63"/>
                <a:gd name="T52" fmla="*/ 13 w 38"/>
                <a:gd name="T53" fmla="*/ 49 h 63"/>
                <a:gd name="T54" fmla="*/ 15 w 38"/>
                <a:gd name="T55" fmla="*/ 52 h 63"/>
                <a:gd name="T56" fmla="*/ 16 w 38"/>
                <a:gd name="T57" fmla="*/ 52 h 63"/>
                <a:gd name="T58" fmla="*/ 17 w 38"/>
                <a:gd name="T59" fmla="*/ 55 h 63"/>
                <a:gd name="T60" fmla="*/ 17 w 38"/>
                <a:gd name="T61" fmla="*/ 56 h 63"/>
                <a:gd name="T62" fmla="*/ 20 w 38"/>
                <a:gd name="T63" fmla="*/ 59 h 63"/>
                <a:gd name="T64" fmla="*/ 23 w 38"/>
                <a:gd name="T65" fmla="*/ 61 h 63"/>
                <a:gd name="T66" fmla="*/ 23 w 38"/>
                <a:gd name="T67" fmla="*/ 63 h 63"/>
                <a:gd name="T68" fmla="*/ 19 w 38"/>
                <a:gd name="T69" fmla="*/ 62 h 63"/>
                <a:gd name="T70" fmla="*/ 18 w 38"/>
                <a:gd name="T71" fmla="*/ 60 h 63"/>
                <a:gd name="T72" fmla="*/ 15 w 38"/>
                <a:gd name="T73" fmla="*/ 60 h 63"/>
                <a:gd name="T74" fmla="*/ 13 w 38"/>
                <a:gd name="T75" fmla="*/ 57 h 63"/>
                <a:gd name="T76" fmla="*/ 10 w 38"/>
                <a:gd name="T77" fmla="*/ 55 h 63"/>
                <a:gd name="T78" fmla="*/ 8 w 38"/>
                <a:gd name="T79" fmla="*/ 52 h 63"/>
                <a:gd name="T80" fmla="*/ 6 w 38"/>
                <a:gd name="T81" fmla="*/ 51 h 63"/>
                <a:gd name="T82" fmla="*/ 7 w 38"/>
                <a:gd name="T83" fmla="*/ 48 h 63"/>
                <a:gd name="T84" fmla="*/ 8 w 38"/>
                <a:gd name="T85" fmla="*/ 45 h 63"/>
                <a:gd name="T86" fmla="*/ 9 w 38"/>
                <a:gd name="T87" fmla="*/ 42 h 63"/>
                <a:gd name="T88" fmla="*/ 11 w 38"/>
                <a:gd name="T89" fmla="*/ 36 h 63"/>
                <a:gd name="T90" fmla="*/ 10 w 38"/>
                <a:gd name="T91" fmla="*/ 31 h 63"/>
                <a:gd name="T92" fmla="*/ 7 w 38"/>
                <a:gd name="T93" fmla="*/ 26 h 63"/>
                <a:gd name="T94" fmla="*/ 6 w 38"/>
                <a:gd name="T95" fmla="*/ 22 h 63"/>
                <a:gd name="T96" fmla="*/ 6 w 38"/>
                <a:gd name="T97" fmla="*/ 18 h 63"/>
                <a:gd name="T98" fmla="*/ 2 w 38"/>
                <a:gd name="T99" fmla="*/ 13 h 63"/>
                <a:gd name="T100" fmla="*/ 0 w 38"/>
                <a:gd name="T101" fmla="*/ 10 h 63"/>
                <a:gd name="T102" fmla="*/ 2 w 38"/>
                <a:gd name="T103" fmla="*/ 6 h 63"/>
                <a:gd name="T104" fmla="*/ 6 w 38"/>
                <a:gd name="T105" fmla="*/ 4 h 63"/>
                <a:gd name="T106" fmla="*/ 9 w 38"/>
                <a:gd name="T107" fmla="*/ 2 h 63"/>
                <a:gd name="T108" fmla="*/ 10 w 38"/>
                <a:gd name="T109" fmla="*/ 0 h 63"/>
                <a:gd name="T110" fmla="*/ 13 w 38"/>
                <a:gd name="T111" fmla="*/ 59 h 63"/>
                <a:gd name="T112" fmla="*/ 10 w 38"/>
                <a:gd name="T113" fmla="*/ 55 h 63"/>
                <a:gd name="T114" fmla="*/ 7 w 38"/>
                <a:gd name="T115" fmla="*/ 55 h 63"/>
                <a:gd name="T116" fmla="*/ 23 w 38"/>
                <a:gd name="T117" fmla="*/ 37 h 63"/>
                <a:gd name="T118" fmla="*/ 13 w 38"/>
                <a:gd name="T119" fmla="*/ 46 h 63"/>
                <a:gd name="T120" fmla="*/ 14 w 38"/>
                <a:gd name="T121" fmla="*/ 48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8" h="63">
                  <a:moveTo>
                    <a:pt x="10" y="0"/>
                  </a:moveTo>
                  <a:cubicBezTo>
                    <a:pt x="11" y="1"/>
                    <a:pt x="11" y="1"/>
                    <a:pt x="11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6" y="19"/>
                    <a:pt x="36" y="19"/>
                    <a:pt x="36" y="19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5"/>
                    <a:pt x="11" y="45"/>
                    <a:pt x="11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7" y="53"/>
                    <a:pt x="17" y="53"/>
                    <a:pt x="17" y="53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2"/>
                    <a:pt x="22" y="62"/>
                    <a:pt x="22" y="62"/>
                  </a:cubicBezTo>
                  <a:cubicBezTo>
                    <a:pt x="22" y="63"/>
                    <a:pt x="22" y="63"/>
                    <a:pt x="22" y="63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1" y="55"/>
                    <a:pt x="11" y="55"/>
                    <a:pt x="11" y="55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9" y="43"/>
                    <a:pt x="9" y="43"/>
                    <a:pt x="9" y="43"/>
                  </a:cubicBezTo>
                  <a:cubicBezTo>
                    <a:pt x="9" y="42"/>
                    <a:pt x="9" y="42"/>
                    <a:pt x="9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lose/>
                  <a:moveTo>
                    <a:pt x="13" y="59"/>
                  </a:moveTo>
                  <a:cubicBezTo>
                    <a:pt x="13" y="60"/>
                    <a:pt x="13" y="60"/>
                    <a:pt x="13" y="60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lose/>
                  <a:moveTo>
                    <a:pt x="10" y="55"/>
                  </a:moveTo>
                  <a:cubicBezTo>
                    <a:pt x="10" y="56"/>
                    <a:pt x="10" y="56"/>
                    <a:pt x="10" y="56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10" y="55"/>
                    <a:pt x="10" y="55"/>
                    <a:pt x="10" y="55"/>
                  </a:cubicBezTo>
                  <a:close/>
                  <a:moveTo>
                    <a:pt x="7" y="53"/>
                  </a:moveTo>
                  <a:cubicBezTo>
                    <a:pt x="7" y="54"/>
                    <a:pt x="7" y="54"/>
                    <a:pt x="7" y="54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lose/>
                  <a:moveTo>
                    <a:pt x="23" y="36"/>
                  </a:moveTo>
                  <a:cubicBezTo>
                    <a:pt x="23" y="37"/>
                    <a:pt x="23" y="37"/>
                    <a:pt x="23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3" y="36"/>
                    <a:pt x="23" y="36"/>
                    <a:pt x="23" y="36"/>
                  </a:cubicBezTo>
                  <a:close/>
                  <a:moveTo>
                    <a:pt x="14" y="46"/>
                  </a:moveTo>
                  <a:cubicBezTo>
                    <a:pt x="13" y="46"/>
                    <a:pt x="13" y="46"/>
                    <a:pt x="13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lose/>
                  <a:moveTo>
                    <a:pt x="14" y="47"/>
                  </a:moveTo>
                  <a:cubicBezTo>
                    <a:pt x="14" y="47"/>
                    <a:pt x="14" y="47"/>
                    <a:pt x="14" y="47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5" y="47"/>
                    <a:pt x="15" y="47"/>
                    <a:pt x="15" y="47"/>
                  </a:cubicBezTo>
                  <a:lnTo>
                    <a:pt x="14" y="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0" name="Freeform 28"/>
            <p:cNvSpPr>
              <a:spLocks noEditPoints="1"/>
            </p:cNvSpPr>
            <p:nvPr/>
          </p:nvSpPr>
          <p:spPr bwMode="auto">
            <a:xfrm>
              <a:off x="6226826" y="2603418"/>
              <a:ext cx="190421" cy="382130"/>
            </a:xfrm>
            <a:custGeom>
              <a:avLst/>
              <a:gdLst>
                <a:gd name="T0" fmla="*/ 82 w 148"/>
                <a:gd name="T1" fmla="*/ 4 h 297"/>
                <a:gd name="T2" fmla="*/ 97 w 148"/>
                <a:gd name="T3" fmla="*/ 22 h 297"/>
                <a:gd name="T4" fmla="*/ 89 w 148"/>
                <a:gd name="T5" fmla="*/ 41 h 297"/>
                <a:gd name="T6" fmla="*/ 85 w 148"/>
                <a:gd name="T7" fmla="*/ 48 h 297"/>
                <a:gd name="T8" fmla="*/ 85 w 148"/>
                <a:gd name="T9" fmla="*/ 63 h 297"/>
                <a:gd name="T10" fmla="*/ 100 w 148"/>
                <a:gd name="T11" fmla="*/ 71 h 297"/>
                <a:gd name="T12" fmla="*/ 108 w 148"/>
                <a:gd name="T13" fmla="*/ 78 h 297"/>
                <a:gd name="T14" fmla="*/ 122 w 148"/>
                <a:gd name="T15" fmla="*/ 86 h 297"/>
                <a:gd name="T16" fmla="*/ 115 w 148"/>
                <a:gd name="T17" fmla="*/ 100 h 297"/>
                <a:gd name="T18" fmla="*/ 126 w 148"/>
                <a:gd name="T19" fmla="*/ 104 h 297"/>
                <a:gd name="T20" fmla="*/ 148 w 148"/>
                <a:gd name="T21" fmla="*/ 108 h 297"/>
                <a:gd name="T22" fmla="*/ 137 w 148"/>
                <a:gd name="T23" fmla="*/ 119 h 297"/>
                <a:gd name="T24" fmla="*/ 122 w 148"/>
                <a:gd name="T25" fmla="*/ 130 h 297"/>
                <a:gd name="T26" fmla="*/ 115 w 148"/>
                <a:gd name="T27" fmla="*/ 141 h 297"/>
                <a:gd name="T28" fmla="*/ 97 w 148"/>
                <a:gd name="T29" fmla="*/ 152 h 297"/>
                <a:gd name="T30" fmla="*/ 93 w 148"/>
                <a:gd name="T31" fmla="*/ 163 h 297"/>
                <a:gd name="T32" fmla="*/ 111 w 148"/>
                <a:gd name="T33" fmla="*/ 186 h 297"/>
                <a:gd name="T34" fmla="*/ 115 w 148"/>
                <a:gd name="T35" fmla="*/ 201 h 297"/>
                <a:gd name="T36" fmla="*/ 119 w 148"/>
                <a:gd name="T37" fmla="*/ 223 h 297"/>
                <a:gd name="T38" fmla="*/ 130 w 148"/>
                <a:gd name="T39" fmla="*/ 245 h 297"/>
                <a:gd name="T40" fmla="*/ 134 w 148"/>
                <a:gd name="T41" fmla="*/ 267 h 297"/>
                <a:gd name="T42" fmla="*/ 122 w 148"/>
                <a:gd name="T43" fmla="*/ 290 h 297"/>
                <a:gd name="T44" fmla="*/ 119 w 148"/>
                <a:gd name="T45" fmla="*/ 286 h 297"/>
                <a:gd name="T46" fmla="*/ 122 w 148"/>
                <a:gd name="T47" fmla="*/ 278 h 297"/>
                <a:gd name="T48" fmla="*/ 122 w 148"/>
                <a:gd name="T49" fmla="*/ 264 h 297"/>
                <a:gd name="T50" fmla="*/ 119 w 148"/>
                <a:gd name="T51" fmla="*/ 241 h 297"/>
                <a:gd name="T52" fmla="*/ 111 w 148"/>
                <a:gd name="T53" fmla="*/ 238 h 297"/>
                <a:gd name="T54" fmla="*/ 104 w 148"/>
                <a:gd name="T55" fmla="*/ 219 h 297"/>
                <a:gd name="T56" fmla="*/ 100 w 148"/>
                <a:gd name="T57" fmla="*/ 197 h 297"/>
                <a:gd name="T58" fmla="*/ 97 w 148"/>
                <a:gd name="T59" fmla="*/ 193 h 297"/>
                <a:gd name="T60" fmla="*/ 85 w 148"/>
                <a:gd name="T61" fmla="*/ 178 h 297"/>
                <a:gd name="T62" fmla="*/ 85 w 148"/>
                <a:gd name="T63" fmla="*/ 182 h 297"/>
                <a:gd name="T64" fmla="*/ 74 w 148"/>
                <a:gd name="T65" fmla="*/ 189 h 297"/>
                <a:gd name="T66" fmla="*/ 71 w 148"/>
                <a:gd name="T67" fmla="*/ 193 h 297"/>
                <a:gd name="T68" fmla="*/ 56 w 148"/>
                <a:gd name="T69" fmla="*/ 201 h 297"/>
                <a:gd name="T70" fmla="*/ 48 w 148"/>
                <a:gd name="T71" fmla="*/ 204 h 297"/>
                <a:gd name="T72" fmla="*/ 45 w 148"/>
                <a:gd name="T73" fmla="*/ 197 h 297"/>
                <a:gd name="T74" fmla="*/ 48 w 148"/>
                <a:gd name="T75" fmla="*/ 178 h 297"/>
                <a:gd name="T76" fmla="*/ 41 w 148"/>
                <a:gd name="T77" fmla="*/ 163 h 297"/>
                <a:gd name="T78" fmla="*/ 30 w 148"/>
                <a:gd name="T79" fmla="*/ 149 h 297"/>
                <a:gd name="T80" fmla="*/ 23 w 148"/>
                <a:gd name="T81" fmla="*/ 145 h 297"/>
                <a:gd name="T82" fmla="*/ 26 w 148"/>
                <a:gd name="T83" fmla="*/ 149 h 297"/>
                <a:gd name="T84" fmla="*/ 26 w 148"/>
                <a:gd name="T85" fmla="*/ 137 h 297"/>
                <a:gd name="T86" fmla="*/ 15 w 148"/>
                <a:gd name="T87" fmla="*/ 134 h 297"/>
                <a:gd name="T88" fmla="*/ 11 w 148"/>
                <a:gd name="T89" fmla="*/ 134 h 297"/>
                <a:gd name="T90" fmla="*/ 4 w 148"/>
                <a:gd name="T91" fmla="*/ 115 h 297"/>
                <a:gd name="T92" fmla="*/ 11 w 148"/>
                <a:gd name="T93" fmla="*/ 104 h 297"/>
                <a:gd name="T94" fmla="*/ 19 w 148"/>
                <a:gd name="T95" fmla="*/ 86 h 297"/>
                <a:gd name="T96" fmla="*/ 26 w 148"/>
                <a:gd name="T97" fmla="*/ 71 h 297"/>
                <a:gd name="T98" fmla="*/ 34 w 148"/>
                <a:gd name="T99" fmla="*/ 41 h 297"/>
                <a:gd name="T100" fmla="*/ 48 w 148"/>
                <a:gd name="T101" fmla="*/ 15 h 297"/>
                <a:gd name="T102" fmla="*/ 67 w 148"/>
                <a:gd name="T103" fmla="*/ 8 h 297"/>
                <a:gd name="T104" fmla="*/ 23 w 148"/>
                <a:gd name="T105" fmla="*/ 156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8" h="297">
                  <a:moveTo>
                    <a:pt x="67" y="0"/>
                  </a:moveTo>
                  <a:lnTo>
                    <a:pt x="71" y="0"/>
                  </a:lnTo>
                  <a:lnTo>
                    <a:pt x="74" y="0"/>
                  </a:lnTo>
                  <a:lnTo>
                    <a:pt x="78" y="0"/>
                  </a:lnTo>
                  <a:lnTo>
                    <a:pt x="82" y="0"/>
                  </a:lnTo>
                  <a:lnTo>
                    <a:pt x="82" y="4"/>
                  </a:lnTo>
                  <a:lnTo>
                    <a:pt x="85" y="4"/>
                  </a:lnTo>
                  <a:lnTo>
                    <a:pt x="85" y="11"/>
                  </a:lnTo>
                  <a:lnTo>
                    <a:pt x="89" y="8"/>
                  </a:lnTo>
                  <a:lnTo>
                    <a:pt x="93" y="11"/>
                  </a:lnTo>
                  <a:lnTo>
                    <a:pt x="93" y="15"/>
                  </a:lnTo>
                  <a:lnTo>
                    <a:pt x="97" y="22"/>
                  </a:lnTo>
                  <a:lnTo>
                    <a:pt x="97" y="26"/>
                  </a:lnTo>
                  <a:lnTo>
                    <a:pt x="97" y="34"/>
                  </a:lnTo>
                  <a:lnTo>
                    <a:pt x="97" y="37"/>
                  </a:lnTo>
                  <a:lnTo>
                    <a:pt x="93" y="37"/>
                  </a:lnTo>
                  <a:lnTo>
                    <a:pt x="93" y="37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9" y="45"/>
                  </a:lnTo>
                  <a:lnTo>
                    <a:pt x="89" y="48"/>
                  </a:lnTo>
                  <a:lnTo>
                    <a:pt x="89" y="48"/>
                  </a:lnTo>
                  <a:lnTo>
                    <a:pt x="85" y="48"/>
                  </a:lnTo>
                  <a:lnTo>
                    <a:pt x="85" y="48"/>
                  </a:lnTo>
                  <a:lnTo>
                    <a:pt x="82" y="52"/>
                  </a:lnTo>
                  <a:lnTo>
                    <a:pt x="85" y="56"/>
                  </a:lnTo>
                  <a:lnTo>
                    <a:pt x="82" y="56"/>
                  </a:lnTo>
                  <a:lnTo>
                    <a:pt x="82" y="60"/>
                  </a:lnTo>
                  <a:lnTo>
                    <a:pt x="85" y="60"/>
                  </a:lnTo>
                  <a:lnTo>
                    <a:pt x="85" y="63"/>
                  </a:lnTo>
                  <a:lnTo>
                    <a:pt x="89" y="63"/>
                  </a:lnTo>
                  <a:lnTo>
                    <a:pt x="89" y="67"/>
                  </a:lnTo>
                  <a:lnTo>
                    <a:pt x="89" y="71"/>
                  </a:lnTo>
                  <a:lnTo>
                    <a:pt x="93" y="67"/>
                  </a:lnTo>
                  <a:lnTo>
                    <a:pt x="100" y="67"/>
                  </a:lnTo>
                  <a:lnTo>
                    <a:pt x="100" y="71"/>
                  </a:lnTo>
                  <a:lnTo>
                    <a:pt x="100" y="71"/>
                  </a:lnTo>
                  <a:lnTo>
                    <a:pt x="104" y="74"/>
                  </a:lnTo>
                  <a:lnTo>
                    <a:pt x="108" y="71"/>
                  </a:lnTo>
                  <a:lnTo>
                    <a:pt x="108" y="74"/>
                  </a:lnTo>
                  <a:lnTo>
                    <a:pt x="108" y="78"/>
                  </a:lnTo>
                  <a:lnTo>
                    <a:pt x="108" y="78"/>
                  </a:lnTo>
                  <a:lnTo>
                    <a:pt x="111" y="82"/>
                  </a:lnTo>
                  <a:lnTo>
                    <a:pt x="111" y="82"/>
                  </a:lnTo>
                  <a:lnTo>
                    <a:pt x="115" y="82"/>
                  </a:lnTo>
                  <a:lnTo>
                    <a:pt x="115" y="82"/>
                  </a:lnTo>
                  <a:lnTo>
                    <a:pt x="119" y="82"/>
                  </a:lnTo>
                  <a:lnTo>
                    <a:pt x="122" y="86"/>
                  </a:lnTo>
                  <a:lnTo>
                    <a:pt x="122" y="86"/>
                  </a:lnTo>
                  <a:lnTo>
                    <a:pt x="122" y="89"/>
                  </a:lnTo>
                  <a:lnTo>
                    <a:pt x="122" y="89"/>
                  </a:lnTo>
                  <a:lnTo>
                    <a:pt x="119" y="97"/>
                  </a:lnTo>
                  <a:lnTo>
                    <a:pt x="115" y="97"/>
                  </a:lnTo>
                  <a:lnTo>
                    <a:pt x="115" y="100"/>
                  </a:lnTo>
                  <a:lnTo>
                    <a:pt x="119" y="100"/>
                  </a:lnTo>
                  <a:lnTo>
                    <a:pt x="122" y="100"/>
                  </a:lnTo>
                  <a:lnTo>
                    <a:pt x="122" y="100"/>
                  </a:lnTo>
                  <a:lnTo>
                    <a:pt x="126" y="100"/>
                  </a:lnTo>
                  <a:lnTo>
                    <a:pt x="126" y="100"/>
                  </a:lnTo>
                  <a:lnTo>
                    <a:pt x="126" y="104"/>
                  </a:lnTo>
                  <a:lnTo>
                    <a:pt x="126" y="108"/>
                  </a:lnTo>
                  <a:lnTo>
                    <a:pt x="130" y="112"/>
                  </a:lnTo>
                  <a:lnTo>
                    <a:pt x="134" y="108"/>
                  </a:lnTo>
                  <a:lnTo>
                    <a:pt x="137" y="108"/>
                  </a:lnTo>
                  <a:lnTo>
                    <a:pt x="145" y="104"/>
                  </a:lnTo>
                  <a:lnTo>
                    <a:pt x="148" y="108"/>
                  </a:lnTo>
                  <a:lnTo>
                    <a:pt x="148" y="108"/>
                  </a:lnTo>
                  <a:lnTo>
                    <a:pt x="145" y="112"/>
                  </a:lnTo>
                  <a:lnTo>
                    <a:pt x="137" y="112"/>
                  </a:lnTo>
                  <a:lnTo>
                    <a:pt x="137" y="115"/>
                  </a:lnTo>
                  <a:lnTo>
                    <a:pt x="137" y="119"/>
                  </a:lnTo>
                  <a:lnTo>
                    <a:pt x="137" y="119"/>
                  </a:lnTo>
                  <a:lnTo>
                    <a:pt x="134" y="123"/>
                  </a:lnTo>
                  <a:lnTo>
                    <a:pt x="134" y="123"/>
                  </a:lnTo>
                  <a:lnTo>
                    <a:pt x="130" y="126"/>
                  </a:lnTo>
                  <a:lnTo>
                    <a:pt x="126" y="126"/>
                  </a:lnTo>
                  <a:lnTo>
                    <a:pt x="122" y="130"/>
                  </a:lnTo>
                  <a:lnTo>
                    <a:pt x="122" y="130"/>
                  </a:lnTo>
                  <a:lnTo>
                    <a:pt x="126" y="134"/>
                  </a:lnTo>
                  <a:lnTo>
                    <a:pt x="122" y="134"/>
                  </a:lnTo>
                  <a:lnTo>
                    <a:pt x="119" y="134"/>
                  </a:lnTo>
                  <a:lnTo>
                    <a:pt x="115" y="134"/>
                  </a:lnTo>
                  <a:lnTo>
                    <a:pt x="115" y="137"/>
                  </a:lnTo>
                  <a:lnTo>
                    <a:pt x="115" y="141"/>
                  </a:lnTo>
                  <a:lnTo>
                    <a:pt x="111" y="141"/>
                  </a:lnTo>
                  <a:lnTo>
                    <a:pt x="108" y="141"/>
                  </a:lnTo>
                  <a:lnTo>
                    <a:pt x="100" y="141"/>
                  </a:lnTo>
                  <a:lnTo>
                    <a:pt x="100" y="145"/>
                  </a:lnTo>
                  <a:lnTo>
                    <a:pt x="100" y="149"/>
                  </a:lnTo>
                  <a:lnTo>
                    <a:pt x="97" y="152"/>
                  </a:lnTo>
                  <a:lnTo>
                    <a:pt x="97" y="156"/>
                  </a:lnTo>
                  <a:lnTo>
                    <a:pt x="100" y="160"/>
                  </a:lnTo>
                  <a:lnTo>
                    <a:pt x="97" y="160"/>
                  </a:lnTo>
                  <a:lnTo>
                    <a:pt x="93" y="163"/>
                  </a:lnTo>
                  <a:lnTo>
                    <a:pt x="93" y="163"/>
                  </a:lnTo>
                  <a:lnTo>
                    <a:pt x="93" y="163"/>
                  </a:lnTo>
                  <a:lnTo>
                    <a:pt x="97" y="167"/>
                  </a:lnTo>
                  <a:lnTo>
                    <a:pt x="100" y="171"/>
                  </a:lnTo>
                  <a:lnTo>
                    <a:pt x="100" y="175"/>
                  </a:lnTo>
                  <a:lnTo>
                    <a:pt x="104" y="175"/>
                  </a:lnTo>
                  <a:lnTo>
                    <a:pt x="108" y="182"/>
                  </a:lnTo>
                  <a:lnTo>
                    <a:pt x="111" y="186"/>
                  </a:lnTo>
                  <a:lnTo>
                    <a:pt x="115" y="189"/>
                  </a:lnTo>
                  <a:lnTo>
                    <a:pt x="115" y="193"/>
                  </a:lnTo>
                  <a:lnTo>
                    <a:pt x="119" y="193"/>
                  </a:lnTo>
                  <a:lnTo>
                    <a:pt x="119" y="197"/>
                  </a:lnTo>
                  <a:lnTo>
                    <a:pt x="115" y="197"/>
                  </a:lnTo>
                  <a:lnTo>
                    <a:pt x="115" y="201"/>
                  </a:lnTo>
                  <a:lnTo>
                    <a:pt x="115" y="208"/>
                  </a:lnTo>
                  <a:lnTo>
                    <a:pt x="115" y="208"/>
                  </a:lnTo>
                  <a:lnTo>
                    <a:pt x="111" y="212"/>
                  </a:lnTo>
                  <a:lnTo>
                    <a:pt x="115" y="215"/>
                  </a:lnTo>
                  <a:lnTo>
                    <a:pt x="115" y="219"/>
                  </a:lnTo>
                  <a:lnTo>
                    <a:pt x="119" y="223"/>
                  </a:lnTo>
                  <a:lnTo>
                    <a:pt x="122" y="227"/>
                  </a:lnTo>
                  <a:lnTo>
                    <a:pt x="126" y="230"/>
                  </a:lnTo>
                  <a:lnTo>
                    <a:pt x="130" y="238"/>
                  </a:lnTo>
                  <a:lnTo>
                    <a:pt x="130" y="241"/>
                  </a:lnTo>
                  <a:lnTo>
                    <a:pt x="130" y="241"/>
                  </a:lnTo>
                  <a:lnTo>
                    <a:pt x="130" y="245"/>
                  </a:lnTo>
                  <a:lnTo>
                    <a:pt x="130" y="249"/>
                  </a:lnTo>
                  <a:lnTo>
                    <a:pt x="130" y="252"/>
                  </a:lnTo>
                  <a:lnTo>
                    <a:pt x="134" y="256"/>
                  </a:lnTo>
                  <a:lnTo>
                    <a:pt x="134" y="260"/>
                  </a:lnTo>
                  <a:lnTo>
                    <a:pt x="134" y="264"/>
                  </a:lnTo>
                  <a:lnTo>
                    <a:pt x="134" y="267"/>
                  </a:lnTo>
                  <a:lnTo>
                    <a:pt x="134" y="267"/>
                  </a:lnTo>
                  <a:lnTo>
                    <a:pt x="130" y="278"/>
                  </a:lnTo>
                  <a:lnTo>
                    <a:pt x="126" y="282"/>
                  </a:lnTo>
                  <a:lnTo>
                    <a:pt x="126" y="286"/>
                  </a:lnTo>
                  <a:lnTo>
                    <a:pt x="122" y="286"/>
                  </a:lnTo>
                  <a:lnTo>
                    <a:pt x="122" y="290"/>
                  </a:lnTo>
                  <a:lnTo>
                    <a:pt x="122" y="290"/>
                  </a:lnTo>
                  <a:lnTo>
                    <a:pt x="122" y="293"/>
                  </a:lnTo>
                  <a:lnTo>
                    <a:pt x="119" y="297"/>
                  </a:lnTo>
                  <a:lnTo>
                    <a:pt x="119" y="290"/>
                  </a:lnTo>
                  <a:lnTo>
                    <a:pt x="119" y="286"/>
                  </a:lnTo>
                  <a:lnTo>
                    <a:pt x="119" y="286"/>
                  </a:lnTo>
                  <a:lnTo>
                    <a:pt x="119" y="282"/>
                  </a:lnTo>
                  <a:lnTo>
                    <a:pt x="119" y="286"/>
                  </a:lnTo>
                  <a:lnTo>
                    <a:pt x="119" y="282"/>
                  </a:lnTo>
                  <a:lnTo>
                    <a:pt x="122" y="278"/>
                  </a:lnTo>
                  <a:lnTo>
                    <a:pt x="122" y="278"/>
                  </a:lnTo>
                  <a:lnTo>
                    <a:pt x="122" y="278"/>
                  </a:lnTo>
                  <a:lnTo>
                    <a:pt x="122" y="275"/>
                  </a:lnTo>
                  <a:lnTo>
                    <a:pt x="122" y="271"/>
                  </a:lnTo>
                  <a:lnTo>
                    <a:pt x="122" y="271"/>
                  </a:lnTo>
                  <a:lnTo>
                    <a:pt x="122" y="267"/>
                  </a:lnTo>
                  <a:lnTo>
                    <a:pt x="122" y="264"/>
                  </a:lnTo>
                  <a:lnTo>
                    <a:pt x="122" y="264"/>
                  </a:lnTo>
                  <a:lnTo>
                    <a:pt x="119" y="260"/>
                  </a:lnTo>
                  <a:lnTo>
                    <a:pt x="119" y="256"/>
                  </a:lnTo>
                  <a:lnTo>
                    <a:pt x="122" y="256"/>
                  </a:lnTo>
                  <a:lnTo>
                    <a:pt x="119" y="252"/>
                  </a:lnTo>
                  <a:lnTo>
                    <a:pt x="119" y="252"/>
                  </a:lnTo>
                  <a:lnTo>
                    <a:pt x="119" y="241"/>
                  </a:lnTo>
                  <a:lnTo>
                    <a:pt x="115" y="241"/>
                  </a:lnTo>
                  <a:lnTo>
                    <a:pt x="115" y="238"/>
                  </a:lnTo>
                  <a:lnTo>
                    <a:pt x="111" y="234"/>
                  </a:lnTo>
                  <a:lnTo>
                    <a:pt x="111" y="238"/>
                  </a:lnTo>
                  <a:lnTo>
                    <a:pt x="111" y="238"/>
                  </a:lnTo>
                  <a:lnTo>
                    <a:pt x="111" y="238"/>
                  </a:lnTo>
                  <a:lnTo>
                    <a:pt x="108" y="234"/>
                  </a:lnTo>
                  <a:lnTo>
                    <a:pt x="108" y="227"/>
                  </a:lnTo>
                  <a:lnTo>
                    <a:pt x="108" y="227"/>
                  </a:lnTo>
                  <a:lnTo>
                    <a:pt x="108" y="223"/>
                  </a:lnTo>
                  <a:lnTo>
                    <a:pt x="108" y="219"/>
                  </a:lnTo>
                  <a:lnTo>
                    <a:pt x="104" y="219"/>
                  </a:lnTo>
                  <a:lnTo>
                    <a:pt x="104" y="212"/>
                  </a:lnTo>
                  <a:lnTo>
                    <a:pt x="104" y="212"/>
                  </a:lnTo>
                  <a:lnTo>
                    <a:pt x="100" y="201"/>
                  </a:lnTo>
                  <a:lnTo>
                    <a:pt x="100" y="201"/>
                  </a:lnTo>
                  <a:lnTo>
                    <a:pt x="100" y="197"/>
                  </a:lnTo>
                  <a:lnTo>
                    <a:pt x="100" y="197"/>
                  </a:lnTo>
                  <a:lnTo>
                    <a:pt x="100" y="197"/>
                  </a:lnTo>
                  <a:lnTo>
                    <a:pt x="97" y="193"/>
                  </a:lnTo>
                  <a:lnTo>
                    <a:pt x="100" y="189"/>
                  </a:lnTo>
                  <a:lnTo>
                    <a:pt x="100" y="189"/>
                  </a:lnTo>
                  <a:lnTo>
                    <a:pt x="97" y="193"/>
                  </a:lnTo>
                  <a:lnTo>
                    <a:pt x="97" y="193"/>
                  </a:lnTo>
                  <a:lnTo>
                    <a:pt x="93" y="193"/>
                  </a:lnTo>
                  <a:lnTo>
                    <a:pt x="93" y="189"/>
                  </a:lnTo>
                  <a:lnTo>
                    <a:pt x="89" y="186"/>
                  </a:lnTo>
                  <a:lnTo>
                    <a:pt x="85" y="182"/>
                  </a:lnTo>
                  <a:lnTo>
                    <a:pt x="85" y="178"/>
                  </a:lnTo>
                  <a:lnTo>
                    <a:pt x="85" y="178"/>
                  </a:lnTo>
                  <a:lnTo>
                    <a:pt x="85" y="178"/>
                  </a:lnTo>
                  <a:lnTo>
                    <a:pt x="82" y="175"/>
                  </a:lnTo>
                  <a:lnTo>
                    <a:pt x="85" y="178"/>
                  </a:lnTo>
                  <a:lnTo>
                    <a:pt x="82" y="178"/>
                  </a:lnTo>
                  <a:lnTo>
                    <a:pt x="82" y="182"/>
                  </a:lnTo>
                  <a:lnTo>
                    <a:pt x="85" y="182"/>
                  </a:lnTo>
                  <a:lnTo>
                    <a:pt x="85" y="186"/>
                  </a:lnTo>
                  <a:lnTo>
                    <a:pt x="82" y="186"/>
                  </a:lnTo>
                  <a:lnTo>
                    <a:pt x="85" y="189"/>
                  </a:lnTo>
                  <a:lnTo>
                    <a:pt x="78" y="193"/>
                  </a:lnTo>
                  <a:lnTo>
                    <a:pt x="78" y="189"/>
                  </a:lnTo>
                  <a:lnTo>
                    <a:pt x="74" y="189"/>
                  </a:lnTo>
                  <a:lnTo>
                    <a:pt x="74" y="189"/>
                  </a:lnTo>
                  <a:lnTo>
                    <a:pt x="74" y="193"/>
                  </a:lnTo>
                  <a:lnTo>
                    <a:pt x="74" y="193"/>
                  </a:lnTo>
                  <a:lnTo>
                    <a:pt x="78" y="193"/>
                  </a:lnTo>
                  <a:lnTo>
                    <a:pt x="74" y="193"/>
                  </a:lnTo>
                  <a:lnTo>
                    <a:pt x="71" y="193"/>
                  </a:lnTo>
                  <a:lnTo>
                    <a:pt x="71" y="193"/>
                  </a:lnTo>
                  <a:lnTo>
                    <a:pt x="71" y="197"/>
                  </a:lnTo>
                  <a:lnTo>
                    <a:pt x="63" y="201"/>
                  </a:lnTo>
                  <a:lnTo>
                    <a:pt x="60" y="201"/>
                  </a:lnTo>
                  <a:lnTo>
                    <a:pt x="60" y="201"/>
                  </a:lnTo>
                  <a:lnTo>
                    <a:pt x="56" y="201"/>
                  </a:lnTo>
                  <a:lnTo>
                    <a:pt x="56" y="201"/>
                  </a:lnTo>
                  <a:lnTo>
                    <a:pt x="56" y="201"/>
                  </a:lnTo>
                  <a:lnTo>
                    <a:pt x="56" y="201"/>
                  </a:lnTo>
                  <a:lnTo>
                    <a:pt x="52" y="201"/>
                  </a:lnTo>
                  <a:lnTo>
                    <a:pt x="48" y="201"/>
                  </a:lnTo>
                  <a:lnTo>
                    <a:pt x="48" y="204"/>
                  </a:lnTo>
                  <a:lnTo>
                    <a:pt x="45" y="204"/>
                  </a:lnTo>
                  <a:lnTo>
                    <a:pt x="45" y="201"/>
                  </a:lnTo>
                  <a:lnTo>
                    <a:pt x="52" y="197"/>
                  </a:lnTo>
                  <a:lnTo>
                    <a:pt x="52" y="193"/>
                  </a:lnTo>
                  <a:lnTo>
                    <a:pt x="48" y="197"/>
                  </a:lnTo>
                  <a:lnTo>
                    <a:pt x="45" y="197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41" y="197"/>
                  </a:lnTo>
                  <a:lnTo>
                    <a:pt x="45" y="182"/>
                  </a:lnTo>
                  <a:lnTo>
                    <a:pt x="48" y="178"/>
                  </a:lnTo>
                  <a:lnTo>
                    <a:pt x="48" y="178"/>
                  </a:lnTo>
                  <a:lnTo>
                    <a:pt x="45" y="171"/>
                  </a:lnTo>
                  <a:lnTo>
                    <a:pt x="45" y="167"/>
                  </a:lnTo>
                  <a:lnTo>
                    <a:pt x="41" y="163"/>
                  </a:lnTo>
                  <a:lnTo>
                    <a:pt x="41" y="163"/>
                  </a:lnTo>
                  <a:lnTo>
                    <a:pt x="41" y="163"/>
                  </a:lnTo>
                  <a:lnTo>
                    <a:pt x="41" y="160"/>
                  </a:lnTo>
                  <a:lnTo>
                    <a:pt x="37" y="156"/>
                  </a:lnTo>
                  <a:lnTo>
                    <a:pt x="37" y="156"/>
                  </a:lnTo>
                  <a:lnTo>
                    <a:pt x="34" y="152"/>
                  </a:lnTo>
                  <a:lnTo>
                    <a:pt x="34" y="149"/>
                  </a:lnTo>
                  <a:lnTo>
                    <a:pt x="30" y="149"/>
                  </a:lnTo>
                  <a:lnTo>
                    <a:pt x="34" y="149"/>
                  </a:lnTo>
                  <a:lnTo>
                    <a:pt x="34" y="156"/>
                  </a:lnTo>
                  <a:lnTo>
                    <a:pt x="26" y="152"/>
                  </a:lnTo>
                  <a:lnTo>
                    <a:pt x="23" y="152"/>
                  </a:lnTo>
                  <a:lnTo>
                    <a:pt x="23" y="149"/>
                  </a:lnTo>
                  <a:lnTo>
                    <a:pt x="23" y="145"/>
                  </a:lnTo>
                  <a:lnTo>
                    <a:pt x="19" y="145"/>
                  </a:lnTo>
                  <a:lnTo>
                    <a:pt x="23" y="145"/>
                  </a:lnTo>
                  <a:lnTo>
                    <a:pt x="26" y="149"/>
                  </a:lnTo>
                  <a:lnTo>
                    <a:pt x="26" y="149"/>
                  </a:lnTo>
                  <a:lnTo>
                    <a:pt x="30" y="149"/>
                  </a:lnTo>
                  <a:lnTo>
                    <a:pt x="26" y="149"/>
                  </a:lnTo>
                  <a:lnTo>
                    <a:pt x="26" y="145"/>
                  </a:lnTo>
                  <a:lnTo>
                    <a:pt x="26" y="145"/>
                  </a:lnTo>
                  <a:lnTo>
                    <a:pt x="30" y="145"/>
                  </a:lnTo>
                  <a:lnTo>
                    <a:pt x="30" y="145"/>
                  </a:lnTo>
                  <a:lnTo>
                    <a:pt x="30" y="141"/>
                  </a:lnTo>
                  <a:lnTo>
                    <a:pt x="26" y="137"/>
                  </a:lnTo>
                  <a:lnTo>
                    <a:pt x="23" y="137"/>
                  </a:lnTo>
                  <a:lnTo>
                    <a:pt x="23" y="134"/>
                  </a:lnTo>
                  <a:lnTo>
                    <a:pt x="19" y="134"/>
                  </a:lnTo>
                  <a:lnTo>
                    <a:pt x="19" y="134"/>
                  </a:lnTo>
                  <a:lnTo>
                    <a:pt x="19" y="134"/>
                  </a:lnTo>
                  <a:lnTo>
                    <a:pt x="15" y="134"/>
                  </a:lnTo>
                  <a:lnTo>
                    <a:pt x="15" y="134"/>
                  </a:lnTo>
                  <a:lnTo>
                    <a:pt x="15" y="130"/>
                  </a:lnTo>
                  <a:lnTo>
                    <a:pt x="15" y="130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1" y="134"/>
                  </a:lnTo>
                  <a:lnTo>
                    <a:pt x="4" y="126"/>
                  </a:lnTo>
                  <a:lnTo>
                    <a:pt x="4" y="123"/>
                  </a:lnTo>
                  <a:lnTo>
                    <a:pt x="4" y="119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4" y="115"/>
                  </a:lnTo>
                  <a:lnTo>
                    <a:pt x="4" y="112"/>
                  </a:lnTo>
                  <a:lnTo>
                    <a:pt x="8" y="115"/>
                  </a:lnTo>
                  <a:lnTo>
                    <a:pt x="8" y="112"/>
                  </a:lnTo>
                  <a:lnTo>
                    <a:pt x="8" y="104"/>
                  </a:lnTo>
                  <a:lnTo>
                    <a:pt x="8" y="104"/>
                  </a:lnTo>
                  <a:lnTo>
                    <a:pt x="11" y="104"/>
                  </a:lnTo>
                  <a:lnTo>
                    <a:pt x="11" y="100"/>
                  </a:lnTo>
                  <a:lnTo>
                    <a:pt x="15" y="97"/>
                  </a:lnTo>
                  <a:lnTo>
                    <a:pt x="15" y="93"/>
                  </a:lnTo>
                  <a:lnTo>
                    <a:pt x="15" y="89"/>
                  </a:lnTo>
                  <a:lnTo>
                    <a:pt x="15" y="86"/>
                  </a:lnTo>
                  <a:lnTo>
                    <a:pt x="19" y="86"/>
                  </a:lnTo>
                  <a:lnTo>
                    <a:pt x="19" y="82"/>
                  </a:lnTo>
                  <a:lnTo>
                    <a:pt x="19" y="78"/>
                  </a:lnTo>
                  <a:lnTo>
                    <a:pt x="15" y="71"/>
                  </a:lnTo>
                  <a:lnTo>
                    <a:pt x="19" y="71"/>
                  </a:lnTo>
                  <a:lnTo>
                    <a:pt x="23" y="71"/>
                  </a:lnTo>
                  <a:lnTo>
                    <a:pt x="26" y="71"/>
                  </a:lnTo>
                  <a:lnTo>
                    <a:pt x="30" y="67"/>
                  </a:lnTo>
                  <a:lnTo>
                    <a:pt x="30" y="60"/>
                  </a:lnTo>
                  <a:lnTo>
                    <a:pt x="34" y="52"/>
                  </a:lnTo>
                  <a:lnTo>
                    <a:pt x="30" y="48"/>
                  </a:lnTo>
                  <a:lnTo>
                    <a:pt x="30" y="48"/>
                  </a:lnTo>
                  <a:lnTo>
                    <a:pt x="34" y="41"/>
                  </a:lnTo>
                  <a:lnTo>
                    <a:pt x="37" y="34"/>
                  </a:lnTo>
                  <a:lnTo>
                    <a:pt x="34" y="34"/>
                  </a:lnTo>
                  <a:lnTo>
                    <a:pt x="37" y="30"/>
                  </a:lnTo>
                  <a:lnTo>
                    <a:pt x="41" y="22"/>
                  </a:lnTo>
                  <a:lnTo>
                    <a:pt x="45" y="22"/>
                  </a:lnTo>
                  <a:lnTo>
                    <a:pt x="48" y="15"/>
                  </a:lnTo>
                  <a:lnTo>
                    <a:pt x="52" y="11"/>
                  </a:lnTo>
                  <a:lnTo>
                    <a:pt x="56" y="11"/>
                  </a:lnTo>
                  <a:lnTo>
                    <a:pt x="60" y="8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67" y="8"/>
                  </a:lnTo>
                  <a:lnTo>
                    <a:pt x="67" y="4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67" y="0"/>
                  </a:lnTo>
                  <a:close/>
                  <a:moveTo>
                    <a:pt x="23" y="156"/>
                  </a:moveTo>
                  <a:lnTo>
                    <a:pt x="26" y="160"/>
                  </a:lnTo>
                  <a:lnTo>
                    <a:pt x="26" y="160"/>
                  </a:lnTo>
                  <a:lnTo>
                    <a:pt x="30" y="160"/>
                  </a:lnTo>
                  <a:lnTo>
                    <a:pt x="26" y="156"/>
                  </a:lnTo>
                  <a:lnTo>
                    <a:pt x="23" y="1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1" name="Freeform 29"/>
            <p:cNvSpPr>
              <a:spLocks noEditPoints="1"/>
            </p:cNvSpPr>
            <p:nvPr/>
          </p:nvSpPr>
          <p:spPr bwMode="auto">
            <a:xfrm>
              <a:off x="5983653" y="2985548"/>
              <a:ext cx="47606" cy="81058"/>
            </a:xfrm>
            <a:custGeom>
              <a:avLst/>
              <a:gdLst>
                <a:gd name="T0" fmla="*/ 0 w 37"/>
                <a:gd name="T1" fmla="*/ 26 h 63"/>
                <a:gd name="T2" fmla="*/ 4 w 37"/>
                <a:gd name="T3" fmla="*/ 22 h 63"/>
                <a:gd name="T4" fmla="*/ 0 w 37"/>
                <a:gd name="T5" fmla="*/ 26 h 63"/>
                <a:gd name="T6" fmla="*/ 0 w 37"/>
                <a:gd name="T7" fmla="*/ 30 h 63"/>
                <a:gd name="T8" fmla="*/ 8 w 37"/>
                <a:gd name="T9" fmla="*/ 4 h 63"/>
                <a:gd name="T10" fmla="*/ 0 w 37"/>
                <a:gd name="T11" fmla="*/ 0 h 63"/>
                <a:gd name="T12" fmla="*/ 8 w 37"/>
                <a:gd name="T13" fmla="*/ 0 h 63"/>
                <a:gd name="T14" fmla="*/ 8 w 37"/>
                <a:gd name="T15" fmla="*/ 4 h 63"/>
                <a:gd name="T16" fmla="*/ 8 w 37"/>
                <a:gd name="T17" fmla="*/ 4 h 63"/>
                <a:gd name="T18" fmla="*/ 12 w 37"/>
                <a:gd name="T19" fmla="*/ 4 h 63"/>
                <a:gd name="T20" fmla="*/ 15 w 37"/>
                <a:gd name="T21" fmla="*/ 7 h 63"/>
                <a:gd name="T22" fmla="*/ 15 w 37"/>
                <a:gd name="T23" fmla="*/ 7 h 63"/>
                <a:gd name="T24" fmla="*/ 12 w 37"/>
                <a:gd name="T25" fmla="*/ 7 h 63"/>
                <a:gd name="T26" fmla="*/ 8 w 37"/>
                <a:gd name="T27" fmla="*/ 4 h 63"/>
                <a:gd name="T28" fmla="*/ 8 w 37"/>
                <a:gd name="T29" fmla="*/ 4 h 63"/>
                <a:gd name="T30" fmla="*/ 12 w 37"/>
                <a:gd name="T31" fmla="*/ 4 h 63"/>
                <a:gd name="T32" fmla="*/ 8 w 37"/>
                <a:gd name="T33" fmla="*/ 7 h 63"/>
                <a:gd name="T34" fmla="*/ 8 w 37"/>
                <a:gd name="T35" fmla="*/ 7 h 63"/>
                <a:gd name="T36" fmla="*/ 8 w 37"/>
                <a:gd name="T37" fmla="*/ 11 h 63"/>
                <a:gd name="T38" fmla="*/ 4 w 37"/>
                <a:gd name="T39" fmla="*/ 15 h 63"/>
                <a:gd name="T40" fmla="*/ 4 w 37"/>
                <a:gd name="T41" fmla="*/ 11 h 63"/>
                <a:gd name="T42" fmla="*/ 0 w 37"/>
                <a:gd name="T43" fmla="*/ 15 h 63"/>
                <a:gd name="T44" fmla="*/ 4 w 37"/>
                <a:gd name="T45" fmla="*/ 15 h 63"/>
                <a:gd name="T46" fmla="*/ 4 w 37"/>
                <a:gd name="T47" fmla="*/ 19 h 63"/>
                <a:gd name="T48" fmla="*/ 4 w 37"/>
                <a:gd name="T49" fmla="*/ 26 h 63"/>
                <a:gd name="T50" fmla="*/ 0 w 37"/>
                <a:gd name="T51" fmla="*/ 33 h 63"/>
                <a:gd name="T52" fmla="*/ 4 w 37"/>
                <a:gd name="T53" fmla="*/ 41 h 63"/>
                <a:gd name="T54" fmla="*/ 4 w 37"/>
                <a:gd name="T55" fmla="*/ 48 h 63"/>
                <a:gd name="T56" fmla="*/ 8 w 37"/>
                <a:gd name="T57" fmla="*/ 59 h 63"/>
                <a:gd name="T58" fmla="*/ 15 w 37"/>
                <a:gd name="T59" fmla="*/ 59 h 63"/>
                <a:gd name="T60" fmla="*/ 26 w 37"/>
                <a:gd name="T61" fmla="*/ 59 h 63"/>
                <a:gd name="T62" fmla="*/ 34 w 37"/>
                <a:gd name="T63" fmla="*/ 48 h 63"/>
                <a:gd name="T64" fmla="*/ 37 w 37"/>
                <a:gd name="T65" fmla="*/ 45 h 63"/>
                <a:gd name="T66" fmla="*/ 37 w 37"/>
                <a:gd name="T67" fmla="*/ 41 h 63"/>
                <a:gd name="T68" fmla="*/ 37 w 37"/>
                <a:gd name="T69" fmla="*/ 37 h 63"/>
                <a:gd name="T70" fmla="*/ 30 w 37"/>
                <a:gd name="T71" fmla="*/ 26 h 63"/>
                <a:gd name="T72" fmla="*/ 26 w 37"/>
                <a:gd name="T73" fmla="*/ 22 h 63"/>
                <a:gd name="T74" fmla="*/ 23 w 37"/>
                <a:gd name="T75" fmla="*/ 22 h 63"/>
                <a:gd name="T76" fmla="*/ 26 w 37"/>
                <a:gd name="T77" fmla="*/ 19 h 63"/>
                <a:gd name="T78" fmla="*/ 23 w 37"/>
                <a:gd name="T79" fmla="*/ 15 h 63"/>
                <a:gd name="T80" fmla="*/ 19 w 37"/>
                <a:gd name="T81" fmla="*/ 11 h 63"/>
                <a:gd name="T82" fmla="*/ 19 w 37"/>
                <a:gd name="T83" fmla="*/ 11 h 63"/>
                <a:gd name="T84" fmla="*/ 12 w 37"/>
                <a:gd name="T85" fmla="*/ 7 h 63"/>
                <a:gd name="T86" fmla="*/ 12 w 37"/>
                <a:gd name="T87" fmla="*/ 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7" h="63">
                  <a:moveTo>
                    <a:pt x="0" y="30"/>
                  </a:moveTo>
                  <a:lnTo>
                    <a:pt x="0" y="26"/>
                  </a:lnTo>
                  <a:lnTo>
                    <a:pt x="0" y="26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0" y="30"/>
                  </a:lnTo>
                  <a:close/>
                  <a:moveTo>
                    <a:pt x="8" y="4"/>
                  </a:moveTo>
                  <a:lnTo>
                    <a:pt x="4" y="4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close/>
                  <a:moveTo>
                    <a:pt x="12" y="4"/>
                  </a:moveTo>
                  <a:lnTo>
                    <a:pt x="12" y="4"/>
                  </a:lnTo>
                  <a:lnTo>
                    <a:pt x="12" y="4"/>
                  </a:lnTo>
                  <a:lnTo>
                    <a:pt x="15" y="7"/>
                  </a:lnTo>
                  <a:lnTo>
                    <a:pt x="19" y="7"/>
                  </a:lnTo>
                  <a:lnTo>
                    <a:pt x="15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8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8" y="4"/>
                  </a:lnTo>
                  <a:lnTo>
                    <a:pt x="12" y="4"/>
                  </a:lnTo>
                  <a:lnTo>
                    <a:pt x="12" y="4"/>
                  </a:lnTo>
                  <a:close/>
                  <a:moveTo>
                    <a:pt x="8" y="7"/>
                  </a:moveTo>
                  <a:lnTo>
                    <a:pt x="8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4" y="26"/>
                  </a:lnTo>
                  <a:lnTo>
                    <a:pt x="0" y="30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4" y="41"/>
                  </a:lnTo>
                  <a:lnTo>
                    <a:pt x="0" y="41"/>
                  </a:lnTo>
                  <a:lnTo>
                    <a:pt x="4" y="48"/>
                  </a:lnTo>
                  <a:lnTo>
                    <a:pt x="8" y="56"/>
                  </a:lnTo>
                  <a:lnTo>
                    <a:pt x="8" y="59"/>
                  </a:lnTo>
                  <a:lnTo>
                    <a:pt x="12" y="63"/>
                  </a:lnTo>
                  <a:lnTo>
                    <a:pt x="15" y="59"/>
                  </a:lnTo>
                  <a:lnTo>
                    <a:pt x="23" y="59"/>
                  </a:lnTo>
                  <a:lnTo>
                    <a:pt x="26" y="59"/>
                  </a:lnTo>
                  <a:lnTo>
                    <a:pt x="34" y="56"/>
                  </a:lnTo>
                  <a:lnTo>
                    <a:pt x="34" y="48"/>
                  </a:lnTo>
                  <a:lnTo>
                    <a:pt x="37" y="48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1"/>
                  </a:lnTo>
                  <a:lnTo>
                    <a:pt x="34" y="37"/>
                  </a:lnTo>
                  <a:lnTo>
                    <a:pt x="37" y="37"/>
                  </a:lnTo>
                  <a:lnTo>
                    <a:pt x="34" y="33"/>
                  </a:lnTo>
                  <a:lnTo>
                    <a:pt x="30" y="26"/>
                  </a:lnTo>
                  <a:lnTo>
                    <a:pt x="30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3" y="22"/>
                  </a:lnTo>
                  <a:lnTo>
                    <a:pt x="26" y="22"/>
                  </a:lnTo>
                  <a:lnTo>
                    <a:pt x="26" y="19"/>
                  </a:lnTo>
                  <a:lnTo>
                    <a:pt x="23" y="19"/>
                  </a:lnTo>
                  <a:lnTo>
                    <a:pt x="23" y="15"/>
                  </a:lnTo>
                  <a:lnTo>
                    <a:pt x="19" y="15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15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2" name="Freeform 30"/>
            <p:cNvSpPr>
              <a:spLocks noEditPoints="1"/>
            </p:cNvSpPr>
            <p:nvPr/>
          </p:nvSpPr>
          <p:spPr bwMode="auto">
            <a:xfrm>
              <a:off x="5722468" y="2494055"/>
              <a:ext cx="595711" cy="530092"/>
            </a:xfrm>
            <a:custGeom>
              <a:avLst/>
              <a:gdLst>
                <a:gd name="T0" fmla="*/ 155 w 463"/>
                <a:gd name="T1" fmla="*/ 37 h 412"/>
                <a:gd name="T2" fmla="*/ 181 w 463"/>
                <a:gd name="T3" fmla="*/ 48 h 412"/>
                <a:gd name="T4" fmla="*/ 189 w 463"/>
                <a:gd name="T5" fmla="*/ 82 h 412"/>
                <a:gd name="T6" fmla="*/ 240 w 463"/>
                <a:gd name="T7" fmla="*/ 100 h 412"/>
                <a:gd name="T8" fmla="*/ 300 w 463"/>
                <a:gd name="T9" fmla="*/ 111 h 412"/>
                <a:gd name="T10" fmla="*/ 322 w 463"/>
                <a:gd name="T11" fmla="*/ 93 h 412"/>
                <a:gd name="T12" fmla="*/ 348 w 463"/>
                <a:gd name="T13" fmla="*/ 111 h 412"/>
                <a:gd name="T14" fmla="*/ 370 w 463"/>
                <a:gd name="T15" fmla="*/ 93 h 412"/>
                <a:gd name="T16" fmla="*/ 392 w 463"/>
                <a:gd name="T17" fmla="*/ 78 h 412"/>
                <a:gd name="T18" fmla="*/ 429 w 463"/>
                <a:gd name="T19" fmla="*/ 67 h 412"/>
                <a:gd name="T20" fmla="*/ 444 w 463"/>
                <a:gd name="T21" fmla="*/ 70 h 412"/>
                <a:gd name="T22" fmla="*/ 459 w 463"/>
                <a:gd name="T23" fmla="*/ 85 h 412"/>
                <a:gd name="T24" fmla="*/ 437 w 463"/>
                <a:gd name="T25" fmla="*/ 107 h 412"/>
                <a:gd name="T26" fmla="*/ 422 w 463"/>
                <a:gd name="T27" fmla="*/ 152 h 412"/>
                <a:gd name="T28" fmla="*/ 407 w 463"/>
                <a:gd name="T29" fmla="*/ 178 h 412"/>
                <a:gd name="T30" fmla="*/ 400 w 463"/>
                <a:gd name="T31" fmla="*/ 189 h 412"/>
                <a:gd name="T32" fmla="*/ 385 w 463"/>
                <a:gd name="T33" fmla="*/ 159 h 412"/>
                <a:gd name="T34" fmla="*/ 377 w 463"/>
                <a:gd name="T35" fmla="*/ 167 h 412"/>
                <a:gd name="T36" fmla="*/ 381 w 463"/>
                <a:gd name="T37" fmla="*/ 152 h 412"/>
                <a:gd name="T38" fmla="*/ 377 w 463"/>
                <a:gd name="T39" fmla="*/ 133 h 412"/>
                <a:gd name="T40" fmla="*/ 344 w 463"/>
                <a:gd name="T41" fmla="*/ 126 h 412"/>
                <a:gd name="T42" fmla="*/ 333 w 463"/>
                <a:gd name="T43" fmla="*/ 119 h 412"/>
                <a:gd name="T44" fmla="*/ 322 w 463"/>
                <a:gd name="T45" fmla="*/ 115 h 412"/>
                <a:gd name="T46" fmla="*/ 329 w 463"/>
                <a:gd name="T47" fmla="*/ 133 h 412"/>
                <a:gd name="T48" fmla="*/ 333 w 463"/>
                <a:gd name="T49" fmla="*/ 167 h 412"/>
                <a:gd name="T50" fmla="*/ 337 w 463"/>
                <a:gd name="T51" fmla="*/ 197 h 412"/>
                <a:gd name="T52" fmla="*/ 326 w 463"/>
                <a:gd name="T53" fmla="*/ 193 h 412"/>
                <a:gd name="T54" fmla="*/ 322 w 463"/>
                <a:gd name="T55" fmla="*/ 193 h 412"/>
                <a:gd name="T56" fmla="*/ 303 w 463"/>
                <a:gd name="T57" fmla="*/ 215 h 412"/>
                <a:gd name="T58" fmla="*/ 285 w 463"/>
                <a:gd name="T59" fmla="*/ 226 h 412"/>
                <a:gd name="T60" fmla="*/ 255 w 463"/>
                <a:gd name="T61" fmla="*/ 260 h 412"/>
                <a:gd name="T62" fmla="*/ 222 w 463"/>
                <a:gd name="T63" fmla="*/ 286 h 412"/>
                <a:gd name="T64" fmla="*/ 207 w 463"/>
                <a:gd name="T65" fmla="*/ 315 h 412"/>
                <a:gd name="T66" fmla="*/ 203 w 463"/>
                <a:gd name="T67" fmla="*/ 378 h 412"/>
                <a:gd name="T68" fmla="*/ 196 w 463"/>
                <a:gd name="T69" fmla="*/ 393 h 412"/>
                <a:gd name="T70" fmla="*/ 178 w 463"/>
                <a:gd name="T71" fmla="*/ 408 h 412"/>
                <a:gd name="T72" fmla="*/ 141 w 463"/>
                <a:gd name="T73" fmla="*/ 371 h 412"/>
                <a:gd name="T74" fmla="*/ 118 w 463"/>
                <a:gd name="T75" fmla="*/ 334 h 412"/>
                <a:gd name="T76" fmla="*/ 100 w 463"/>
                <a:gd name="T77" fmla="*/ 297 h 412"/>
                <a:gd name="T78" fmla="*/ 85 w 463"/>
                <a:gd name="T79" fmla="*/ 252 h 412"/>
                <a:gd name="T80" fmla="*/ 78 w 463"/>
                <a:gd name="T81" fmla="*/ 219 h 412"/>
                <a:gd name="T82" fmla="*/ 74 w 463"/>
                <a:gd name="T83" fmla="*/ 197 h 412"/>
                <a:gd name="T84" fmla="*/ 74 w 463"/>
                <a:gd name="T85" fmla="*/ 185 h 412"/>
                <a:gd name="T86" fmla="*/ 59 w 463"/>
                <a:gd name="T87" fmla="*/ 208 h 412"/>
                <a:gd name="T88" fmla="*/ 11 w 463"/>
                <a:gd name="T89" fmla="*/ 185 h 412"/>
                <a:gd name="T90" fmla="*/ 22 w 463"/>
                <a:gd name="T91" fmla="*/ 185 h 412"/>
                <a:gd name="T92" fmla="*/ 26 w 463"/>
                <a:gd name="T93" fmla="*/ 178 h 412"/>
                <a:gd name="T94" fmla="*/ 0 w 463"/>
                <a:gd name="T95" fmla="*/ 167 h 412"/>
                <a:gd name="T96" fmla="*/ 33 w 463"/>
                <a:gd name="T97" fmla="*/ 152 h 412"/>
                <a:gd name="T98" fmla="*/ 33 w 463"/>
                <a:gd name="T99" fmla="*/ 130 h 412"/>
                <a:gd name="T100" fmla="*/ 11 w 463"/>
                <a:gd name="T101" fmla="*/ 111 h 412"/>
                <a:gd name="T102" fmla="*/ 37 w 463"/>
                <a:gd name="T103" fmla="*/ 96 h 412"/>
                <a:gd name="T104" fmla="*/ 78 w 463"/>
                <a:gd name="T105" fmla="*/ 56 h 412"/>
                <a:gd name="T106" fmla="*/ 92 w 463"/>
                <a:gd name="T107" fmla="*/ 22 h 412"/>
                <a:gd name="T108" fmla="*/ 137 w 463"/>
                <a:gd name="T109" fmla="*/ 7 h 412"/>
                <a:gd name="T110" fmla="*/ 333 w 463"/>
                <a:gd name="T111" fmla="*/ 197 h 412"/>
                <a:gd name="T112" fmla="*/ 329 w 463"/>
                <a:gd name="T113" fmla="*/ 19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463" h="412">
                  <a:moveTo>
                    <a:pt x="148" y="15"/>
                  </a:moveTo>
                  <a:lnTo>
                    <a:pt x="148" y="15"/>
                  </a:lnTo>
                  <a:lnTo>
                    <a:pt x="148" y="18"/>
                  </a:lnTo>
                  <a:lnTo>
                    <a:pt x="152" y="22"/>
                  </a:lnTo>
                  <a:lnTo>
                    <a:pt x="152" y="26"/>
                  </a:lnTo>
                  <a:lnTo>
                    <a:pt x="155" y="30"/>
                  </a:lnTo>
                  <a:lnTo>
                    <a:pt x="152" y="30"/>
                  </a:lnTo>
                  <a:lnTo>
                    <a:pt x="155" y="33"/>
                  </a:lnTo>
                  <a:lnTo>
                    <a:pt x="155" y="33"/>
                  </a:lnTo>
                  <a:lnTo>
                    <a:pt x="155" y="37"/>
                  </a:lnTo>
                  <a:lnTo>
                    <a:pt x="159" y="37"/>
                  </a:lnTo>
                  <a:lnTo>
                    <a:pt x="159" y="41"/>
                  </a:lnTo>
                  <a:lnTo>
                    <a:pt x="163" y="41"/>
                  </a:lnTo>
                  <a:lnTo>
                    <a:pt x="166" y="41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174" y="41"/>
                  </a:lnTo>
                  <a:lnTo>
                    <a:pt x="178" y="44"/>
                  </a:lnTo>
                  <a:lnTo>
                    <a:pt x="181" y="44"/>
                  </a:lnTo>
                  <a:lnTo>
                    <a:pt x="181" y="48"/>
                  </a:lnTo>
                  <a:lnTo>
                    <a:pt x="185" y="48"/>
                  </a:lnTo>
                  <a:lnTo>
                    <a:pt x="185" y="52"/>
                  </a:lnTo>
                  <a:lnTo>
                    <a:pt x="185" y="52"/>
                  </a:lnTo>
                  <a:lnTo>
                    <a:pt x="185" y="56"/>
                  </a:lnTo>
                  <a:lnTo>
                    <a:pt x="185" y="63"/>
                  </a:lnTo>
                  <a:lnTo>
                    <a:pt x="185" y="70"/>
                  </a:lnTo>
                  <a:lnTo>
                    <a:pt x="181" y="74"/>
                  </a:lnTo>
                  <a:lnTo>
                    <a:pt x="181" y="78"/>
                  </a:lnTo>
                  <a:lnTo>
                    <a:pt x="185" y="78"/>
                  </a:lnTo>
                  <a:lnTo>
                    <a:pt x="189" y="82"/>
                  </a:lnTo>
                  <a:lnTo>
                    <a:pt x="189" y="82"/>
                  </a:lnTo>
                  <a:lnTo>
                    <a:pt x="192" y="82"/>
                  </a:lnTo>
                  <a:lnTo>
                    <a:pt x="200" y="85"/>
                  </a:lnTo>
                  <a:lnTo>
                    <a:pt x="207" y="89"/>
                  </a:lnTo>
                  <a:lnTo>
                    <a:pt x="211" y="93"/>
                  </a:lnTo>
                  <a:lnTo>
                    <a:pt x="218" y="96"/>
                  </a:lnTo>
                  <a:lnTo>
                    <a:pt x="222" y="96"/>
                  </a:lnTo>
                  <a:lnTo>
                    <a:pt x="226" y="96"/>
                  </a:lnTo>
                  <a:lnTo>
                    <a:pt x="229" y="100"/>
                  </a:lnTo>
                  <a:lnTo>
                    <a:pt x="240" y="100"/>
                  </a:lnTo>
                  <a:lnTo>
                    <a:pt x="240" y="104"/>
                  </a:lnTo>
                  <a:lnTo>
                    <a:pt x="252" y="100"/>
                  </a:lnTo>
                  <a:lnTo>
                    <a:pt x="259" y="104"/>
                  </a:lnTo>
                  <a:lnTo>
                    <a:pt x="259" y="107"/>
                  </a:lnTo>
                  <a:lnTo>
                    <a:pt x="263" y="107"/>
                  </a:lnTo>
                  <a:lnTo>
                    <a:pt x="274" y="111"/>
                  </a:lnTo>
                  <a:lnTo>
                    <a:pt x="274" y="111"/>
                  </a:lnTo>
                  <a:lnTo>
                    <a:pt x="281" y="111"/>
                  </a:lnTo>
                  <a:lnTo>
                    <a:pt x="296" y="115"/>
                  </a:lnTo>
                  <a:lnTo>
                    <a:pt x="300" y="111"/>
                  </a:lnTo>
                  <a:lnTo>
                    <a:pt x="303" y="115"/>
                  </a:lnTo>
                  <a:lnTo>
                    <a:pt x="315" y="115"/>
                  </a:lnTo>
                  <a:lnTo>
                    <a:pt x="318" y="107"/>
                  </a:lnTo>
                  <a:lnTo>
                    <a:pt x="315" y="100"/>
                  </a:lnTo>
                  <a:lnTo>
                    <a:pt x="315" y="93"/>
                  </a:lnTo>
                  <a:lnTo>
                    <a:pt x="315" y="93"/>
                  </a:lnTo>
                  <a:lnTo>
                    <a:pt x="315" y="93"/>
                  </a:lnTo>
                  <a:lnTo>
                    <a:pt x="318" y="89"/>
                  </a:lnTo>
                  <a:lnTo>
                    <a:pt x="322" y="89"/>
                  </a:lnTo>
                  <a:lnTo>
                    <a:pt x="322" y="93"/>
                  </a:lnTo>
                  <a:lnTo>
                    <a:pt x="322" y="96"/>
                  </a:lnTo>
                  <a:lnTo>
                    <a:pt x="326" y="96"/>
                  </a:lnTo>
                  <a:lnTo>
                    <a:pt x="326" y="96"/>
                  </a:lnTo>
                  <a:lnTo>
                    <a:pt x="326" y="100"/>
                  </a:lnTo>
                  <a:lnTo>
                    <a:pt x="326" y="104"/>
                  </a:lnTo>
                  <a:lnTo>
                    <a:pt x="329" y="107"/>
                  </a:lnTo>
                  <a:lnTo>
                    <a:pt x="333" y="107"/>
                  </a:lnTo>
                  <a:lnTo>
                    <a:pt x="337" y="107"/>
                  </a:lnTo>
                  <a:lnTo>
                    <a:pt x="344" y="111"/>
                  </a:lnTo>
                  <a:lnTo>
                    <a:pt x="348" y="111"/>
                  </a:lnTo>
                  <a:lnTo>
                    <a:pt x="352" y="107"/>
                  </a:lnTo>
                  <a:lnTo>
                    <a:pt x="355" y="107"/>
                  </a:lnTo>
                  <a:lnTo>
                    <a:pt x="359" y="107"/>
                  </a:lnTo>
                  <a:lnTo>
                    <a:pt x="366" y="107"/>
                  </a:lnTo>
                  <a:lnTo>
                    <a:pt x="370" y="107"/>
                  </a:lnTo>
                  <a:lnTo>
                    <a:pt x="377" y="104"/>
                  </a:lnTo>
                  <a:lnTo>
                    <a:pt x="374" y="104"/>
                  </a:lnTo>
                  <a:lnTo>
                    <a:pt x="374" y="100"/>
                  </a:lnTo>
                  <a:lnTo>
                    <a:pt x="370" y="96"/>
                  </a:lnTo>
                  <a:lnTo>
                    <a:pt x="370" y="93"/>
                  </a:lnTo>
                  <a:lnTo>
                    <a:pt x="370" y="89"/>
                  </a:lnTo>
                  <a:lnTo>
                    <a:pt x="374" y="89"/>
                  </a:lnTo>
                  <a:lnTo>
                    <a:pt x="377" y="89"/>
                  </a:lnTo>
                  <a:lnTo>
                    <a:pt x="381" y="89"/>
                  </a:lnTo>
                  <a:lnTo>
                    <a:pt x="385" y="85"/>
                  </a:lnTo>
                  <a:lnTo>
                    <a:pt x="385" y="85"/>
                  </a:lnTo>
                  <a:lnTo>
                    <a:pt x="389" y="85"/>
                  </a:lnTo>
                  <a:lnTo>
                    <a:pt x="389" y="82"/>
                  </a:lnTo>
                  <a:lnTo>
                    <a:pt x="392" y="82"/>
                  </a:lnTo>
                  <a:lnTo>
                    <a:pt x="392" y="78"/>
                  </a:lnTo>
                  <a:lnTo>
                    <a:pt x="396" y="74"/>
                  </a:lnTo>
                  <a:lnTo>
                    <a:pt x="400" y="74"/>
                  </a:lnTo>
                  <a:lnTo>
                    <a:pt x="407" y="74"/>
                  </a:lnTo>
                  <a:lnTo>
                    <a:pt x="411" y="70"/>
                  </a:lnTo>
                  <a:lnTo>
                    <a:pt x="411" y="67"/>
                  </a:lnTo>
                  <a:lnTo>
                    <a:pt x="411" y="67"/>
                  </a:lnTo>
                  <a:lnTo>
                    <a:pt x="415" y="63"/>
                  </a:lnTo>
                  <a:lnTo>
                    <a:pt x="418" y="67"/>
                  </a:lnTo>
                  <a:lnTo>
                    <a:pt x="422" y="67"/>
                  </a:lnTo>
                  <a:lnTo>
                    <a:pt x="429" y="67"/>
                  </a:lnTo>
                  <a:lnTo>
                    <a:pt x="429" y="67"/>
                  </a:lnTo>
                  <a:lnTo>
                    <a:pt x="429" y="63"/>
                  </a:lnTo>
                  <a:lnTo>
                    <a:pt x="437" y="59"/>
                  </a:lnTo>
                  <a:lnTo>
                    <a:pt x="440" y="59"/>
                  </a:lnTo>
                  <a:lnTo>
                    <a:pt x="440" y="63"/>
                  </a:lnTo>
                  <a:lnTo>
                    <a:pt x="444" y="63"/>
                  </a:lnTo>
                  <a:lnTo>
                    <a:pt x="444" y="63"/>
                  </a:lnTo>
                  <a:lnTo>
                    <a:pt x="440" y="67"/>
                  </a:lnTo>
                  <a:lnTo>
                    <a:pt x="444" y="70"/>
                  </a:lnTo>
                  <a:lnTo>
                    <a:pt x="444" y="70"/>
                  </a:lnTo>
                  <a:lnTo>
                    <a:pt x="448" y="70"/>
                  </a:lnTo>
                  <a:lnTo>
                    <a:pt x="448" y="70"/>
                  </a:lnTo>
                  <a:lnTo>
                    <a:pt x="452" y="74"/>
                  </a:lnTo>
                  <a:lnTo>
                    <a:pt x="452" y="78"/>
                  </a:lnTo>
                  <a:lnTo>
                    <a:pt x="448" y="78"/>
                  </a:lnTo>
                  <a:lnTo>
                    <a:pt x="448" y="82"/>
                  </a:lnTo>
                  <a:lnTo>
                    <a:pt x="452" y="82"/>
                  </a:lnTo>
                  <a:lnTo>
                    <a:pt x="455" y="82"/>
                  </a:lnTo>
                  <a:lnTo>
                    <a:pt x="459" y="82"/>
                  </a:lnTo>
                  <a:lnTo>
                    <a:pt x="459" y="85"/>
                  </a:lnTo>
                  <a:lnTo>
                    <a:pt x="463" y="89"/>
                  </a:lnTo>
                  <a:lnTo>
                    <a:pt x="459" y="89"/>
                  </a:lnTo>
                  <a:lnTo>
                    <a:pt x="459" y="93"/>
                  </a:lnTo>
                  <a:lnTo>
                    <a:pt x="459" y="96"/>
                  </a:lnTo>
                  <a:lnTo>
                    <a:pt x="455" y="96"/>
                  </a:lnTo>
                  <a:lnTo>
                    <a:pt x="452" y="93"/>
                  </a:lnTo>
                  <a:lnTo>
                    <a:pt x="448" y="96"/>
                  </a:lnTo>
                  <a:lnTo>
                    <a:pt x="444" y="96"/>
                  </a:lnTo>
                  <a:lnTo>
                    <a:pt x="440" y="100"/>
                  </a:lnTo>
                  <a:lnTo>
                    <a:pt x="437" y="107"/>
                  </a:lnTo>
                  <a:lnTo>
                    <a:pt x="433" y="107"/>
                  </a:lnTo>
                  <a:lnTo>
                    <a:pt x="429" y="115"/>
                  </a:lnTo>
                  <a:lnTo>
                    <a:pt x="426" y="119"/>
                  </a:lnTo>
                  <a:lnTo>
                    <a:pt x="429" y="119"/>
                  </a:lnTo>
                  <a:lnTo>
                    <a:pt x="426" y="126"/>
                  </a:lnTo>
                  <a:lnTo>
                    <a:pt x="422" y="133"/>
                  </a:lnTo>
                  <a:lnTo>
                    <a:pt x="422" y="133"/>
                  </a:lnTo>
                  <a:lnTo>
                    <a:pt x="426" y="137"/>
                  </a:lnTo>
                  <a:lnTo>
                    <a:pt x="422" y="145"/>
                  </a:lnTo>
                  <a:lnTo>
                    <a:pt x="422" y="152"/>
                  </a:lnTo>
                  <a:lnTo>
                    <a:pt x="418" y="156"/>
                  </a:lnTo>
                  <a:lnTo>
                    <a:pt x="415" y="156"/>
                  </a:lnTo>
                  <a:lnTo>
                    <a:pt x="411" y="156"/>
                  </a:lnTo>
                  <a:lnTo>
                    <a:pt x="407" y="156"/>
                  </a:lnTo>
                  <a:lnTo>
                    <a:pt x="411" y="163"/>
                  </a:lnTo>
                  <a:lnTo>
                    <a:pt x="411" y="167"/>
                  </a:lnTo>
                  <a:lnTo>
                    <a:pt x="411" y="171"/>
                  </a:lnTo>
                  <a:lnTo>
                    <a:pt x="407" y="171"/>
                  </a:lnTo>
                  <a:lnTo>
                    <a:pt x="407" y="174"/>
                  </a:lnTo>
                  <a:lnTo>
                    <a:pt x="407" y="178"/>
                  </a:lnTo>
                  <a:lnTo>
                    <a:pt x="407" y="182"/>
                  </a:lnTo>
                  <a:lnTo>
                    <a:pt x="403" y="185"/>
                  </a:lnTo>
                  <a:lnTo>
                    <a:pt x="403" y="189"/>
                  </a:lnTo>
                  <a:lnTo>
                    <a:pt x="400" y="189"/>
                  </a:lnTo>
                  <a:lnTo>
                    <a:pt x="400" y="189"/>
                  </a:lnTo>
                  <a:lnTo>
                    <a:pt x="400" y="193"/>
                  </a:lnTo>
                  <a:lnTo>
                    <a:pt x="400" y="193"/>
                  </a:lnTo>
                  <a:lnTo>
                    <a:pt x="400" y="189"/>
                  </a:lnTo>
                  <a:lnTo>
                    <a:pt x="400" y="189"/>
                  </a:lnTo>
                  <a:lnTo>
                    <a:pt x="400" y="189"/>
                  </a:lnTo>
                  <a:lnTo>
                    <a:pt x="396" y="185"/>
                  </a:lnTo>
                  <a:lnTo>
                    <a:pt x="396" y="182"/>
                  </a:lnTo>
                  <a:lnTo>
                    <a:pt x="396" y="174"/>
                  </a:lnTo>
                  <a:lnTo>
                    <a:pt x="392" y="174"/>
                  </a:lnTo>
                  <a:lnTo>
                    <a:pt x="392" y="171"/>
                  </a:lnTo>
                  <a:lnTo>
                    <a:pt x="392" y="167"/>
                  </a:lnTo>
                  <a:lnTo>
                    <a:pt x="392" y="163"/>
                  </a:lnTo>
                  <a:lnTo>
                    <a:pt x="392" y="163"/>
                  </a:lnTo>
                  <a:lnTo>
                    <a:pt x="389" y="163"/>
                  </a:lnTo>
                  <a:lnTo>
                    <a:pt x="385" y="159"/>
                  </a:lnTo>
                  <a:lnTo>
                    <a:pt x="385" y="163"/>
                  </a:lnTo>
                  <a:lnTo>
                    <a:pt x="385" y="163"/>
                  </a:lnTo>
                  <a:lnTo>
                    <a:pt x="385" y="163"/>
                  </a:lnTo>
                  <a:lnTo>
                    <a:pt x="385" y="167"/>
                  </a:lnTo>
                  <a:lnTo>
                    <a:pt x="381" y="171"/>
                  </a:lnTo>
                  <a:lnTo>
                    <a:pt x="385" y="171"/>
                  </a:lnTo>
                  <a:lnTo>
                    <a:pt x="385" y="171"/>
                  </a:lnTo>
                  <a:lnTo>
                    <a:pt x="381" y="171"/>
                  </a:lnTo>
                  <a:lnTo>
                    <a:pt x="377" y="171"/>
                  </a:lnTo>
                  <a:lnTo>
                    <a:pt x="377" y="167"/>
                  </a:lnTo>
                  <a:lnTo>
                    <a:pt x="377" y="167"/>
                  </a:lnTo>
                  <a:lnTo>
                    <a:pt x="374" y="163"/>
                  </a:lnTo>
                  <a:lnTo>
                    <a:pt x="374" y="159"/>
                  </a:lnTo>
                  <a:lnTo>
                    <a:pt x="374" y="159"/>
                  </a:lnTo>
                  <a:lnTo>
                    <a:pt x="374" y="156"/>
                  </a:lnTo>
                  <a:lnTo>
                    <a:pt x="374" y="156"/>
                  </a:lnTo>
                  <a:lnTo>
                    <a:pt x="377" y="152"/>
                  </a:lnTo>
                  <a:lnTo>
                    <a:pt x="377" y="156"/>
                  </a:lnTo>
                  <a:lnTo>
                    <a:pt x="381" y="156"/>
                  </a:lnTo>
                  <a:lnTo>
                    <a:pt x="381" y="152"/>
                  </a:lnTo>
                  <a:lnTo>
                    <a:pt x="381" y="152"/>
                  </a:lnTo>
                  <a:lnTo>
                    <a:pt x="385" y="148"/>
                  </a:lnTo>
                  <a:lnTo>
                    <a:pt x="385" y="145"/>
                  </a:lnTo>
                  <a:lnTo>
                    <a:pt x="385" y="141"/>
                  </a:lnTo>
                  <a:lnTo>
                    <a:pt x="389" y="137"/>
                  </a:lnTo>
                  <a:lnTo>
                    <a:pt x="385" y="137"/>
                  </a:lnTo>
                  <a:lnTo>
                    <a:pt x="385" y="133"/>
                  </a:lnTo>
                  <a:lnTo>
                    <a:pt x="381" y="137"/>
                  </a:lnTo>
                  <a:lnTo>
                    <a:pt x="381" y="133"/>
                  </a:lnTo>
                  <a:lnTo>
                    <a:pt x="377" y="133"/>
                  </a:lnTo>
                  <a:lnTo>
                    <a:pt x="374" y="133"/>
                  </a:lnTo>
                  <a:lnTo>
                    <a:pt x="366" y="133"/>
                  </a:lnTo>
                  <a:lnTo>
                    <a:pt x="363" y="133"/>
                  </a:lnTo>
                  <a:lnTo>
                    <a:pt x="355" y="133"/>
                  </a:lnTo>
                  <a:lnTo>
                    <a:pt x="352" y="133"/>
                  </a:lnTo>
                  <a:lnTo>
                    <a:pt x="352" y="133"/>
                  </a:lnTo>
                  <a:lnTo>
                    <a:pt x="348" y="133"/>
                  </a:lnTo>
                  <a:lnTo>
                    <a:pt x="348" y="130"/>
                  </a:lnTo>
                  <a:lnTo>
                    <a:pt x="344" y="126"/>
                  </a:lnTo>
                  <a:lnTo>
                    <a:pt x="344" y="126"/>
                  </a:lnTo>
                  <a:lnTo>
                    <a:pt x="344" y="122"/>
                  </a:lnTo>
                  <a:lnTo>
                    <a:pt x="344" y="119"/>
                  </a:lnTo>
                  <a:lnTo>
                    <a:pt x="340" y="119"/>
                  </a:lnTo>
                  <a:lnTo>
                    <a:pt x="340" y="119"/>
                  </a:lnTo>
                  <a:lnTo>
                    <a:pt x="337" y="119"/>
                  </a:lnTo>
                  <a:lnTo>
                    <a:pt x="337" y="119"/>
                  </a:lnTo>
                  <a:lnTo>
                    <a:pt x="333" y="115"/>
                  </a:lnTo>
                  <a:lnTo>
                    <a:pt x="333" y="115"/>
                  </a:lnTo>
                  <a:lnTo>
                    <a:pt x="329" y="119"/>
                  </a:lnTo>
                  <a:lnTo>
                    <a:pt x="333" y="119"/>
                  </a:lnTo>
                  <a:lnTo>
                    <a:pt x="333" y="119"/>
                  </a:lnTo>
                  <a:lnTo>
                    <a:pt x="329" y="119"/>
                  </a:lnTo>
                  <a:lnTo>
                    <a:pt x="326" y="115"/>
                  </a:lnTo>
                  <a:lnTo>
                    <a:pt x="326" y="115"/>
                  </a:lnTo>
                  <a:lnTo>
                    <a:pt x="326" y="111"/>
                  </a:lnTo>
                  <a:lnTo>
                    <a:pt x="322" y="111"/>
                  </a:lnTo>
                  <a:lnTo>
                    <a:pt x="322" y="111"/>
                  </a:lnTo>
                  <a:lnTo>
                    <a:pt x="322" y="111"/>
                  </a:lnTo>
                  <a:lnTo>
                    <a:pt x="322" y="115"/>
                  </a:lnTo>
                  <a:lnTo>
                    <a:pt x="322" y="115"/>
                  </a:lnTo>
                  <a:lnTo>
                    <a:pt x="322" y="119"/>
                  </a:lnTo>
                  <a:lnTo>
                    <a:pt x="318" y="122"/>
                  </a:lnTo>
                  <a:lnTo>
                    <a:pt x="318" y="126"/>
                  </a:lnTo>
                  <a:lnTo>
                    <a:pt x="326" y="130"/>
                  </a:lnTo>
                  <a:lnTo>
                    <a:pt x="329" y="130"/>
                  </a:lnTo>
                  <a:lnTo>
                    <a:pt x="333" y="130"/>
                  </a:lnTo>
                  <a:lnTo>
                    <a:pt x="329" y="130"/>
                  </a:lnTo>
                  <a:lnTo>
                    <a:pt x="333" y="133"/>
                  </a:lnTo>
                  <a:lnTo>
                    <a:pt x="329" y="137"/>
                  </a:lnTo>
                  <a:lnTo>
                    <a:pt x="329" y="133"/>
                  </a:lnTo>
                  <a:lnTo>
                    <a:pt x="326" y="137"/>
                  </a:lnTo>
                  <a:lnTo>
                    <a:pt x="326" y="141"/>
                  </a:lnTo>
                  <a:lnTo>
                    <a:pt x="322" y="141"/>
                  </a:lnTo>
                  <a:lnTo>
                    <a:pt x="322" y="148"/>
                  </a:lnTo>
                  <a:lnTo>
                    <a:pt x="326" y="152"/>
                  </a:lnTo>
                  <a:lnTo>
                    <a:pt x="329" y="152"/>
                  </a:lnTo>
                  <a:lnTo>
                    <a:pt x="333" y="156"/>
                  </a:lnTo>
                  <a:lnTo>
                    <a:pt x="333" y="163"/>
                  </a:lnTo>
                  <a:lnTo>
                    <a:pt x="333" y="167"/>
                  </a:lnTo>
                  <a:lnTo>
                    <a:pt x="333" y="167"/>
                  </a:lnTo>
                  <a:lnTo>
                    <a:pt x="333" y="174"/>
                  </a:lnTo>
                  <a:lnTo>
                    <a:pt x="340" y="178"/>
                  </a:lnTo>
                  <a:lnTo>
                    <a:pt x="340" y="182"/>
                  </a:lnTo>
                  <a:lnTo>
                    <a:pt x="340" y="185"/>
                  </a:lnTo>
                  <a:lnTo>
                    <a:pt x="340" y="189"/>
                  </a:lnTo>
                  <a:lnTo>
                    <a:pt x="340" y="189"/>
                  </a:lnTo>
                  <a:lnTo>
                    <a:pt x="340" y="193"/>
                  </a:lnTo>
                  <a:lnTo>
                    <a:pt x="340" y="197"/>
                  </a:lnTo>
                  <a:lnTo>
                    <a:pt x="337" y="193"/>
                  </a:lnTo>
                  <a:lnTo>
                    <a:pt x="337" y="197"/>
                  </a:lnTo>
                  <a:lnTo>
                    <a:pt x="337" y="193"/>
                  </a:lnTo>
                  <a:lnTo>
                    <a:pt x="333" y="193"/>
                  </a:lnTo>
                  <a:lnTo>
                    <a:pt x="333" y="189"/>
                  </a:lnTo>
                  <a:lnTo>
                    <a:pt x="333" y="189"/>
                  </a:lnTo>
                  <a:lnTo>
                    <a:pt x="333" y="193"/>
                  </a:lnTo>
                  <a:lnTo>
                    <a:pt x="333" y="193"/>
                  </a:lnTo>
                  <a:lnTo>
                    <a:pt x="333" y="193"/>
                  </a:lnTo>
                  <a:lnTo>
                    <a:pt x="329" y="193"/>
                  </a:lnTo>
                  <a:lnTo>
                    <a:pt x="329" y="193"/>
                  </a:lnTo>
                  <a:lnTo>
                    <a:pt x="326" y="193"/>
                  </a:lnTo>
                  <a:lnTo>
                    <a:pt x="326" y="189"/>
                  </a:lnTo>
                  <a:lnTo>
                    <a:pt x="326" y="185"/>
                  </a:lnTo>
                  <a:lnTo>
                    <a:pt x="326" y="185"/>
                  </a:lnTo>
                  <a:lnTo>
                    <a:pt x="322" y="185"/>
                  </a:lnTo>
                  <a:lnTo>
                    <a:pt x="322" y="185"/>
                  </a:lnTo>
                  <a:lnTo>
                    <a:pt x="322" y="185"/>
                  </a:lnTo>
                  <a:lnTo>
                    <a:pt x="326" y="185"/>
                  </a:lnTo>
                  <a:lnTo>
                    <a:pt x="322" y="189"/>
                  </a:lnTo>
                  <a:lnTo>
                    <a:pt x="322" y="189"/>
                  </a:lnTo>
                  <a:lnTo>
                    <a:pt x="322" y="193"/>
                  </a:lnTo>
                  <a:lnTo>
                    <a:pt x="318" y="193"/>
                  </a:lnTo>
                  <a:lnTo>
                    <a:pt x="311" y="197"/>
                  </a:lnTo>
                  <a:lnTo>
                    <a:pt x="307" y="200"/>
                  </a:lnTo>
                  <a:lnTo>
                    <a:pt x="307" y="200"/>
                  </a:lnTo>
                  <a:lnTo>
                    <a:pt x="307" y="204"/>
                  </a:lnTo>
                  <a:lnTo>
                    <a:pt x="307" y="208"/>
                  </a:lnTo>
                  <a:lnTo>
                    <a:pt x="307" y="208"/>
                  </a:lnTo>
                  <a:lnTo>
                    <a:pt x="307" y="211"/>
                  </a:lnTo>
                  <a:lnTo>
                    <a:pt x="307" y="211"/>
                  </a:lnTo>
                  <a:lnTo>
                    <a:pt x="303" y="215"/>
                  </a:lnTo>
                  <a:lnTo>
                    <a:pt x="303" y="215"/>
                  </a:lnTo>
                  <a:lnTo>
                    <a:pt x="303" y="215"/>
                  </a:lnTo>
                  <a:lnTo>
                    <a:pt x="303" y="219"/>
                  </a:lnTo>
                  <a:lnTo>
                    <a:pt x="296" y="222"/>
                  </a:lnTo>
                  <a:lnTo>
                    <a:pt x="296" y="222"/>
                  </a:lnTo>
                  <a:lnTo>
                    <a:pt x="289" y="230"/>
                  </a:lnTo>
                  <a:lnTo>
                    <a:pt x="289" y="226"/>
                  </a:lnTo>
                  <a:lnTo>
                    <a:pt x="289" y="226"/>
                  </a:lnTo>
                  <a:lnTo>
                    <a:pt x="285" y="226"/>
                  </a:lnTo>
                  <a:lnTo>
                    <a:pt x="285" y="226"/>
                  </a:lnTo>
                  <a:lnTo>
                    <a:pt x="281" y="226"/>
                  </a:lnTo>
                  <a:lnTo>
                    <a:pt x="281" y="226"/>
                  </a:lnTo>
                  <a:lnTo>
                    <a:pt x="281" y="230"/>
                  </a:lnTo>
                  <a:lnTo>
                    <a:pt x="281" y="230"/>
                  </a:lnTo>
                  <a:lnTo>
                    <a:pt x="285" y="230"/>
                  </a:lnTo>
                  <a:lnTo>
                    <a:pt x="285" y="230"/>
                  </a:lnTo>
                  <a:lnTo>
                    <a:pt x="274" y="237"/>
                  </a:lnTo>
                  <a:lnTo>
                    <a:pt x="270" y="245"/>
                  </a:lnTo>
                  <a:lnTo>
                    <a:pt x="255" y="256"/>
                  </a:lnTo>
                  <a:lnTo>
                    <a:pt x="255" y="260"/>
                  </a:lnTo>
                  <a:lnTo>
                    <a:pt x="252" y="263"/>
                  </a:lnTo>
                  <a:lnTo>
                    <a:pt x="244" y="267"/>
                  </a:lnTo>
                  <a:lnTo>
                    <a:pt x="240" y="267"/>
                  </a:lnTo>
                  <a:lnTo>
                    <a:pt x="240" y="271"/>
                  </a:lnTo>
                  <a:lnTo>
                    <a:pt x="240" y="274"/>
                  </a:lnTo>
                  <a:lnTo>
                    <a:pt x="237" y="278"/>
                  </a:lnTo>
                  <a:lnTo>
                    <a:pt x="233" y="282"/>
                  </a:lnTo>
                  <a:lnTo>
                    <a:pt x="226" y="282"/>
                  </a:lnTo>
                  <a:lnTo>
                    <a:pt x="222" y="282"/>
                  </a:lnTo>
                  <a:lnTo>
                    <a:pt x="222" y="286"/>
                  </a:lnTo>
                  <a:lnTo>
                    <a:pt x="218" y="289"/>
                  </a:lnTo>
                  <a:lnTo>
                    <a:pt x="215" y="289"/>
                  </a:lnTo>
                  <a:lnTo>
                    <a:pt x="215" y="289"/>
                  </a:lnTo>
                  <a:lnTo>
                    <a:pt x="211" y="289"/>
                  </a:lnTo>
                  <a:lnTo>
                    <a:pt x="207" y="293"/>
                  </a:lnTo>
                  <a:lnTo>
                    <a:pt x="207" y="297"/>
                  </a:lnTo>
                  <a:lnTo>
                    <a:pt x="207" y="300"/>
                  </a:lnTo>
                  <a:lnTo>
                    <a:pt x="207" y="308"/>
                  </a:lnTo>
                  <a:lnTo>
                    <a:pt x="207" y="312"/>
                  </a:lnTo>
                  <a:lnTo>
                    <a:pt x="207" y="315"/>
                  </a:lnTo>
                  <a:lnTo>
                    <a:pt x="207" y="326"/>
                  </a:lnTo>
                  <a:lnTo>
                    <a:pt x="211" y="330"/>
                  </a:lnTo>
                  <a:lnTo>
                    <a:pt x="211" y="334"/>
                  </a:lnTo>
                  <a:lnTo>
                    <a:pt x="207" y="345"/>
                  </a:lnTo>
                  <a:lnTo>
                    <a:pt x="203" y="352"/>
                  </a:lnTo>
                  <a:lnTo>
                    <a:pt x="203" y="360"/>
                  </a:lnTo>
                  <a:lnTo>
                    <a:pt x="203" y="360"/>
                  </a:lnTo>
                  <a:lnTo>
                    <a:pt x="207" y="371"/>
                  </a:lnTo>
                  <a:lnTo>
                    <a:pt x="207" y="375"/>
                  </a:lnTo>
                  <a:lnTo>
                    <a:pt x="203" y="378"/>
                  </a:lnTo>
                  <a:lnTo>
                    <a:pt x="200" y="375"/>
                  </a:lnTo>
                  <a:lnTo>
                    <a:pt x="196" y="378"/>
                  </a:lnTo>
                  <a:lnTo>
                    <a:pt x="196" y="378"/>
                  </a:lnTo>
                  <a:lnTo>
                    <a:pt x="196" y="382"/>
                  </a:lnTo>
                  <a:lnTo>
                    <a:pt x="192" y="386"/>
                  </a:lnTo>
                  <a:lnTo>
                    <a:pt x="189" y="389"/>
                  </a:lnTo>
                  <a:lnTo>
                    <a:pt x="192" y="389"/>
                  </a:lnTo>
                  <a:lnTo>
                    <a:pt x="196" y="393"/>
                  </a:lnTo>
                  <a:lnTo>
                    <a:pt x="196" y="393"/>
                  </a:lnTo>
                  <a:lnTo>
                    <a:pt x="196" y="393"/>
                  </a:lnTo>
                  <a:lnTo>
                    <a:pt x="196" y="393"/>
                  </a:lnTo>
                  <a:lnTo>
                    <a:pt x="192" y="393"/>
                  </a:lnTo>
                  <a:lnTo>
                    <a:pt x="185" y="393"/>
                  </a:lnTo>
                  <a:lnTo>
                    <a:pt x="185" y="393"/>
                  </a:lnTo>
                  <a:lnTo>
                    <a:pt x="181" y="397"/>
                  </a:lnTo>
                  <a:lnTo>
                    <a:pt x="178" y="401"/>
                  </a:lnTo>
                  <a:lnTo>
                    <a:pt x="178" y="401"/>
                  </a:lnTo>
                  <a:lnTo>
                    <a:pt x="178" y="401"/>
                  </a:lnTo>
                  <a:lnTo>
                    <a:pt x="178" y="404"/>
                  </a:lnTo>
                  <a:lnTo>
                    <a:pt x="178" y="408"/>
                  </a:lnTo>
                  <a:lnTo>
                    <a:pt x="170" y="412"/>
                  </a:lnTo>
                  <a:lnTo>
                    <a:pt x="163" y="408"/>
                  </a:lnTo>
                  <a:lnTo>
                    <a:pt x="159" y="408"/>
                  </a:lnTo>
                  <a:lnTo>
                    <a:pt x="155" y="401"/>
                  </a:lnTo>
                  <a:lnTo>
                    <a:pt x="148" y="389"/>
                  </a:lnTo>
                  <a:lnTo>
                    <a:pt x="148" y="386"/>
                  </a:lnTo>
                  <a:lnTo>
                    <a:pt x="148" y="378"/>
                  </a:lnTo>
                  <a:lnTo>
                    <a:pt x="144" y="371"/>
                  </a:lnTo>
                  <a:lnTo>
                    <a:pt x="144" y="371"/>
                  </a:lnTo>
                  <a:lnTo>
                    <a:pt x="141" y="371"/>
                  </a:lnTo>
                  <a:lnTo>
                    <a:pt x="141" y="363"/>
                  </a:lnTo>
                  <a:lnTo>
                    <a:pt x="137" y="360"/>
                  </a:lnTo>
                  <a:lnTo>
                    <a:pt x="133" y="356"/>
                  </a:lnTo>
                  <a:lnTo>
                    <a:pt x="129" y="352"/>
                  </a:lnTo>
                  <a:lnTo>
                    <a:pt x="129" y="352"/>
                  </a:lnTo>
                  <a:lnTo>
                    <a:pt x="126" y="345"/>
                  </a:lnTo>
                  <a:lnTo>
                    <a:pt x="122" y="341"/>
                  </a:lnTo>
                  <a:lnTo>
                    <a:pt x="122" y="341"/>
                  </a:lnTo>
                  <a:lnTo>
                    <a:pt x="122" y="334"/>
                  </a:lnTo>
                  <a:lnTo>
                    <a:pt x="118" y="334"/>
                  </a:lnTo>
                  <a:lnTo>
                    <a:pt x="115" y="326"/>
                  </a:lnTo>
                  <a:lnTo>
                    <a:pt x="115" y="323"/>
                  </a:lnTo>
                  <a:lnTo>
                    <a:pt x="115" y="319"/>
                  </a:lnTo>
                  <a:lnTo>
                    <a:pt x="111" y="315"/>
                  </a:lnTo>
                  <a:lnTo>
                    <a:pt x="111" y="312"/>
                  </a:lnTo>
                  <a:lnTo>
                    <a:pt x="111" y="312"/>
                  </a:lnTo>
                  <a:lnTo>
                    <a:pt x="107" y="304"/>
                  </a:lnTo>
                  <a:lnTo>
                    <a:pt x="107" y="304"/>
                  </a:lnTo>
                  <a:lnTo>
                    <a:pt x="103" y="304"/>
                  </a:lnTo>
                  <a:lnTo>
                    <a:pt x="100" y="297"/>
                  </a:lnTo>
                  <a:lnTo>
                    <a:pt x="100" y="297"/>
                  </a:lnTo>
                  <a:lnTo>
                    <a:pt x="100" y="293"/>
                  </a:lnTo>
                  <a:lnTo>
                    <a:pt x="96" y="289"/>
                  </a:lnTo>
                  <a:lnTo>
                    <a:pt x="96" y="289"/>
                  </a:lnTo>
                  <a:lnTo>
                    <a:pt x="92" y="282"/>
                  </a:lnTo>
                  <a:lnTo>
                    <a:pt x="92" y="274"/>
                  </a:lnTo>
                  <a:lnTo>
                    <a:pt x="85" y="260"/>
                  </a:lnTo>
                  <a:lnTo>
                    <a:pt x="85" y="256"/>
                  </a:lnTo>
                  <a:lnTo>
                    <a:pt x="81" y="252"/>
                  </a:lnTo>
                  <a:lnTo>
                    <a:pt x="85" y="252"/>
                  </a:lnTo>
                  <a:lnTo>
                    <a:pt x="81" y="248"/>
                  </a:lnTo>
                  <a:lnTo>
                    <a:pt x="81" y="245"/>
                  </a:lnTo>
                  <a:lnTo>
                    <a:pt x="85" y="245"/>
                  </a:lnTo>
                  <a:lnTo>
                    <a:pt x="81" y="241"/>
                  </a:lnTo>
                  <a:lnTo>
                    <a:pt x="81" y="237"/>
                  </a:lnTo>
                  <a:lnTo>
                    <a:pt x="78" y="230"/>
                  </a:lnTo>
                  <a:lnTo>
                    <a:pt x="74" y="226"/>
                  </a:lnTo>
                  <a:lnTo>
                    <a:pt x="78" y="222"/>
                  </a:lnTo>
                  <a:lnTo>
                    <a:pt x="78" y="222"/>
                  </a:lnTo>
                  <a:lnTo>
                    <a:pt x="78" y="219"/>
                  </a:lnTo>
                  <a:lnTo>
                    <a:pt x="78" y="219"/>
                  </a:lnTo>
                  <a:lnTo>
                    <a:pt x="78" y="211"/>
                  </a:lnTo>
                  <a:lnTo>
                    <a:pt x="78" y="208"/>
                  </a:lnTo>
                  <a:lnTo>
                    <a:pt x="74" y="208"/>
                  </a:lnTo>
                  <a:lnTo>
                    <a:pt x="74" y="200"/>
                  </a:lnTo>
                  <a:lnTo>
                    <a:pt x="78" y="197"/>
                  </a:lnTo>
                  <a:lnTo>
                    <a:pt x="78" y="197"/>
                  </a:lnTo>
                  <a:lnTo>
                    <a:pt x="81" y="197"/>
                  </a:lnTo>
                  <a:lnTo>
                    <a:pt x="78" y="197"/>
                  </a:lnTo>
                  <a:lnTo>
                    <a:pt x="74" y="197"/>
                  </a:lnTo>
                  <a:lnTo>
                    <a:pt x="70" y="197"/>
                  </a:lnTo>
                  <a:lnTo>
                    <a:pt x="70" y="193"/>
                  </a:lnTo>
                  <a:lnTo>
                    <a:pt x="70" y="193"/>
                  </a:lnTo>
                  <a:lnTo>
                    <a:pt x="70" y="189"/>
                  </a:lnTo>
                  <a:lnTo>
                    <a:pt x="70" y="189"/>
                  </a:lnTo>
                  <a:lnTo>
                    <a:pt x="74" y="189"/>
                  </a:lnTo>
                  <a:lnTo>
                    <a:pt x="78" y="185"/>
                  </a:lnTo>
                  <a:lnTo>
                    <a:pt x="78" y="185"/>
                  </a:lnTo>
                  <a:lnTo>
                    <a:pt x="74" y="185"/>
                  </a:lnTo>
                  <a:lnTo>
                    <a:pt x="74" y="185"/>
                  </a:lnTo>
                  <a:lnTo>
                    <a:pt x="70" y="185"/>
                  </a:lnTo>
                  <a:lnTo>
                    <a:pt x="66" y="182"/>
                  </a:lnTo>
                  <a:lnTo>
                    <a:pt x="66" y="185"/>
                  </a:lnTo>
                  <a:lnTo>
                    <a:pt x="66" y="189"/>
                  </a:lnTo>
                  <a:lnTo>
                    <a:pt x="63" y="193"/>
                  </a:lnTo>
                  <a:lnTo>
                    <a:pt x="66" y="197"/>
                  </a:lnTo>
                  <a:lnTo>
                    <a:pt x="66" y="200"/>
                  </a:lnTo>
                  <a:lnTo>
                    <a:pt x="63" y="204"/>
                  </a:lnTo>
                  <a:lnTo>
                    <a:pt x="63" y="204"/>
                  </a:lnTo>
                  <a:lnTo>
                    <a:pt x="59" y="208"/>
                  </a:lnTo>
                  <a:lnTo>
                    <a:pt x="48" y="211"/>
                  </a:lnTo>
                  <a:lnTo>
                    <a:pt x="44" y="215"/>
                  </a:lnTo>
                  <a:lnTo>
                    <a:pt x="41" y="211"/>
                  </a:lnTo>
                  <a:lnTo>
                    <a:pt x="26" y="204"/>
                  </a:lnTo>
                  <a:lnTo>
                    <a:pt x="22" y="197"/>
                  </a:lnTo>
                  <a:lnTo>
                    <a:pt x="22" y="197"/>
                  </a:lnTo>
                  <a:lnTo>
                    <a:pt x="22" y="197"/>
                  </a:lnTo>
                  <a:lnTo>
                    <a:pt x="18" y="197"/>
                  </a:lnTo>
                  <a:lnTo>
                    <a:pt x="11" y="189"/>
                  </a:lnTo>
                  <a:lnTo>
                    <a:pt x="11" y="185"/>
                  </a:lnTo>
                  <a:lnTo>
                    <a:pt x="11" y="185"/>
                  </a:lnTo>
                  <a:lnTo>
                    <a:pt x="15" y="185"/>
                  </a:lnTo>
                  <a:lnTo>
                    <a:pt x="15" y="185"/>
                  </a:lnTo>
                  <a:lnTo>
                    <a:pt x="15" y="185"/>
                  </a:lnTo>
                  <a:lnTo>
                    <a:pt x="15" y="189"/>
                  </a:lnTo>
                  <a:lnTo>
                    <a:pt x="18" y="189"/>
                  </a:lnTo>
                  <a:lnTo>
                    <a:pt x="18" y="189"/>
                  </a:lnTo>
                  <a:lnTo>
                    <a:pt x="22" y="185"/>
                  </a:lnTo>
                  <a:lnTo>
                    <a:pt x="22" y="189"/>
                  </a:lnTo>
                  <a:lnTo>
                    <a:pt x="22" y="185"/>
                  </a:lnTo>
                  <a:lnTo>
                    <a:pt x="29" y="182"/>
                  </a:lnTo>
                  <a:lnTo>
                    <a:pt x="33" y="182"/>
                  </a:lnTo>
                  <a:lnTo>
                    <a:pt x="37" y="178"/>
                  </a:lnTo>
                  <a:lnTo>
                    <a:pt x="37" y="178"/>
                  </a:lnTo>
                  <a:lnTo>
                    <a:pt x="37" y="174"/>
                  </a:lnTo>
                  <a:lnTo>
                    <a:pt x="33" y="174"/>
                  </a:lnTo>
                  <a:lnTo>
                    <a:pt x="33" y="174"/>
                  </a:lnTo>
                  <a:lnTo>
                    <a:pt x="33" y="174"/>
                  </a:lnTo>
                  <a:lnTo>
                    <a:pt x="33" y="178"/>
                  </a:lnTo>
                  <a:lnTo>
                    <a:pt x="26" y="178"/>
                  </a:lnTo>
                  <a:lnTo>
                    <a:pt x="22" y="178"/>
                  </a:lnTo>
                  <a:lnTo>
                    <a:pt x="18" y="182"/>
                  </a:lnTo>
                  <a:lnTo>
                    <a:pt x="7" y="178"/>
                  </a:lnTo>
                  <a:lnTo>
                    <a:pt x="4" y="171"/>
                  </a:lnTo>
                  <a:lnTo>
                    <a:pt x="0" y="171"/>
                  </a:lnTo>
                  <a:lnTo>
                    <a:pt x="4" y="167"/>
                  </a:lnTo>
                  <a:lnTo>
                    <a:pt x="4" y="163"/>
                  </a:lnTo>
                  <a:lnTo>
                    <a:pt x="7" y="163"/>
                  </a:lnTo>
                  <a:lnTo>
                    <a:pt x="4" y="163"/>
                  </a:lnTo>
                  <a:lnTo>
                    <a:pt x="0" y="167"/>
                  </a:lnTo>
                  <a:lnTo>
                    <a:pt x="0" y="163"/>
                  </a:lnTo>
                  <a:lnTo>
                    <a:pt x="4" y="159"/>
                  </a:lnTo>
                  <a:lnTo>
                    <a:pt x="4" y="159"/>
                  </a:lnTo>
                  <a:lnTo>
                    <a:pt x="7" y="156"/>
                  </a:lnTo>
                  <a:lnTo>
                    <a:pt x="11" y="156"/>
                  </a:lnTo>
                  <a:lnTo>
                    <a:pt x="11" y="156"/>
                  </a:lnTo>
                  <a:lnTo>
                    <a:pt x="22" y="156"/>
                  </a:lnTo>
                  <a:lnTo>
                    <a:pt x="29" y="152"/>
                  </a:lnTo>
                  <a:lnTo>
                    <a:pt x="29" y="152"/>
                  </a:lnTo>
                  <a:lnTo>
                    <a:pt x="33" y="152"/>
                  </a:lnTo>
                  <a:lnTo>
                    <a:pt x="33" y="152"/>
                  </a:lnTo>
                  <a:lnTo>
                    <a:pt x="37" y="156"/>
                  </a:lnTo>
                  <a:lnTo>
                    <a:pt x="41" y="152"/>
                  </a:lnTo>
                  <a:lnTo>
                    <a:pt x="41" y="152"/>
                  </a:lnTo>
                  <a:lnTo>
                    <a:pt x="41" y="152"/>
                  </a:lnTo>
                  <a:lnTo>
                    <a:pt x="41" y="148"/>
                  </a:lnTo>
                  <a:lnTo>
                    <a:pt x="37" y="137"/>
                  </a:lnTo>
                  <a:lnTo>
                    <a:pt x="33" y="133"/>
                  </a:lnTo>
                  <a:lnTo>
                    <a:pt x="33" y="133"/>
                  </a:lnTo>
                  <a:lnTo>
                    <a:pt x="33" y="130"/>
                  </a:lnTo>
                  <a:lnTo>
                    <a:pt x="29" y="130"/>
                  </a:lnTo>
                  <a:lnTo>
                    <a:pt x="26" y="130"/>
                  </a:lnTo>
                  <a:lnTo>
                    <a:pt x="22" y="122"/>
                  </a:lnTo>
                  <a:lnTo>
                    <a:pt x="22" y="119"/>
                  </a:lnTo>
                  <a:lnTo>
                    <a:pt x="22" y="115"/>
                  </a:lnTo>
                  <a:lnTo>
                    <a:pt x="18" y="115"/>
                  </a:lnTo>
                  <a:lnTo>
                    <a:pt x="15" y="115"/>
                  </a:lnTo>
                  <a:lnTo>
                    <a:pt x="11" y="115"/>
                  </a:lnTo>
                  <a:lnTo>
                    <a:pt x="11" y="115"/>
                  </a:lnTo>
                  <a:lnTo>
                    <a:pt x="11" y="111"/>
                  </a:lnTo>
                  <a:lnTo>
                    <a:pt x="11" y="104"/>
                  </a:lnTo>
                  <a:lnTo>
                    <a:pt x="15" y="104"/>
                  </a:lnTo>
                  <a:lnTo>
                    <a:pt x="18" y="96"/>
                  </a:lnTo>
                  <a:lnTo>
                    <a:pt x="18" y="96"/>
                  </a:lnTo>
                  <a:lnTo>
                    <a:pt x="22" y="93"/>
                  </a:lnTo>
                  <a:lnTo>
                    <a:pt x="26" y="93"/>
                  </a:lnTo>
                  <a:lnTo>
                    <a:pt x="29" y="93"/>
                  </a:lnTo>
                  <a:lnTo>
                    <a:pt x="29" y="96"/>
                  </a:lnTo>
                  <a:lnTo>
                    <a:pt x="33" y="96"/>
                  </a:lnTo>
                  <a:lnTo>
                    <a:pt x="37" y="96"/>
                  </a:lnTo>
                  <a:lnTo>
                    <a:pt x="48" y="93"/>
                  </a:lnTo>
                  <a:lnTo>
                    <a:pt x="52" y="89"/>
                  </a:lnTo>
                  <a:lnTo>
                    <a:pt x="55" y="82"/>
                  </a:lnTo>
                  <a:lnTo>
                    <a:pt x="63" y="74"/>
                  </a:lnTo>
                  <a:lnTo>
                    <a:pt x="63" y="70"/>
                  </a:lnTo>
                  <a:lnTo>
                    <a:pt x="66" y="67"/>
                  </a:lnTo>
                  <a:lnTo>
                    <a:pt x="70" y="63"/>
                  </a:lnTo>
                  <a:lnTo>
                    <a:pt x="74" y="59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4" y="52"/>
                  </a:lnTo>
                  <a:lnTo>
                    <a:pt x="78" y="48"/>
                  </a:lnTo>
                  <a:lnTo>
                    <a:pt x="81" y="44"/>
                  </a:lnTo>
                  <a:lnTo>
                    <a:pt x="81" y="41"/>
                  </a:lnTo>
                  <a:lnTo>
                    <a:pt x="81" y="33"/>
                  </a:lnTo>
                  <a:lnTo>
                    <a:pt x="81" y="30"/>
                  </a:lnTo>
                  <a:lnTo>
                    <a:pt x="81" y="30"/>
                  </a:lnTo>
                  <a:lnTo>
                    <a:pt x="85" y="22"/>
                  </a:lnTo>
                  <a:lnTo>
                    <a:pt x="89" y="22"/>
                  </a:lnTo>
                  <a:lnTo>
                    <a:pt x="92" y="22"/>
                  </a:lnTo>
                  <a:lnTo>
                    <a:pt x="92" y="22"/>
                  </a:lnTo>
                  <a:lnTo>
                    <a:pt x="96" y="18"/>
                  </a:lnTo>
                  <a:lnTo>
                    <a:pt x="103" y="11"/>
                  </a:lnTo>
                  <a:lnTo>
                    <a:pt x="107" y="7"/>
                  </a:lnTo>
                  <a:lnTo>
                    <a:pt x="111" y="4"/>
                  </a:lnTo>
                  <a:lnTo>
                    <a:pt x="115" y="0"/>
                  </a:lnTo>
                  <a:lnTo>
                    <a:pt x="118" y="0"/>
                  </a:lnTo>
                  <a:lnTo>
                    <a:pt x="126" y="7"/>
                  </a:lnTo>
                  <a:lnTo>
                    <a:pt x="129" y="4"/>
                  </a:lnTo>
                  <a:lnTo>
                    <a:pt x="137" y="7"/>
                  </a:lnTo>
                  <a:lnTo>
                    <a:pt x="137" y="11"/>
                  </a:lnTo>
                  <a:lnTo>
                    <a:pt x="141" y="11"/>
                  </a:lnTo>
                  <a:lnTo>
                    <a:pt x="148" y="15"/>
                  </a:lnTo>
                  <a:lnTo>
                    <a:pt x="148" y="15"/>
                  </a:lnTo>
                  <a:lnTo>
                    <a:pt x="148" y="15"/>
                  </a:lnTo>
                  <a:close/>
                  <a:moveTo>
                    <a:pt x="333" y="197"/>
                  </a:moveTo>
                  <a:lnTo>
                    <a:pt x="333" y="197"/>
                  </a:lnTo>
                  <a:lnTo>
                    <a:pt x="333" y="197"/>
                  </a:lnTo>
                  <a:lnTo>
                    <a:pt x="333" y="197"/>
                  </a:lnTo>
                  <a:lnTo>
                    <a:pt x="333" y="197"/>
                  </a:lnTo>
                  <a:close/>
                  <a:moveTo>
                    <a:pt x="333" y="193"/>
                  </a:moveTo>
                  <a:lnTo>
                    <a:pt x="329" y="193"/>
                  </a:lnTo>
                  <a:lnTo>
                    <a:pt x="329" y="197"/>
                  </a:lnTo>
                  <a:lnTo>
                    <a:pt x="333" y="197"/>
                  </a:lnTo>
                  <a:lnTo>
                    <a:pt x="333" y="197"/>
                  </a:lnTo>
                  <a:lnTo>
                    <a:pt x="333" y="193"/>
                  </a:lnTo>
                  <a:lnTo>
                    <a:pt x="333" y="193"/>
                  </a:lnTo>
                  <a:close/>
                  <a:moveTo>
                    <a:pt x="329" y="193"/>
                  </a:moveTo>
                  <a:lnTo>
                    <a:pt x="329" y="197"/>
                  </a:lnTo>
                  <a:lnTo>
                    <a:pt x="329" y="197"/>
                  </a:lnTo>
                  <a:lnTo>
                    <a:pt x="329" y="197"/>
                  </a:lnTo>
                  <a:lnTo>
                    <a:pt x="329" y="193"/>
                  </a:lnTo>
                  <a:lnTo>
                    <a:pt x="329" y="193"/>
                  </a:lnTo>
                  <a:close/>
                  <a:moveTo>
                    <a:pt x="322" y="197"/>
                  </a:moveTo>
                  <a:lnTo>
                    <a:pt x="322" y="197"/>
                  </a:lnTo>
                  <a:lnTo>
                    <a:pt x="326" y="197"/>
                  </a:lnTo>
                  <a:lnTo>
                    <a:pt x="326" y="193"/>
                  </a:lnTo>
                  <a:lnTo>
                    <a:pt x="326" y="193"/>
                  </a:lnTo>
                  <a:lnTo>
                    <a:pt x="322" y="1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3" name="Freeform 31"/>
            <p:cNvSpPr>
              <a:spLocks noEditPoints="1"/>
            </p:cNvSpPr>
            <p:nvPr/>
          </p:nvSpPr>
          <p:spPr bwMode="auto">
            <a:xfrm>
              <a:off x="6131617" y="2636870"/>
              <a:ext cx="105504" cy="128663"/>
            </a:xfrm>
            <a:custGeom>
              <a:avLst/>
              <a:gdLst>
                <a:gd name="T0" fmla="*/ 22 w 22"/>
                <a:gd name="T1" fmla="*/ 24 h 27"/>
                <a:gd name="T2" fmla="*/ 20 w 22"/>
                <a:gd name="T3" fmla="*/ 25 h 27"/>
                <a:gd name="T4" fmla="*/ 21 w 22"/>
                <a:gd name="T5" fmla="*/ 27 h 27"/>
                <a:gd name="T6" fmla="*/ 19 w 22"/>
                <a:gd name="T7" fmla="*/ 24 h 27"/>
                <a:gd name="T8" fmla="*/ 19 w 22"/>
                <a:gd name="T9" fmla="*/ 23 h 27"/>
                <a:gd name="T10" fmla="*/ 18 w 22"/>
                <a:gd name="T11" fmla="*/ 23 h 27"/>
                <a:gd name="T12" fmla="*/ 18 w 22"/>
                <a:gd name="T13" fmla="*/ 21 h 27"/>
                <a:gd name="T14" fmla="*/ 16 w 22"/>
                <a:gd name="T15" fmla="*/ 17 h 27"/>
                <a:gd name="T16" fmla="*/ 16 w 22"/>
                <a:gd name="T17" fmla="*/ 17 h 27"/>
                <a:gd name="T18" fmla="*/ 13 w 22"/>
                <a:gd name="T19" fmla="*/ 17 h 27"/>
                <a:gd name="T20" fmla="*/ 11 w 22"/>
                <a:gd name="T21" fmla="*/ 15 h 27"/>
                <a:gd name="T22" fmla="*/ 12 w 22"/>
                <a:gd name="T23" fmla="*/ 18 h 27"/>
                <a:gd name="T24" fmla="*/ 12 w 22"/>
                <a:gd name="T25" fmla="*/ 19 h 27"/>
                <a:gd name="T26" fmla="*/ 11 w 22"/>
                <a:gd name="T27" fmla="*/ 22 h 27"/>
                <a:gd name="T28" fmla="*/ 11 w 22"/>
                <a:gd name="T29" fmla="*/ 20 h 27"/>
                <a:gd name="T30" fmla="*/ 10 w 22"/>
                <a:gd name="T31" fmla="*/ 21 h 27"/>
                <a:gd name="T32" fmla="*/ 10 w 22"/>
                <a:gd name="T33" fmla="*/ 19 h 27"/>
                <a:gd name="T34" fmla="*/ 9 w 22"/>
                <a:gd name="T35" fmla="*/ 19 h 27"/>
                <a:gd name="T36" fmla="*/ 9 w 22"/>
                <a:gd name="T37" fmla="*/ 21 h 27"/>
                <a:gd name="T38" fmla="*/ 9 w 22"/>
                <a:gd name="T39" fmla="*/ 22 h 27"/>
                <a:gd name="T40" fmla="*/ 8 w 22"/>
                <a:gd name="T41" fmla="*/ 22 h 27"/>
                <a:gd name="T42" fmla="*/ 7 w 22"/>
                <a:gd name="T43" fmla="*/ 21 h 27"/>
                <a:gd name="T44" fmla="*/ 6 w 22"/>
                <a:gd name="T45" fmla="*/ 19 h 27"/>
                <a:gd name="T46" fmla="*/ 4 w 22"/>
                <a:gd name="T47" fmla="*/ 15 h 27"/>
                <a:gd name="T48" fmla="*/ 4 w 22"/>
                <a:gd name="T49" fmla="*/ 12 h 27"/>
                <a:gd name="T50" fmla="*/ 1 w 22"/>
                <a:gd name="T51" fmla="*/ 10 h 27"/>
                <a:gd name="T52" fmla="*/ 2 w 22"/>
                <a:gd name="T53" fmla="*/ 7 h 27"/>
                <a:gd name="T54" fmla="*/ 4 w 22"/>
                <a:gd name="T55" fmla="*/ 6 h 27"/>
                <a:gd name="T56" fmla="*/ 3 w 22"/>
                <a:gd name="T57" fmla="*/ 5 h 27"/>
                <a:gd name="T58" fmla="*/ 0 w 22"/>
                <a:gd name="T59" fmla="*/ 3 h 27"/>
                <a:gd name="T60" fmla="*/ 1 w 22"/>
                <a:gd name="T61" fmla="*/ 1 h 27"/>
                <a:gd name="T62" fmla="*/ 1 w 22"/>
                <a:gd name="T63" fmla="*/ 0 h 27"/>
                <a:gd name="T64" fmla="*/ 2 w 22"/>
                <a:gd name="T65" fmla="*/ 1 h 27"/>
                <a:gd name="T66" fmla="*/ 4 w 22"/>
                <a:gd name="T67" fmla="*/ 2 h 27"/>
                <a:gd name="T68" fmla="*/ 4 w 22"/>
                <a:gd name="T69" fmla="*/ 1 h 27"/>
                <a:gd name="T70" fmla="*/ 6 w 22"/>
                <a:gd name="T71" fmla="*/ 2 h 27"/>
                <a:gd name="T72" fmla="*/ 7 w 22"/>
                <a:gd name="T73" fmla="*/ 3 h 27"/>
                <a:gd name="T74" fmla="*/ 8 w 22"/>
                <a:gd name="T75" fmla="*/ 5 h 27"/>
                <a:gd name="T76" fmla="*/ 9 w 22"/>
                <a:gd name="T77" fmla="*/ 6 h 27"/>
                <a:gd name="T78" fmla="*/ 13 w 22"/>
                <a:gd name="T79" fmla="*/ 6 h 27"/>
                <a:gd name="T80" fmla="*/ 17 w 22"/>
                <a:gd name="T81" fmla="*/ 6 h 27"/>
                <a:gd name="T82" fmla="*/ 18 w 22"/>
                <a:gd name="T83" fmla="*/ 7 h 27"/>
                <a:gd name="T84" fmla="*/ 18 w 22"/>
                <a:gd name="T85" fmla="*/ 9 h 27"/>
                <a:gd name="T86" fmla="*/ 17 w 22"/>
                <a:gd name="T87" fmla="*/ 11 h 27"/>
                <a:gd name="T88" fmla="*/ 16 w 22"/>
                <a:gd name="T89" fmla="*/ 11 h 27"/>
                <a:gd name="T90" fmla="*/ 15 w 22"/>
                <a:gd name="T91" fmla="*/ 13 h 27"/>
                <a:gd name="T92" fmla="*/ 16 w 22"/>
                <a:gd name="T93" fmla="*/ 15 h 27"/>
                <a:gd name="T94" fmla="*/ 17 w 22"/>
                <a:gd name="T95" fmla="*/ 16 h 27"/>
                <a:gd name="T96" fmla="*/ 17 w 22"/>
                <a:gd name="T97" fmla="*/ 16 h 27"/>
                <a:gd name="T98" fmla="*/ 18 w 22"/>
                <a:gd name="T99" fmla="*/ 14 h 27"/>
                <a:gd name="T100" fmla="*/ 19 w 22"/>
                <a:gd name="T101" fmla="*/ 14 h 27"/>
                <a:gd name="T102" fmla="*/ 20 w 22"/>
                <a:gd name="T103" fmla="*/ 15 h 27"/>
                <a:gd name="T104" fmla="*/ 21 w 22"/>
                <a:gd name="T105" fmla="*/ 17 h 27"/>
                <a:gd name="T106" fmla="*/ 22 w 22"/>
                <a:gd name="T107" fmla="*/ 21 h 27"/>
                <a:gd name="T108" fmla="*/ 22 w 22"/>
                <a:gd name="T109" fmla="*/ 22 h 27"/>
                <a:gd name="T110" fmla="*/ 16 w 22"/>
                <a:gd name="T111" fmla="*/ 18 h 27"/>
                <a:gd name="T112" fmla="*/ 16 w 22"/>
                <a:gd name="T113" fmla="*/ 19 h 27"/>
                <a:gd name="T114" fmla="*/ 14 w 22"/>
                <a:gd name="T115" fmla="*/ 19 h 27"/>
                <a:gd name="T116" fmla="*/ 15 w 22"/>
                <a:gd name="T117" fmla="*/ 19 h 27"/>
                <a:gd name="T118" fmla="*/ 14 w 22"/>
                <a:gd name="T119" fmla="*/ 18 h 27"/>
                <a:gd name="T120" fmla="*/ 12 w 22"/>
                <a:gd name="T121" fmla="*/ 18 h 27"/>
                <a:gd name="T122" fmla="*/ 14 w 22"/>
                <a:gd name="T123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" h="27">
                  <a:moveTo>
                    <a:pt x="22" y="22"/>
                  </a:move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2"/>
                    <a:pt x="22" y="22"/>
                    <a:pt x="22" y="22"/>
                  </a:cubicBezTo>
                  <a:close/>
                  <a:moveTo>
                    <a:pt x="16" y="19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4" y="18"/>
                  </a:moveTo>
                  <a:cubicBezTo>
                    <a:pt x="14" y="19"/>
                    <a:pt x="14" y="19"/>
                    <a:pt x="14" y="19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lose/>
                  <a:moveTo>
                    <a:pt x="13" y="18"/>
                  </a:move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18"/>
                    <a:pt x="14" y="18"/>
                    <a:pt x="14" y="18"/>
                  </a:cubicBezTo>
                  <a:lnTo>
                    <a:pt x="1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4" name="Freeform 32"/>
            <p:cNvSpPr/>
            <p:nvPr/>
          </p:nvSpPr>
          <p:spPr bwMode="auto">
            <a:xfrm>
              <a:off x="6141910" y="2603418"/>
              <a:ext cx="65619" cy="33452"/>
            </a:xfrm>
            <a:custGeom>
              <a:avLst/>
              <a:gdLst>
                <a:gd name="T0" fmla="*/ 0 w 51"/>
                <a:gd name="T1" fmla="*/ 11 h 26"/>
                <a:gd name="T2" fmla="*/ 3 w 51"/>
                <a:gd name="T3" fmla="*/ 11 h 26"/>
                <a:gd name="T4" fmla="*/ 7 w 51"/>
                <a:gd name="T5" fmla="*/ 4 h 26"/>
                <a:gd name="T6" fmla="*/ 14 w 51"/>
                <a:gd name="T7" fmla="*/ 0 h 26"/>
                <a:gd name="T8" fmla="*/ 22 w 51"/>
                <a:gd name="T9" fmla="*/ 0 h 26"/>
                <a:gd name="T10" fmla="*/ 22 w 51"/>
                <a:gd name="T11" fmla="*/ 0 h 26"/>
                <a:gd name="T12" fmla="*/ 29 w 51"/>
                <a:gd name="T13" fmla="*/ 4 h 26"/>
                <a:gd name="T14" fmla="*/ 33 w 51"/>
                <a:gd name="T15" fmla="*/ 4 h 26"/>
                <a:gd name="T16" fmla="*/ 37 w 51"/>
                <a:gd name="T17" fmla="*/ 4 h 26"/>
                <a:gd name="T18" fmla="*/ 40 w 51"/>
                <a:gd name="T19" fmla="*/ 4 h 26"/>
                <a:gd name="T20" fmla="*/ 44 w 51"/>
                <a:gd name="T21" fmla="*/ 4 h 26"/>
                <a:gd name="T22" fmla="*/ 44 w 51"/>
                <a:gd name="T23" fmla="*/ 4 h 26"/>
                <a:gd name="T24" fmla="*/ 44 w 51"/>
                <a:gd name="T25" fmla="*/ 8 h 26"/>
                <a:gd name="T26" fmla="*/ 44 w 51"/>
                <a:gd name="T27" fmla="*/ 11 h 26"/>
                <a:gd name="T28" fmla="*/ 48 w 51"/>
                <a:gd name="T29" fmla="*/ 15 h 26"/>
                <a:gd name="T30" fmla="*/ 48 w 51"/>
                <a:gd name="T31" fmla="*/ 19 h 26"/>
                <a:gd name="T32" fmla="*/ 51 w 51"/>
                <a:gd name="T33" fmla="*/ 19 h 26"/>
                <a:gd name="T34" fmla="*/ 44 w 51"/>
                <a:gd name="T35" fmla="*/ 22 h 26"/>
                <a:gd name="T36" fmla="*/ 40 w 51"/>
                <a:gd name="T37" fmla="*/ 22 h 26"/>
                <a:gd name="T38" fmla="*/ 33 w 51"/>
                <a:gd name="T39" fmla="*/ 22 h 26"/>
                <a:gd name="T40" fmla="*/ 29 w 51"/>
                <a:gd name="T41" fmla="*/ 22 h 26"/>
                <a:gd name="T42" fmla="*/ 26 w 51"/>
                <a:gd name="T43" fmla="*/ 22 h 26"/>
                <a:gd name="T44" fmla="*/ 22 w 51"/>
                <a:gd name="T45" fmla="*/ 26 h 26"/>
                <a:gd name="T46" fmla="*/ 18 w 51"/>
                <a:gd name="T47" fmla="*/ 26 h 26"/>
                <a:gd name="T48" fmla="*/ 11 w 51"/>
                <a:gd name="T49" fmla="*/ 22 h 26"/>
                <a:gd name="T50" fmla="*/ 7 w 51"/>
                <a:gd name="T51" fmla="*/ 22 h 26"/>
                <a:gd name="T52" fmla="*/ 3 w 51"/>
                <a:gd name="T53" fmla="*/ 22 h 26"/>
                <a:gd name="T54" fmla="*/ 0 w 51"/>
                <a:gd name="T55" fmla="*/ 19 h 26"/>
                <a:gd name="T56" fmla="*/ 0 w 51"/>
                <a:gd name="T57" fmla="*/ 15 h 26"/>
                <a:gd name="T58" fmla="*/ 0 w 51"/>
                <a:gd name="T59" fmla="*/ 1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1" h="26">
                  <a:moveTo>
                    <a:pt x="0" y="11"/>
                  </a:moveTo>
                  <a:lnTo>
                    <a:pt x="3" y="11"/>
                  </a:lnTo>
                  <a:lnTo>
                    <a:pt x="7" y="4"/>
                  </a:lnTo>
                  <a:lnTo>
                    <a:pt x="14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9" y="4"/>
                  </a:lnTo>
                  <a:lnTo>
                    <a:pt x="33" y="4"/>
                  </a:lnTo>
                  <a:lnTo>
                    <a:pt x="37" y="4"/>
                  </a:lnTo>
                  <a:lnTo>
                    <a:pt x="40" y="4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44" y="8"/>
                  </a:lnTo>
                  <a:lnTo>
                    <a:pt x="44" y="11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51" y="19"/>
                  </a:lnTo>
                  <a:lnTo>
                    <a:pt x="44" y="22"/>
                  </a:lnTo>
                  <a:lnTo>
                    <a:pt x="40" y="22"/>
                  </a:lnTo>
                  <a:lnTo>
                    <a:pt x="33" y="22"/>
                  </a:lnTo>
                  <a:lnTo>
                    <a:pt x="29" y="22"/>
                  </a:lnTo>
                  <a:lnTo>
                    <a:pt x="26" y="22"/>
                  </a:lnTo>
                  <a:lnTo>
                    <a:pt x="22" y="26"/>
                  </a:lnTo>
                  <a:lnTo>
                    <a:pt x="18" y="26"/>
                  </a:lnTo>
                  <a:lnTo>
                    <a:pt x="11" y="22"/>
                  </a:lnTo>
                  <a:lnTo>
                    <a:pt x="7" y="22"/>
                  </a:lnTo>
                  <a:lnTo>
                    <a:pt x="3" y="22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5" name="Freeform 33"/>
            <p:cNvSpPr/>
            <p:nvPr/>
          </p:nvSpPr>
          <p:spPr bwMode="auto">
            <a:xfrm>
              <a:off x="5955347" y="2560960"/>
              <a:ext cx="176269" cy="81058"/>
            </a:xfrm>
            <a:custGeom>
              <a:avLst/>
              <a:gdLst>
                <a:gd name="T0" fmla="*/ 4 w 137"/>
                <a:gd name="T1" fmla="*/ 0 h 63"/>
                <a:gd name="T2" fmla="*/ 11 w 137"/>
                <a:gd name="T3" fmla="*/ 4 h 63"/>
                <a:gd name="T4" fmla="*/ 15 w 137"/>
                <a:gd name="T5" fmla="*/ 4 h 63"/>
                <a:gd name="T6" fmla="*/ 22 w 137"/>
                <a:gd name="T7" fmla="*/ 0 h 63"/>
                <a:gd name="T8" fmla="*/ 30 w 137"/>
                <a:gd name="T9" fmla="*/ 4 h 63"/>
                <a:gd name="T10" fmla="*/ 37 w 137"/>
                <a:gd name="T11" fmla="*/ 4 h 63"/>
                <a:gd name="T12" fmla="*/ 45 w 137"/>
                <a:gd name="T13" fmla="*/ 11 h 63"/>
                <a:gd name="T14" fmla="*/ 52 w 137"/>
                <a:gd name="T15" fmla="*/ 15 h 63"/>
                <a:gd name="T16" fmla="*/ 56 w 137"/>
                <a:gd name="T17" fmla="*/ 18 h 63"/>
                <a:gd name="T18" fmla="*/ 56 w 137"/>
                <a:gd name="T19" fmla="*/ 15 h 63"/>
                <a:gd name="T20" fmla="*/ 59 w 137"/>
                <a:gd name="T21" fmla="*/ 15 h 63"/>
                <a:gd name="T22" fmla="*/ 67 w 137"/>
                <a:gd name="T23" fmla="*/ 15 h 63"/>
                <a:gd name="T24" fmla="*/ 71 w 137"/>
                <a:gd name="T25" fmla="*/ 22 h 63"/>
                <a:gd name="T26" fmla="*/ 82 w 137"/>
                <a:gd name="T27" fmla="*/ 22 h 63"/>
                <a:gd name="T28" fmla="*/ 82 w 137"/>
                <a:gd name="T29" fmla="*/ 33 h 63"/>
                <a:gd name="T30" fmla="*/ 89 w 137"/>
                <a:gd name="T31" fmla="*/ 33 h 63"/>
                <a:gd name="T32" fmla="*/ 93 w 137"/>
                <a:gd name="T33" fmla="*/ 33 h 63"/>
                <a:gd name="T34" fmla="*/ 104 w 137"/>
                <a:gd name="T35" fmla="*/ 30 h 63"/>
                <a:gd name="T36" fmla="*/ 108 w 137"/>
                <a:gd name="T37" fmla="*/ 33 h 63"/>
                <a:gd name="T38" fmla="*/ 115 w 137"/>
                <a:gd name="T39" fmla="*/ 41 h 63"/>
                <a:gd name="T40" fmla="*/ 122 w 137"/>
                <a:gd name="T41" fmla="*/ 41 h 63"/>
                <a:gd name="T42" fmla="*/ 130 w 137"/>
                <a:gd name="T43" fmla="*/ 37 h 63"/>
                <a:gd name="T44" fmla="*/ 134 w 137"/>
                <a:gd name="T45" fmla="*/ 41 h 63"/>
                <a:gd name="T46" fmla="*/ 137 w 137"/>
                <a:gd name="T47" fmla="*/ 55 h 63"/>
                <a:gd name="T48" fmla="*/ 122 w 137"/>
                <a:gd name="T49" fmla="*/ 63 h 63"/>
                <a:gd name="T50" fmla="*/ 115 w 137"/>
                <a:gd name="T51" fmla="*/ 63 h 63"/>
                <a:gd name="T52" fmla="*/ 93 w 137"/>
                <a:gd name="T53" fmla="*/ 59 h 63"/>
                <a:gd name="T54" fmla="*/ 82 w 137"/>
                <a:gd name="T55" fmla="*/ 55 h 63"/>
                <a:gd name="T56" fmla="*/ 78 w 137"/>
                <a:gd name="T57" fmla="*/ 52 h 63"/>
                <a:gd name="T58" fmla="*/ 59 w 137"/>
                <a:gd name="T59" fmla="*/ 52 h 63"/>
                <a:gd name="T60" fmla="*/ 48 w 137"/>
                <a:gd name="T61" fmla="*/ 48 h 63"/>
                <a:gd name="T62" fmla="*/ 41 w 137"/>
                <a:gd name="T63" fmla="*/ 44 h 63"/>
                <a:gd name="T64" fmla="*/ 30 w 137"/>
                <a:gd name="T65" fmla="*/ 41 h 63"/>
                <a:gd name="T66" fmla="*/ 19 w 137"/>
                <a:gd name="T67" fmla="*/ 33 h 63"/>
                <a:gd name="T68" fmla="*/ 8 w 137"/>
                <a:gd name="T69" fmla="*/ 30 h 63"/>
                <a:gd name="T70" fmla="*/ 4 w 137"/>
                <a:gd name="T71" fmla="*/ 26 h 63"/>
                <a:gd name="T72" fmla="*/ 0 w 137"/>
                <a:gd name="T73" fmla="*/ 22 h 63"/>
                <a:gd name="T74" fmla="*/ 4 w 137"/>
                <a:gd name="T75" fmla="*/ 11 h 63"/>
                <a:gd name="T76" fmla="*/ 4 w 137"/>
                <a:gd name="T7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7" h="63">
                  <a:moveTo>
                    <a:pt x="4" y="0"/>
                  </a:moveTo>
                  <a:lnTo>
                    <a:pt x="4" y="0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34" y="4"/>
                  </a:lnTo>
                  <a:lnTo>
                    <a:pt x="37" y="4"/>
                  </a:lnTo>
                  <a:lnTo>
                    <a:pt x="41" y="11"/>
                  </a:lnTo>
                  <a:lnTo>
                    <a:pt x="45" y="11"/>
                  </a:lnTo>
                  <a:lnTo>
                    <a:pt x="48" y="11"/>
                  </a:lnTo>
                  <a:lnTo>
                    <a:pt x="52" y="15"/>
                  </a:lnTo>
                  <a:lnTo>
                    <a:pt x="52" y="18"/>
                  </a:lnTo>
                  <a:lnTo>
                    <a:pt x="56" y="18"/>
                  </a:lnTo>
                  <a:lnTo>
                    <a:pt x="56" y="18"/>
                  </a:lnTo>
                  <a:lnTo>
                    <a:pt x="56" y="15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63" y="15"/>
                  </a:lnTo>
                  <a:lnTo>
                    <a:pt x="67" y="15"/>
                  </a:lnTo>
                  <a:lnTo>
                    <a:pt x="67" y="22"/>
                  </a:lnTo>
                  <a:lnTo>
                    <a:pt x="71" y="22"/>
                  </a:lnTo>
                  <a:lnTo>
                    <a:pt x="78" y="22"/>
                  </a:lnTo>
                  <a:lnTo>
                    <a:pt x="82" y="22"/>
                  </a:lnTo>
                  <a:lnTo>
                    <a:pt x="78" y="30"/>
                  </a:lnTo>
                  <a:lnTo>
                    <a:pt x="82" y="33"/>
                  </a:lnTo>
                  <a:lnTo>
                    <a:pt x="85" y="33"/>
                  </a:lnTo>
                  <a:lnTo>
                    <a:pt x="89" y="33"/>
                  </a:lnTo>
                  <a:lnTo>
                    <a:pt x="89" y="33"/>
                  </a:lnTo>
                  <a:lnTo>
                    <a:pt x="93" y="33"/>
                  </a:lnTo>
                  <a:lnTo>
                    <a:pt x="97" y="30"/>
                  </a:lnTo>
                  <a:lnTo>
                    <a:pt x="104" y="30"/>
                  </a:lnTo>
                  <a:lnTo>
                    <a:pt x="108" y="30"/>
                  </a:lnTo>
                  <a:lnTo>
                    <a:pt x="108" y="33"/>
                  </a:lnTo>
                  <a:lnTo>
                    <a:pt x="115" y="37"/>
                  </a:lnTo>
                  <a:lnTo>
                    <a:pt x="115" y="41"/>
                  </a:lnTo>
                  <a:lnTo>
                    <a:pt x="119" y="41"/>
                  </a:lnTo>
                  <a:lnTo>
                    <a:pt x="122" y="41"/>
                  </a:lnTo>
                  <a:lnTo>
                    <a:pt x="126" y="41"/>
                  </a:lnTo>
                  <a:lnTo>
                    <a:pt x="130" y="37"/>
                  </a:lnTo>
                  <a:lnTo>
                    <a:pt x="134" y="41"/>
                  </a:lnTo>
                  <a:lnTo>
                    <a:pt x="134" y="41"/>
                  </a:lnTo>
                  <a:lnTo>
                    <a:pt x="134" y="48"/>
                  </a:lnTo>
                  <a:lnTo>
                    <a:pt x="137" y="55"/>
                  </a:lnTo>
                  <a:lnTo>
                    <a:pt x="134" y="63"/>
                  </a:lnTo>
                  <a:lnTo>
                    <a:pt x="122" y="63"/>
                  </a:lnTo>
                  <a:lnTo>
                    <a:pt x="119" y="59"/>
                  </a:lnTo>
                  <a:lnTo>
                    <a:pt x="115" y="63"/>
                  </a:lnTo>
                  <a:lnTo>
                    <a:pt x="100" y="59"/>
                  </a:lnTo>
                  <a:lnTo>
                    <a:pt x="93" y="59"/>
                  </a:lnTo>
                  <a:lnTo>
                    <a:pt x="93" y="59"/>
                  </a:lnTo>
                  <a:lnTo>
                    <a:pt x="82" y="55"/>
                  </a:lnTo>
                  <a:lnTo>
                    <a:pt x="78" y="55"/>
                  </a:lnTo>
                  <a:lnTo>
                    <a:pt x="78" y="52"/>
                  </a:lnTo>
                  <a:lnTo>
                    <a:pt x="71" y="48"/>
                  </a:lnTo>
                  <a:lnTo>
                    <a:pt x="59" y="52"/>
                  </a:lnTo>
                  <a:lnTo>
                    <a:pt x="59" y="48"/>
                  </a:lnTo>
                  <a:lnTo>
                    <a:pt x="48" y="48"/>
                  </a:lnTo>
                  <a:lnTo>
                    <a:pt x="45" y="44"/>
                  </a:lnTo>
                  <a:lnTo>
                    <a:pt x="41" y="44"/>
                  </a:lnTo>
                  <a:lnTo>
                    <a:pt x="37" y="44"/>
                  </a:lnTo>
                  <a:lnTo>
                    <a:pt x="30" y="41"/>
                  </a:lnTo>
                  <a:lnTo>
                    <a:pt x="26" y="37"/>
                  </a:lnTo>
                  <a:lnTo>
                    <a:pt x="19" y="33"/>
                  </a:lnTo>
                  <a:lnTo>
                    <a:pt x="11" y="30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4" y="26"/>
                  </a:lnTo>
                  <a:lnTo>
                    <a:pt x="0" y="26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4" y="11"/>
                  </a:lnTo>
                  <a:lnTo>
                    <a:pt x="4" y="4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6" name="Freeform 34"/>
            <p:cNvSpPr/>
            <p:nvPr/>
          </p:nvSpPr>
          <p:spPr bwMode="auto">
            <a:xfrm>
              <a:off x="5551345" y="2418143"/>
              <a:ext cx="294639" cy="290779"/>
            </a:xfrm>
            <a:custGeom>
              <a:avLst/>
              <a:gdLst>
                <a:gd name="T0" fmla="*/ 137 w 229"/>
                <a:gd name="T1" fmla="*/ 218 h 226"/>
                <a:gd name="T2" fmla="*/ 155 w 229"/>
                <a:gd name="T3" fmla="*/ 215 h 226"/>
                <a:gd name="T4" fmla="*/ 166 w 229"/>
                <a:gd name="T5" fmla="*/ 211 h 226"/>
                <a:gd name="T6" fmla="*/ 174 w 229"/>
                <a:gd name="T7" fmla="*/ 211 h 226"/>
                <a:gd name="T8" fmla="*/ 166 w 229"/>
                <a:gd name="T9" fmla="*/ 192 h 226"/>
                <a:gd name="T10" fmla="*/ 155 w 229"/>
                <a:gd name="T11" fmla="*/ 181 h 226"/>
                <a:gd name="T12" fmla="*/ 148 w 229"/>
                <a:gd name="T13" fmla="*/ 174 h 226"/>
                <a:gd name="T14" fmla="*/ 144 w 229"/>
                <a:gd name="T15" fmla="*/ 163 h 226"/>
                <a:gd name="T16" fmla="*/ 155 w 229"/>
                <a:gd name="T17" fmla="*/ 152 h 226"/>
                <a:gd name="T18" fmla="*/ 166 w 229"/>
                <a:gd name="T19" fmla="*/ 155 h 226"/>
                <a:gd name="T20" fmla="*/ 188 w 229"/>
                <a:gd name="T21" fmla="*/ 141 h 226"/>
                <a:gd name="T22" fmla="*/ 203 w 229"/>
                <a:gd name="T23" fmla="*/ 122 h 226"/>
                <a:gd name="T24" fmla="*/ 207 w 229"/>
                <a:gd name="T25" fmla="*/ 111 h 226"/>
                <a:gd name="T26" fmla="*/ 214 w 229"/>
                <a:gd name="T27" fmla="*/ 92 h 226"/>
                <a:gd name="T28" fmla="*/ 222 w 229"/>
                <a:gd name="T29" fmla="*/ 81 h 226"/>
                <a:gd name="T30" fmla="*/ 229 w 229"/>
                <a:gd name="T31" fmla="*/ 74 h 226"/>
                <a:gd name="T32" fmla="*/ 214 w 229"/>
                <a:gd name="T33" fmla="*/ 70 h 226"/>
                <a:gd name="T34" fmla="*/ 196 w 229"/>
                <a:gd name="T35" fmla="*/ 55 h 226"/>
                <a:gd name="T36" fmla="*/ 192 w 229"/>
                <a:gd name="T37" fmla="*/ 37 h 226"/>
                <a:gd name="T38" fmla="*/ 192 w 229"/>
                <a:gd name="T39" fmla="*/ 26 h 226"/>
                <a:gd name="T40" fmla="*/ 181 w 229"/>
                <a:gd name="T41" fmla="*/ 14 h 226"/>
                <a:gd name="T42" fmla="*/ 170 w 229"/>
                <a:gd name="T43" fmla="*/ 7 h 226"/>
                <a:gd name="T44" fmla="*/ 170 w 229"/>
                <a:gd name="T45" fmla="*/ 0 h 226"/>
                <a:gd name="T46" fmla="*/ 151 w 229"/>
                <a:gd name="T47" fmla="*/ 7 h 226"/>
                <a:gd name="T48" fmla="*/ 148 w 229"/>
                <a:gd name="T49" fmla="*/ 37 h 226"/>
                <a:gd name="T50" fmla="*/ 144 w 229"/>
                <a:gd name="T51" fmla="*/ 48 h 226"/>
                <a:gd name="T52" fmla="*/ 137 w 229"/>
                <a:gd name="T53" fmla="*/ 55 h 226"/>
                <a:gd name="T54" fmla="*/ 133 w 229"/>
                <a:gd name="T55" fmla="*/ 63 h 226"/>
                <a:gd name="T56" fmla="*/ 129 w 229"/>
                <a:gd name="T57" fmla="*/ 77 h 226"/>
                <a:gd name="T58" fmla="*/ 122 w 229"/>
                <a:gd name="T59" fmla="*/ 85 h 226"/>
                <a:gd name="T60" fmla="*/ 114 w 229"/>
                <a:gd name="T61" fmla="*/ 85 h 226"/>
                <a:gd name="T62" fmla="*/ 107 w 229"/>
                <a:gd name="T63" fmla="*/ 92 h 226"/>
                <a:gd name="T64" fmla="*/ 92 w 229"/>
                <a:gd name="T65" fmla="*/ 100 h 226"/>
                <a:gd name="T66" fmla="*/ 85 w 229"/>
                <a:gd name="T67" fmla="*/ 107 h 226"/>
                <a:gd name="T68" fmla="*/ 88 w 229"/>
                <a:gd name="T69" fmla="*/ 122 h 226"/>
                <a:gd name="T70" fmla="*/ 70 w 229"/>
                <a:gd name="T71" fmla="*/ 126 h 226"/>
                <a:gd name="T72" fmla="*/ 48 w 229"/>
                <a:gd name="T73" fmla="*/ 129 h 226"/>
                <a:gd name="T74" fmla="*/ 0 w 229"/>
                <a:gd name="T75" fmla="*/ 126 h 226"/>
                <a:gd name="T76" fmla="*/ 18 w 229"/>
                <a:gd name="T77" fmla="*/ 144 h 226"/>
                <a:gd name="T78" fmla="*/ 29 w 229"/>
                <a:gd name="T79" fmla="*/ 152 h 226"/>
                <a:gd name="T80" fmla="*/ 37 w 229"/>
                <a:gd name="T81" fmla="*/ 163 h 226"/>
                <a:gd name="T82" fmla="*/ 44 w 229"/>
                <a:gd name="T83" fmla="*/ 174 h 226"/>
                <a:gd name="T84" fmla="*/ 29 w 229"/>
                <a:gd name="T85" fmla="*/ 178 h 226"/>
                <a:gd name="T86" fmla="*/ 22 w 229"/>
                <a:gd name="T87" fmla="*/ 189 h 226"/>
                <a:gd name="T88" fmla="*/ 22 w 229"/>
                <a:gd name="T89" fmla="*/ 200 h 226"/>
                <a:gd name="T90" fmla="*/ 33 w 229"/>
                <a:gd name="T91" fmla="*/ 200 h 226"/>
                <a:gd name="T92" fmla="*/ 40 w 229"/>
                <a:gd name="T93" fmla="*/ 200 h 226"/>
                <a:gd name="T94" fmla="*/ 48 w 229"/>
                <a:gd name="T95" fmla="*/ 200 h 226"/>
                <a:gd name="T96" fmla="*/ 55 w 229"/>
                <a:gd name="T97" fmla="*/ 200 h 226"/>
                <a:gd name="T98" fmla="*/ 62 w 229"/>
                <a:gd name="T99" fmla="*/ 200 h 226"/>
                <a:gd name="T100" fmla="*/ 74 w 229"/>
                <a:gd name="T101" fmla="*/ 196 h 226"/>
                <a:gd name="T102" fmla="*/ 85 w 229"/>
                <a:gd name="T103" fmla="*/ 196 h 226"/>
                <a:gd name="T104" fmla="*/ 99 w 229"/>
                <a:gd name="T105" fmla="*/ 196 h 226"/>
                <a:gd name="T106" fmla="*/ 103 w 229"/>
                <a:gd name="T107" fmla="*/ 204 h 226"/>
                <a:gd name="T108" fmla="*/ 111 w 229"/>
                <a:gd name="T109" fmla="*/ 204 h 226"/>
                <a:gd name="T110" fmla="*/ 114 w 229"/>
                <a:gd name="T111" fmla="*/ 215 h 226"/>
                <a:gd name="T112" fmla="*/ 114 w 229"/>
                <a:gd name="T113" fmla="*/ 218 h 226"/>
                <a:gd name="T114" fmla="*/ 129 w 229"/>
                <a:gd name="T115" fmla="*/ 226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29" h="226">
                  <a:moveTo>
                    <a:pt x="133" y="226"/>
                  </a:moveTo>
                  <a:lnTo>
                    <a:pt x="133" y="222"/>
                  </a:lnTo>
                  <a:lnTo>
                    <a:pt x="137" y="218"/>
                  </a:lnTo>
                  <a:lnTo>
                    <a:pt x="137" y="218"/>
                  </a:lnTo>
                  <a:lnTo>
                    <a:pt x="140" y="215"/>
                  </a:lnTo>
                  <a:lnTo>
                    <a:pt x="144" y="215"/>
                  </a:lnTo>
                  <a:lnTo>
                    <a:pt x="144" y="215"/>
                  </a:lnTo>
                  <a:lnTo>
                    <a:pt x="155" y="215"/>
                  </a:lnTo>
                  <a:lnTo>
                    <a:pt x="162" y="211"/>
                  </a:lnTo>
                  <a:lnTo>
                    <a:pt x="162" y="211"/>
                  </a:lnTo>
                  <a:lnTo>
                    <a:pt x="166" y="211"/>
                  </a:lnTo>
                  <a:lnTo>
                    <a:pt x="166" y="211"/>
                  </a:lnTo>
                  <a:lnTo>
                    <a:pt x="170" y="215"/>
                  </a:lnTo>
                  <a:lnTo>
                    <a:pt x="174" y="211"/>
                  </a:lnTo>
                  <a:lnTo>
                    <a:pt x="174" y="211"/>
                  </a:lnTo>
                  <a:lnTo>
                    <a:pt x="174" y="211"/>
                  </a:lnTo>
                  <a:lnTo>
                    <a:pt x="174" y="207"/>
                  </a:lnTo>
                  <a:lnTo>
                    <a:pt x="170" y="196"/>
                  </a:lnTo>
                  <a:lnTo>
                    <a:pt x="166" y="192"/>
                  </a:lnTo>
                  <a:lnTo>
                    <a:pt x="166" y="192"/>
                  </a:lnTo>
                  <a:lnTo>
                    <a:pt x="166" y="189"/>
                  </a:lnTo>
                  <a:lnTo>
                    <a:pt x="162" y="189"/>
                  </a:lnTo>
                  <a:lnTo>
                    <a:pt x="159" y="189"/>
                  </a:lnTo>
                  <a:lnTo>
                    <a:pt x="155" y="181"/>
                  </a:lnTo>
                  <a:lnTo>
                    <a:pt x="155" y="178"/>
                  </a:lnTo>
                  <a:lnTo>
                    <a:pt x="155" y="174"/>
                  </a:lnTo>
                  <a:lnTo>
                    <a:pt x="151" y="174"/>
                  </a:lnTo>
                  <a:lnTo>
                    <a:pt x="148" y="174"/>
                  </a:lnTo>
                  <a:lnTo>
                    <a:pt x="144" y="174"/>
                  </a:lnTo>
                  <a:lnTo>
                    <a:pt x="144" y="174"/>
                  </a:lnTo>
                  <a:lnTo>
                    <a:pt x="144" y="170"/>
                  </a:lnTo>
                  <a:lnTo>
                    <a:pt x="144" y="163"/>
                  </a:lnTo>
                  <a:lnTo>
                    <a:pt x="148" y="163"/>
                  </a:lnTo>
                  <a:lnTo>
                    <a:pt x="151" y="155"/>
                  </a:lnTo>
                  <a:lnTo>
                    <a:pt x="151" y="155"/>
                  </a:lnTo>
                  <a:lnTo>
                    <a:pt x="155" y="152"/>
                  </a:lnTo>
                  <a:lnTo>
                    <a:pt x="159" y="152"/>
                  </a:lnTo>
                  <a:lnTo>
                    <a:pt x="162" y="152"/>
                  </a:lnTo>
                  <a:lnTo>
                    <a:pt x="162" y="155"/>
                  </a:lnTo>
                  <a:lnTo>
                    <a:pt x="166" y="155"/>
                  </a:lnTo>
                  <a:lnTo>
                    <a:pt x="170" y="155"/>
                  </a:lnTo>
                  <a:lnTo>
                    <a:pt x="181" y="152"/>
                  </a:lnTo>
                  <a:lnTo>
                    <a:pt x="185" y="148"/>
                  </a:lnTo>
                  <a:lnTo>
                    <a:pt x="188" y="141"/>
                  </a:lnTo>
                  <a:lnTo>
                    <a:pt x="196" y="133"/>
                  </a:lnTo>
                  <a:lnTo>
                    <a:pt x="196" y="129"/>
                  </a:lnTo>
                  <a:lnTo>
                    <a:pt x="199" y="126"/>
                  </a:lnTo>
                  <a:lnTo>
                    <a:pt x="203" y="122"/>
                  </a:lnTo>
                  <a:lnTo>
                    <a:pt x="207" y="118"/>
                  </a:lnTo>
                  <a:lnTo>
                    <a:pt x="211" y="115"/>
                  </a:lnTo>
                  <a:lnTo>
                    <a:pt x="211" y="115"/>
                  </a:lnTo>
                  <a:lnTo>
                    <a:pt x="207" y="111"/>
                  </a:lnTo>
                  <a:lnTo>
                    <a:pt x="211" y="107"/>
                  </a:lnTo>
                  <a:lnTo>
                    <a:pt x="214" y="103"/>
                  </a:lnTo>
                  <a:lnTo>
                    <a:pt x="214" y="100"/>
                  </a:lnTo>
                  <a:lnTo>
                    <a:pt x="214" y="92"/>
                  </a:lnTo>
                  <a:lnTo>
                    <a:pt x="214" y="89"/>
                  </a:lnTo>
                  <a:lnTo>
                    <a:pt x="214" y="89"/>
                  </a:lnTo>
                  <a:lnTo>
                    <a:pt x="218" y="81"/>
                  </a:lnTo>
                  <a:lnTo>
                    <a:pt x="222" y="81"/>
                  </a:lnTo>
                  <a:lnTo>
                    <a:pt x="225" y="81"/>
                  </a:lnTo>
                  <a:lnTo>
                    <a:pt x="225" y="81"/>
                  </a:lnTo>
                  <a:lnTo>
                    <a:pt x="229" y="77"/>
                  </a:lnTo>
                  <a:lnTo>
                    <a:pt x="229" y="74"/>
                  </a:lnTo>
                  <a:lnTo>
                    <a:pt x="225" y="74"/>
                  </a:lnTo>
                  <a:lnTo>
                    <a:pt x="222" y="74"/>
                  </a:lnTo>
                  <a:lnTo>
                    <a:pt x="214" y="74"/>
                  </a:lnTo>
                  <a:lnTo>
                    <a:pt x="214" y="70"/>
                  </a:lnTo>
                  <a:lnTo>
                    <a:pt x="207" y="66"/>
                  </a:lnTo>
                  <a:lnTo>
                    <a:pt x="203" y="66"/>
                  </a:lnTo>
                  <a:lnTo>
                    <a:pt x="196" y="63"/>
                  </a:lnTo>
                  <a:lnTo>
                    <a:pt x="196" y="55"/>
                  </a:lnTo>
                  <a:lnTo>
                    <a:pt x="192" y="48"/>
                  </a:lnTo>
                  <a:lnTo>
                    <a:pt x="188" y="40"/>
                  </a:lnTo>
                  <a:lnTo>
                    <a:pt x="188" y="37"/>
                  </a:lnTo>
                  <a:lnTo>
                    <a:pt x="192" y="37"/>
                  </a:lnTo>
                  <a:lnTo>
                    <a:pt x="192" y="33"/>
                  </a:lnTo>
                  <a:lnTo>
                    <a:pt x="196" y="29"/>
                  </a:lnTo>
                  <a:lnTo>
                    <a:pt x="196" y="26"/>
                  </a:lnTo>
                  <a:lnTo>
                    <a:pt x="192" y="26"/>
                  </a:lnTo>
                  <a:lnTo>
                    <a:pt x="192" y="22"/>
                  </a:lnTo>
                  <a:lnTo>
                    <a:pt x="188" y="22"/>
                  </a:lnTo>
                  <a:lnTo>
                    <a:pt x="181" y="18"/>
                  </a:lnTo>
                  <a:lnTo>
                    <a:pt x="181" y="14"/>
                  </a:lnTo>
                  <a:lnTo>
                    <a:pt x="177" y="14"/>
                  </a:lnTo>
                  <a:lnTo>
                    <a:pt x="174" y="14"/>
                  </a:lnTo>
                  <a:lnTo>
                    <a:pt x="170" y="14"/>
                  </a:lnTo>
                  <a:lnTo>
                    <a:pt x="170" y="7"/>
                  </a:lnTo>
                  <a:lnTo>
                    <a:pt x="177" y="3"/>
                  </a:lnTo>
                  <a:lnTo>
                    <a:pt x="177" y="0"/>
                  </a:lnTo>
                  <a:lnTo>
                    <a:pt x="174" y="0"/>
                  </a:lnTo>
                  <a:lnTo>
                    <a:pt x="170" y="0"/>
                  </a:lnTo>
                  <a:lnTo>
                    <a:pt x="162" y="0"/>
                  </a:lnTo>
                  <a:lnTo>
                    <a:pt x="159" y="3"/>
                  </a:lnTo>
                  <a:lnTo>
                    <a:pt x="155" y="3"/>
                  </a:lnTo>
                  <a:lnTo>
                    <a:pt x="151" y="7"/>
                  </a:lnTo>
                  <a:lnTo>
                    <a:pt x="148" y="11"/>
                  </a:lnTo>
                  <a:lnTo>
                    <a:pt x="155" y="22"/>
                  </a:lnTo>
                  <a:lnTo>
                    <a:pt x="159" y="26"/>
                  </a:lnTo>
                  <a:lnTo>
                    <a:pt x="148" y="37"/>
                  </a:lnTo>
                  <a:lnTo>
                    <a:pt x="151" y="40"/>
                  </a:lnTo>
                  <a:lnTo>
                    <a:pt x="151" y="44"/>
                  </a:lnTo>
                  <a:lnTo>
                    <a:pt x="148" y="48"/>
                  </a:lnTo>
                  <a:lnTo>
                    <a:pt x="144" y="48"/>
                  </a:lnTo>
                  <a:lnTo>
                    <a:pt x="137" y="48"/>
                  </a:lnTo>
                  <a:lnTo>
                    <a:pt x="133" y="48"/>
                  </a:lnTo>
                  <a:lnTo>
                    <a:pt x="133" y="55"/>
                  </a:lnTo>
                  <a:lnTo>
                    <a:pt x="137" y="55"/>
                  </a:lnTo>
                  <a:lnTo>
                    <a:pt x="140" y="59"/>
                  </a:lnTo>
                  <a:lnTo>
                    <a:pt x="140" y="63"/>
                  </a:lnTo>
                  <a:lnTo>
                    <a:pt x="137" y="63"/>
                  </a:lnTo>
                  <a:lnTo>
                    <a:pt x="133" y="63"/>
                  </a:lnTo>
                  <a:lnTo>
                    <a:pt x="129" y="66"/>
                  </a:lnTo>
                  <a:lnTo>
                    <a:pt x="129" y="70"/>
                  </a:lnTo>
                  <a:lnTo>
                    <a:pt x="129" y="74"/>
                  </a:lnTo>
                  <a:lnTo>
                    <a:pt x="129" y="77"/>
                  </a:lnTo>
                  <a:lnTo>
                    <a:pt x="129" y="77"/>
                  </a:lnTo>
                  <a:lnTo>
                    <a:pt x="129" y="85"/>
                  </a:lnTo>
                  <a:lnTo>
                    <a:pt x="125" y="89"/>
                  </a:lnTo>
                  <a:lnTo>
                    <a:pt x="122" y="85"/>
                  </a:lnTo>
                  <a:lnTo>
                    <a:pt x="122" y="85"/>
                  </a:lnTo>
                  <a:lnTo>
                    <a:pt x="122" y="89"/>
                  </a:lnTo>
                  <a:lnTo>
                    <a:pt x="114" y="89"/>
                  </a:lnTo>
                  <a:lnTo>
                    <a:pt x="114" y="85"/>
                  </a:lnTo>
                  <a:lnTo>
                    <a:pt x="111" y="89"/>
                  </a:lnTo>
                  <a:lnTo>
                    <a:pt x="111" y="89"/>
                  </a:lnTo>
                  <a:lnTo>
                    <a:pt x="103" y="92"/>
                  </a:lnTo>
                  <a:lnTo>
                    <a:pt x="107" y="92"/>
                  </a:lnTo>
                  <a:lnTo>
                    <a:pt x="103" y="96"/>
                  </a:lnTo>
                  <a:lnTo>
                    <a:pt x="99" y="100"/>
                  </a:lnTo>
                  <a:lnTo>
                    <a:pt x="96" y="96"/>
                  </a:lnTo>
                  <a:lnTo>
                    <a:pt x="92" y="100"/>
                  </a:lnTo>
                  <a:lnTo>
                    <a:pt x="92" y="100"/>
                  </a:lnTo>
                  <a:lnTo>
                    <a:pt x="88" y="103"/>
                  </a:lnTo>
                  <a:lnTo>
                    <a:pt x="88" y="103"/>
                  </a:lnTo>
                  <a:lnTo>
                    <a:pt x="85" y="107"/>
                  </a:lnTo>
                  <a:lnTo>
                    <a:pt x="85" y="111"/>
                  </a:lnTo>
                  <a:lnTo>
                    <a:pt x="85" y="115"/>
                  </a:lnTo>
                  <a:lnTo>
                    <a:pt x="85" y="118"/>
                  </a:lnTo>
                  <a:lnTo>
                    <a:pt x="88" y="122"/>
                  </a:lnTo>
                  <a:lnTo>
                    <a:pt x="85" y="122"/>
                  </a:lnTo>
                  <a:lnTo>
                    <a:pt x="81" y="126"/>
                  </a:lnTo>
                  <a:lnTo>
                    <a:pt x="74" y="126"/>
                  </a:lnTo>
                  <a:lnTo>
                    <a:pt x="70" y="126"/>
                  </a:lnTo>
                  <a:lnTo>
                    <a:pt x="59" y="126"/>
                  </a:lnTo>
                  <a:lnTo>
                    <a:pt x="55" y="129"/>
                  </a:lnTo>
                  <a:lnTo>
                    <a:pt x="51" y="129"/>
                  </a:lnTo>
                  <a:lnTo>
                    <a:pt x="48" y="129"/>
                  </a:lnTo>
                  <a:lnTo>
                    <a:pt x="40" y="129"/>
                  </a:lnTo>
                  <a:lnTo>
                    <a:pt x="22" y="133"/>
                  </a:lnTo>
                  <a:lnTo>
                    <a:pt x="0" y="126"/>
                  </a:lnTo>
                  <a:lnTo>
                    <a:pt x="0" y="126"/>
                  </a:lnTo>
                  <a:lnTo>
                    <a:pt x="11" y="137"/>
                  </a:lnTo>
                  <a:lnTo>
                    <a:pt x="11" y="141"/>
                  </a:lnTo>
                  <a:lnTo>
                    <a:pt x="14" y="144"/>
                  </a:lnTo>
                  <a:lnTo>
                    <a:pt x="18" y="144"/>
                  </a:lnTo>
                  <a:lnTo>
                    <a:pt x="22" y="148"/>
                  </a:lnTo>
                  <a:lnTo>
                    <a:pt x="25" y="148"/>
                  </a:lnTo>
                  <a:lnTo>
                    <a:pt x="29" y="148"/>
                  </a:lnTo>
                  <a:lnTo>
                    <a:pt x="29" y="152"/>
                  </a:lnTo>
                  <a:lnTo>
                    <a:pt x="33" y="152"/>
                  </a:lnTo>
                  <a:lnTo>
                    <a:pt x="33" y="155"/>
                  </a:lnTo>
                  <a:lnTo>
                    <a:pt x="37" y="159"/>
                  </a:lnTo>
                  <a:lnTo>
                    <a:pt x="37" y="163"/>
                  </a:lnTo>
                  <a:lnTo>
                    <a:pt x="37" y="166"/>
                  </a:lnTo>
                  <a:lnTo>
                    <a:pt x="40" y="166"/>
                  </a:lnTo>
                  <a:lnTo>
                    <a:pt x="44" y="166"/>
                  </a:lnTo>
                  <a:lnTo>
                    <a:pt x="44" y="174"/>
                  </a:lnTo>
                  <a:lnTo>
                    <a:pt x="44" y="178"/>
                  </a:lnTo>
                  <a:lnTo>
                    <a:pt x="40" y="174"/>
                  </a:lnTo>
                  <a:lnTo>
                    <a:pt x="29" y="178"/>
                  </a:lnTo>
                  <a:lnTo>
                    <a:pt x="29" y="178"/>
                  </a:lnTo>
                  <a:lnTo>
                    <a:pt x="25" y="181"/>
                  </a:lnTo>
                  <a:lnTo>
                    <a:pt x="22" y="181"/>
                  </a:lnTo>
                  <a:lnTo>
                    <a:pt x="22" y="185"/>
                  </a:lnTo>
                  <a:lnTo>
                    <a:pt x="22" y="189"/>
                  </a:lnTo>
                  <a:lnTo>
                    <a:pt x="22" y="192"/>
                  </a:lnTo>
                  <a:lnTo>
                    <a:pt x="22" y="196"/>
                  </a:lnTo>
                  <a:lnTo>
                    <a:pt x="22" y="200"/>
                  </a:lnTo>
                  <a:lnTo>
                    <a:pt x="22" y="200"/>
                  </a:lnTo>
                  <a:lnTo>
                    <a:pt x="22" y="204"/>
                  </a:lnTo>
                  <a:lnTo>
                    <a:pt x="25" y="204"/>
                  </a:lnTo>
                  <a:lnTo>
                    <a:pt x="29" y="200"/>
                  </a:lnTo>
                  <a:lnTo>
                    <a:pt x="33" y="200"/>
                  </a:lnTo>
                  <a:lnTo>
                    <a:pt x="33" y="200"/>
                  </a:lnTo>
                  <a:lnTo>
                    <a:pt x="37" y="200"/>
                  </a:lnTo>
                  <a:lnTo>
                    <a:pt x="37" y="200"/>
                  </a:lnTo>
                  <a:lnTo>
                    <a:pt x="40" y="200"/>
                  </a:lnTo>
                  <a:lnTo>
                    <a:pt x="44" y="200"/>
                  </a:lnTo>
                  <a:lnTo>
                    <a:pt x="44" y="200"/>
                  </a:lnTo>
                  <a:lnTo>
                    <a:pt x="48" y="200"/>
                  </a:lnTo>
                  <a:lnTo>
                    <a:pt x="48" y="200"/>
                  </a:lnTo>
                  <a:lnTo>
                    <a:pt x="48" y="196"/>
                  </a:lnTo>
                  <a:lnTo>
                    <a:pt x="51" y="196"/>
                  </a:lnTo>
                  <a:lnTo>
                    <a:pt x="55" y="200"/>
                  </a:lnTo>
                  <a:lnTo>
                    <a:pt x="55" y="200"/>
                  </a:lnTo>
                  <a:lnTo>
                    <a:pt x="55" y="196"/>
                  </a:lnTo>
                  <a:lnTo>
                    <a:pt x="59" y="196"/>
                  </a:lnTo>
                  <a:lnTo>
                    <a:pt x="59" y="200"/>
                  </a:lnTo>
                  <a:lnTo>
                    <a:pt x="62" y="200"/>
                  </a:lnTo>
                  <a:lnTo>
                    <a:pt x="62" y="200"/>
                  </a:lnTo>
                  <a:lnTo>
                    <a:pt x="66" y="200"/>
                  </a:lnTo>
                  <a:lnTo>
                    <a:pt x="70" y="196"/>
                  </a:lnTo>
                  <a:lnTo>
                    <a:pt x="74" y="196"/>
                  </a:lnTo>
                  <a:lnTo>
                    <a:pt x="77" y="196"/>
                  </a:lnTo>
                  <a:lnTo>
                    <a:pt x="81" y="196"/>
                  </a:lnTo>
                  <a:lnTo>
                    <a:pt x="81" y="196"/>
                  </a:lnTo>
                  <a:lnTo>
                    <a:pt x="85" y="196"/>
                  </a:lnTo>
                  <a:lnTo>
                    <a:pt x="85" y="196"/>
                  </a:lnTo>
                  <a:lnTo>
                    <a:pt x="88" y="196"/>
                  </a:lnTo>
                  <a:lnTo>
                    <a:pt x="92" y="196"/>
                  </a:lnTo>
                  <a:lnTo>
                    <a:pt x="99" y="196"/>
                  </a:lnTo>
                  <a:lnTo>
                    <a:pt x="99" y="196"/>
                  </a:lnTo>
                  <a:lnTo>
                    <a:pt x="103" y="200"/>
                  </a:lnTo>
                  <a:lnTo>
                    <a:pt x="103" y="204"/>
                  </a:lnTo>
                  <a:lnTo>
                    <a:pt x="103" y="204"/>
                  </a:lnTo>
                  <a:lnTo>
                    <a:pt x="103" y="204"/>
                  </a:lnTo>
                  <a:lnTo>
                    <a:pt x="103" y="204"/>
                  </a:lnTo>
                  <a:lnTo>
                    <a:pt x="103" y="204"/>
                  </a:lnTo>
                  <a:lnTo>
                    <a:pt x="111" y="204"/>
                  </a:lnTo>
                  <a:lnTo>
                    <a:pt x="111" y="207"/>
                  </a:lnTo>
                  <a:lnTo>
                    <a:pt x="114" y="211"/>
                  </a:lnTo>
                  <a:lnTo>
                    <a:pt x="114" y="215"/>
                  </a:lnTo>
                  <a:lnTo>
                    <a:pt x="114" y="215"/>
                  </a:lnTo>
                  <a:lnTo>
                    <a:pt x="114" y="218"/>
                  </a:lnTo>
                  <a:lnTo>
                    <a:pt x="114" y="218"/>
                  </a:lnTo>
                  <a:lnTo>
                    <a:pt x="114" y="218"/>
                  </a:lnTo>
                  <a:lnTo>
                    <a:pt x="114" y="218"/>
                  </a:lnTo>
                  <a:lnTo>
                    <a:pt x="118" y="222"/>
                  </a:lnTo>
                  <a:lnTo>
                    <a:pt x="118" y="222"/>
                  </a:lnTo>
                  <a:lnTo>
                    <a:pt x="125" y="222"/>
                  </a:lnTo>
                  <a:lnTo>
                    <a:pt x="129" y="226"/>
                  </a:lnTo>
                  <a:lnTo>
                    <a:pt x="129" y="226"/>
                  </a:lnTo>
                  <a:lnTo>
                    <a:pt x="133" y="2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7" name="Freeform 35"/>
            <p:cNvSpPr/>
            <p:nvPr/>
          </p:nvSpPr>
          <p:spPr bwMode="auto">
            <a:xfrm>
              <a:off x="5770074" y="2402703"/>
              <a:ext cx="156969" cy="114511"/>
            </a:xfrm>
            <a:custGeom>
              <a:avLst/>
              <a:gdLst>
                <a:gd name="T0" fmla="*/ 59 w 122"/>
                <a:gd name="T1" fmla="*/ 89 h 89"/>
                <a:gd name="T2" fmla="*/ 70 w 122"/>
                <a:gd name="T3" fmla="*/ 78 h 89"/>
                <a:gd name="T4" fmla="*/ 78 w 122"/>
                <a:gd name="T5" fmla="*/ 71 h 89"/>
                <a:gd name="T6" fmla="*/ 89 w 122"/>
                <a:gd name="T7" fmla="*/ 78 h 89"/>
                <a:gd name="T8" fmla="*/ 100 w 122"/>
                <a:gd name="T9" fmla="*/ 78 h 89"/>
                <a:gd name="T10" fmla="*/ 104 w 122"/>
                <a:gd name="T11" fmla="*/ 82 h 89"/>
                <a:gd name="T12" fmla="*/ 115 w 122"/>
                <a:gd name="T13" fmla="*/ 82 h 89"/>
                <a:gd name="T14" fmla="*/ 118 w 122"/>
                <a:gd name="T15" fmla="*/ 82 h 89"/>
                <a:gd name="T16" fmla="*/ 118 w 122"/>
                <a:gd name="T17" fmla="*/ 75 h 89"/>
                <a:gd name="T18" fmla="*/ 115 w 122"/>
                <a:gd name="T19" fmla="*/ 67 h 89"/>
                <a:gd name="T20" fmla="*/ 111 w 122"/>
                <a:gd name="T21" fmla="*/ 52 h 89"/>
                <a:gd name="T22" fmla="*/ 104 w 122"/>
                <a:gd name="T23" fmla="*/ 49 h 89"/>
                <a:gd name="T24" fmla="*/ 96 w 122"/>
                <a:gd name="T25" fmla="*/ 38 h 89"/>
                <a:gd name="T26" fmla="*/ 85 w 122"/>
                <a:gd name="T27" fmla="*/ 30 h 89"/>
                <a:gd name="T28" fmla="*/ 81 w 122"/>
                <a:gd name="T29" fmla="*/ 26 h 89"/>
                <a:gd name="T30" fmla="*/ 66 w 122"/>
                <a:gd name="T31" fmla="*/ 26 h 89"/>
                <a:gd name="T32" fmla="*/ 63 w 122"/>
                <a:gd name="T33" fmla="*/ 23 h 89"/>
                <a:gd name="T34" fmla="*/ 59 w 122"/>
                <a:gd name="T35" fmla="*/ 15 h 89"/>
                <a:gd name="T36" fmla="*/ 48 w 122"/>
                <a:gd name="T37" fmla="*/ 0 h 89"/>
                <a:gd name="T38" fmla="*/ 44 w 122"/>
                <a:gd name="T39" fmla="*/ 0 h 89"/>
                <a:gd name="T40" fmla="*/ 41 w 122"/>
                <a:gd name="T41" fmla="*/ 0 h 89"/>
                <a:gd name="T42" fmla="*/ 37 w 122"/>
                <a:gd name="T43" fmla="*/ 4 h 89"/>
                <a:gd name="T44" fmla="*/ 29 w 122"/>
                <a:gd name="T45" fmla="*/ 0 h 89"/>
                <a:gd name="T46" fmla="*/ 29 w 122"/>
                <a:gd name="T47" fmla="*/ 0 h 89"/>
                <a:gd name="T48" fmla="*/ 18 w 122"/>
                <a:gd name="T49" fmla="*/ 8 h 89"/>
                <a:gd name="T50" fmla="*/ 7 w 122"/>
                <a:gd name="T51" fmla="*/ 15 h 89"/>
                <a:gd name="T52" fmla="*/ 0 w 122"/>
                <a:gd name="T53" fmla="*/ 26 h 89"/>
                <a:gd name="T54" fmla="*/ 7 w 122"/>
                <a:gd name="T55" fmla="*/ 26 h 89"/>
                <a:gd name="T56" fmla="*/ 11 w 122"/>
                <a:gd name="T57" fmla="*/ 30 h 89"/>
                <a:gd name="T58" fmla="*/ 22 w 122"/>
                <a:gd name="T59" fmla="*/ 34 h 89"/>
                <a:gd name="T60" fmla="*/ 26 w 122"/>
                <a:gd name="T61" fmla="*/ 38 h 89"/>
                <a:gd name="T62" fmla="*/ 22 w 122"/>
                <a:gd name="T63" fmla="*/ 45 h 89"/>
                <a:gd name="T64" fmla="*/ 18 w 122"/>
                <a:gd name="T65" fmla="*/ 49 h 89"/>
                <a:gd name="T66" fmla="*/ 22 w 122"/>
                <a:gd name="T67" fmla="*/ 60 h 89"/>
                <a:gd name="T68" fmla="*/ 26 w 122"/>
                <a:gd name="T69" fmla="*/ 75 h 89"/>
                <a:gd name="T70" fmla="*/ 37 w 122"/>
                <a:gd name="T71" fmla="*/ 78 h 89"/>
                <a:gd name="T72" fmla="*/ 44 w 122"/>
                <a:gd name="T73" fmla="*/ 86 h 89"/>
                <a:gd name="T74" fmla="*/ 55 w 122"/>
                <a:gd name="T75" fmla="*/ 86 h 89"/>
                <a:gd name="T76" fmla="*/ 59 w 122"/>
                <a:gd name="T7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2" h="89">
                  <a:moveTo>
                    <a:pt x="59" y="89"/>
                  </a:moveTo>
                  <a:lnTo>
                    <a:pt x="59" y="89"/>
                  </a:lnTo>
                  <a:lnTo>
                    <a:pt x="66" y="82"/>
                  </a:lnTo>
                  <a:lnTo>
                    <a:pt x="70" y="78"/>
                  </a:lnTo>
                  <a:lnTo>
                    <a:pt x="74" y="75"/>
                  </a:lnTo>
                  <a:lnTo>
                    <a:pt x="78" y="71"/>
                  </a:lnTo>
                  <a:lnTo>
                    <a:pt x="81" y="71"/>
                  </a:lnTo>
                  <a:lnTo>
                    <a:pt x="89" y="78"/>
                  </a:lnTo>
                  <a:lnTo>
                    <a:pt x="92" y="75"/>
                  </a:lnTo>
                  <a:lnTo>
                    <a:pt x="100" y="78"/>
                  </a:lnTo>
                  <a:lnTo>
                    <a:pt x="100" y="82"/>
                  </a:lnTo>
                  <a:lnTo>
                    <a:pt x="104" y="82"/>
                  </a:lnTo>
                  <a:lnTo>
                    <a:pt x="111" y="86"/>
                  </a:lnTo>
                  <a:lnTo>
                    <a:pt x="115" y="82"/>
                  </a:lnTo>
                  <a:lnTo>
                    <a:pt x="118" y="82"/>
                  </a:lnTo>
                  <a:lnTo>
                    <a:pt x="118" y="82"/>
                  </a:lnTo>
                  <a:lnTo>
                    <a:pt x="122" y="82"/>
                  </a:lnTo>
                  <a:lnTo>
                    <a:pt x="118" y="75"/>
                  </a:lnTo>
                  <a:lnTo>
                    <a:pt x="118" y="67"/>
                  </a:lnTo>
                  <a:lnTo>
                    <a:pt x="115" y="67"/>
                  </a:lnTo>
                  <a:lnTo>
                    <a:pt x="111" y="60"/>
                  </a:lnTo>
                  <a:lnTo>
                    <a:pt x="111" y="52"/>
                  </a:lnTo>
                  <a:lnTo>
                    <a:pt x="107" y="49"/>
                  </a:lnTo>
                  <a:lnTo>
                    <a:pt x="104" y="49"/>
                  </a:lnTo>
                  <a:lnTo>
                    <a:pt x="100" y="41"/>
                  </a:lnTo>
                  <a:lnTo>
                    <a:pt x="96" y="38"/>
                  </a:lnTo>
                  <a:lnTo>
                    <a:pt x="89" y="34"/>
                  </a:lnTo>
                  <a:lnTo>
                    <a:pt x="85" y="30"/>
                  </a:lnTo>
                  <a:lnTo>
                    <a:pt x="81" y="26"/>
                  </a:lnTo>
                  <a:lnTo>
                    <a:pt x="81" y="26"/>
                  </a:lnTo>
                  <a:lnTo>
                    <a:pt x="74" y="26"/>
                  </a:lnTo>
                  <a:lnTo>
                    <a:pt x="66" y="26"/>
                  </a:lnTo>
                  <a:lnTo>
                    <a:pt x="66" y="23"/>
                  </a:lnTo>
                  <a:lnTo>
                    <a:pt x="63" y="23"/>
                  </a:lnTo>
                  <a:lnTo>
                    <a:pt x="63" y="19"/>
                  </a:lnTo>
                  <a:lnTo>
                    <a:pt x="59" y="15"/>
                  </a:lnTo>
                  <a:lnTo>
                    <a:pt x="52" y="8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6" y="8"/>
                  </a:lnTo>
                  <a:lnTo>
                    <a:pt x="18" y="8"/>
                  </a:lnTo>
                  <a:lnTo>
                    <a:pt x="7" y="12"/>
                  </a:lnTo>
                  <a:lnTo>
                    <a:pt x="7" y="15"/>
                  </a:lnTo>
                  <a:lnTo>
                    <a:pt x="0" y="19"/>
                  </a:lnTo>
                  <a:lnTo>
                    <a:pt x="0" y="26"/>
                  </a:lnTo>
                  <a:lnTo>
                    <a:pt x="4" y="26"/>
                  </a:lnTo>
                  <a:lnTo>
                    <a:pt x="7" y="26"/>
                  </a:lnTo>
                  <a:lnTo>
                    <a:pt x="11" y="26"/>
                  </a:lnTo>
                  <a:lnTo>
                    <a:pt x="11" y="30"/>
                  </a:lnTo>
                  <a:lnTo>
                    <a:pt x="18" y="34"/>
                  </a:lnTo>
                  <a:lnTo>
                    <a:pt x="22" y="34"/>
                  </a:lnTo>
                  <a:lnTo>
                    <a:pt x="22" y="38"/>
                  </a:lnTo>
                  <a:lnTo>
                    <a:pt x="26" y="38"/>
                  </a:lnTo>
                  <a:lnTo>
                    <a:pt x="26" y="41"/>
                  </a:lnTo>
                  <a:lnTo>
                    <a:pt x="22" y="45"/>
                  </a:lnTo>
                  <a:lnTo>
                    <a:pt x="22" y="49"/>
                  </a:lnTo>
                  <a:lnTo>
                    <a:pt x="18" y="49"/>
                  </a:lnTo>
                  <a:lnTo>
                    <a:pt x="18" y="52"/>
                  </a:lnTo>
                  <a:lnTo>
                    <a:pt x="22" y="60"/>
                  </a:lnTo>
                  <a:lnTo>
                    <a:pt x="26" y="67"/>
                  </a:lnTo>
                  <a:lnTo>
                    <a:pt x="26" y="75"/>
                  </a:lnTo>
                  <a:lnTo>
                    <a:pt x="33" y="78"/>
                  </a:lnTo>
                  <a:lnTo>
                    <a:pt x="37" y="78"/>
                  </a:lnTo>
                  <a:lnTo>
                    <a:pt x="44" y="82"/>
                  </a:lnTo>
                  <a:lnTo>
                    <a:pt x="44" y="86"/>
                  </a:lnTo>
                  <a:lnTo>
                    <a:pt x="52" y="86"/>
                  </a:lnTo>
                  <a:lnTo>
                    <a:pt x="55" y="86"/>
                  </a:lnTo>
                  <a:lnTo>
                    <a:pt x="59" y="86"/>
                  </a:lnTo>
                  <a:lnTo>
                    <a:pt x="59" y="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8" name="Freeform 36"/>
            <p:cNvSpPr/>
            <p:nvPr/>
          </p:nvSpPr>
          <p:spPr bwMode="auto">
            <a:xfrm>
              <a:off x="5532047" y="2374398"/>
              <a:ext cx="280486" cy="214868"/>
            </a:xfrm>
            <a:custGeom>
              <a:avLst/>
              <a:gdLst>
                <a:gd name="T0" fmla="*/ 200 w 218"/>
                <a:gd name="T1" fmla="*/ 15 h 167"/>
                <a:gd name="T2" fmla="*/ 211 w 218"/>
                <a:gd name="T3" fmla="*/ 15 h 167"/>
                <a:gd name="T4" fmla="*/ 211 w 218"/>
                <a:gd name="T5" fmla="*/ 22 h 167"/>
                <a:gd name="T6" fmla="*/ 203 w 218"/>
                <a:gd name="T7" fmla="*/ 30 h 167"/>
                <a:gd name="T8" fmla="*/ 177 w 218"/>
                <a:gd name="T9" fmla="*/ 34 h 167"/>
                <a:gd name="T10" fmla="*/ 166 w 218"/>
                <a:gd name="T11" fmla="*/ 41 h 167"/>
                <a:gd name="T12" fmla="*/ 174 w 218"/>
                <a:gd name="T13" fmla="*/ 60 h 167"/>
                <a:gd name="T14" fmla="*/ 166 w 218"/>
                <a:gd name="T15" fmla="*/ 78 h 167"/>
                <a:gd name="T16" fmla="*/ 152 w 218"/>
                <a:gd name="T17" fmla="*/ 82 h 167"/>
                <a:gd name="T18" fmla="*/ 152 w 218"/>
                <a:gd name="T19" fmla="*/ 89 h 167"/>
                <a:gd name="T20" fmla="*/ 152 w 218"/>
                <a:gd name="T21" fmla="*/ 97 h 167"/>
                <a:gd name="T22" fmla="*/ 144 w 218"/>
                <a:gd name="T23" fmla="*/ 104 h 167"/>
                <a:gd name="T24" fmla="*/ 144 w 218"/>
                <a:gd name="T25" fmla="*/ 111 h 167"/>
                <a:gd name="T26" fmla="*/ 137 w 218"/>
                <a:gd name="T27" fmla="*/ 119 h 167"/>
                <a:gd name="T28" fmla="*/ 129 w 218"/>
                <a:gd name="T29" fmla="*/ 123 h 167"/>
                <a:gd name="T30" fmla="*/ 126 w 218"/>
                <a:gd name="T31" fmla="*/ 123 h 167"/>
                <a:gd name="T32" fmla="*/ 118 w 218"/>
                <a:gd name="T33" fmla="*/ 130 h 167"/>
                <a:gd name="T34" fmla="*/ 107 w 218"/>
                <a:gd name="T35" fmla="*/ 134 h 167"/>
                <a:gd name="T36" fmla="*/ 103 w 218"/>
                <a:gd name="T37" fmla="*/ 137 h 167"/>
                <a:gd name="T38" fmla="*/ 100 w 218"/>
                <a:gd name="T39" fmla="*/ 149 h 167"/>
                <a:gd name="T40" fmla="*/ 100 w 218"/>
                <a:gd name="T41" fmla="*/ 156 h 167"/>
                <a:gd name="T42" fmla="*/ 85 w 218"/>
                <a:gd name="T43" fmla="*/ 160 h 167"/>
                <a:gd name="T44" fmla="*/ 66 w 218"/>
                <a:gd name="T45" fmla="*/ 163 h 167"/>
                <a:gd name="T46" fmla="*/ 37 w 218"/>
                <a:gd name="T47" fmla="*/ 167 h 167"/>
                <a:gd name="T48" fmla="*/ 29 w 218"/>
                <a:gd name="T49" fmla="*/ 141 h 167"/>
                <a:gd name="T50" fmla="*/ 26 w 218"/>
                <a:gd name="T51" fmla="*/ 126 h 167"/>
                <a:gd name="T52" fmla="*/ 7 w 218"/>
                <a:gd name="T53" fmla="*/ 119 h 167"/>
                <a:gd name="T54" fmla="*/ 3 w 218"/>
                <a:gd name="T55" fmla="*/ 104 h 167"/>
                <a:gd name="T56" fmla="*/ 7 w 218"/>
                <a:gd name="T57" fmla="*/ 93 h 167"/>
                <a:gd name="T58" fmla="*/ 0 w 218"/>
                <a:gd name="T59" fmla="*/ 85 h 167"/>
                <a:gd name="T60" fmla="*/ 0 w 218"/>
                <a:gd name="T61" fmla="*/ 78 h 167"/>
                <a:gd name="T62" fmla="*/ 7 w 218"/>
                <a:gd name="T63" fmla="*/ 71 h 167"/>
                <a:gd name="T64" fmla="*/ 3 w 218"/>
                <a:gd name="T65" fmla="*/ 67 h 167"/>
                <a:gd name="T66" fmla="*/ 7 w 218"/>
                <a:gd name="T67" fmla="*/ 60 h 167"/>
                <a:gd name="T68" fmla="*/ 11 w 218"/>
                <a:gd name="T69" fmla="*/ 60 h 167"/>
                <a:gd name="T70" fmla="*/ 18 w 218"/>
                <a:gd name="T71" fmla="*/ 60 h 167"/>
                <a:gd name="T72" fmla="*/ 26 w 218"/>
                <a:gd name="T73" fmla="*/ 63 h 167"/>
                <a:gd name="T74" fmla="*/ 33 w 218"/>
                <a:gd name="T75" fmla="*/ 63 h 167"/>
                <a:gd name="T76" fmla="*/ 40 w 218"/>
                <a:gd name="T77" fmla="*/ 56 h 167"/>
                <a:gd name="T78" fmla="*/ 52 w 218"/>
                <a:gd name="T79" fmla="*/ 48 h 167"/>
                <a:gd name="T80" fmla="*/ 55 w 218"/>
                <a:gd name="T81" fmla="*/ 45 h 167"/>
                <a:gd name="T82" fmla="*/ 59 w 218"/>
                <a:gd name="T83" fmla="*/ 34 h 167"/>
                <a:gd name="T84" fmla="*/ 59 w 218"/>
                <a:gd name="T85" fmla="*/ 30 h 167"/>
                <a:gd name="T86" fmla="*/ 66 w 218"/>
                <a:gd name="T87" fmla="*/ 26 h 167"/>
                <a:gd name="T88" fmla="*/ 77 w 218"/>
                <a:gd name="T89" fmla="*/ 22 h 167"/>
                <a:gd name="T90" fmla="*/ 85 w 218"/>
                <a:gd name="T91" fmla="*/ 22 h 167"/>
                <a:gd name="T92" fmla="*/ 96 w 218"/>
                <a:gd name="T93" fmla="*/ 26 h 167"/>
                <a:gd name="T94" fmla="*/ 103 w 218"/>
                <a:gd name="T95" fmla="*/ 26 h 167"/>
                <a:gd name="T96" fmla="*/ 114 w 218"/>
                <a:gd name="T97" fmla="*/ 30 h 167"/>
                <a:gd name="T98" fmla="*/ 122 w 218"/>
                <a:gd name="T99" fmla="*/ 22 h 167"/>
                <a:gd name="T100" fmla="*/ 129 w 218"/>
                <a:gd name="T101" fmla="*/ 26 h 167"/>
                <a:gd name="T102" fmla="*/ 133 w 218"/>
                <a:gd name="T103" fmla="*/ 22 h 167"/>
                <a:gd name="T104" fmla="*/ 137 w 218"/>
                <a:gd name="T105" fmla="*/ 19 h 167"/>
                <a:gd name="T106" fmla="*/ 144 w 218"/>
                <a:gd name="T107" fmla="*/ 19 h 167"/>
                <a:gd name="T108" fmla="*/ 144 w 218"/>
                <a:gd name="T109" fmla="*/ 11 h 167"/>
                <a:gd name="T110" fmla="*/ 148 w 218"/>
                <a:gd name="T111" fmla="*/ 0 h 167"/>
                <a:gd name="T112" fmla="*/ 159 w 218"/>
                <a:gd name="T113" fmla="*/ 4 h 167"/>
                <a:gd name="T114" fmla="*/ 159 w 218"/>
                <a:gd name="T115" fmla="*/ 11 h 167"/>
                <a:gd name="T116" fmla="*/ 163 w 218"/>
                <a:gd name="T117" fmla="*/ 19 h 167"/>
                <a:gd name="T118" fmla="*/ 166 w 218"/>
                <a:gd name="T119" fmla="*/ 30 h 167"/>
                <a:gd name="T120" fmla="*/ 174 w 218"/>
                <a:gd name="T121" fmla="*/ 34 h 167"/>
                <a:gd name="T122" fmla="*/ 181 w 218"/>
                <a:gd name="T123" fmla="*/ 30 h 167"/>
                <a:gd name="T124" fmla="*/ 189 w 218"/>
                <a:gd name="T125" fmla="*/ 22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8" h="167">
                  <a:moveTo>
                    <a:pt x="189" y="22"/>
                  </a:moveTo>
                  <a:lnTo>
                    <a:pt x="196" y="19"/>
                  </a:lnTo>
                  <a:lnTo>
                    <a:pt x="200" y="15"/>
                  </a:lnTo>
                  <a:lnTo>
                    <a:pt x="200" y="19"/>
                  </a:lnTo>
                  <a:lnTo>
                    <a:pt x="207" y="19"/>
                  </a:lnTo>
                  <a:lnTo>
                    <a:pt x="211" y="15"/>
                  </a:lnTo>
                  <a:lnTo>
                    <a:pt x="218" y="15"/>
                  </a:lnTo>
                  <a:lnTo>
                    <a:pt x="218" y="19"/>
                  </a:lnTo>
                  <a:lnTo>
                    <a:pt x="211" y="22"/>
                  </a:lnTo>
                  <a:lnTo>
                    <a:pt x="214" y="22"/>
                  </a:lnTo>
                  <a:lnTo>
                    <a:pt x="211" y="30"/>
                  </a:lnTo>
                  <a:lnTo>
                    <a:pt x="203" y="30"/>
                  </a:lnTo>
                  <a:lnTo>
                    <a:pt x="189" y="34"/>
                  </a:lnTo>
                  <a:lnTo>
                    <a:pt x="185" y="34"/>
                  </a:lnTo>
                  <a:lnTo>
                    <a:pt x="177" y="34"/>
                  </a:lnTo>
                  <a:lnTo>
                    <a:pt x="174" y="37"/>
                  </a:lnTo>
                  <a:lnTo>
                    <a:pt x="170" y="37"/>
                  </a:lnTo>
                  <a:lnTo>
                    <a:pt x="166" y="41"/>
                  </a:lnTo>
                  <a:lnTo>
                    <a:pt x="163" y="45"/>
                  </a:lnTo>
                  <a:lnTo>
                    <a:pt x="170" y="56"/>
                  </a:lnTo>
                  <a:lnTo>
                    <a:pt x="174" y="60"/>
                  </a:lnTo>
                  <a:lnTo>
                    <a:pt x="163" y="71"/>
                  </a:lnTo>
                  <a:lnTo>
                    <a:pt x="166" y="74"/>
                  </a:lnTo>
                  <a:lnTo>
                    <a:pt x="166" y="78"/>
                  </a:lnTo>
                  <a:lnTo>
                    <a:pt x="163" y="82"/>
                  </a:lnTo>
                  <a:lnTo>
                    <a:pt x="159" y="82"/>
                  </a:lnTo>
                  <a:lnTo>
                    <a:pt x="152" y="82"/>
                  </a:lnTo>
                  <a:lnTo>
                    <a:pt x="148" y="82"/>
                  </a:lnTo>
                  <a:lnTo>
                    <a:pt x="148" y="89"/>
                  </a:lnTo>
                  <a:lnTo>
                    <a:pt x="152" y="89"/>
                  </a:lnTo>
                  <a:lnTo>
                    <a:pt x="155" y="93"/>
                  </a:lnTo>
                  <a:lnTo>
                    <a:pt x="155" y="97"/>
                  </a:lnTo>
                  <a:lnTo>
                    <a:pt x="152" y="97"/>
                  </a:lnTo>
                  <a:lnTo>
                    <a:pt x="148" y="97"/>
                  </a:lnTo>
                  <a:lnTo>
                    <a:pt x="144" y="100"/>
                  </a:lnTo>
                  <a:lnTo>
                    <a:pt x="144" y="104"/>
                  </a:lnTo>
                  <a:lnTo>
                    <a:pt x="144" y="108"/>
                  </a:lnTo>
                  <a:lnTo>
                    <a:pt x="144" y="111"/>
                  </a:lnTo>
                  <a:lnTo>
                    <a:pt x="144" y="111"/>
                  </a:lnTo>
                  <a:lnTo>
                    <a:pt x="144" y="119"/>
                  </a:lnTo>
                  <a:lnTo>
                    <a:pt x="140" y="123"/>
                  </a:lnTo>
                  <a:lnTo>
                    <a:pt x="137" y="119"/>
                  </a:lnTo>
                  <a:lnTo>
                    <a:pt x="137" y="119"/>
                  </a:lnTo>
                  <a:lnTo>
                    <a:pt x="137" y="123"/>
                  </a:lnTo>
                  <a:lnTo>
                    <a:pt x="129" y="123"/>
                  </a:lnTo>
                  <a:lnTo>
                    <a:pt x="129" y="119"/>
                  </a:lnTo>
                  <a:lnTo>
                    <a:pt x="126" y="123"/>
                  </a:lnTo>
                  <a:lnTo>
                    <a:pt x="126" y="123"/>
                  </a:lnTo>
                  <a:lnTo>
                    <a:pt x="118" y="126"/>
                  </a:lnTo>
                  <a:lnTo>
                    <a:pt x="122" y="126"/>
                  </a:lnTo>
                  <a:lnTo>
                    <a:pt x="118" y="130"/>
                  </a:lnTo>
                  <a:lnTo>
                    <a:pt x="114" y="134"/>
                  </a:lnTo>
                  <a:lnTo>
                    <a:pt x="111" y="130"/>
                  </a:lnTo>
                  <a:lnTo>
                    <a:pt x="107" y="134"/>
                  </a:lnTo>
                  <a:lnTo>
                    <a:pt x="107" y="134"/>
                  </a:lnTo>
                  <a:lnTo>
                    <a:pt x="103" y="137"/>
                  </a:lnTo>
                  <a:lnTo>
                    <a:pt x="103" y="137"/>
                  </a:lnTo>
                  <a:lnTo>
                    <a:pt x="100" y="141"/>
                  </a:lnTo>
                  <a:lnTo>
                    <a:pt x="100" y="145"/>
                  </a:lnTo>
                  <a:lnTo>
                    <a:pt x="100" y="149"/>
                  </a:lnTo>
                  <a:lnTo>
                    <a:pt x="100" y="152"/>
                  </a:lnTo>
                  <a:lnTo>
                    <a:pt x="103" y="156"/>
                  </a:lnTo>
                  <a:lnTo>
                    <a:pt x="100" y="156"/>
                  </a:lnTo>
                  <a:lnTo>
                    <a:pt x="96" y="160"/>
                  </a:lnTo>
                  <a:lnTo>
                    <a:pt x="89" y="160"/>
                  </a:lnTo>
                  <a:lnTo>
                    <a:pt x="85" y="160"/>
                  </a:lnTo>
                  <a:lnTo>
                    <a:pt x="74" y="160"/>
                  </a:lnTo>
                  <a:lnTo>
                    <a:pt x="70" y="163"/>
                  </a:lnTo>
                  <a:lnTo>
                    <a:pt x="66" y="163"/>
                  </a:lnTo>
                  <a:lnTo>
                    <a:pt x="63" y="163"/>
                  </a:lnTo>
                  <a:lnTo>
                    <a:pt x="55" y="163"/>
                  </a:lnTo>
                  <a:lnTo>
                    <a:pt x="37" y="167"/>
                  </a:lnTo>
                  <a:lnTo>
                    <a:pt x="15" y="160"/>
                  </a:lnTo>
                  <a:lnTo>
                    <a:pt x="29" y="145"/>
                  </a:lnTo>
                  <a:lnTo>
                    <a:pt x="29" y="141"/>
                  </a:lnTo>
                  <a:lnTo>
                    <a:pt x="26" y="137"/>
                  </a:lnTo>
                  <a:lnTo>
                    <a:pt x="29" y="134"/>
                  </a:lnTo>
                  <a:lnTo>
                    <a:pt x="26" y="126"/>
                  </a:lnTo>
                  <a:lnTo>
                    <a:pt x="11" y="126"/>
                  </a:lnTo>
                  <a:lnTo>
                    <a:pt x="11" y="123"/>
                  </a:lnTo>
                  <a:lnTo>
                    <a:pt x="7" y="119"/>
                  </a:lnTo>
                  <a:lnTo>
                    <a:pt x="11" y="119"/>
                  </a:lnTo>
                  <a:lnTo>
                    <a:pt x="7" y="111"/>
                  </a:lnTo>
                  <a:lnTo>
                    <a:pt x="3" y="104"/>
                  </a:lnTo>
                  <a:lnTo>
                    <a:pt x="3" y="100"/>
                  </a:lnTo>
                  <a:lnTo>
                    <a:pt x="7" y="93"/>
                  </a:lnTo>
                  <a:lnTo>
                    <a:pt x="7" y="93"/>
                  </a:lnTo>
                  <a:lnTo>
                    <a:pt x="3" y="93"/>
                  </a:lnTo>
                  <a:lnTo>
                    <a:pt x="3" y="89"/>
                  </a:lnTo>
                  <a:lnTo>
                    <a:pt x="0" y="85"/>
                  </a:lnTo>
                  <a:lnTo>
                    <a:pt x="0" y="82"/>
                  </a:lnTo>
                  <a:lnTo>
                    <a:pt x="3" y="78"/>
                  </a:lnTo>
                  <a:lnTo>
                    <a:pt x="0" y="78"/>
                  </a:lnTo>
                  <a:lnTo>
                    <a:pt x="0" y="74"/>
                  </a:lnTo>
                  <a:lnTo>
                    <a:pt x="3" y="74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3" y="67"/>
                  </a:lnTo>
                  <a:lnTo>
                    <a:pt x="7" y="63"/>
                  </a:lnTo>
                  <a:lnTo>
                    <a:pt x="7" y="63"/>
                  </a:lnTo>
                  <a:lnTo>
                    <a:pt x="7" y="60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11" y="60"/>
                  </a:lnTo>
                  <a:lnTo>
                    <a:pt x="15" y="60"/>
                  </a:lnTo>
                  <a:lnTo>
                    <a:pt x="18" y="60"/>
                  </a:lnTo>
                  <a:lnTo>
                    <a:pt x="18" y="60"/>
                  </a:lnTo>
                  <a:lnTo>
                    <a:pt x="22" y="60"/>
                  </a:lnTo>
                  <a:lnTo>
                    <a:pt x="26" y="60"/>
                  </a:lnTo>
                  <a:lnTo>
                    <a:pt x="26" y="63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33" y="63"/>
                  </a:lnTo>
                  <a:lnTo>
                    <a:pt x="37" y="60"/>
                  </a:lnTo>
                  <a:lnTo>
                    <a:pt x="37" y="56"/>
                  </a:lnTo>
                  <a:lnTo>
                    <a:pt x="40" y="56"/>
                  </a:lnTo>
                  <a:lnTo>
                    <a:pt x="37" y="52"/>
                  </a:lnTo>
                  <a:lnTo>
                    <a:pt x="44" y="52"/>
                  </a:lnTo>
                  <a:lnTo>
                    <a:pt x="52" y="48"/>
                  </a:lnTo>
                  <a:lnTo>
                    <a:pt x="52" y="48"/>
                  </a:lnTo>
                  <a:lnTo>
                    <a:pt x="52" y="45"/>
                  </a:lnTo>
                  <a:lnTo>
                    <a:pt x="55" y="45"/>
                  </a:lnTo>
                  <a:lnTo>
                    <a:pt x="55" y="41"/>
                  </a:lnTo>
                  <a:lnTo>
                    <a:pt x="55" y="37"/>
                  </a:lnTo>
                  <a:lnTo>
                    <a:pt x="59" y="34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59" y="26"/>
                  </a:lnTo>
                  <a:lnTo>
                    <a:pt x="63" y="26"/>
                  </a:lnTo>
                  <a:lnTo>
                    <a:pt x="66" y="26"/>
                  </a:lnTo>
                  <a:lnTo>
                    <a:pt x="66" y="26"/>
                  </a:lnTo>
                  <a:lnTo>
                    <a:pt x="74" y="22"/>
                  </a:lnTo>
                  <a:lnTo>
                    <a:pt x="77" y="22"/>
                  </a:lnTo>
                  <a:lnTo>
                    <a:pt x="81" y="22"/>
                  </a:lnTo>
                  <a:lnTo>
                    <a:pt x="85" y="22"/>
                  </a:lnTo>
                  <a:lnTo>
                    <a:pt x="85" y="22"/>
                  </a:lnTo>
                  <a:lnTo>
                    <a:pt x="89" y="22"/>
                  </a:lnTo>
                  <a:lnTo>
                    <a:pt x="92" y="22"/>
                  </a:lnTo>
                  <a:lnTo>
                    <a:pt x="96" y="26"/>
                  </a:lnTo>
                  <a:lnTo>
                    <a:pt x="100" y="26"/>
                  </a:lnTo>
                  <a:lnTo>
                    <a:pt x="100" y="22"/>
                  </a:lnTo>
                  <a:lnTo>
                    <a:pt x="103" y="26"/>
                  </a:lnTo>
                  <a:lnTo>
                    <a:pt x="107" y="30"/>
                  </a:lnTo>
                  <a:lnTo>
                    <a:pt x="111" y="30"/>
                  </a:lnTo>
                  <a:lnTo>
                    <a:pt x="114" y="30"/>
                  </a:lnTo>
                  <a:lnTo>
                    <a:pt x="118" y="26"/>
                  </a:lnTo>
                  <a:lnTo>
                    <a:pt x="122" y="26"/>
                  </a:lnTo>
                  <a:lnTo>
                    <a:pt x="122" y="22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9" y="26"/>
                  </a:lnTo>
                  <a:lnTo>
                    <a:pt x="133" y="26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19"/>
                  </a:lnTo>
                  <a:lnTo>
                    <a:pt x="137" y="19"/>
                  </a:lnTo>
                  <a:lnTo>
                    <a:pt x="137" y="19"/>
                  </a:lnTo>
                  <a:lnTo>
                    <a:pt x="137" y="19"/>
                  </a:lnTo>
                  <a:lnTo>
                    <a:pt x="140" y="19"/>
                  </a:lnTo>
                  <a:lnTo>
                    <a:pt x="144" y="19"/>
                  </a:lnTo>
                  <a:lnTo>
                    <a:pt x="144" y="15"/>
                  </a:lnTo>
                  <a:lnTo>
                    <a:pt x="144" y="11"/>
                  </a:lnTo>
                  <a:lnTo>
                    <a:pt x="144" y="11"/>
                  </a:lnTo>
                  <a:lnTo>
                    <a:pt x="148" y="8"/>
                  </a:lnTo>
                  <a:lnTo>
                    <a:pt x="148" y="4"/>
                  </a:lnTo>
                  <a:lnTo>
                    <a:pt x="148" y="0"/>
                  </a:lnTo>
                  <a:lnTo>
                    <a:pt x="155" y="0"/>
                  </a:lnTo>
                  <a:lnTo>
                    <a:pt x="155" y="4"/>
                  </a:lnTo>
                  <a:lnTo>
                    <a:pt x="159" y="4"/>
                  </a:lnTo>
                  <a:lnTo>
                    <a:pt x="159" y="8"/>
                  </a:lnTo>
                  <a:lnTo>
                    <a:pt x="159" y="11"/>
                  </a:lnTo>
                  <a:lnTo>
                    <a:pt x="159" y="11"/>
                  </a:lnTo>
                  <a:lnTo>
                    <a:pt x="163" y="11"/>
                  </a:lnTo>
                  <a:lnTo>
                    <a:pt x="163" y="15"/>
                  </a:lnTo>
                  <a:lnTo>
                    <a:pt x="163" y="19"/>
                  </a:lnTo>
                  <a:lnTo>
                    <a:pt x="163" y="22"/>
                  </a:lnTo>
                  <a:lnTo>
                    <a:pt x="163" y="30"/>
                  </a:lnTo>
                  <a:lnTo>
                    <a:pt x="166" y="30"/>
                  </a:lnTo>
                  <a:lnTo>
                    <a:pt x="166" y="34"/>
                  </a:lnTo>
                  <a:lnTo>
                    <a:pt x="170" y="34"/>
                  </a:lnTo>
                  <a:lnTo>
                    <a:pt x="174" y="34"/>
                  </a:lnTo>
                  <a:lnTo>
                    <a:pt x="177" y="34"/>
                  </a:lnTo>
                  <a:lnTo>
                    <a:pt x="177" y="30"/>
                  </a:lnTo>
                  <a:lnTo>
                    <a:pt x="181" y="30"/>
                  </a:lnTo>
                  <a:lnTo>
                    <a:pt x="185" y="26"/>
                  </a:lnTo>
                  <a:lnTo>
                    <a:pt x="185" y="22"/>
                  </a:lnTo>
                  <a:lnTo>
                    <a:pt x="189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79" name="Freeform 37"/>
            <p:cNvSpPr>
              <a:spLocks noEditPoints="1"/>
            </p:cNvSpPr>
            <p:nvPr/>
          </p:nvSpPr>
          <p:spPr bwMode="auto">
            <a:xfrm>
              <a:off x="4435835" y="1921504"/>
              <a:ext cx="133810" cy="95211"/>
            </a:xfrm>
            <a:custGeom>
              <a:avLst/>
              <a:gdLst>
                <a:gd name="T0" fmla="*/ 22 w 28"/>
                <a:gd name="T1" fmla="*/ 19 h 20"/>
                <a:gd name="T2" fmla="*/ 22 w 28"/>
                <a:gd name="T3" fmla="*/ 18 h 20"/>
                <a:gd name="T4" fmla="*/ 20 w 28"/>
                <a:gd name="T5" fmla="*/ 18 h 20"/>
                <a:gd name="T6" fmla="*/ 20 w 28"/>
                <a:gd name="T7" fmla="*/ 19 h 20"/>
                <a:gd name="T8" fmla="*/ 26 w 28"/>
                <a:gd name="T9" fmla="*/ 16 h 20"/>
                <a:gd name="T10" fmla="*/ 26 w 28"/>
                <a:gd name="T11" fmla="*/ 14 h 20"/>
                <a:gd name="T12" fmla="*/ 18 w 28"/>
                <a:gd name="T13" fmla="*/ 12 h 20"/>
                <a:gd name="T14" fmla="*/ 15 w 28"/>
                <a:gd name="T15" fmla="*/ 15 h 20"/>
                <a:gd name="T16" fmla="*/ 13 w 28"/>
                <a:gd name="T17" fmla="*/ 14 h 20"/>
                <a:gd name="T18" fmla="*/ 13 w 28"/>
                <a:gd name="T19" fmla="*/ 12 h 20"/>
                <a:gd name="T20" fmla="*/ 14 w 28"/>
                <a:gd name="T21" fmla="*/ 12 h 20"/>
                <a:gd name="T22" fmla="*/ 15 w 28"/>
                <a:gd name="T23" fmla="*/ 12 h 20"/>
                <a:gd name="T24" fmla="*/ 16 w 28"/>
                <a:gd name="T25" fmla="*/ 10 h 20"/>
                <a:gd name="T26" fmla="*/ 17 w 28"/>
                <a:gd name="T27" fmla="*/ 13 h 20"/>
                <a:gd name="T28" fmla="*/ 17 w 28"/>
                <a:gd name="T29" fmla="*/ 14 h 20"/>
                <a:gd name="T30" fmla="*/ 15 w 28"/>
                <a:gd name="T31" fmla="*/ 16 h 20"/>
                <a:gd name="T32" fmla="*/ 17 w 28"/>
                <a:gd name="T33" fmla="*/ 16 h 20"/>
                <a:gd name="T34" fmla="*/ 13 w 28"/>
                <a:gd name="T35" fmla="*/ 16 h 20"/>
                <a:gd name="T36" fmla="*/ 15 w 28"/>
                <a:gd name="T37" fmla="*/ 16 h 20"/>
                <a:gd name="T38" fmla="*/ 15 w 28"/>
                <a:gd name="T39" fmla="*/ 17 h 20"/>
                <a:gd name="T40" fmla="*/ 14 w 28"/>
                <a:gd name="T41" fmla="*/ 18 h 20"/>
                <a:gd name="T42" fmla="*/ 12 w 28"/>
                <a:gd name="T43" fmla="*/ 17 h 20"/>
                <a:gd name="T44" fmla="*/ 9 w 28"/>
                <a:gd name="T45" fmla="*/ 12 h 20"/>
                <a:gd name="T46" fmla="*/ 10 w 28"/>
                <a:gd name="T47" fmla="*/ 12 h 20"/>
                <a:gd name="T48" fmla="*/ 10 w 28"/>
                <a:gd name="T49" fmla="*/ 17 h 20"/>
                <a:gd name="T50" fmla="*/ 10 w 28"/>
                <a:gd name="T51" fmla="*/ 17 h 20"/>
                <a:gd name="T52" fmla="*/ 11 w 28"/>
                <a:gd name="T53" fmla="*/ 15 h 20"/>
                <a:gd name="T54" fmla="*/ 10 w 28"/>
                <a:gd name="T55" fmla="*/ 13 h 20"/>
                <a:gd name="T56" fmla="*/ 9 w 28"/>
                <a:gd name="T57" fmla="*/ 16 h 20"/>
                <a:gd name="T58" fmla="*/ 7 w 28"/>
                <a:gd name="T59" fmla="*/ 14 h 20"/>
                <a:gd name="T60" fmla="*/ 12 w 28"/>
                <a:gd name="T61" fmla="*/ 2 h 20"/>
                <a:gd name="T62" fmla="*/ 3 w 28"/>
                <a:gd name="T63" fmla="*/ 6 h 20"/>
                <a:gd name="T64" fmla="*/ 3 w 28"/>
                <a:gd name="T65" fmla="*/ 7 h 20"/>
                <a:gd name="T66" fmla="*/ 2 w 28"/>
                <a:gd name="T67" fmla="*/ 6 h 20"/>
                <a:gd name="T68" fmla="*/ 6 w 28"/>
                <a:gd name="T69" fmla="*/ 5 h 20"/>
                <a:gd name="T70" fmla="*/ 8 w 28"/>
                <a:gd name="T71" fmla="*/ 5 h 20"/>
                <a:gd name="T72" fmla="*/ 9 w 28"/>
                <a:gd name="T73" fmla="*/ 1 h 20"/>
                <a:gd name="T74" fmla="*/ 7 w 28"/>
                <a:gd name="T75" fmla="*/ 2 h 20"/>
                <a:gd name="T76" fmla="*/ 5 w 28"/>
                <a:gd name="T77" fmla="*/ 4 h 20"/>
                <a:gd name="T78" fmla="*/ 2 w 28"/>
                <a:gd name="T79" fmla="*/ 5 h 20"/>
                <a:gd name="T80" fmla="*/ 1 w 28"/>
                <a:gd name="T81" fmla="*/ 6 h 20"/>
                <a:gd name="T82" fmla="*/ 6 w 28"/>
                <a:gd name="T83" fmla="*/ 16 h 20"/>
                <a:gd name="T84" fmla="*/ 6 w 28"/>
                <a:gd name="T85" fmla="*/ 15 h 20"/>
                <a:gd name="T86" fmla="*/ 7 w 28"/>
                <a:gd name="T87" fmla="*/ 12 h 20"/>
                <a:gd name="T88" fmla="*/ 9 w 28"/>
                <a:gd name="T89" fmla="*/ 11 h 20"/>
                <a:gd name="T90" fmla="*/ 10 w 28"/>
                <a:gd name="T91" fmla="*/ 9 h 20"/>
                <a:gd name="T92" fmla="*/ 11 w 28"/>
                <a:gd name="T93" fmla="*/ 9 h 20"/>
                <a:gd name="T94" fmla="*/ 9 w 28"/>
                <a:gd name="T95" fmla="*/ 8 h 20"/>
                <a:gd name="T96" fmla="*/ 8 w 28"/>
                <a:gd name="T97" fmla="*/ 6 h 20"/>
                <a:gd name="T98" fmla="*/ 5 w 28"/>
                <a:gd name="T99" fmla="*/ 5 h 20"/>
                <a:gd name="T100" fmla="*/ 5 w 28"/>
                <a:gd name="T101" fmla="*/ 7 h 20"/>
                <a:gd name="T102" fmla="*/ 4 w 28"/>
                <a:gd name="T103" fmla="*/ 8 h 20"/>
                <a:gd name="T104" fmla="*/ 4 w 28"/>
                <a:gd name="T105" fmla="*/ 6 h 20"/>
                <a:gd name="T106" fmla="*/ 2 w 28"/>
                <a:gd name="T107" fmla="*/ 8 h 20"/>
                <a:gd name="T108" fmla="*/ 1 w 28"/>
                <a:gd name="T109" fmla="*/ 9 h 20"/>
                <a:gd name="T110" fmla="*/ 0 w 28"/>
                <a:gd name="T111" fmla="*/ 10 h 20"/>
                <a:gd name="T112" fmla="*/ 0 w 28"/>
                <a:gd name="T113" fmla="*/ 12 h 20"/>
                <a:gd name="T114" fmla="*/ 2 w 28"/>
                <a:gd name="T115" fmla="*/ 14 h 20"/>
                <a:gd name="T116" fmla="*/ 3 w 28"/>
                <a:gd name="T117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8" h="20">
                  <a:moveTo>
                    <a:pt x="20" y="19"/>
                  </a:move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0" y="19"/>
                    <a:pt x="20" y="19"/>
                    <a:pt x="20" y="19"/>
                  </a:cubicBezTo>
                  <a:close/>
                  <a:moveTo>
                    <a:pt x="26" y="14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lose/>
                  <a:moveTo>
                    <a:pt x="18" y="12"/>
                  </a:moveTo>
                  <a:cubicBezTo>
                    <a:pt x="17" y="13"/>
                    <a:pt x="17" y="13"/>
                    <a:pt x="17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2"/>
                    <a:pt x="18" y="12"/>
                    <a:pt x="18" y="12"/>
                  </a:cubicBezTo>
                  <a:close/>
                  <a:moveTo>
                    <a:pt x="15" y="16"/>
                  </a:moveTo>
                  <a:cubicBezTo>
                    <a:pt x="15" y="16"/>
                    <a:pt x="15" y="16"/>
                    <a:pt x="15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6"/>
                    <a:pt x="15" y="16"/>
                    <a:pt x="15" y="16"/>
                  </a:cubicBezTo>
                  <a:close/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lose/>
                  <a:moveTo>
                    <a:pt x="13" y="16"/>
                  </a:moveTo>
                  <a:cubicBezTo>
                    <a:pt x="13" y="17"/>
                    <a:pt x="13" y="17"/>
                    <a:pt x="1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3" y="16"/>
                    <a:pt x="13" y="16"/>
                    <a:pt x="13" y="16"/>
                  </a:cubicBezTo>
                  <a:close/>
                  <a:moveTo>
                    <a:pt x="9" y="12"/>
                  </a:moveTo>
                  <a:cubicBezTo>
                    <a:pt x="10" y="11"/>
                    <a:pt x="10" y="11"/>
                    <a:pt x="10" y="11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2"/>
                    <a:pt x="9" y="12"/>
                    <a:pt x="9" y="12"/>
                  </a:cubicBezTo>
                  <a:close/>
                  <a:moveTo>
                    <a:pt x="9" y="16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9" y="16"/>
                    <a:pt x="9" y="16"/>
                    <a:pt x="9" y="16"/>
                  </a:cubicBezTo>
                  <a:close/>
                  <a:moveTo>
                    <a:pt x="11" y="15"/>
                  </a:moveTo>
                  <a:cubicBezTo>
                    <a:pt x="11" y="16"/>
                    <a:pt x="11" y="16"/>
                    <a:pt x="11" y="16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1" y="15"/>
                    <a:pt x="11" y="15"/>
                  </a:cubicBezTo>
                  <a:close/>
                  <a:moveTo>
                    <a:pt x="7" y="13"/>
                  </a:moveTo>
                  <a:cubicBezTo>
                    <a:pt x="8" y="13"/>
                    <a:pt x="8" y="13"/>
                    <a:pt x="8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3"/>
                    <a:pt x="7" y="13"/>
                    <a:pt x="7" y="13"/>
                  </a:cubicBezTo>
                  <a:close/>
                  <a:moveTo>
                    <a:pt x="11" y="3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lose/>
                  <a:moveTo>
                    <a:pt x="3" y="7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lose/>
                  <a:moveTo>
                    <a:pt x="2" y="7"/>
                  </a:move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7"/>
                    <a:pt x="2" y="7"/>
                    <a:pt x="2" y="7"/>
                  </a:cubicBezTo>
                  <a:close/>
                  <a:moveTo>
                    <a:pt x="6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lnTo>
                    <a:pt x="6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0" name="Freeform 38"/>
            <p:cNvSpPr>
              <a:spLocks noEditPoints="1"/>
            </p:cNvSpPr>
            <p:nvPr/>
          </p:nvSpPr>
          <p:spPr bwMode="auto">
            <a:xfrm>
              <a:off x="4368931" y="1467324"/>
              <a:ext cx="428448" cy="449035"/>
            </a:xfrm>
            <a:custGeom>
              <a:avLst/>
              <a:gdLst>
                <a:gd name="T0" fmla="*/ 86 w 90"/>
                <a:gd name="T1" fmla="*/ 12 h 94"/>
                <a:gd name="T2" fmla="*/ 89 w 90"/>
                <a:gd name="T3" fmla="*/ 7 h 94"/>
                <a:gd name="T4" fmla="*/ 83 w 90"/>
                <a:gd name="T5" fmla="*/ 5 h 94"/>
                <a:gd name="T6" fmla="*/ 79 w 90"/>
                <a:gd name="T7" fmla="*/ 5 h 94"/>
                <a:gd name="T8" fmla="*/ 76 w 90"/>
                <a:gd name="T9" fmla="*/ 0 h 94"/>
                <a:gd name="T10" fmla="*/ 73 w 90"/>
                <a:gd name="T11" fmla="*/ 6 h 94"/>
                <a:gd name="T12" fmla="*/ 67 w 90"/>
                <a:gd name="T13" fmla="*/ 9 h 94"/>
                <a:gd name="T14" fmla="*/ 65 w 90"/>
                <a:gd name="T15" fmla="*/ 4 h 94"/>
                <a:gd name="T16" fmla="*/ 62 w 90"/>
                <a:gd name="T17" fmla="*/ 10 h 94"/>
                <a:gd name="T18" fmla="*/ 57 w 90"/>
                <a:gd name="T19" fmla="*/ 11 h 94"/>
                <a:gd name="T20" fmla="*/ 51 w 90"/>
                <a:gd name="T21" fmla="*/ 16 h 94"/>
                <a:gd name="T22" fmla="*/ 49 w 90"/>
                <a:gd name="T23" fmla="*/ 18 h 94"/>
                <a:gd name="T24" fmla="*/ 44 w 90"/>
                <a:gd name="T25" fmla="*/ 18 h 94"/>
                <a:gd name="T26" fmla="*/ 40 w 90"/>
                <a:gd name="T27" fmla="*/ 23 h 94"/>
                <a:gd name="T28" fmla="*/ 39 w 90"/>
                <a:gd name="T29" fmla="*/ 26 h 94"/>
                <a:gd name="T30" fmla="*/ 35 w 90"/>
                <a:gd name="T31" fmla="*/ 29 h 94"/>
                <a:gd name="T32" fmla="*/ 35 w 90"/>
                <a:gd name="T33" fmla="*/ 32 h 94"/>
                <a:gd name="T34" fmla="*/ 31 w 90"/>
                <a:gd name="T35" fmla="*/ 37 h 94"/>
                <a:gd name="T36" fmla="*/ 30 w 90"/>
                <a:gd name="T37" fmla="*/ 40 h 94"/>
                <a:gd name="T38" fmla="*/ 28 w 90"/>
                <a:gd name="T39" fmla="*/ 46 h 94"/>
                <a:gd name="T40" fmla="*/ 23 w 90"/>
                <a:gd name="T41" fmla="*/ 51 h 94"/>
                <a:gd name="T42" fmla="*/ 18 w 90"/>
                <a:gd name="T43" fmla="*/ 57 h 94"/>
                <a:gd name="T44" fmla="*/ 24 w 90"/>
                <a:gd name="T45" fmla="*/ 57 h 94"/>
                <a:gd name="T46" fmla="*/ 16 w 90"/>
                <a:gd name="T47" fmla="*/ 59 h 94"/>
                <a:gd name="T48" fmla="*/ 14 w 90"/>
                <a:gd name="T49" fmla="*/ 63 h 94"/>
                <a:gd name="T50" fmla="*/ 10 w 90"/>
                <a:gd name="T51" fmla="*/ 64 h 94"/>
                <a:gd name="T52" fmla="*/ 8 w 90"/>
                <a:gd name="T53" fmla="*/ 67 h 94"/>
                <a:gd name="T54" fmla="*/ 1 w 90"/>
                <a:gd name="T55" fmla="*/ 68 h 94"/>
                <a:gd name="T56" fmla="*/ 2 w 90"/>
                <a:gd name="T57" fmla="*/ 72 h 94"/>
                <a:gd name="T58" fmla="*/ 7 w 90"/>
                <a:gd name="T59" fmla="*/ 73 h 94"/>
                <a:gd name="T60" fmla="*/ 8 w 90"/>
                <a:gd name="T61" fmla="*/ 75 h 94"/>
                <a:gd name="T62" fmla="*/ 2 w 90"/>
                <a:gd name="T63" fmla="*/ 77 h 94"/>
                <a:gd name="T64" fmla="*/ 8 w 90"/>
                <a:gd name="T65" fmla="*/ 79 h 94"/>
                <a:gd name="T66" fmla="*/ 4 w 90"/>
                <a:gd name="T67" fmla="*/ 84 h 94"/>
                <a:gd name="T68" fmla="*/ 6 w 90"/>
                <a:gd name="T69" fmla="*/ 88 h 94"/>
                <a:gd name="T70" fmla="*/ 10 w 90"/>
                <a:gd name="T71" fmla="*/ 94 h 94"/>
                <a:gd name="T72" fmla="*/ 18 w 90"/>
                <a:gd name="T73" fmla="*/ 87 h 94"/>
                <a:gd name="T74" fmla="*/ 22 w 90"/>
                <a:gd name="T75" fmla="*/ 85 h 94"/>
                <a:gd name="T76" fmla="*/ 28 w 90"/>
                <a:gd name="T77" fmla="*/ 88 h 94"/>
                <a:gd name="T78" fmla="*/ 28 w 90"/>
                <a:gd name="T79" fmla="*/ 66 h 94"/>
                <a:gd name="T80" fmla="*/ 34 w 90"/>
                <a:gd name="T81" fmla="*/ 40 h 94"/>
                <a:gd name="T82" fmla="*/ 45 w 90"/>
                <a:gd name="T83" fmla="*/ 25 h 94"/>
                <a:gd name="T84" fmla="*/ 53 w 90"/>
                <a:gd name="T85" fmla="*/ 18 h 94"/>
                <a:gd name="T86" fmla="*/ 69 w 90"/>
                <a:gd name="T87" fmla="*/ 20 h 94"/>
                <a:gd name="T88" fmla="*/ 79 w 90"/>
                <a:gd name="T89" fmla="*/ 10 h 94"/>
                <a:gd name="T90" fmla="*/ 3 w 90"/>
                <a:gd name="T91" fmla="*/ 81 h 94"/>
                <a:gd name="T92" fmla="*/ 1 w 90"/>
                <a:gd name="T93" fmla="*/ 80 h 94"/>
                <a:gd name="T94" fmla="*/ 4 w 90"/>
                <a:gd name="T95" fmla="*/ 67 h 94"/>
                <a:gd name="T96" fmla="*/ 15 w 90"/>
                <a:gd name="T97" fmla="*/ 58 h 94"/>
                <a:gd name="T98" fmla="*/ 26 w 90"/>
                <a:gd name="T99" fmla="*/ 44 h 94"/>
                <a:gd name="T100" fmla="*/ 27 w 90"/>
                <a:gd name="T101" fmla="*/ 30 h 94"/>
                <a:gd name="T102" fmla="*/ 33 w 90"/>
                <a:gd name="T103" fmla="*/ 23 h 94"/>
                <a:gd name="T104" fmla="*/ 36 w 90"/>
                <a:gd name="T105" fmla="*/ 20 h 94"/>
                <a:gd name="T106" fmla="*/ 35 w 90"/>
                <a:gd name="T107" fmla="*/ 22 h 94"/>
                <a:gd name="T108" fmla="*/ 44 w 90"/>
                <a:gd name="T109" fmla="*/ 16 h 94"/>
                <a:gd name="T110" fmla="*/ 44 w 90"/>
                <a:gd name="T111" fmla="*/ 16 h 94"/>
                <a:gd name="T112" fmla="*/ 49 w 90"/>
                <a:gd name="T113" fmla="*/ 12 h 94"/>
                <a:gd name="T114" fmla="*/ 51 w 90"/>
                <a:gd name="T115" fmla="*/ 10 h 94"/>
                <a:gd name="T116" fmla="*/ 62 w 90"/>
                <a:gd name="T117" fmla="*/ 6 h 94"/>
                <a:gd name="T118" fmla="*/ 62 w 90"/>
                <a:gd name="T119" fmla="*/ 5 h 94"/>
                <a:gd name="T120" fmla="*/ 71 w 90"/>
                <a:gd name="T121" fmla="*/ 2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" h="94">
                  <a:moveTo>
                    <a:pt x="83" y="17"/>
                  </a:moveTo>
                  <a:cubicBezTo>
                    <a:pt x="84" y="17"/>
                    <a:pt x="84" y="17"/>
                    <a:pt x="84" y="17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9" y="11"/>
                    <a:pt x="89" y="11"/>
                    <a:pt x="89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7" y="5"/>
                    <a:pt x="87" y="5"/>
                    <a:pt x="87" y="5"/>
                  </a:cubicBezTo>
                  <a:cubicBezTo>
                    <a:pt x="86" y="5"/>
                    <a:pt x="86" y="5"/>
                    <a:pt x="86" y="5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86" y="5"/>
                    <a:pt x="86" y="5"/>
                    <a:pt x="86" y="5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5" y="4"/>
                    <a:pt x="85" y="4"/>
                    <a:pt x="85" y="4"/>
                  </a:cubicBezTo>
                  <a:cubicBezTo>
                    <a:pt x="85" y="4"/>
                    <a:pt x="85" y="4"/>
                    <a:pt x="85" y="4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84" y="5"/>
                    <a:pt x="84" y="5"/>
                    <a:pt x="84" y="5"/>
                  </a:cubicBezTo>
                  <a:cubicBezTo>
                    <a:pt x="83" y="5"/>
                    <a:pt x="83" y="5"/>
                    <a:pt x="83" y="5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3" y="5"/>
                    <a:pt x="83" y="5"/>
                    <a:pt x="83" y="5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82" y="4"/>
                    <a:pt x="82" y="4"/>
                    <a:pt x="82" y="4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2" y="3"/>
                    <a:pt x="82" y="3"/>
                    <a:pt x="82" y="3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80" y="3"/>
                    <a:pt x="80" y="3"/>
                    <a:pt x="80" y="3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0" y="5"/>
                    <a:pt x="80" y="5"/>
                    <a:pt x="80" y="5"/>
                  </a:cubicBezTo>
                  <a:cubicBezTo>
                    <a:pt x="80" y="6"/>
                    <a:pt x="80" y="6"/>
                    <a:pt x="80" y="6"/>
                  </a:cubicBezTo>
                  <a:cubicBezTo>
                    <a:pt x="80" y="6"/>
                    <a:pt x="80" y="6"/>
                    <a:pt x="80" y="6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7" y="7"/>
                    <a:pt x="77" y="7"/>
                    <a:pt x="77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9" y="4"/>
                    <a:pt x="79" y="4"/>
                    <a:pt x="79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77" y="3"/>
                    <a:pt x="77" y="3"/>
                    <a:pt x="77" y="3"/>
                  </a:cubicBezTo>
                  <a:cubicBezTo>
                    <a:pt x="77" y="3"/>
                    <a:pt x="77" y="3"/>
                    <a:pt x="77" y="3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5" y="1"/>
                    <a:pt x="75" y="1"/>
                    <a:pt x="75" y="1"/>
                  </a:cubicBezTo>
                  <a:cubicBezTo>
                    <a:pt x="75" y="1"/>
                    <a:pt x="75" y="1"/>
                    <a:pt x="75" y="1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4" y="2"/>
                    <a:pt x="74" y="2"/>
                    <a:pt x="74" y="2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5" y="4"/>
                    <a:pt x="75" y="4"/>
                    <a:pt x="75" y="4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4" y="5"/>
                    <a:pt x="74" y="5"/>
                    <a:pt x="74" y="5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74" y="7"/>
                    <a:pt x="74" y="7"/>
                    <a:pt x="74" y="7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2" y="4"/>
                    <a:pt x="72" y="4"/>
                    <a:pt x="72" y="4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2" y="3"/>
                    <a:pt x="72" y="3"/>
                    <a:pt x="72" y="3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71" y="5"/>
                    <a:pt x="71" y="5"/>
                    <a:pt x="71" y="5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8" y="7"/>
                    <a:pt x="68" y="7"/>
                    <a:pt x="68" y="7"/>
                  </a:cubicBezTo>
                  <a:cubicBezTo>
                    <a:pt x="68" y="7"/>
                    <a:pt x="68" y="7"/>
                    <a:pt x="68" y="7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0" y="3"/>
                    <a:pt x="70" y="3"/>
                    <a:pt x="70" y="3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3"/>
                    <a:pt x="68" y="3"/>
                    <a:pt x="68" y="3"/>
                  </a:cubicBezTo>
                  <a:cubicBezTo>
                    <a:pt x="68" y="3"/>
                    <a:pt x="68" y="3"/>
                    <a:pt x="68" y="3"/>
                  </a:cubicBezTo>
                  <a:cubicBezTo>
                    <a:pt x="68" y="3"/>
                    <a:pt x="68" y="3"/>
                    <a:pt x="68" y="3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6" y="5"/>
                    <a:pt x="66" y="5"/>
                    <a:pt x="66" y="5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59" y="9"/>
                    <a:pt x="59" y="9"/>
                    <a:pt x="59" y="9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6" y="10"/>
                    <a:pt x="56" y="10"/>
                    <a:pt x="56" y="10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7" y="11"/>
                    <a:pt x="57" y="11"/>
                    <a:pt x="57" y="11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55" y="12"/>
                    <a:pt x="55" y="12"/>
                    <a:pt x="55" y="12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2" y="14"/>
                    <a:pt x="52" y="14"/>
                    <a:pt x="52" y="14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7" y="18"/>
                    <a:pt x="47" y="18"/>
                    <a:pt x="47" y="18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8"/>
                    <a:pt x="29" y="38"/>
                    <a:pt x="29" y="38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3" y="52"/>
                    <a:pt x="23" y="52"/>
                    <a:pt x="23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1" y="52"/>
                    <a:pt x="21" y="52"/>
                    <a:pt x="21" y="52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8"/>
                    <a:pt x="18" y="58"/>
                    <a:pt x="18" y="58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4" y="55"/>
                    <a:pt x="24" y="55"/>
                    <a:pt x="24" y="55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8" y="58"/>
                    <a:pt x="18" y="58"/>
                    <a:pt x="18" y="58"/>
                  </a:cubicBezTo>
                  <a:cubicBezTo>
                    <a:pt x="17" y="58"/>
                    <a:pt x="17" y="58"/>
                    <a:pt x="17" y="58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7" y="59"/>
                    <a:pt x="17" y="59"/>
                    <a:pt x="17" y="59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4" y="62"/>
                    <a:pt x="14" y="62"/>
                    <a:pt x="14" y="62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4" y="62"/>
                    <a:pt x="14" y="62"/>
                    <a:pt x="14" y="62"/>
                  </a:cubicBezTo>
                  <a:cubicBezTo>
                    <a:pt x="15" y="62"/>
                    <a:pt x="15" y="62"/>
                    <a:pt x="15" y="62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3"/>
                    <a:pt x="12" y="63"/>
                    <a:pt x="12" y="63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1" y="63"/>
                    <a:pt x="11" y="63"/>
                    <a:pt x="11" y="63"/>
                  </a:cubicBezTo>
                  <a:cubicBezTo>
                    <a:pt x="11" y="63"/>
                    <a:pt x="11" y="63"/>
                    <a:pt x="11" y="63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10" y="64"/>
                    <a:pt x="10" y="64"/>
                    <a:pt x="10" y="64"/>
                  </a:cubicBezTo>
                  <a:cubicBezTo>
                    <a:pt x="10" y="64"/>
                    <a:pt x="10" y="64"/>
                    <a:pt x="10" y="64"/>
                  </a:cubicBezTo>
                  <a:cubicBezTo>
                    <a:pt x="10" y="64"/>
                    <a:pt x="10" y="64"/>
                    <a:pt x="10" y="64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7" y="64"/>
                    <a:pt x="7" y="64"/>
                    <a:pt x="7" y="64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8" y="66"/>
                    <a:pt x="8" y="66"/>
                    <a:pt x="8" y="66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9" y="68"/>
                    <a:pt x="9" y="68"/>
                    <a:pt x="9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5" y="67"/>
                    <a:pt x="5" y="67"/>
                    <a:pt x="5" y="67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8"/>
                    <a:pt x="2" y="68"/>
                    <a:pt x="2" y="68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7" y="70"/>
                    <a:pt x="7" y="70"/>
                    <a:pt x="7" y="70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1" y="70"/>
                    <a:pt x="1" y="70"/>
                    <a:pt x="1" y="70"/>
                  </a:cubicBezTo>
                  <a:cubicBezTo>
                    <a:pt x="1" y="71"/>
                    <a:pt x="1" y="71"/>
                    <a:pt x="1" y="71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3" y="72"/>
                    <a:pt x="3" y="72"/>
                    <a:pt x="3" y="72"/>
                  </a:cubicBezTo>
                  <a:cubicBezTo>
                    <a:pt x="4" y="72"/>
                    <a:pt x="4" y="72"/>
                    <a:pt x="4" y="72"/>
                  </a:cubicBezTo>
                  <a:cubicBezTo>
                    <a:pt x="3" y="72"/>
                    <a:pt x="3" y="72"/>
                    <a:pt x="3" y="7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1" y="74"/>
                    <a:pt x="1" y="74"/>
                    <a:pt x="1" y="74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2" y="74"/>
                    <a:pt x="2" y="74"/>
                    <a:pt x="2" y="74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5" y="74"/>
                    <a:pt x="5" y="74"/>
                    <a:pt x="5" y="74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11" y="72"/>
                    <a:pt x="11" y="72"/>
                    <a:pt x="11" y="72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11" y="74"/>
                    <a:pt x="11" y="74"/>
                    <a:pt x="11" y="74"/>
                  </a:cubicBezTo>
                  <a:cubicBezTo>
                    <a:pt x="11" y="74"/>
                    <a:pt x="11" y="74"/>
                    <a:pt x="11" y="74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9" y="76"/>
                    <a:pt x="9" y="76"/>
                    <a:pt x="9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2" y="75"/>
                    <a:pt x="2" y="75"/>
                    <a:pt x="2" y="75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2" y="76"/>
                    <a:pt x="2" y="76"/>
                    <a:pt x="2" y="76"/>
                  </a:cubicBezTo>
                  <a:cubicBezTo>
                    <a:pt x="2" y="76"/>
                    <a:pt x="2" y="76"/>
                    <a:pt x="2" y="76"/>
                  </a:cubicBezTo>
                  <a:cubicBezTo>
                    <a:pt x="3" y="76"/>
                    <a:pt x="3" y="76"/>
                    <a:pt x="3" y="76"/>
                  </a:cubicBezTo>
                  <a:cubicBezTo>
                    <a:pt x="2" y="76"/>
                    <a:pt x="2" y="76"/>
                    <a:pt x="2" y="76"/>
                  </a:cubicBezTo>
                  <a:cubicBezTo>
                    <a:pt x="2" y="77"/>
                    <a:pt x="2" y="77"/>
                    <a:pt x="2" y="77"/>
                  </a:cubicBezTo>
                  <a:cubicBezTo>
                    <a:pt x="2" y="77"/>
                    <a:pt x="2" y="77"/>
                    <a:pt x="2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3" y="77"/>
                    <a:pt x="3" y="77"/>
                    <a:pt x="3" y="77"/>
                  </a:cubicBezTo>
                  <a:cubicBezTo>
                    <a:pt x="4" y="77"/>
                    <a:pt x="4" y="77"/>
                    <a:pt x="4" y="77"/>
                  </a:cubicBezTo>
                  <a:cubicBezTo>
                    <a:pt x="4" y="78"/>
                    <a:pt x="4" y="78"/>
                    <a:pt x="4" y="78"/>
                  </a:cubicBezTo>
                  <a:cubicBezTo>
                    <a:pt x="4" y="78"/>
                    <a:pt x="4" y="78"/>
                    <a:pt x="4" y="78"/>
                  </a:cubicBezTo>
                  <a:cubicBezTo>
                    <a:pt x="3" y="79"/>
                    <a:pt x="3" y="79"/>
                    <a:pt x="3" y="79"/>
                  </a:cubicBezTo>
                  <a:cubicBezTo>
                    <a:pt x="3" y="79"/>
                    <a:pt x="3" y="79"/>
                    <a:pt x="3" y="79"/>
                  </a:cubicBezTo>
                  <a:cubicBezTo>
                    <a:pt x="4" y="79"/>
                    <a:pt x="4" y="79"/>
                    <a:pt x="4" y="79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7" y="78"/>
                    <a:pt x="7" y="78"/>
                    <a:pt x="7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6" y="79"/>
                    <a:pt x="6" y="79"/>
                    <a:pt x="6" y="79"/>
                  </a:cubicBezTo>
                  <a:cubicBezTo>
                    <a:pt x="6" y="80"/>
                    <a:pt x="6" y="80"/>
                    <a:pt x="6" y="80"/>
                  </a:cubicBezTo>
                  <a:cubicBezTo>
                    <a:pt x="5" y="80"/>
                    <a:pt x="5" y="80"/>
                    <a:pt x="5" y="80"/>
                  </a:cubicBezTo>
                  <a:cubicBezTo>
                    <a:pt x="6" y="81"/>
                    <a:pt x="6" y="81"/>
                    <a:pt x="6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5" y="82"/>
                    <a:pt x="5" y="82"/>
                    <a:pt x="5" y="82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5" y="83"/>
                    <a:pt x="5" y="83"/>
                    <a:pt x="5" y="83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3" y="83"/>
                    <a:pt x="3" y="83"/>
                    <a:pt x="3" y="83"/>
                  </a:cubicBezTo>
                  <a:cubicBezTo>
                    <a:pt x="3" y="84"/>
                    <a:pt x="3" y="84"/>
                    <a:pt x="3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" y="85"/>
                    <a:pt x="2" y="85"/>
                    <a:pt x="2" y="85"/>
                  </a:cubicBezTo>
                  <a:cubicBezTo>
                    <a:pt x="3" y="86"/>
                    <a:pt x="3" y="86"/>
                    <a:pt x="3" y="86"/>
                  </a:cubicBezTo>
                  <a:cubicBezTo>
                    <a:pt x="4" y="86"/>
                    <a:pt x="4" y="86"/>
                    <a:pt x="4" y="86"/>
                  </a:cubicBezTo>
                  <a:cubicBezTo>
                    <a:pt x="4" y="86"/>
                    <a:pt x="4" y="86"/>
                    <a:pt x="4" y="86"/>
                  </a:cubicBezTo>
                  <a:cubicBezTo>
                    <a:pt x="5" y="86"/>
                    <a:pt x="5" y="86"/>
                    <a:pt x="5" y="86"/>
                  </a:cubicBezTo>
                  <a:cubicBezTo>
                    <a:pt x="4" y="85"/>
                    <a:pt x="4" y="85"/>
                    <a:pt x="4" y="8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5" y="85"/>
                    <a:pt x="5" y="85"/>
                    <a:pt x="5" y="85"/>
                  </a:cubicBezTo>
                  <a:cubicBezTo>
                    <a:pt x="6" y="86"/>
                    <a:pt x="6" y="86"/>
                    <a:pt x="6" y="86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4" y="88"/>
                    <a:pt x="4" y="88"/>
                    <a:pt x="4" y="88"/>
                  </a:cubicBezTo>
                  <a:cubicBezTo>
                    <a:pt x="4" y="88"/>
                    <a:pt x="4" y="88"/>
                    <a:pt x="4" y="88"/>
                  </a:cubicBezTo>
                  <a:cubicBezTo>
                    <a:pt x="3" y="88"/>
                    <a:pt x="3" y="88"/>
                    <a:pt x="3" y="88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4" y="91"/>
                    <a:pt x="4" y="91"/>
                    <a:pt x="4" y="91"/>
                  </a:cubicBezTo>
                  <a:cubicBezTo>
                    <a:pt x="5" y="91"/>
                    <a:pt x="5" y="91"/>
                    <a:pt x="5" y="91"/>
                  </a:cubicBezTo>
                  <a:cubicBezTo>
                    <a:pt x="6" y="92"/>
                    <a:pt x="6" y="92"/>
                    <a:pt x="6" y="92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3"/>
                    <a:pt x="8" y="93"/>
                    <a:pt x="8" y="93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8" y="94"/>
                    <a:pt x="8" y="94"/>
                    <a:pt x="8" y="94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8" y="93"/>
                    <a:pt x="8" y="93"/>
                    <a:pt x="8" y="93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10" y="93"/>
                    <a:pt x="10" y="93"/>
                    <a:pt x="10" y="93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10" y="94"/>
                    <a:pt x="10" y="94"/>
                    <a:pt x="10" y="94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12" y="94"/>
                    <a:pt x="12" y="94"/>
                    <a:pt x="12" y="94"/>
                  </a:cubicBezTo>
                  <a:cubicBezTo>
                    <a:pt x="13" y="93"/>
                    <a:pt x="13" y="93"/>
                    <a:pt x="13" y="93"/>
                  </a:cubicBezTo>
                  <a:cubicBezTo>
                    <a:pt x="13" y="93"/>
                    <a:pt x="13" y="93"/>
                    <a:pt x="13" y="93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14" y="93"/>
                    <a:pt x="14" y="93"/>
                    <a:pt x="14" y="93"/>
                  </a:cubicBezTo>
                  <a:cubicBezTo>
                    <a:pt x="14" y="93"/>
                    <a:pt x="14" y="93"/>
                    <a:pt x="14" y="93"/>
                  </a:cubicBezTo>
                  <a:cubicBezTo>
                    <a:pt x="16" y="92"/>
                    <a:pt x="16" y="92"/>
                    <a:pt x="16" y="92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15" y="90"/>
                    <a:pt x="15" y="90"/>
                    <a:pt x="15" y="90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17" y="90"/>
                    <a:pt x="17" y="90"/>
                    <a:pt x="17" y="90"/>
                  </a:cubicBezTo>
                  <a:cubicBezTo>
                    <a:pt x="17" y="90"/>
                    <a:pt x="17" y="90"/>
                    <a:pt x="17" y="9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8" y="87"/>
                    <a:pt x="18" y="87"/>
                    <a:pt x="18" y="87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7" y="86"/>
                    <a:pt x="17" y="86"/>
                    <a:pt x="17" y="86"/>
                  </a:cubicBezTo>
                  <a:cubicBezTo>
                    <a:pt x="17" y="85"/>
                    <a:pt x="17" y="85"/>
                    <a:pt x="17" y="85"/>
                  </a:cubicBezTo>
                  <a:cubicBezTo>
                    <a:pt x="18" y="85"/>
                    <a:pt x="18" y="85"/>
                    <a:pt x="18" y="85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20" y="88"/>
                    <a:pt x="20" y="88"/>
                    <a:pt x="20" y="88"/>
                  </a:cubicBezTo>
                  <a:cubicBezTo>
                    <a:pt x="20" y="88"/>
                    <a:pt x="20" y="88"/>
                    <a:pt x="20" y="88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23" y="87"/>
                    <a:pt x="23" y="87"/>
                    <a:pt x="23" y="87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2" y="85"/>
                    <a:pt x="22" y="85"/>
                    <a:pt x="22" y="85"/>
                  </a:cubicBezTo>
                  <a:cubicBezTo>
                    <a:pt x="22" y="84"/>
                    <a:pt x="22" y="84"/>
                    <a:pt x="22" y="84"/>
                  </a:cubicBezTo>
                  <a:cubicBezTo>
                    <a:pt x="22" y="84"/>
                    <a:pt x="22" y="84"/>
                    <a:pt x="22" y="84"/>
                  </a:cubicBezTo>
                  <a:cubicBezTo>
                    <a:pt x="22" y="84"/>
                    <a:pt x="22" y="84"/>
                    <a:pt x="22" y="84"/>
                  </a:cubicBezTo>
                  <a:cubicBezTo>
                    <a:pt x="23" y="84"/>
                    <a:pt x="23" y="84"/>
                    <a:pt x="23" y="84"/>
                  </a:cubicBezTo>
                  <a:cubicBezTo>
                    <a:pt x="23" y="83"/>
                    <a:pt x="23" y="83"/>
                    <a:pt x="23" y="83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22" y="82"/>
                    <a:pt x="22" y="82"/>
                    <a:pt x="22" y="82"/>
                  </a:cubicBezTo>
                  <a:cubicBezTo>
                    <a:pt x="23" y="82"/>
                    <a:pt x="23" y="82"/>
                    <a:pt x="23" y="82"/>
                  </a:cubicBezTo>
                  <a:cubicBezTo>
                    <a:pt x="24" y="82"/>
                    <a:pt x="24" y="82"/>
                    <a:pt x="24" y="82"/>
                  </a:cubicBezTo>
                  <a:cubicBezTo>
                    <a:pt x="23" y="83"/>
                    <a:pt x="23" y="83"/>
                    <a:pt x="23" y="83"/>
                  </a:cubicBezTo>
                  <a:cubicBezTo>
                    <a:pt x="23" y="84"/>
                    <a:pt x="23" y="84"/>
                    <a:pt x="23" y="84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4" y="85"/>
                    <a:pt x="24" y="85"/>
                    <a:pt x="24" y="85"/>
                  </a:cubicBezTo>
                  <a:cubicBezTo>
                    <a:pt x="24" y="86"/>
                    <a:pt x="24" y="86"/>
                    <a:pt x="24" y="86"/>
                  </a:cubicBezTo>
                  <a:cubicBezTo>
                    <a:pt x="25" y="87"/>
                    <a:pt x="25" y="87"/>
                    <a:pt x="25" y="87"/>
                  </a:cubicBezTo>
                  <a:cubicBezTo>
                    <a:pt x="26" y="87"/>
                    <a:pt x="26" y="87"/>
                    <a:pt x="26" y="87"/>
                  </a:cubicBezTo>
                  <a:cubicBezTo>
                    <a:pt x="26" y="87"/>
                    <a:pt x="26" y="87"/>
                    <a:pt x="26" y="87"/>
                  </a:cubicBezTo>
                  <a:cubicBezTo>
                    <a:pt x="26" y="87"/>
                    <a:pt x="26" y="87"/>
                    <a:pt x="26" y="87"/>
                  </a:cubicBezTo>
                  <a:cubicBezTo>
                    <a:pt x="27" y="88"/>
                    <a:pt x="27" y="88"/>
                    <a:pt x="27" y="88"/>
                  </a:cubicBezTo>
                  <a:cubicBezTo>
                    <a:pt x="27" y="88"/>
                    <a:pt x="27" y="88"/>
                    <a:pt x="27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7" y="83"/>
                    <a:pt x="27" y="83"/>
                    <a:pt x="27" y="83"/>
                  </a:cubicBezTo>
                  <a:cubicBezTo>
                    <a:pt x="28" y="83"/>
                    <a:pt x="28" y="83"/>
                    <a:pt x="28" y="83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9" y="82"/>
                    <a:pt x="29" y="82"/>
                    <a:pt x="29" y="82"/>
                  </a:cubicBezTo>
                  <a:cubicBezTo>
                    <a:pt x="29" y="81"/>
                    <a:pt x="29" y="81"/>
                    <a:pt x="29" y="81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29" y="78"/>
                    <a:pt x="29" y="78"/>
                    <a:pt x="29" y="78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30" y="74"/>
                    <a:pt x="30" y="74"/>
                    <a:pt x="30" y="7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8" y="62"/>
                    <a:pt x="28" y="62"/>
                    <a:pt x="28" y="62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9" y="54"/>
                    <a:pt x="29" y="54"/>
                    <a:pt x="29" y="54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32" y="55"/>
                    <a:pt x="32" y="55"/>
                    <a:pt x="32" y="55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51" y="23"/>
                    <a:pt x="51" y="23"/>
                    <a:pt x="51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3" y="23"/>
                    <a:pt x="53" y="23"/>
                    <a:pt x="53" y="23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1"/>
                    <a:pt x="52" y="21"/>
                    <a:pt x="52" y="21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7" y="16"/>
                    <a:pt x="57" y="16"/>
                    <a:pt x="57" y="16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2" y="21"/>
                    <a:pt x="62" y="21"/>
                    <a:pt x="62" y="21"/>
                  </a:cubicBezTo>
                  <a:cubicBezTo>
                    <a:pt x="64" y="21"/>
                    <a:pt x="64" y="21"/>
                    <a:pt x="64" y="21"/>
                  </a:cubicBezTo>
                  <a:cubicBezTo>
                    <a:pt x="65" y="20"/>
                    <a:pt x="65" y="20"/>
                    <a:pt x="65" y="20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8" y="20"/>
                    <a:pt x="68" y="20"/>
                    <a:pt x="68" y="20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69" y="19"/>
                    <a:pt x="69" y="19"/>
                    <a:pt x="69" y="19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18"/>
                    <a:pt x="72" y="18"/>
                    <a:pt x="72" y="18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2" y="13"/>
                    <a:pt x="72" y="13"/>
                    <a:pt x="72" y="13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4" y="10"/>
                    <a:pt x="74" y="10"/>
                    <a:pt x="74" y="10"/>
                  </a:cubicBezTo>
                  <a:cubicBezTo>
                    <a:pt x="75" y="11"/>
                    <a:pt x="75" y="11"/>
                    <a:pt x="75" y="11"/>
                  </a:cubicBezTo>
                  <a:cubicBezTo>
                    <a:pt x="76" y="11"/>
                    <a:pt x="76" y="11"/>
                    <a:pt x="76" y="11"/>
                  </a:cubicBezTo>
                  <a:cubicBezTo>
                    <a:pt x="76" y="10"/>
                    <a:pt x="76" y="10"/>
                    <a:pt x="76" y="10"/>
                  </a:cubicBezTo>
                  <a:cubicBezTo>
                    <a:pt x="76" y="9"/>
                    <a:pt x="76" y="9"/>
                    <a:pt x="76" y="9"/>
                  </a:cubicBezTo>
                  <a:cubicBezTo>
                    <a:pt x="78" y="9"/>
                    <a:pt x="78" y="9"/>
                    <a:pt x="78" y="9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7"/>
                    <a:pt x="83" y="17"/>
                    <a:pt x="83" y="17"/>
                  </a:cubicBezTo>
                  <a:close/>
                  <a:moveTo>
                    <a:pt x="4" y="87"/>
                  </a:moveTo>
                  <a:cubicBezTo>
                    <a:pt x="4" y="87"/>
                    <a:pt x="4" y="87"/>
                    <a:pt x="4" y="87"/>
                  </a:cubicBezTo>
                  <a:cubicBezTo>
                    <a:pt x="4" y="88"/>
                    <a:pt x="4" y="88"/>
                    <a:pt x="4" y="88"/>
                  </a:cubicBezTo>
                  <a:cubicBezTo>
                    <a:pt x="4" y="87"/>
                    <a:pt x="4" y="87"/>
                    <a:pt x="4" y="87"/>
                  </a:cubicBezTo>
                  <a:close/>
                  <a:moveTo>
                    <a:pt x="2" y="82"/>
                  </a:moveTo>
                  <a:cubicBezTo>
                    <a:pt x="2" y="82"/>
                    <a:pt x="2" y="82"/>
                    <a:pt x="2" y="82"/>
                  </a:cubicBezTo>
                  <a:cubicBezTo>
                    <a:pt x="3" y="83"/>
                    <a:pt x="3" y="83"/>
                    <a:pt x="3" y="83"/>
                  </a:cubicBezTo>
                  <a:cubicBezTo>
                    <a:pt x="2" y="83"/>
                    <a:pt x="2" y="83"/>
                    <a:pt x="2" y="83"/>
                  </a:cubicBezTo>
                  <a:cubicBezTo>
                    <a:pt x="2" y="82"/>
                    <a:pt x="2" y="82"/>
                    <a:pt x="2" y="82"/>
                  </a:cubicBezTo>
                  <a:close/>
                  <a:moveTo>
                    <a:pt x="3" y="81"/>
                  </a:moveTo>
                  <a:cubicBezTo>
                    <a:pt x="3" y="81"/>
                    <a:pt x="3" y="81"/>
                    <a:pt x="3" y="81"/>
                  </a:cubicBezTo>
                  <a:cubicBezTo>
                    <a:pt x="3" y="81"/>
                    <a:pt x="3" y="81"/>
                    <a:pt x="3" y="81"/>
                  </a:cubicBezTo>
                  <a:cubicBezTo>
                    <a:pt x="3" y="81"/>
                    <a:pt x="3" y="81"/>
                    <a:pt x="3" y="81"/>
                  </a:cubicBezTo>
                  <a:close/>
                  <a:moveTo>
                    <a:pt x="2" y="80"/>
                  </a:moveTo>
                  <a:cubicBezTo>
                    <a:pt x="2" y="81"/>
                    <a:pt x="2" y="81"/>
                    <a:pt x="2" y="81"/>
                  </a:cubicBezTo>
                  <a:cubicBezTo>
                    <a:pt x="2" y="81"/>
                    <a:pt x="2" y="81"/>
                    <a:pt x="2" y="81"/>
                  </a:cubicBezTo>
                  <a:cubicBezTo>
                    <a:pt x="2" y="80"/>
                    <a:pt x="2" y="80"/>
                    <a:pt x="2" y="80"/>
                  </a:cubicBezTo>
                  <a:close/>
                  <a:moveTo>
                    <a:pt x="1" y="77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1" y="76"/>
                    <a:pt x="1" y="77"/>
                    <a:pt x="1" y="77"/>
                  </a:cubicBezTo>
                  <a:close/>
                  <a:moveTo>
                    <a:pt x="1" y="78"/>
                  </a:moveTo>
                  <a:cubicBezTo>
                    <a:pt x="1" y="78"/>
                    <a:pt x="1" y="78"/>
                    <a:pt x="1" y="78"/>
                  </a:cubicBezTo>
                  <a:cubicBezTo>
                    <a:pt x="1" y="78"/>
                    <a:pt x="1" y="78"/>
                    <a:pt x="1" y="78"/>
                  </a:cubicBezTo>
                  <a:cubicBezTo>
                    <a:pt x="1" y="78"/>
                    <a:pt x="1" y="78"/>
                    <a:pt x="1" y="78"/>
                  </a:cubicBezTo>
                  <a:close/>
                  <a:moveTo>
                    <a:pt x="2" y="79"/>
                  </a:moveTo>
                  <a:cubicBezTo>
                    <a:pt x="2" y="79"/>
                    <a:pt x="3" y="79"/>
                    <a:pt x="3" y="79"/>
                  </a:cubicBezTo>
                  <a:cubicBezTo>
                    <a:pt x="3" y="80"/>
                    <a:pt x="3" y="80"/>
                    <a:pt x="3" y="80"/>
                  </a:cubicBezTo>
                  <a:cubicBezTo>
                    <a:pt x="2" y="79"/>
                    <a:pt x="2" y="79"/>
                    <a:pt x="2" y="79"/>
                  </a:cubicBezTo>
                  <a:close/>
                  <a:moveTo>
                    <a:pt x="1" y="80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1" y="80"/>
                    <a:pt x="1" y="80"/>
                    <a:pt x="1" y="80"/>
                  </a:cubicBezTo>
                  <a:close/>
                  <a:moveTo>
                    <a:pt x="0" y="75"/>
                  </a:move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0" y="75"/>
                    <a:pt x="0" y="75"/>
                    <a:pt x="0" y="75"/>
                  </a:cubicBezTo>
                  <a:close/>
                  <a:moveTo>
                    <a:pt x="0" y="69"/>
                  </a:moveTo>
                  <a:cubicBezTo>
                    <a:pt x="1" y="70"/>
                    <a:pt x="1" y="70"/>
                    <a:pt x="1" y="70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0" y="69"/>
                    <a:pt x="0" y="69"/>
                    <a:pt x="0" y="69"/>
                  </a:cubicBezTo>
                  <a:close/>
                  <a:moveTo>
                    <a:pt x="0" y="68"/>
                  </a:moveTo>
                  <a:cubicBezTo>
                    <a:pt x="1" y="69"/>
                    <a:pt x="1" y="69"/>
                    <a:pt x="1" y="69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0" y="68"/>
                    <a:pt x="0" y="68"/>
                    <a:pt x="0" y="68"/>
                  </a:cubicBezTo>
                  <a:close/>
                  <a:moveTo>
                    <a:pt x="3" y="66"/>
                  </a:moveTo>
                  <a:cubicBezTo>
                    <a:pt x="3" y="67"/>
                    <a:pt x="3" y="67"/>
                    <a:pt x="3" y="67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3" y="66"/>
                    <a:pt x="3" y="66"/>
                    <a:pt x="3" y="66"/>
                  </a:cubicBezTo>
                  <a:close/>
                  <a:moveTo>
                    <a:pt x="4" y="66"/>
                  </a:moveTo>
                  <a:cubicBezTo>
                    <a:pt x="4" y="66"/>
                    <a:pt x="4" y="66"/>
                    <a:pt x="4" y="66"/>
                  </a:cubicBezTo>
                  <a:cubicBezTo>
                    <a:pt x="5" y="67"/>
                    <a:pt x="5" y="67"/>
                    <a:pt x="5" y="67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4" y="66"/>
                    <a:pt x="4" y="66"/>
                    <a:pt x="4" y="66"/>
                  </a:cubicBezTo>
                  <a:close/>
                  <a:moveTo>
                    <a:pt x="12" y="61"/>
                  </a:moveTo>
                  <a:cubicBezTo>
                    <a:pt x="12" y="61"/>
                    <a:pt x="12" y="60"/>
                    <a:pt x="12" y="60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12" y="61"/>
                    <a:pt x="12" y="61"/>
                    <a:pt x="12" y="61"/>
                  </a:cubicBezTo>
                  <a:close/>
                  <a:moveTo>
                    <a:pt x="12" y="60"/>
                  </a:moveTo>
                  <a:cubicBezTo>
                    <a:pt x="12" y="60"/>
                    <a:pt x="12" y="60"/>
                    <a:pt x="12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2" y="60"/>
                    <a:pt x="12" y="60"/>
                    <a:pt x="12" y="60"/>
                  </a:cubicBezTo>
                  <a:close/>
                  <a:moveTo>
                    <a:pt x="13" y="58"/>
                  </a:moveTo>
                  <a:cubicBezTo>
                    <a:pt x="14" y="57"/>
                    <a:pt x="14" y="57"/>
                    <a:pt x="14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13" y="58"/>
                    <a:pt x="13" y="58"/>
                    <a:pt x="13" y="58"/>
                  </a:cubicBezTo>
                  <a:close/>
                  <a:moveTo>
                    <a:pt x="13" y="60"/>
                  </a:moveTo>
                  <a:cubicBezTo>
                    <a:pt x="13" y="59"/>
                    <a:pt x="13" y="59"/>
                    <a:pt x="13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15" y="58"/>
                    <a:pt x="15" y="58"/>
                    <a:pt x="15" y="58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4" y="60"/>
                    <a:pt x="14" y="60"/>
                    <a:pt x="14" y="60"/>
                  </a:cubicBezTo>
                  <a:cubicBezTo>
                    <a:pt x="13" y="60"/>
                    <a:pt x="13" y="60"/>
                    <a:pt x="13" y="60"/>
                  </a:cubicBezTo>
                  <a:close/>
                  <a:moveTo>
                    <a:pt x="24" y="48"/>
                  </a:moveTo>
                  <a:cubicBezTo>
                    <a:pt x="25" y="48"/>
                    <a:pt x="25" y="48"/>
                    <a:pt x="25" y="48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4" y="48"/>
                    <a:pt x="24" y="48"/>
                    <a:pt x="24" y="48"/>
                  </a:cubicBezTo>
                  <a:close/>
                  <a:moveTo>
                    <a:pt x="24" y="50"/>
                  </a:moveTo>
                  <a:cubicBezTo>
                    <a:pt x="23" y="50"/>
                    <a:pt x="23" y="50"/>
                    <a:pt x="23" y="50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5" y="49"/>
                    <a:pt x="25" y="49"/>
                    <a:pt x="25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lose/>
                  <a:moveTo>
                    <a:pt x="26" y="43"/>
                  </a:moveTo>
                  <a:cubicBezTo>
                    <a:pt x="26" y="44"/>
                    <a:pt x="26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6" y="43"/>
                    <a:pt x="26" y="43"/>
                    <a:pt x="26" y="43"/>
                  </a:cubicBezTo>
                  <a:close/>
                  <a:moveTo>
                    <a:pt x="27" y="42"/>
                  </a:moveTo>
                  <a:cubicBezTo>
                    <a:pt x="28" y="41"/>
                    <a:pt x="28" y="41"/>
                    <a:pt x="28" y="41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7" y="42"/>
                    <a:pt x="27" y="42"/>
                  </a:cubicBezTo>
                  <a:close/>
                  <a:moveTo>
                    <a:pt x="27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0"/>
                    <a:pt x="27" y="40"/>
                    <a:pt x="27" y="40"/>
                  </a:cubicBezTo>
                  <a:close/>
                  <a:moveTo>
                    <a:pt x="32" y="33"/>
                  </a:moveTo>
                  <a:cubicBezTo>
                    <a:pt x="33" y="33"/>
                    <a:pt x="33" y="33"/>
                    <a:pt x="33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3"/>
                    <a:pt x="32" y="33"/>
                    <a:pt x="32" y="33"/>
                  </a:cubicBezTo>
                  <a:close/>
                  <a:moveTo>
                    <a:pt x="27" y="29"/>
                  </a:moveTo>
                  <a:cubicBezTo>
                    <a:pt x="27" y="29"/>
                    <a:pt x="27" y="29"/>
                    <a:pt x="27" y="29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7" y="29"/>
                    <a:pt x="27" y="29"/>
                    <a:pt x="27" y="29"/>
                  </a:cubicBezTo>
                  <a:close/>
                  <a:moveTo>
                    <a:pt x="28" y="27"/>
                  </a:move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lose/>
                  <a:moveTo>
                    <a:pt x="29" y="26"/>
                  </a:move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lose/>
                  <a:moveTo>
                    <a:pt x="32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2" y="25"/>
                    <a:pt x="32" y="25"/>
                    <a:pt x="32" y="25"/>
                  </a:cubicBezTo>
                  <a:close/>
                  <a:moveTo>
                    <a:pt x="33" y="23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lose/>
                  <a:moveTo>
                    <a:pt x="34" y="23"/>
                  </a:moveTo>
                  <a:cubicBezTo>
                    <a:pt x="34" y="25"/>
                    <a:pt x="34" y="25"/>
                    <a:pt x="34" y="25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4" y="23"/>
                    <a:pt x="34" y="23"/>
                    <a:pt x="34" y="23"/>
                  </a:cubicBezTo>
                  <a:close/>
                  <a:moveTo>
                    <a:pt x="35" y="19"/>
                  </a:moveTo>
                  <a:cubicBezTo>
                    <a:pt x="35" y="20"/>
                    <a:pt x="35" y="20"/>
                    <a:pt x="35" y="20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lose/>
                  <a:moveTo>
                    <a:pt x="36" y="20"/>
                  </a:move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6" y="20"/>
                    <a:pt x="36" y="20"/>
                    <a:pt x="36" y="20"/>
                  </a:cubicBezTo>
                  <a:close/>
                  <a:moveTo>
                    <a:pt x="39" y="20"/>
                  </a:moveTo>
                  <a:cubicBezTo>
                    <a:pt x="40" y="21"/>
                    <a:pt x="40" y="21"/>
                    <a:pt x="40" y="21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9" y="20"/>
                    <a:pt x="39" y="20"/>
                    <a:pt x="39" y="20"/>
                  </a:cubicBezTo>
                  <a:close/>
                  <a:moveTo>
                    <a:pt x="39" y="19"/>
                  </a:moveTo>
                  <a:cubicBezTo>
                    <a:pt x="38" y="19"/>
                    <a:pt x="38" y="19"/>
                    <a:pt x="38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39" y="19"/>
                    <a:pt x="39" y="19"/>
                    <a:pt x="39" y="19"/>
                  </a:cubicBezTo>
                  <a:close/>
                  <a:moveTo>
                    <a:pt x="41" y="21"/>
                  </a:moveTo>
                  <a:cubicBezTo>
                    <a:pt x="41" y="20"/>
                    <a:pt x="41" y="20"/>
                    <a:pt x="41" y="20"/>
                  </a:cubicBezTo>
                  <a:cubicBezTo>
                    <a:pt x="42" y="20"/>
                    <a:pt x="42" y="20"/>
                    <a:pt x="42" y="20"/>
                  </a:cubicBezTo>
                  <a:cubicBezTo>
                    <a:pt x="41" y="21"/>
                    <a:pt x="41" y="21"/>
                    <a:pt x="41" y="21"/>
                  </a:cubicBezTo>
                  <a:close/>
                  <a:moveTo>
                    <a:pt x="44" y="16"/>
                  </a:moveTo>
                  <a:cubicBezTo>
                    <a:pt x="44" y="17"/>
                    <a:pt x="44" y="17"/>
                    <a:pt x="44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2" y="18"/>
                    <a:pt x="42" y="18"/>
                    <a:pt x="42" y="18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6"/>
                    <a:pt x="44" y="16"/>
                    <a:pt x="44" y="16"/>
                  </a:cubicBezTo>
                  <a:close/>
                  <a:moveTo>
                    <a:pt x="4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4"/>
                    <a:pt x="44" y="14"/>
                    <a:pt x="44" y="14"/>
                  </a:cubicBezTo>
                  <a:close/>
                  <a:moveTo>
                    <a:pt x="48" y="9"/>
                  </a:moveTo>
                  <a:cubicBezTo>
                    <a:pt x="47" y="9"/>
                    <a:pt x="47" y="9"/>
                    <a:pt x="47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lose/>
                  <a:moveTo>
                    <a:pt x="46" y="11"/>
                  </a:moveTo>
                  <a:cubicBezTo>
                    <a:pt x="46" y="10"/>
                    <a:pt x="46" y="10"/>
                    <a:pt x="46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0"/>
                    <a:pt x="46" y="11"/>
                    <a:pt x="46" y="11"/>
                  </a:cubicBezTo>
                  <a:close/>
                  <a:moveTo>
                    <a:pt x="49" y="12"/>
                  </a:moveTo>
                  <a:cubicBezTo>
                    <a:pt x="49" y="11"/>
                    <a:pt x="49" y="11"/>
                    <a:pt x="49" y="11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49" y="12"/>
                    <a:pt x="49" y="12"/>
                    <a:pt x="49" y="12"/>
                  </a:cubicBezTo>
                  <a:close/>
                  <a:moveTo>
                    <a:pt x="48" y="12"/>
                  </a:move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2"/>
                    <a:pt x="48" y="12"/>
                    <a:pt x="48" y="12"/>
                  </a:cubicBezTo>
                  <a:close/>
                  <a:moveTo>
                    <a:pt x="51" y="10"/>
                  </a:moveTo>
                  <a:cubicBezTo>
                    <a:pt x="50" y="11"/>
                    <a:pt x="50" y="11"/>
                    <a:pt x="50" y="11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lose/>
                  <a:moveTo>
                    <a:pt x="53" y="11"/>
                  </a:moveTo>
                  <a:cubicBezTo>
                    <a:pt x="53" y="11"/>
                    <a:pt x="53" y="11"/>
                    <a:pt x="53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53" y="11"/>
                    <a:pt x="53" y="11"/>
                    <a:pt x="53" y="11"/>
                  </a:cubicBezTo>
                  <a:close/>
                  <a:moveTo>
                    <a:pt x="60" y="8"/>
                  </a:moveTo>
                  <a:cubicBezTo>
                    <a:pt x="59" y="8"/>
                    <a:pt x="59" y="8"/>
                    <a:pt x="59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9" y="7"/>
                    <a:pt x="59" y="7"/>
                    <a:pt x="59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lose/>
                  <a:moveTo>
                    <a:pt x="61" y="8"/>
                  </a:moveTo>
                  <a:cubicBezTo>
                    <a:pt x="60" y="7"/>
                    <a:pt x="60" y="7"/>
                    <a:pt x="60" y="7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8"/>
                    <a:pt x="61" y="8"/>
                    <a:pt x="61" y="8"/>
                  </a:cubicBezTo>
                  <a:close/>
                  <a:moveTo>
                    <a:pt x="59" y="6"/>
                  </a:moveTo>
                  <a:cubicBezTo>
                    <a:pt x="59" y="6"/>
                    <a:pt x="59" y="6"/>
                    <a:pt x="59" y="6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57" y="5"/>
                    <a:pt x="57" y="5"/>
                    <a:pt x="57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8" y="5"/>
                    <a:pt x="58" y="5"/>
                    <a:pt x="58" y="5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59" y="6"/>
                    <a:pt x="59" y="6"/>
                    <a:pt x="59" y="6"/>
                  </a:cubicBezTo>
                  <a:close/>
                  <a:moveTo>
                    <a:pt x="62" y="5"/>
                  </a:moveTo>
                  <a:cubicBezTo>
                    <a:pt x="62" y="5"/>
                    <a:pt x="63" y="4"/>
                    <a:pt x="63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62" y="5"/>
                    <a:pt x="62" y="5"/>
                    <a:pt x="62" y="5"/>
                  </a:cubicBezTo>
                  <a:close/>
                  <a:moveTo>
                    <a:pt x="64" y="3"/>
                  </a:moveTo>
                  <a:cubicBezTo>
                    <a:pt x="64" y="3"/>
                    <a:pt x="64" y="3"/>
                    <a:pt x="64" y="3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3"/>
                    <a:pt x="64" y="3"/>
                    <a:pt x="64" y="3"/>
                  </a:cubicBezTo>
                  <a:close/>
                  <a:moveTo>
                    <a:pt x="66" y="1"/>
                  </a:moveTo>
                  <a:cubicBezTo>
                    <a:pt x="66" y="1"/>
                    <a:pt x="66" y="1"/>
                    <a:pt x="66" y="1"/>
                  </a:cubicBezTo>
                  <a:cubicBezTo>
                    <a:pt x="66" y="1"/>
                    <a:pt x="66" y="1"/>
                    <a:pt x="66" y="1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66" y="1"/>
                    <a:pt x="66" y="1"/>
                    <a:pt x="66" y="1"/>
                  </a:cubicBezTo>
                  <a:close/>
                  <a:moveTo>
                    <a:pt x="67" y="2"/>
                  </a:moveTo>
                  <a:cubicBezTo>
                    <a:pt x="67" y="2"/>
                    <a:pt x="67" y="2"/>
                    <a:pt x="67" y="2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71" y="2"/>
                    <a:pt x="71" y="2"/>
                    <a:pt x="71" y="2"/>
                  </a:cubicBezTo>
                  <a:cubicBezTo>
                    <a:pt x="70" y="3"/>
                    <a:pt x="70" y="3"/>
                    <a:pt x="70" y="3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68" y="2"/>
                    <a:pt x="68" y="2"/>
                    <a:pt x="68" y="2"/>
                  </a:cubicBezTo>
                  <a:lnTo>
                    <a:pt x="67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1" name="Freeform 39"/>
            <p:cNvSpPr>
              <a:spLocks noEditPoints="1"/>
            </p:cNvSpPr>
            <p:nvPr/>
          </p:nvSpPr>
          <p:spPr bwMode="auto">
            <a:xfrm>
              <a:off x="4488589" y="1553527"/>
              <a:ext cx="213581" cy="434881"/>
            </a:xfrm>
            <a:custGeom>
              <a:avLst/>
              <a:gdLst>
                <a:gd name="T0" fmla="*/ 7 w 166"/>
                <a:gd name="T1" fmla="*/ 241 h 338"/>
                <a:gd name="T2" fmla="*/ 18 w 166"/>
                <a:gd name="T3" fmla="*/ 226 h 338"/>
                <a:gd name="T4" fmla="*/ 22 w 166"/>
                <a:gd name="T5" fmla="*/ 197 h 338"/>
                <a:gd name="T6" fmla="*/ 11 w 166"/>
                <a:gd name="T7" fmla="*/ 163 h 338"/>
                <a:gd name="T8" fmla="*/ 26 w 166"/>
                <a:gd name="T9" fmla="*/ 137 h 338"/>
                <a:gd name="T10" fmla="*/ 33 w 166"/>
                <a:gd name="T11" fmla="*/ 97 h 338"/>
                <a:gd name="T12" fmla="*/ 48 w 166"/>
                <a:gd name="T13" fmla="*/ 74 h 338"/>
                <a:gd name="T14" fmla="*/ 55 w 166"/>
                <a:gd name="T15" fmla="*/ 45 h 338"/>
                <a:gd name="T16" fmla="*/ 70 w 166"/>
                <a:gd name="T17" fmla="*/ 30 h 338"/>
                <a:gd name="T18" fmla="*/ 78 w 166"/>
                <a:gd name="T19" fmla="*/ 22 h 338"/>
                <a:gd name="T20" fmla="*/ 96 w 166"/>
                <a:gd name="T21" fmla="*/ 19 h 338"/>
                <a:gd name="T22" fmla="*/ 103 w 166"/>
                <a:gd name="T23" fmla="*/ 8 h 338"/>
                <a:gd name="T24" fmla="*/ 111 w 166"/>
                <a:gd name="T25" fmla="*/ 4 h 338"/>
                <a:gd name="T26" fmla="*/ 141 w 166"/>
                <a:gd name="T27" fmla="*/ 19 h 338"/>
                <a:gd name="T28" fmla="*/ 148 w 166"/>
                <a:gd name="T29" fmla="*/ 30 h 338"/>
                <a:gd name="T30" fmla="*/ 155 w 166"/>
                <a:gd name="T31" fmla="*/ 52 h 338"/>
                <a:gd name="T32" fmla="*/ 155 w 166"/>
                <a:gd name="T33" fmla="*/ 78 h 338"/>
                <a:gd name="T34" fmla="*/ 159 w 166"/>
                <a:gd name="T35" fmla="*/ 89 h 338"/>
                <a:gd name="T36" fmla="*/ 144 w 166"/>
                <a:gd name="T37" fmla="*/ 89 h 338"/>
                <a:gd name="T38" fmla="*/ 133 w 166"/>
                <a:gd name="T39" fmla="*/ 93 h 338"/>
                <a:gd name="T40" fmla="*/ 129 w 166"/>
                <a:gd name="T41" fmla="*/ 104 h 338"/>
                <a:gd name="T42" fmla="*/ 129 w 166"/>
                <a:gd name="T43" fmla="*/ 108 h 338"/>
                <a:gd name="T44" fmla="*/ 133 w 166"/>
                <a:gd name="T45" fmla="*/ 119 h 338"/>
                <a:gd name="T46" fmla="*/ 126 w 166"/>
                <a:gd name="T47" fmla="*/ 134 h 338"/>
                <a:gd name="T48" fmla="*/ 115 w 166"/>
                <a:gd name="T49" fmla="*/ 149 h 338"/>
                <a:gd name="T50" fmla="*/ 103 w 166"/>
                <a:gd name="T51" fmla="*/ 156 h 338"/>
                <a:gd name="T52" fmla="*/ 92 w 166"/>
                <a:gd name="T53" fmla="*/ 160 h 338"/>
                <a:gd name="T54" fmla="*/ 85 w 166"/>
                <a:gd name="T55" fmla="*/ 174 h 338"/>
                <a:gd name="T56" fmla="*/ 81 w 166"/>
                <a:gd name="T57" fmla="*/ 189 h 338"/>
                <a:gd name="T58" fmla="*/ 81 w 166"/>
                <a:gd name="T59" fmla="*/ 204 h 338"/>
                <a:gd name="T60" fmla="*/ 85 w 166"/>
                <a:gd name="T61" fmla="*/ 215 h 338"/>
                <a:gd name="T62" fmla="*/ 100 w 166"/>
                <a:gd name="T63" fmla="*/ 226 h 338"/>
                <a:gd name="T64" fmla="*/ 100 w 166"/>
                <a:gd name="T65" fmla="*/ 249 h 338"/>
                <a:gd name="T66" fmla="*/ 85 w 166"/>
                <a:gd name="T67" fmla="*/ 245 h 338"/>
                <a:gd name="T68" fmla="*/ 70 w 166"/>
                <a:gd name="T69" fmla="*/ 245 h 338"/>
                <a:gd name="T70" fmla="*/ 81 w 166"/>
                <a:gd name="T71" fmla="*/ 249 h 338"/>
                <a:gd name="T72" fmla="*/ 100 w 166"/>
                <a:gd name="T73" fmla="*/ 252 h 338"/>
                <a:gd name="T74" fmla="*/ 92 w 166"/>
                <a:gd name="T75" fmla="*/ 256 h 338"/>
                <a:gd name="T76" fmla="*/ 85 w 166"/>
                <a:gd name="T77" fmla="*/ 264 h 338"/>
                <a:gd name="T78" fmla="*/ 78 w 166"/>
                <a:gd name="T79" fmla="*/ 271 h 338"/>
                <a:gd name="T80" fmla="*/ 78 w 166"/>
                <a:gd name="T81" fmla="*/ 282 h 338"/>
                <a:gd name="T82" fmla="*/ 81 w 166"/>
                <a:gd name="T83" fmla="*/ 301 h 338"/>
                <a:gd name="T84" fmla="*/ 66 w 166"/>
                <a:gd name="T85" fmla="*/ 319 h 338"/>
                <a:gd name="T86" fmla="*/ 48 w 166"/>
                <a:gd name="T87" fmla="*/ 330 h 338"/>
                <a:gd name="T88" fmla="*/ 29 w 166"/>
                <a:gd name="T89" fmla="*/ 330 h 338"/>
                <a:gd name="T90" fmla="*/ 29 w 166"/>
                <a:gd name="T91" fmla="*/ 315 h 338"/>
                <a:gd name="T92" fmla="*/ 15 w 166"/>
                <a:gd name="T93" fmla="*/ 297 h 338"/>
                <a:gd name="T94" fmla="*/ 7 w 166"/>
                <a:gd name="T95" fmla="*/ 282 h 338"/>
                <a:gd name="T96" fmla="*/ 7 w 166"/>
                <a:gd name="T97" fmla="*/ 275 h 338"/>
                <a:gd name="T98" fmla="*/ 0 w 166"/>
                <a:gd name="T99" fmla="*/ 264 h 338"/>
                <a:gd name="T100" fmla="*/ 103 w 166"/>
                <a:gd name="T101" fmla="*/ 252 h 338"/>
                <a:gd name="T102" fmla="*/ 4 w 166"/>
                <a:gd name="T103" fmla="*/ 278 h 338"/>
                <a:gd name="T104" fmla="*/ 115 w 166"/>
                <a:gd name="T105" fmla="*/ 271 h 338"/>
                <a:gd name="T106" fmla="*/ 118 w 166"/>
                <a:gd name="T107" fmla="*/ 282 h 338"/>
                <a:gd name="T108" fmla="*/ 107 w 166"/>
                <a:gd name="T109" fmla="*/ 304 h 338"/>
                <a:gd name="T110" fmla="*/ 115 w 166"/>
                <a:gd name="T111" fmla="*/ 293 h 338"/>
                <a:gd name="T112" fmla="*/ 107 w 166"/>
                <a:gd name="T113" fmla="*/ 286 h 338"/>
                <a:gd name="T114" fmla="*/ 107 w 166"/>
                <a:gd name="T115" fmla="*/ 301 h 338"/>
                <a:gd name="T116" fmla="*/ 81 w 166"/>
                <a:gd name="T117" fmla="*/ 319 h 338"/>
                <a:gd name="T118" fmla="*/ 85 w 166"/>
                <a:gd name="T119" fmla="*/ 297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66" h="338">
                  <a:moveTo>
                    <a:pt x="4" y="256"/>
                  </a:moveTo>
                  <a:lnTo>
                    <a:pt x="7" y="260"/>
                  </a:lnTo>
                  <a:lnTo>
                    <a:pt x="7" y="260"/>
                  </a:lnTo>
                  <a:lnTo>
                    <a:pt x="11" y="260"/>
                  </a:lnTo>
                  <a:lnTo>
                    <a:pt x="7" y="249"/>
                  </a:lnTo>
                  <a:lnTo>
                    <a:pt x="7" y="245"/>
                  </a:lnTo>
                  <a:lnTo>
                    <a:pt x="7" y="241"/>
                  </a:lnTo>
                  <a:lnTo>
                    <a:pt x="11" y="241"/>
                  </a:lnTo>
                  <a:lnTo>
                    <a:pt x="7" y="238"/>
                  </a:lnTo>
                  <a:lnTo>
                    <a:pt x="7" y="238"/>
                  </a:lnTo>
                  <a:lnTo>
                    <a:pt x="15" y="238"/>
                  </a:lnTo>
                  <a:lnTo>
                    <a:pt x="15" y="234"/>
                  </a:lnTo>
                  <a:lnTo>
                    <a:pt x="15" y="230"/>
                  </a:lnTo>
                  <a:lnTo>
                    <a:pt x="18" y="226"/>
                  </a:lnTo>
                  <a:lnTo>
                    <a:pt x="15" y="223"/>
                  </a:lnTo>
                  <a:lnTo>
                    <a:pt x="15" y="215"/>
                  </a:lnTo>
                  <a:lnTo>
                    <a:pt x="11" y="212"/>
                  </a:lnTo>
                  <a:lnTo>
                    <a:pt x="11" y="208"/>
                  </a:lnTo>
                  <a:lnTo>
                    <a:pt x="18" y="208"/>
                  </a:lnTo>
                  <a:lnTo>
                    <a:pt x="18" y="200"/>
                  </a:lnTo>
                  <a:lnTo>
                    <a:pt x="22" y="197"/>
                  </a:lnTo>
                  <a:lnTo>
                    <a:pt x="15" y="193"/>
                  </a:lnTo>
                  <a:lnTo>
                    <a:pt x="11" y="189"/>
                  </a:lnTo>
                  <a:lnTo>
                    <a:pt x="11" y="186"/>
                  </a:lnTo>
                  <a:lnTo>
                    <a:pt x="11" y="178"/>
                  </a:lnTo>
                  <a:lnTo>
                    <a:pt x="11" y="174"/>
                  </a:lnTo>
                  <a:lnTo>
                    <a:pt x="7" y="171"/>
                  </a:lnTo>
                  <a:lnTo>
                    <a:pt x="11" y="163"/>
                  </a:lnTo>
                  <a:lnTo>
                    <a:pt x="7" y="156"/>
                  </a:lnTo>
                  <a:lnTo>
                    <a:pt x="7" y="149"/>
                  </a:lnTo>
                  <a:lnTo>
                    <a:pt x="7" y="141"/>
                  </a:lnTo>
                  <a:lnTo>
                    <a:pt x="11" y="137"/>
                  </a:lnTo>
                  <a:lnTo>
                    <a:pt x="15" y="134"/>
                  </a:lnTo>
                  <a:lnTo>
                    <a:pt x="18" y="137"/>
                  </a:lnTo>
                  <a:lnTo>
                    <a:pt x="26" y="137"/>
                  </a:lnTo>
                  <a:lnTo>
                    <a:pt x="29" y="134"/>
                  </a:lnTo>
                  <a:lnTo>
                    <a:pt x="29" y="126"/>
                  </a:lnTo>
                  <a:lnTo>
                    <a:pt x="26" y="126"/>
                  </a:lnTo>
                  <a:lnTo>
                    <a:pt x="26" y="123"/>
                  </a:lnTo>
                  <a:lnTo>
                    <a:pt x="33" y="108"/>
                  </a:lnTo>
                  <a:lnTo>
                    <a:pt x="33" y="100"/>
                  </a:lnTo>
                  <a:lnTo>
                    <a:pt x="33" y="97"/>
                  </a:lnTo>
                  <a:lnTo>
                    <a:pt x="37" y="93"/>
                  </a:lnTo>
                  <a:lnTo>
                    <a:pt x="37" y="85"/>
                  </a:lnTo>
                  <a:lnTo>
                    <a:pt x="33" y="85"/>
                  </a:lnTo>
                  <a:lnTo>
                    <a:pt x="33" y="82"/>
                  </a:lnTo>
                  <a:lnTo>
                    <a:pt x="37" y="78"/>
                  </a:lnTo>
                  <a:lnTo>
                    <a:pt x="44" y="78"/>
                  </a:lnTo>
                  <a:lnTo>
                    <a:pt x="48" y="74"/>
                  </a:lnTo>
                  <a:lnTo>
                    <a:pt x="48" y="74"/>
                  </a:lnTo>
                  <a:lnTo>
                    <a:pt x="52" y="67"/>
                  </a:lnTo>
                  <a:lnTo>
                    <a:pt x="55" y="59"/>
                  </a:lnTo>
                  <a:lnTo>
                    <a:pt x="59" y="56"/>
                  </a:lnTo>
                  <a:lnTo>
                    <a:pt x="55" y="52"/>
                  </a:lnTo>
                  <a:lnTo>
                    <a:pt x="55" y="52"/>
                  </a:lnTo>
                  <a:lnTo>
                    <a:pt x="55" y="45"/>
                  </a:lnTo>
                  <a:lnTo>
                    <a:pt x="55" y="41"/>
                  </a:lnTo>
                  <a:lnTo>
                    <a:pt x="59" y="41"/>
                  </a:lnTo>
                  <a:lnTo>
                    <a:pt x="59" y="37"/>
                  </a:lnTo>
                  <a:lnTo>
                    <a:pt x="63" y="34"/>
                  </a:lnTo>
                  <a:lnTo>
                    <a:pt x="63" y="30"/>
                  </a:lnTo>
                  <a:lnTo>
                    <a:pt x="66" y="30"/>
                  </a:lnTo>
                  <a:lnTo>
                    <a:pt x="70" y="30"/>
                  </a:lnTo>
                  <a:lnTo>
                    <a:pt x="74" y="30"/>
                  </a:lnTo>
                  <a:lnTo>
                    <a:pt x="74" y="30"/>
                  </a:lnTo>
                  <a:lnTo>
                    <a:pt x="78" y="30"/>
                  </a:lnTo>
                  <a:lnTo>
                    <a:pt x="74" y="26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74" y="19"/>
                  </a:lnTo>
                  <a:lnTo>
                    <a:pt x="78" y="15"/>
                  </a:lnTo>
                  <a:lnTo>
                    <a:pt x="81" y="15"/>
                  </a:lnTo>
                  <a:lnTo>
                    <a:pt x="85" y="15"/>
                  </a:lnTo>
                  <a:lnTo>
                    <a:pt x="89" y="15"/>
                  </a:lnTo>
                  <a:lnTo>
                    <a:pt x="92" y="19"/>
                  </a:lnTo>
                  <a:lnTo>
                    <a:pt x="96" y="19"/>
                  </a:lnTo>
                  <a:lnTo>
                    <a:pt x="100" y="19"/>
                  </a:lnTo>
                  <a:lnTo>
                    <a:pt x="100" y="19"/>
                  </a:lnTo>
                  <a:lnTo>
                    <a:pt x="103" y="19"/>
                  </a:lnTo>
                  <a:lnTo>
                    <a:pt x="103" y="15"/>
                  </a:lnTo>
                  <a:lnTo>
                    <a:pt x="100" y="15"/>
                  </a:lnTo>
                  <a:lnTo>
                    <a:pt x="100" y="11"/>
                  </a:lnTo>
                  <a:lnTo>
                    <a:pt x="103" y="8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100" y="0"/>
                  </a:lnTo>
                  <a:lnTo>
                    <a:pt x="103" y="0"/>
                  </a:lnTo>
                  <a:lnTo>
                    <a:pt x="107" y="0"/>
                  </a:lnTo>
                  <a:lnTo>
                    <a:pt x="107" y="0"/>
                  </a:lnTo>
                  <a:lnTo>
                    <a:pt x="111" y="4"/>
                  </a:lnTo>
                  <a:lnTo>
                    <a:pt x="115" y="4"/>
                  </a:lnTo>
                  <a:lnTo>
                    <a:pt x="122" y="11"/>
                  </a:lnTo>
                  <a:lnTo>
                    <a:pt x="126" y="15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7" y="19"/>
                  </a:lnTo>
                  <a:lnTo>
                    <a:pt x="141" y="19"/>
                  </a:lnTo>
                  <a:lnTo>
                    <a:pt x="141" y="22"/>
                  </a:lnTo>
                  <a:lnTo>
                    <a:pt x="144" y="22"/>
                  </a:lnTo>
                  <a:lnTo>
                    <a:pt x="144" y="22"/>
                  </a:lnTo>
                  <a:lnTo>
                    <a:pt x="148" y="26"/>
                  </a:lnTo>
                  <a:lnTo>
                    <a:pt x="148" y="26"/>
                  </a:lnTo>
                  <a:lnTo>
                    <a:pt x="152" y="30"/>
                  </a:lnTo>
                  <a:lnTo>
                    <a:pt x="148" y="30"/>
                  </a:lnTo>
                  <a:lnTo>
                    <a:pt x="152" y="37"/>
                  </a:lnTo>
                  <a:lnTo>
                    <a:pt x="148" y="41"/>
                  </a:lnTo>
                  <a:lnTo>
                    <a:pt x="148" y="41"/>
                  </a:lnTo>
                  <a:lnTo>
                    <a:pt x="155" y="41"/>
                  </a:lnTo>
                  <a:lnTo>
                    <a:pt x="155" y="45"/>
                  </a:lnTo>
                  <a:lnTo>
                    <a:pt x="152" y="48"/>
                  </a:lnTo>
                  <a:lnTo>
                    <a:pt x="155" y="52"/>
                  </a:lnTo>
                  <a:lnTo>
                    <a:pt x="155" y="56"/>
                  </a:lnTo>
                  <a:lnTo>
                    <a:pt x="155" y="59"/>
                  </a:lnTo>
                  <a:lnTo>
                    <a:pt x="155" y="63"/>
                  </a:lnTo>
                  <a:lnTo>
                    <a:pt x="155" y="63"/>
                  </a:lnTo>
                  <a:lnTo>
                    <a:pt x="155" y="71"/>
                  </a:lnTo>
                  <a:lnTo>
                    <a:pt x="155" y="74"/>
                  </a:lnTo>
                  <a:lnTo>
                    <a:pt x="155" y="78"/>
                  </a:lnTo>
                  <a:lnTo>
                    <a:pt x="159" y="78"/>
                  </a:lnTo>
                  <a:lnTo>
                    <a:pt x="163" y="82"/>
                  </a:lnTo>
                  <a:lnTo>
                    <a:pt x="166" y="85"/>
                  </a:lnTo>
                  <a:lnTo>
                    <a:pt x="163" y="89"/>
                  </a:lnTo>
                  <a:lnTo>
                    <a:pt x="163" y="89"/>
                  </a:lnTo>
                  <a:lnTo>
                    <a:pt x="163" y="89"/>
                  </a:lnTo>
                  <a:lnTo>
                    <a:pt x="159" y="89"/>
                  </a:lnTo>
                  <a:lnTo>
                    <a:pt x="159" y="85"/>
                  </a:lnTo>
                  <a:lnTo>
                    <a:pt x="155" y="89"/>
                  </a:lnTo>
                  <a:lnTo>
                    <a:pt x="152" y="89"/>
                  </a:lnTo>
                  <a:lnTo>
                    <a:pt x="148" y="89"/>
                  </a:lnTo>
                  <a:lnTo>
                    <a:pt x="148" y="89"/>
                  </a:lnTo>
                  <a:lnTo>
                    <a:pt x="144" y="85"/>
                  </a:lnTo>
                  <a:lnTo>
                    <a:pt x="144" y="89"/>
                  </a:lnTo>
                  <a:lnTo>
                    <a:pt x="141" y="85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37" y="93"/>
                  </a:lnTo>
                  <a:lnTo>
                    <a:pt x="137" y="93"/>
                  </a:lnTo>
                  <a:lnTo>
                    <a:pt x="133" y="93"/>
                  </a:lnTo>
                  <a:lnTo>
                    <a:pt x="133" y="93"/>
                  </a:lnTo>
                  <a:lnTo>
                    <a:pt x="133" y="97"/>
                  </a:lnTo>
                  <a:lnTo>
                    <a:pt x="137" y="97"/>
                  </a:lnTo>
                  <a:lnTo>
                    <a:pt x="133" y="100"/>
                  </a:lnTo>
                  <a:lnTo>
                    <a:pt x="129" y="97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9" y="104"/>
                  </a:lnTo>
                  <a:lnTo>
                    <a:pt x="129" y="104"/>
                  </a:lnTo>
                  <a:lnTo>
                    <a:pt x="129" y="100"/>
                  </a:lnTo>
                  <a:lnTo>
                    <a:pt x="126" y="100"/>
                  </a:lnTo>
                  <a:lnTo>
                    <a:pt x="126" y="100"/>
                  </a:lnTo>
                  <a:lnTo>
                    <a:pt x="126" y="104"/>
                  </a:lnTo>
                  <a:lnTo>
                    <a:pt x="129" y="104"/>
                  </a:lnTo>
                  <a:lnTo>
                    <a:pt x="129" y="108"/>
                  </a:lnTo>
                  <a:lnTo>
                    <a:pt x="129" y="108"/>
                  </a:lnTo>
                  <a:lnTo>
                    <a:pt x="129" y="111"/>
                  </a:lnTo>
                  <a:lnTo>
                    <a:pt x="129" y="115"/>
                  </a:lnTo>
                  <a:lnTo>
                    <a:pt x="126" y="115"/>
                  </a:lnTo>
                  <a:lnTo>
                    <a:pt x="129" y="119"/>
                  </a:lnTo>
                  <a:lnTo>
                    <a:pt x="129" y="119"/>
                  </a:lnTo>
                  <a:lnTo>
                    <a:pt x="133" y="119"/>
                  </a:lnTo>
                  <a:lnTo>
                    <a:pt x="129" y="123"/>
                  </a:lnTo>
                  <a:lnTo>
                    <a:pt x="133" y="123"/>
                  </a:lnTo>
                  <a:lnTo>
                    <a:pt x="133" y="123"/>
                  </a:lnTo>
                  <a:lnTo>
                    <a:pt x="129" y="126"/>
                  </a:lnTo>
                  <a:lnTo>
                    <a:pt x="129" y="126"/>
                  </a:lnTo>
                  <a:lnTo>
                    <a:pt x="126" y="130"/>
                  </a:lnTo>
                  <a:lnTo>
                    <a:pt x="126" y="134"/>
                  </a:lnTo>
                  <a:lnTo>
                    <a:pt x="122" y="141"/>
                  </a:lnTo>
                  <a:lnTo>
                    <a:pt x="122" y="141"/>
                  </a:lnTo>
                  <a:lnTo>
                    <a:pt x="118" y="141"/>
                  </a:lnTo>
                  <a:lnTo>
                    <a:pt x="115" y="141"/>
                  </a:lnTo>
                  <a:lnTo>
                    <a:pt x="115" y="145"/>
                  </a:lnTo>
                  <a:lnTo>
                    <a:pt x="118" y="145"/>
                  </a:lnTo>
                  <a:lnTo>
                    <a:pt x="115" y="149"/>
                  </a:lnTo>
                  <a:lnTo>
                    <a:pt x="111" y="152"/>
                  </a:lnTo>
                  <a:lnTo>
                    <a:pt x="111" y="152"/>
                  </a:lnTo>
                  <a:lnTo>
                    <a:pt x="107" y="149"/>
                  </a:lnTo>
                  <a:lnTo>
                    <a:pt x="107" y="149"/>
                  </a:lnTo>
                  <a:lnTo>
                    <a:pt x="103" y="152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100" y="156"/>
                  </a:lnTo>
                  <a:lnTo>
                    <a:pt x="100" y="156"/>
                  </a:lnTo>
                  <a:lnTo>
                    <a:pt x="100" y="160"/>
                  </a:lnTo>
                  <a:lnTo>
                    <a:pt x="96" y="160"/>
                  </a:lnTo>
                  <a:lnTo>
                    <a:pt x="96" y="156"/>
                  </a:lnTo>
                  <a:lnTo>
                    <a:pt x="92" y="160"/>
                  </a:lnTo>
                  <a:lnTo>
                    <a:pt x="92" y="160"/>
                  </a:lnTo>
                  <a:lnTo>
                    <a:pt x="96" y="163"/>
                  </a:lnTo>
                  <a:lnTo>
                    <a:pt x="96" y="163"/>
                  </a:lnTo>
                  <a:lnTo>
                    <a:pt x="89" y="167"/>
                  </a:lnTo>
                  <a:lnTo>
                    <a:pt x="89" y="167"/>
                  </a:lnTo>
                  <a:lnTo>
                    <a:pt x="85" y="167"/>
                  </a:lnTo>
                  <a:lnTo>
                    <a:pt x="89" y="171"/>
                  </a:lnTo>
                  <a:lnTo>
                    <a:pt x="85" y="174"/>
                  </a:lnTo>
                  <a:lnTo>
                    <a:pt x="81" y="174"/>
                  </a:lnTo>
                  <a:lnTo>
                    <a:pt x="78" y="174"/>
                  </a:lnTo>
                  <a:lnTo>
                    <a:pt x="81" y="178"/>
                  </a:lnTo>
                  <a:lnTo>
                    <a:pt x="81" y="182"/>
                  </a:lnTo>
                  <a:lnTo>
                    <a:pt x="81" y="182"/>
                  </a:lnTo>
                  <a:lnTo>
                    <a:pt x="81" y="186"/>
                  </a:lnTo>
                  <a:lnTo>
                    <a:pt x="81" y="189"/>
                  </a:lnTo>
                  <a:lnTo>
                    <a:pt x="85" y="193"/>
                  </a:lnTo>
                  <a:lnTo>
                    <a:pt x="85" y="197"/>
                  </a:lnTo>
                  <a:lnTo>
                    <a:pt x="81" y="193"/>
                  </a:lnTo>
                  <a:lnTo>
                    <a:pt x="81" y="197"/>
                  </a:lnTo>
                  <a:lnTo>
                    <a:pt x="81" y="200"/>
                  </a:lnTo>
                  <a:lnTo>
                    <a:pt x="78" y="204"/>
                  </a:lnTo>
                  <a:lnTo>
                    <a:pt x="81" y="204"/>
                  </a:lnTo>
                  <a:lnTo>
                    <a:pt x="81" y="204"/>
                  </a:lnTo>
                  <a:lnTo>
                    <a:pt x="81" y="204"/>
                  </a:lnTo>
                  <a:lnTo>
                    <a:pt x="81" y="208"/>
                  </a:lnTo>
                  <a:lnTo>
                    <a:pt x="78" y="212"/>
                  </a:lnTo>
                  <a:lnTo>
                    <a:pt x="81" y="215"/>
                  </a:lnTo>
                  <a:lnTo>
                    <a:pt x="81" y="215"/>
                  </a:lnTo>
                  <a:lnTo>
                    <a:pt x="85" y="215"/>
                  </a:lnTo>
                  <a:lnTo>
                    <a:pt x="85" y="219"/>
                  </a:lnTo>
                  <a:lnTo>
                    <a:pt x="85" y="219"/>
                  </a:lnTo>
                  <a:lnTo>
                    <a:pt x="89" y="219"/>
                  </a:lnTo>
                  <a:lnTo>
                    <a:pt x="92" y="219"/>
                  </a:lnTo>
                  <a:lnTo>
                    <a:pt x="92" y="219"/>
                  </a:lnTo>
                  <a:lnTo>
                    <a:pt x="96" y="223"/>
                  </a:lnTo>
                  <a:lnTo>
                    <a:pt x="100" y="226"/>
                  </a:lnTo>
                  <a:lnTo>
                    <a:pt x="100" y="226"/>
                  </a:lnTo>
                  <a:lnTo>
                    <a:pt x="103" y="230"/>
                  </a:lnTo>
                  <a:lnTo>
                    <a:pt x="103" y="234"/>
                  </a:lnTo>
                  <a:lnTo>
                    <a:pt x="107" y="234"/>
                  </a:lnTo>
                  <a:lnTo>
                    <a:pt x="103" y="241"/>
                  </a:lnTo>
                  <a:lnTo>
                    <a:pt x="100" y="245"/>
                  </a:lnTo>
                  <a:lnTo>
                    <a:pt x="100" y="249"/>
                  </a:lnTo>
                  <a:lnTo>
                    <a:pt x="96" y="249"/>
                  </a:lnTo>
                  <a:lnTo>
                    <a:pt x="92" y="245"/>
                  </a:lnTo>
                  <a:lnTo>
                    <a:pt x="92" y="245"/>
                  </a:lnTo>
                  <a:lnTo>
                    <a:pt x="89" y="245"/>
                  </a:lnTo>
                  <a:lnTo>
                    <a:pt x="89" y="241"/>
                  </a:lnTo>
                  <a:lnTo>
                    <a:pt x="89" y="245"/>
                  </a:lnTo>
                  <a:lnTo>
                    <a:pt x="85" y="245"/>
                  </a:lnTo>
                  <a:lnTo>
                    <a:pt x="85" y="241"/>
                  </a:lnTo>
                  <a:lnTo>
                    <a:pt x="81" y="241"/>
                  </a:lnTo>
                  <a:lnTo>
                    <a:pt x="81" y="245"/>
                  </a:lnTo>
                  <a:lnTo>
                    <a:pt x="78" y="245"/>
                  </a:lnTo>
                  <a:lnTo>
                    <a:pt x="78" y="245"/>
                  </a:lnTo>
                  <a:lnTo>
                    <a:pt x="74" y="245"/>
                  </a:lnTo>
                  <a:lnTo>
                    <a:pt x="70" y="245"/>
                  </a:lnTo>
                  <a:lnTo>
                    <a:pt x="70" y="245"/>
                  </a:lnTo>
                  <a:lnTo>
                    <a:pt x="70" y="249"/>
                  </a:lnTo>
                  <a:lnTo>
                    <a:pt x="74" y="249"/>
                  </a:lnTo>
                  <a:lnTo>
                    <a:pt x="74" y="249"/>
                  </a:lnTo>
                  <a:lnTo>
                    <a:pt x="78" y="245"/>
                  </a:lnTo>
                  <a:lnTo>
                    <a:pt x="81" y="245"/>
                  </a:lnTo>
                  <a:lnTo>
                    <a:pt x="81" y="249"/>
                  </a:lnTo>
                  <a:lnTo>
                    <a:pt x="85" y="249"/>
                  </a:lnTo>
                  <a:lnTo>
                    <a:pt x="89" y="252"/>
                  </a:lnTo>
                  <a:lnTo>
                    <a:pt x="89" y="249"/>
                  </a:lnTo>
                  <a:lnTo>
                    <a:pt x="92" y="249"/>
                  </a:lnTo>
                  <a:lnTo>
                    <a:pt x="96" y="249"/>
                  </a:lnTo>
                  <a:lnTo>
                    <a:pt x="100" y="249"/>
                  </a:lnTo>
                  <a:lnTo>
                    <a:pt x="100" y="252"/>
                  </a:lnTo>
                  <a:lnTo>
                    <a:pt x="100" y="256"/>
                  </a:lnTo>
                  <a:lnTo>
                    <a:pt x="100" y="256"/>
                  </a:lnTo>
                  <a:lnTo>
                    <a:pt x="96" y="256"/>
                  </a:lnTo>
                  <a:lnTo>
                    <a:pt x="92" y="260"/>
                  </a:lnTo>
                  <a:lnTo>
                    <a:pt x="92" y="260"/>
                  </a:lnTo>
                  <a:lnTo>
                    <a:pt x="92" y="256"/>
                  </a:lnTo>
                  <a:lnTo>
                    <a:pt x="92" y="256"/>
                  </a:lnTo>
                  <a:lnTo>
                    <a:pt x="89" y="256"/>
                  </a:lnTo>
                  <a:lnTo>
                    <a:pt x="92" y="260"/>
                  </a:lnTo>
                  <a:lnTo>
                    <a:pt x="89" y="260"/>
                  </a:lnTo>
                  <a:lnTo>
                    <a:pt x="85" y="264"/>
                  </a:lnTo>
                  <a:lnTo>
                    <a:pt x="85" y="264"/>
                  </a:lnTo>
                  <a:lnTo>
                    <a:pt x="85" y="264"/>
                  </a:lnTo>
                  <a:lnTo>
                    <a:pt x="85" y="264"/>
                  </a:lnTo>
                  <a:lnTo>
                    <a:pt x="81" y="267"/>
                  </a:lnTo>
                  <a:lnTo>
                    <a:pt x="81" y="267"/>
                  </a:lnTo>
                  <a:lnTo>
                    <a:pt x="78" y="267"/>
                  </a:lnTo>
                  <a:lnTo>
                    <a:pt x="78" y="267"/>
                  </a:lnTo>
                  <a:lnTo>
                    <a:pt x="81" y="267"/>
                  </a:lnTo>
                  <a:lnTo>
                    <a:pt x="85" y="271"/>
                  </a:lnTo>
                  <a:lnTo>
                    <a:pt x="78" y="271"/>
                  </a:lnTo>
                  <a:lnTo>
                    <a:pt x="81" y="275"/>
                  </a:lnTo>
                  <a:lnTo>
                    <a:pt x="81" y="275"/>
                  </a:lnTo>
                  <a:lnTo>
                    <a:pt x="81" y="278"/>
                  </a:lnTo>
                  <a:lnTo>
                    <a:pt x="85" y="282"/>
                  </a:lnTo>
                  <a:lnTo>
                    <a:pt x="81" y="282"/>
                  </a:lnTo>
                  <a:lnTo>
                    <a:pt x="78" y="282"/>
                  </a:lnTo>
                  <a:lnTo>
                    <a:pt x="78" y="282"/>
                  </a:lnTo>
                  <a:lnTo>
                    <a:pt x="78" y="286"/>
                  </a:lnTo>
                  <a:lnTo>
                    <a:pt x="81" y="289"/>
                  </a:lnTo>
                  <a:lnTo>
                    <a:pt x="78" y="289"/>
                  </a:lnTo>
                  <a:lnTo>
                    <a:pt x="81" y="293"/>
                  </a:lnTo>
                  <a:lnTo>
                    <a:pt x="78" y="297"/>
                  </a:lnTo>
                  <a:lnTo>
                    <a:pt x="78" y="301"/>
                  </a:lnTo>
                  <a:lnTo>
                    <a:pt x="81" y="301"/>
                  </a:lnTo>
                  <a:lnTo>
                    <a:pt x="78" y="304"/>
                  </a:lnTo>
                  <a:lnTo>
                    <a:pt x="78" y="312"/>
                  </a:lnTo>
                  <a:lnTo>
                    <a:pt x="74" y="312"/>
                  </a:lnTo>
                  <a:lnTo>
                    <a:pt x="74" y="319"/>
                  </a:lnTo>
                  <a:lnTo>
                    <a:pt x="70" y="323"/>
                  </a:lnTo>
                  <a:lnTo>
                    <a:pt x="70" y="323"/>
                  </a:lnTo>
                  <a:lnTo>
                    <a:pt x="66" y="319"/>
                  </a:lnTo>
                  <a:lnTo>
                    <a:pt x="63" y="323"/>
                  </a:lnTo>
                  <a:lnTo>
                    <a:pt x="55" y="319"/>
                  </a:lnTo>
                  <a:lnTo>
                    <a:pt x="55" y="319"/>
                  </a:lnTo>
                  <a:lnTo>
                    <a:pt x="55" y="323"/>
                  </a:lnTo>
                  <a:lnTo>
                    <a:pt x="48" y="323"/>
                  </a:lnTo>
                  <a:lnTo>
                    <a:pt x="48" y="330"/>
                  </a:lnTo>
                  <a:lnTo>
                    <a:pt x="48" y="330"/>
                  </a:lnTo>
                  <a:lnTo>
                    <a:pt x="48" y="334"/>
                  </a:lnTo>
                  <a:lnTo>
                    <a:pt x="44" y="334"/>
                  </a:lnTo>
                  <a:lnTo>
                    <a:pt x="41" y="334"/>
                  </a:lnTo>
                  <a:lnTo>
                    <a:pt x="33" y="338"/>
                  </a:lnTo>
                  <a:lnTo>
                    <a:pt x="29" y="338"/>
                  </a:lnTo>
                  <a:lnTo>
                    <a:pt x="29" y="334"/>
                  </a:lnTo>
                  <a:lnTo>
                    <a:pt x="29" y="330"/>
                  </a:lnTo>
                  <a:lnTo>
                    <a:pt x="29" y="327"/>
                  </a:lnTo>
                  <a:lnTo>
                    <a:pt x="26" y="323"/>
                  </a:lnTo>
                  <a:lnTo>
                    <a:pt x="26" y="323"/>
                  </a:lnTo>
                  <a:lnTo>
                    <a:pt x="22" y="319"/>
                  </a:lnTo>
                  <a:lnTo>
                    <a:pt x="22" y="319"/>
                  </a:lnTo>
                  <a:lnTo>
                    <a:pt x="29" y="319"/>
                  </a:lnTo>
                  <a:lnTo>
                    <a:pt x="29" y="315"/>
                  </a:lnTo>
                  <a:lnTo>
                    <a:pt x="29" y="312"/>
                  </a:lnTo>
                  <a:lnTo>
                    <a:pt x="26" y="312"/>
                  </a:lnTo>
                  <a:lnTo>
                    <a:pt x="22" y="308"/>
                  </a:lnTo>
                  <a:lnTo>
                    <a:pt x="22" y="308"/>
                  </a:lnTo>
                  <a:lnTo>
                    <a:pt x="18" y="304"/>
                  </a:lnTo>
                  <a:lnTo>
                    <a:pt x="18" y="301"/>
                  </a:lnTo>
                  <a:lnTo>
                    <a:pt x="15" y="297"/>
                  </a:lnTo>
                  <a:lnTo>
                    <a:pt x="15" y="293"/>
                  </a:lnTo>
                  <a:lnTo>
                    <a:pt x="11" y="289"/>
                  </a:lnTo>
                  <a:lnTo>
                    <a:pt x="7" y="289"/>
                  </a:lnTo>
                  <a:lnTo>
                    <a:pt x="7" y="289"/>
                  </a:lnTo>
                  <a:lnTo>
                    <a:pt x="7" y="286"/>
                  </a:lnTo>
                  <a:lnTo>
                    <a:pt x="7" y="282"/>
                  </a:lnTo>
                  <a:lnTo>
                    <a:pt x="7" y="282"/>
                  </a:lnTo>
                  <a:lnTo>
                    <a:pt x="7" y="278"/>
                  </a:lnTo>
                  <a:lnTo>
                    <a:pt x="11" y="275"/>
                  </a:lnTo>
                  <a:lnTo>
                    <a:pt x="11" y="275"/>
                  </a:lnTo>
                  <a:lnTo>
                    <a:pt x="7" y="275"/>
                  </a:lnTo>
                  <a:lnTo>
                    <a:pt x="7" y="271"/>
                  </a:lnTo>
                  <a:lnTo>
                    <a:pt x="7" y="271"/>
                  </a:lnTo>
                  <a:lnTo>
                    <a:pt x="7" y="275"/>
                  </a:lnTo>
                  <a:lnTo>
                    <a:pt x="11" y="275"/>
                  </a:lnTo>
                  <a:lnTo>
                    <a:pt x="7" y="278"/>
                  </a:lnTo>
                  <a:lnTo>
                    <a:pt x="7" y="275"/>
                  </a:lnTo>
                  <a:lnTo>
                    <a:pt x="4" y="275"/>
                  </a:lnTo>
                  <a:lnTo>
                    <a:pt x="4" y="271"/>
                  </a:lnTo>
                  <a:lnTo>
                    <a:pt x="4" y="267"/>
                  </a:lnTo>
                  <a:lnTo>
                    <a:pt x="0" y="264"/>
                  </a:lnTo>
                  <a:lnTo>
                    <a:pt x="0" y="260"/>
                  </a:lnTo>
                  <a:lnTo>
                    <a:pt x="4" y="256"/>
                  </a:lnTo>
                  <a:lnTo>
                    <a:pt x="4" y="256"/>
                  </a:lnTo>
                  <a:lnTo>
                    <a:pt x="4" y="256"/>
                  </a:lnTo>
                  <a:close/>
                  <a:moveTo>
                    <a:pt x="100" y="249"/>
                  </a:moveTo>
                  <a:lnTo>
                    <a:pt x="103" y="252"/>
                  </a:lnTo>
                  <a:lnTo>
                    <a:pt x="103" y="252"/>
                  </a:lnTo>
                  <a:lnTo>
                    <a:pt x="103" y="249"/>
                  </a:lnTo>
                  <a:lnTo>
                    <a:pt x="107" y="245"/>
                  </a:lnTo>
                  <a:lnTo>
                    <a:pt x="107" y="245"/>
                  </a:lnTo>
                  <a:lnTo>
                    <a:pt x="103" y="245"/>
                  </a:lnTo>
                  <a:lnTo>
                    <a:pt x="100" y="249"/>
                  </a:lnTo>
                  <a:lnTo>
                    <a:pt x="100" y="249"/>
                  </a:lnTo>
                  <a:close/>
                  <a:moveTo>
                    <a:pt x="4" y="278"/>
                  </a:moveTo>
                  <a:lnTo>
                    <a:pt x="4" y="282"/>
                  </a:lnTo>
                  <a:lnTo>
                    <a:pt x="7" y="282"/>
                  </a:lnTo>
                  <a:lnTo>
                    <a:pt x="7" y="278"/>
                  </a:lnTo>
                  <a:lnTo>
                    <a:pt x="4" y="278"/>
                  </a:lnTo>
                  <a:lnTo>
                    <a:pt x="4" y="278"/>
                  </a:lnTo>
                  <a:close/>
                  <a:moveTo>
                    <a:pt x="115" y="267"/>
                  </a:moveTo>
                  <a:lnTo>
                    <a:pt x="115" y="271"/>
                  </a:lnTo>
                  <a:lnTo>
                    <a:pt x="118" y="271"/>
                  </a:lnTo>
                  <a:lnTo>
                    <a:pt x="115" y="267"/>
                  </a:lnTo>
                  <a:lnTo>
                    <a:pt x="115" y="267"/>
                  </a:lnTo>
                  <a:lnTo>
                    <a:pt x="115" y="267"/>
                  </a:lnTo>
                  <a:close/>
                  <a:moveTo>
                    <a:pt x="115" y="282"/>
                  </a:moveTo>
                  <a:lnTo>
                    <a:pt x="118" y="286"/>
                  </a:lnTo>
                  <a:lnTo>
                    <a:pt x="118" y="282"/>
                  </a:lnTo>
                  <a:lnTo>
                    <a:pt x="122" y="282"/>
                  </a:lnTo>
                  <a:lnTo>
                    <a:pt x="122" y="282"/>
                  </a:lnTo>
                  <a:lnTo>
                    <a:pt x="118" y="282"/>
                  </a:lnTo>
                  <a:lnTo>
                    <a:pt x="115" y="282"/>
                  </a:lnTo>
                  <a:lnTo>
                    <a:pt x="115" y="282"/>
                  </a:lnTo>
                  <a:close/>
                  <a:moveTo>
                    <a:pt x="103" y="304"/>
                  </a:moveTo>
                  <a:lnTo>
                    <a:pt x="107" y="304"/>
                  </a:lnTo>
                  <a:lnTo>
                    <a:pt x="107" y="304"/>
                  </a:lnTo>
                  <a:lnTo>
                    <a:pt x="107" y="301"/>
                  </a:lnTo>
                  <a:lnTo>
                    <a:pt x="107" y="301"/>
                  </a:lnTo>
                  <a:lnTo>
                    <a:pt x="111" y="297"/>
                  </a:lnTo>
                  <a:lnTo>
                    <a:pt x="111" y="297"/>
                  </a:lnTo>
                  <a:lnTo>
                    <a:pt x="115" y="293"/>
                  </a:lnTo>
                  <a:lnTo>
                    <a:pt x="115" y="293"/>
                  </a:lnTo>
                  <a:lnTo>
                    <a:pt x="111" y="289"/>
                  </a:lnTo>
                  <a:lnTo>
                    <a:pt x="115" y="286"/>
                  </a:lnTo>
                  <a:lnTo>
                    <a:pt x="115" y="286"/>
                  </a:lnTo>
                  <a:lnTo>
                    <a:pt x="115" y="286"/>
                  </a:lnTo>
                  <a:lnTo>
                    <a:pt x="115" y="282"/>
                  </a:lnTo>
                  <a:lnTo>
                    <a:pt x="111" y="286"/>
                  </a:lnTo>
                  <a:lnTo>
                    <a:pt x="107" y="286"/>
                  </a:lnTo>
                  <a:lnTo>
                    <a:pt x="107" y="286"/>
                  </a:lnTo>
                  <a:lnTo>
                    <a:pt x="103" y="289"/>
                  </a:lnTo>
                  <a:lnTo>
                    <a:pt x="103" y="293"/>
                  </a:lnTo>
                  <a:lnTo>
                    <a:pt x="103" y="297"/>
                  </a:lnTo>
                  <a:lnTo>
                    <a:pt x="103" y="297"/>
                  </a:lnTo>
                  <a:lnTo>
                    <a:pt x="103" y="301"/>
                  </a:lnTo>
                  <a:lnTo>
                    <a:pt x="107" y="301"/>
                  </a:lnTo>
                  <a:lnTo>
                    <a:pt x="107" y="301"/>
                  </a:lnTo>
                  <a:lnTo>
                    <a:pt x="103" y="304"/>
                  </a:lnTo>
                  <a:lnTo>
                    <a:pt x="103" y="304"/>
                  </a:lnTo>
                  <a:lnTo>
                    <a:pt x="103" y="304"/>
                  </a:lnTo>
                  <a:close/>
                  <a:moveTo>
                    <a:pt x="81" y="315"/>
                  </a:moveTo>
                  <a:lnTo>
                    <a:pt x="81" y="319"/>
                  </a:lnTo>
                  <a:lnTo>
                    <a:pt x="81" y="319"/>
                  </a:lnTo>
                  <a:lnTo>
                    <a:pt x="81" y="319"/>
                  </a:lnTo>
                  <a:lnTo>
                    <a:pt x="81" y="319"/>
                  </a:lnTo>
                  <a:lnTo>
                    <a:pt x="85" y="312"/>
                  </a:lnTo>
                  <a:lnTo>
                    <a:pt x="85" y="308"/>
                  </a:lnTo>
                  <a:lnTo>
                    <a:pt x="85" y="304"/>
                  </a:lnTo>
                  <a:lnTo>
                    <a:pt x="89" y="297"/>
                  </a:lnTo>
                  <a:lnTo>
                    <a:pt x="85" y="297"/>
                  </a:lnTo>
                  <a:lnTo>
                    <a:pt x="85" y="301"/>
                  </a:lnTo>
                  <a:lnTo>
                    <a:pt x="85" y="301"/>
                  </a:lnTo>
                  <a:lnTo>
                    <a:pt x="81" y="304"/>
                  </a:lnTo>
                  <a:lnTo>
                    <a:pt x="81" y="308"/>
                  </a:lnTo>
                  <a:lnTo>
                    <a:pt x="81" y="3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2" name="Freeform 40"/>
            <p:cNvSpPr>
              <a:spLocks noEditPoints="1"/>
            </p:cNvSpPr>
            <p:nvPr/>
          </p:nvSpPr>
          <p:spPr bwMode="auto">
            <a:xfrm>
              <a:off x="4626258" y="1511069"/>
              <a:ext cx="214868" cy="343531"/>
            </a:xfrm>
            <a:custGeom>
              <a:avLst/>
              <a:gdLst>
                <a:gd name="T0" fmla="*/ 41 w 45"/>
                <a:gd name="T1" fmla="*/ 60 h 72"/>
                <a:gd name="T2" fmla="*/ 42 w 45"/>
                <a:gd name="T3" fmla="*/ 49 h 72"/>
                <a:gd name="T4" fmla="*/ 39 w 45"/>
                <a:gd name="T5" fmla="*/ 41 h 72"/>
                <a:gd name="T6" fmla="*/ 37 w 45"/>
                <a:gd name="T7" fmla="*/ 36 h 72"/>
                <a:gd name="T8" fmla="*/ 36 w 45"/>
                <a:gd name="T9" fmla="*/ 28 h 72"/>
                <a:gd name="T10" fmla="*/ 35 w 45"/>
                <a:gd name="T11" fmla="*/ 18 h 72"/>
                <a:gd name="T12" fmla="*/ 29 w 45"/>
                <a:gd name="T13" fmla="*/ 14 h 72"/>
                <a:gd name="T14" fmla="*/ 28 w 45"/>
                <a:gd name="T15" fmla="*/ 9 h 72"/>
                <a:gd name="T16" fmla="*/ 29 w 45"/>
                <a:gd name="T17" fmla="*/ 3 h 72"/>
                <a:gd name="T18" fmla="*/ 22 w 45"/>
                <a:gd name="T19" fmla="*/ 0 h 72"/>
                <a:gd name="T20" fmla="*/ 19 w 45"/>
                <a:gd name="T21" fmla="*/ 2 h 72"/>
                <a:gd name="T22" fmla="*/ 18 w 45"/>
                <a:gd name="T23" fmla="*/ 8 h 72"/>
                <a:gd name="T24" fmla="*/ 15 w 45"/>
                <a:gd name="T25" fmla="*/ 10 h 72"/>
                <a:gd name="T26" fmla="*/ 10 w 45"/>
                <a:gd name="T27" fmla="*/ 12 h 72"/>
                <a:gd name="T28" fmla="*/ 3 w 45"/>
                <a:gd name="T29" fmla="*/ 7 h 72"/>
                <a:gd name="T30" fmla="*/ 1 w 45"/>
                <a:gd name="T31" fmla="*/ 9 h 72"/>
                <a:gd name="T32" fmla="*/ 7 w 45"/>
                <a:gd name="T33" fmla="*/ 13 h 72"/>
                <a:gd name="T34" fmla="*/ 10 w 45"/>
                <a:gd name="T35" fmla="*/ 15 h 72"/>
                <a:gd name="T36" fmla="*/ 11 w 45"/>
                <a:gd name="T37" fmla="*/ 20 h 72"/>
                <a:gd name="T38" fmla="*/ 13 w 45"/>
                <a:gd name="T39" fmla="*/ 24 h 72"/>
                <a:gd name="T40" fmla="*/ 13 w 45"/>
                <a:gd name="T41" fmla="*/ 30 h 72"/>
                <a:gd name="T42" fmla="*/ 17 w 45"/>
                <a:gd name="T43" fmla="*/ 33 h 72"/>
                <a:gd name="T44" fmla="*/ 20 w 45"/>
                <a:gd name="T45" fmla="*/ 37 h 72"/>
                <a:gd name="T46" fmla="*/ 21 w 45"/>
                <a:gd name="T47" fmla="*/ 40 h 72"/>
                <a:gd name="T48" fmla="*/ 17 w 45"/>
                <a:gd name="T49" fmla="*/ 42 h 72"/>
                <a:gd name="T50" fmla="*/ 14 w 45"/>
                <a:gd name="T51" fmla="*/ 44 h 72"/>
                <a:gd name="T52" fmla="*/ 13 w 45"/>
                <a:gd name="T53" fmla="*/ 48 h 72"/>
                <a:gd name="T54" fmla="*/ 10 w 45"/>
                <a:gd name="T55" fmla="*/ 48 h 72"/>
                <a:gd name="T56" fmla="*/ 9 w 45"/>
                <a:gd name="T57" fmla="*/ 51 h 72"/>
                <a:gd name="T58" fmla="*/ 7 w 45"/>
                <a:gd name="T59" fmla="*/ 51 h 72"/>
                <a:gd name="T60" fmla="*/ 7 w 45"/>
                <a:gd name="T61" fmla="*/ 55 h 72"/>
                <a:gd name="T62" fmla="*/ 7 w 45"/>
                <a:gd name="T63" fmla="*/ 57 h 72"/>
                <a:gd name="T64" fmla="*/ 9 w 45"/>
                <a:gd name="T65" fmla="*/ 62 h 72"/>
                <a:gd name="T66" fmla="*/ 8 w 45"/>
                <a:gd name="T67" fmla="*/ 67 h 72"/>
                <a:gd name="T68" fmla="*/ 12 w 45"/>
                <a:gd name="T69" fmla="*/ 68 h 72"/>
                <a:gd name="T70" fmla="*/ 15 w 45"/>
                <a:gd name="T71" fmla="*/ 69 h 72"/>
                <a:gd name="T72" fmla="*/ 16 w 45"/>
                <a:gd name="T73" fmla="*/ 72 h 72"/>
                <a:gd name="T74" fmla="*/ 19 w 45"/>
                <a:gd name="T75" fmla="*/ 71 h 72"/>
                <a:gd name="T76" fmla="*/ 25 w 45"/>
                <a:gd name="T77" fmla="*/ 69 h 72"/>
                <a:gd name="T78" fmla="*/ 27 w 45"/>
                <a:gd name="T79" fmla="*/ 68 h 72"/>
                <a:gd name="T80" fmla="*/ 28 w 45"/>
                <a:gd name="T81" fmla="*/ 68 h 72"/>
                <a:gd name="T82" fmla="*/ 31 w 45"/>
                <a:gd name="T83" fmla="*/ 67 h 72"/>
                <a:gd name="T84" fmla="*/ 34 w 45"/>
                <a:gd name="T85" fmla="*/ 67 h 72"/>
                <a:gd name="T86" fmla="*/ 18 w 45"/>
                <a:gd name="T87" fmla="*/ 38 h 72"/>
                <a:gd name="T88" fmla="*/ 19 w 45"/>
                <a:gd name="T89" fmla="*/ 38 h 72"/>
                <a:gd name="T90" fmla="*/ 6 w 45"/>
                <a:gd name="T91" fmla="*/ 50 h 72"/>
                <a:gd name="T92" fmla="*/ 6 w 45"/>
                <a:gd name="T93" fmla="*/ 50 h 72"/>
                <a:gd name="T94" fmla="*/ 15 w 45"/>
                <a:gd name="T95" fmla="*/ 71 h 72"/>
                <a:gd name="T96" fmla="*/ 14 w 45"/>
                <a:gd name="T97" fmla="*/ 69 h 72"/>
                <a:gd name="T98" fmla="*/ 11 w 45"/>
                <a:gd name="T99" fmla="*/ 69 h 72"/>
                <a:gd name="T100" fmla="*/ 9 w 45"/>
                <a:gd name="T101" fmla="*/ 68 h 72"/>
                <a:gd name="T102" fmla="*/ 3 w 45"/>
                <a:gd name="T103" fmla="*/ 68 h 72"/>
                <a:gd name="T104" fmla="*/ 5 w 45"/>
                <a:gd name="T105" fmla="*/ 71 h 72"/>
                <a:gd name="T106" fmla="*/ 3 w 45"/>
                <a:gd name="T107" fmla="*/ 7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" h="72">
                  <a:moveTo>
                    <a:pt x="36" y="67"/>
                  </a:moveTo>
                  <a:cubicBezTo>
                    <a:pt x="35" y="66"/>
                    <a:pt x="35" y="66"/>
                    <a:pt x="35" y="66"/>
                  </a:cubicBezTo>
                  <a:cubicBezTo>
                    <a:pt x="37" y="64"/>
                    <a:pt x="37" y="64"/>
                    <a:pt x="37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2" y="58"/>
                    <a:pt x="42" y="58"/>
                    <a:pt x="42" y="58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1" y="38"/>
                    <a:pt x="21" y="38"/>
                    <a:pt x="21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65"/>
                    <a:pt x="8" y="65"/>
                    <a:pt x="8" y="65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9" y="68"/>
                    <a:pt x="9" y="68"/>
                    <a:pt x="9" y="68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10" y="68"/>
                    <a:pt x="10" y="68"/>
                    <a:pt x="10" y="68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3" y="68"/>
                    <a:pt x="13" y="68"/>
                    <a:pt x="13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6" y="68"/>
                    <a:pt x="16" y="68"/>
                    <a:pt x="16" y="68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5" y="70"/>
                    <a:pt x="15" y="70"/>
                    <a:pt x="15" y="70"/>
                  </a:cubicBezTo>
                  <a:cubicBezTo>
                    <a:pt x="16" y="71"/>
                    <a:pt x="16" y="71"/>
                    <a:pt x="16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1"/>
                    <a:pt x="18" y="71"/>
                    <a:pt x="18" y="71"/>
                  </a:cubicBezTo>
                  <a:cubicBezTo>
                    <a:pt x="19" y="71"/>
                    <a:pt x="19" y="71"/>
                    <a:pt x="19" y="71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1" y="70"/>
                    <a:pt x="21" y="70"/>
                    <a:pt x="21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25" y="69"/>
                    <a:pt x="25" y="69"/>
                    <a:pt x="25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29" y="68"/>
                    <a:pt x="29" y="68"/>
                    <a:pt x="29" y="68"/>
                  </a:cubicBezTo>
                  <a:cubicBezTo>
                    <a:pt x="29" y="68"/>
                    <a:pt x="29" y="68"/>
                    <a:pt x="29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0" y="68"/>
                    <a:pt x="30" y="68"/>
                    <a:pt x="30" y="68"/>
                  </a:cubicBezTo>
                  <a:cubicBezTo>
                    <a:pt x="31" y="67"/>
                    <a:pt x="31" y="67"/>
                    <a:pt x="31" y="67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3" y="68"/>
                    <a:pt x="33" y="68"/>
                    <a:pt x="33" y="68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5" y="68"/>
                    <a:pt x="35" y="68"/>
                    <a:pt x="35" y="68"/>
                  </a:cubicBezTo>
                  <a:cubicBezTo>
                    <a:pt x="35" y="68"/>
                    <a:pt x="35" y="67"/>
                    <a:pt x="36" y="67"/>
                  </a:cubicBezTo>
                  <a:close/>
                  <a:moveTo>
                    <a:pt x="19" y="38"/>
                  </a:move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8"/>
                    <a:pt x="19" y="38"/>
                    <a:pt x="19" y="38"/>
                  </a:cubicBezTo>
                  <a:close/>
                  <a:moveTo>
                    <a:pt x="7" y="49"/>
                  </a:moveTo>
                  <a:cubicBezTo>
                    <a:pt x="7" y="49"/>
                    <a:pt x="7" y="49"/>
                    <a:pt x="7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9"/>
                    <a:pt x="7" y="49"/>
                    <a:pt x="7" y="49"/>
                  </a:cubicBezTo>
                  <a:close/>
                  <a:moveTo>
                    <a:pt x="6" y="50"/>
                  </a:move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6" y="50"/>
                    <a:pt x="6" y="50"/>
                    <a:pt x="6" y="50"/>
                  </a:cubicBezTo>
                  <a:close/>
                  <a:moveTo>
                    <a:pt x="15" y="71"/>
                  </a:moveTo>
                  <a:cubicBezTo>
                    <a:pt x="16" y="71"/>
                    <a:pt x="16" y="71"/>
                    <a:pt x="16" y="71"/>
                  </a:cubicBezTo>
                  <a:cubicBezTo>
                    <a:pt x="15" y="72"/>
                    <a:pt x="15" y="72"/>
                    <a:pt x="15" y="72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5" y="71"/>
                    <a:pt x="15" y="71"/>
                    <a:pt x="15" y="71"/>
                  </a:cubicBezTo>
                  <a:close/>
                  <a:moveTo>
                    <a:pt x="14" y="70"/>
                  </a:moveTo>
                  <a:cubicBezTo>
                    <a:pt x="14" y="70"/>
                    <a:pt x="14" y="71"/>
                    <a:pt x="14" y="71"/>
                  </a:cubicBezTo>
                  <a:cubicBezTo>
                    <a:pt x="14" y="71"/>
                    <a:pt x="14" y="71"/>
                    <a:pt x="14" y="71"/>
                  </a:cubicBezTo>
                  <a:cubicBezTo>
                    <a:pt x="14" y="70"/>
                    <a:pt x="14" y="70"/>
                    <a:pt x="14" y="70"/>
                  </a:cubicBezTo>
                  <a:close/>
                  <a:moveTo>
                    <a:pt x="12" y="69"/>
                  </a:moveTo>
                  <a:cubicBezTo>
                    <a:pt x="14" y="69"/>
                    <a:pt x="14" y="69"/>
                    <a:pt x="14" y="69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2" y="70"/>
                    <a:pt x="12" y="70"/>
                    <a:pt x="12" y="70"/>
                  </a:cubicBezTo>
                  <a:cubicBezTo>
                    <a:pt x="12" y="69"/>
                    <a:pt x="12" y="69"/>
                    <a:pt x="12" y="69"/>
                  </a:cubicBezTo>
                  <a:close/>
                  <a:moveTo>
                    <a:pt x="11" y="68"/>
                  </a:moveTo>
                  <a:cubicBezTo>
                    <a:pt x="11" y="69"/>
                    <a:pt x="11" y="69"/>
                    <a:pt x="11" y="69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11" y="68"/>
                    <a:pt x="11" y="68"/>
                    <a:pt x="11" y="68"/>
                  </a:cubicBezTo>
                  <a:cubicBezTo>
                    <a:pt x="11" y="68"/>
                    <a:pt x="11" y="68"/>
                    <a:pt x="11" y="68"/>
                  </a:cubicBezTo>
                  <a:close/>
                  <a:moveTo>
                    <a:pt x="9" y="68"/>
                  </a:moveTo>
                  <a:cubicBezTo>
                    <a:pt x="9" y="68"/>
                    <a:pt x="9" y="68"/>
                    <a:pt x="9" y="68"/>
                  </a:cubicBezTo>
                  <a:cubicBezTo>
                    <a:pt x="9" y="68"/>
                    <a:pt x="9" y="68"/>
                    <a:pt x="9" y="68"/>
                  </a:cubicBezTo>
                  <a:cubicBezTo>
                    <a:pt x="9" y="68"/>
                    <a:pt x="9" y="68"/>
                    <a:pt x="9" y="68"/>
                  </a:cubicBezTo>
                  <a:close/>
                  <a:moveTo>
                    <a:pt x="3" y="69"/>
                  </a:moveTo>
                  <a:cubicBezTo>
                    <a:pt x="4" y="70"/>
                    <a:pt x="4" y="70"/>
                    <a:pt x="4" y="70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2" y="70"/>
                    <a:pt x="2" y="70"/>
                    <a:pt x="2" y="70"/>
                  </a:cubicBezTo>
                  <a:lnTo>
                    <a:pt x="3" y="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3" name="Freeform 41"/>
            <p:cNvSpPr>
              <a:spLocks noEditPoints="1"/>
            </p:cNvSpPr>
            <p:nvPr/>
          </p:nvSpPr>
          <p:spPr bwMode="auto">
            <a:xfrm>
              <a:off x="4688015" y="1859746"/>
              <a:ext cx="109364" cy="65619"/>
            </a:xfrm>
            <a:custGeom>
              <a:avLst/>
              <a:gdLst>
                <a:gd name="T0" fmla="*/ 85 w 85"/>
                <a:gd name="T1" fmla="*/ 48 h 51"/>
                <a:gd name="T2" fmla="*/ 85 w 85"/>
                <a:gd name="T3" fmla="*/ 44 h 51"/>
                <a:gd name="T4" fmla="*/ 78 w 85"/>
                <a:gd name="T5" fmla="*/ 29 h 51"/>
                <a:gd name="T6" fmla="*/ 82 w 85"/>
                <a:gd name="T7" fmla="*/ 14 h 51"/>
                <a:gd name="T8" fmla="*/ 85 w 85"/>
                <a:gd name="T9" fmla="*/ 7 h 51"/>
                <a:gd name="T10" fmla="*/ 85 w 85"/>
                <a:gd name="T11" fmla="*/ 7 h 51"/>
                <a:gd name="T12" fmla="*/ 85 w 85"/>
                <a:gd name="T13" fmla="*/ 7 h 51"/>
                <a:gd name="T14" fmla="*/ 63 w 85"/>
                <a:gd name="T15" fmla="*/ 3 h 51"/>
                <a:gd name="T16" fmla="*/ 56 w 85"/>
                <a:gd name="T17" fmla="*/ 0 h 51"/>
                <a:gd name="T18" fmla="*/ 48 w 85"/>
                <a:gd name="T19" fmla="*/ 0 h 51"/>
                <a:gd name="T20" fmla="*/ 48 w 85"/>
                <a:gd name="T21" fmla="*/ 0 h 51"/>
                <a:gd name="T22" fmla="*/ 48 w 85"/>
                <a:gd name="T23" fmla="*/ 3 h 51"/>
                <a:gd name="T24" fmla="*/ 45 w 85"/>
                <a:gd name="T25" fmla="*/ 3 h 51"/>
                <a:gd name="T26" fmla="*/ 37 w 85"/>
                <a:gd name="T27" fmla="*/ 3 h 51"/>
                <a:gd name="T28" fmla="*/ 34 w 85"/>
                <a:gd name="T29" fmla="*/ 7 h 51"/>
                <a:gd name="T30" fmla="*/ 30 w 85"/>
                <a:gd name="T31" fmla="*/ 7 h 51"/>
                <a:gd name="T32" fmla="*/ 23 w 85"/>
                <a:gd name="T33" fmla="*/ 11 h 51"/>
                <a:gd name="T34" fmla="*/ 23 w 85"/>
                <a:gd name="T35" fmla="*/ 22 h 51"/>
                <a:gd name="T36" fmla="*/ 23 w 85"/>
                <a:gd name="T37" fmla="*/ 22 h 51"/>
                <a:gd name="T38" fmla="*/ 26 w 85"/>
                <a:gd name="T39" fmla="*/ 26 h 51"/>
                <a:gd name="T40" fmla="*/ 23 w 85"/>
                <a:gd name="T41" fmla="*/ 29 h 51"/>
                <a:gd name="T42" fmla="*/ 30 w 85"/>
                <a:gd name="T43" fmla="*/ 37 h 51"/>
                <a:gd name="T44" fmla="*/ 34 w 85"/>
                <a:gd name="T45" fmla="*/ 33 h 51"/>
                <a:gd name="T46" fmla="*/ 37 w 85"/>
                <a:gd name="T47" fmla="*/ 33 h 51"/>
                <a:gd name="T48" fmla="*/ 34 w 85"/>
                <a:gd name="T49" fmla="*/ 44 h 51"/>
                <a:gd name="T50" fmla="*/ 41 w 85"/>
                <a:gd name="T51" fmla="*/ 40 h 51"/>
                <a:gd name="T52" fmla="*/ 48 w 85"/>
                <a:gd name="T53" fmla="*/ 40 h 51"/>
                <a:gd name="T54" fmla="*/ 52 w 85"/>
                <a:gd name="T55" fmla="*/ 37 h 51"/>
                <a:gd name="T56" fmla="*/ 56 w 85"/>
                <a:gd name="T57" fmla="*/ 40 h 51"/>
                <a:gd name="T58" fmla="*/ 63 w 85"/>
                <a:gd name="T59" fmla="*/ 44 h 51"/>
                <a:gd name="T60" fmla="*/ 67 w 85"/>
                <a:gd name="T61" fmla="*/ 51 h 51"/>
                <a:gd name="T62" fmla="*/ 78 w 85"/>
                <a:gd name="T63" fmla="*/ 51 h 51"/>
                <a:gd name="T64" fmla="*/ 82 w 85"/>
                <a:gd name="T65" fmla="*/ 51 h 51"/>
                <a:gd name="T66" fmla="*/ 19 w 85"/>
                <a:gd name="T67" fmla="*/ 18 h 51"/>
                <a:gd name="T68" fmla="*/ 15 w 85"/>
                <a:gd name="T69" fmla="*/ 18 h 51"/>
                <a:gd name="T70" fmla="*/ 15 w 85"/>
                <a:gd name="T71" fmla="*/ 18 h 51"/>
                <a:gd name="T72" fmla="*/ 8 w 85"/>
                <a:gd name="T73" fmla="*/ 22 h 51"/>
                <a:gd name="T74" fmla="*/ 0 w 85"/>
                <a:gd name="T75" fmla="*/ 22 h 51"/>
                <a:gd name="T76" fmla="*/ 4 w 85"/>
                <a:gd name="T77" fmla="*/ 18 h 51"/>
                <a:gd name="T78" fmla="*/ 8 w 85"/>
                <a:gd name="T79" fmla="*/ 18 h 51"/>
                <a:gd name="T80" fmla="*/ 11 w 85"/>
                <a:gd name="T81" fmla="*/ 18 h 51"/>
                <a:gd name="T82" fmla="*/ 15 w 85"/>
                <a:gd name="T83" fmla="*/ 22 h 51"/>
                <a:gd name="T84" fmla="*/ 11 w 85"/>
                <a:gd name="T85" fmla="*/ 22 h 51"/>
                <a:gd name="T86" fmla="*/ 8 w 85"/>
                <a:gd name="T87" fmla="*/ 26 h 51"/>
                <a:gd name="T88" fmla="*/ 15 w 85"/>
                <a:gd name="T89" fmla="*/ 26 h 51"/>
                <a:gd name="T90" fmla="*/ 23 w 85"/>
                <a:gd name="T91" fmla="*/ 29 h 51"/>
                <a:gd name="T92" fmla="*/ 15 w 85"/>
                <a:gd name="T93" fmla="*/ 26 h 51"/>
                <a:gd name="T94" fmla="*/ 0 w 85"/>
                <a:gd name="T95" fmla="*/ 44 h 51"/>
                <a:gd name="T96" fmla="*/ 4 w 85"/>
                <a:gd name="T97" fmla="*/ 40 h 51"/>
                <a:gd name="T98" fmla="*/ 8 w 85"/>
                <a:gd name="T99" fmla="*/ 37 h 51"/>
                <a:gd name="T100" fmla="*/ 15 w 85"/>
                <a:gd name="T101" fmla="*/ 33 h 51"/>
                <a:gd name="T102" fmla="*/ 19 w 85"/>
                <a:gd name="T103" fmla="*/ 29 h 51"/>
                <a:gd name="T104" fmla="*/ 19 w 85"/>
                <a:gd name="T105" fmla="*/ 29 h 51"/>
                <a:gd name="T106" fmla="*/ 15 w 85"/>
                <a:gd name="T107" fmla="*/ 26 h 51"/>
                <a:gd name="T108" fmla="*/ 8 w 85"/>
                <a:gd name="T109" fmla="*/ 26 h 51"/>
                <a:gd name="T110" fmla="*/ 4 w 85"/>
                <a:gd name="T111" fmla="*/ 29 h 51"/>
                <a:gd name="T112" fmla="*/ 0 w 85"/>
                <a:gd name="T113" fmla="*/ 29 h 51"/>
                <a:gd name="T114" fmla="*/ 0 w 85"/>
                <a:gd name="T115" fmla="*/ 29 h 51"/>
                <a:gd name="T116" fmla="*/ 0 w 85"/>
                <a:gd name="T117" fmla="*/ 29 h 51"/>
                <a:gd name="T118" fmla="*/ 0 w 85"/>
                <a:gd name="T119" fmla="*/ 33 h 51"/>
                <a:gd name="T120" fmla="*/ 0 w 85"/>
                <a:gd name="T121" fmla="*/ 37 h 51"/>
                <a:gd name="T122" fmla="*/ 4 w 85"/>
                <a:gd name="T123" fmla="*/ 40 h 51"/>
                <a:gd name="T124" fmla="*/ 0 w 85"/>
                <a:gd name="T125" fmla="*/ 4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5" h="51">
                  <a:moveTo>
                    <a:pt x="82" y="51"/>
                  </a:moveTo>
                  <a:lnTo>
                    <a:pt x="85" y="48"/>
                  </a:lnTo>
                  <a:lnTo>
                    <a:pt x="82" y="44"/>
                  </a:lnTo>
                  <a:lnTo>
                    <a:pt x="85" y="44"/>
                  </a:lnTo>
                  <a:lnTo>
                    <a:pt x="85" y="40"/>
                  </a:lnTo>
                  <a:lnTo>
                    <a:pt x="78" y="29"/>
                  </a:lnTo>
                  <a:lnTo>
                    <a:pt x="78" y="18"/>
                  </a:lnTo>
                  <a:lnTo>
                    <a:pt x="82" y="14"/>
                  </a:lnTo>
                  <a:lnTo>
                    <a:pt x="82" y="11"/>
                  </a:lnTo>
                  <a:lnTo>
                    <a:pt x="85" y="7"/>
                  </a:lnTo>
                  <a:lnTo>
                    <a:pt x="85" y="7"/>
                  </a:lnTo>
                  <a:lnTo>
                    <a:pt x="85" y="7"/>
                  </a:lnTo>
                  <a:lnTo>
                    <a:pt x="85" y="3"/>
                  </a:lnTo>
                  <a:lnTo>
                    <a:pt x="85" y="7"/>
                  </a:lnTo>
                  <a:lnTo>
                    <a:pt x="71" y="7"/>
                  </a:lnTo>
                  <a:lnTo>
                    <a:pt x="63" y="3"/>
                  </a:lnTo>
                  <a:lnTo>
                    <a:pt x="60" y="3"/>
                  </a:lnTo>
                  <a:lnTo>
                    <a:pt x="56" y="0"/>
                  </a:lnTo>
                  <a:lnTo>
                    <a:pt x="52" y="3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8" y="3"/>
                  </a:lnTo>
                  <a:lnTo>
                    <a:pt x="48" y="3"/>
                  </a:lnTo>
                  <a:lnTo>
                    <a:pt x="45" y="7"/>
                  </a:lnTo>
                  <a:lnTo>
                    <a:pt x="45" y="3"/>
                  </a:lnTo>
                  <a:lnTo>
                    <a:pt x="37" y="3"/>
                  </a:lnTo>
                  <a:lnTo>
                    <a:pt x="37" y="3"/>
                  </a:lnTo>
                  <a:lnTo>
                    <a:pt x="37" y="7"/>
                  </a:lnTo>
                  <a:lnTo>
                    <a:pt x="34" y="7"/>
                  </a:lnTo>
                  <a:lnTo>
                    <a:pt x="30" y="7"/>
                  </a:lnTo>
                  <a:lnTo>
                    <a:pt x="30" y="7"/>
                  </a:lnTo>
                  <a:lnTo>
                    <a:pt x="26" y="7"/>
                  </a:lnTo>
                  <a:lnTo>
                    <a:pt x="23" y="11"/>
                  </a:lnTo>
                  <a:lnTo>
                    <a:pt x="19" y="14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6" y="22"/>
                  </a:lnTo>
                  <a:lnTo>
                    <a:pt x="26" y="26"/>
                  </a:lnTo>
                  <a:lnTo>
                    <a:pt x="23" y="26"/>
                  </a:lnTo>
                  <a:lnTo>
                    <a:pt x="23" y="29"/>
                  </a:lnTo>
                  <a:lnTo>
                    <a:pt x="26" y="33"/>
                  </a:lnTo>
                  <a:lnTo>
                    <a:pt x="30" y="37"/>
                  </a:lnTo>
                  <a:lnTo>
                    <a:pt x="34" y="37"/>
                  </a:lnTo>
                  <a:lnTo>
                    <a:pt x="34" y="33"/>
                  </a:lnTo>
                  <a:lnTo>
                    <a:pt x="37" y="29"/>
                  </a:lnTo>
                  <a:lnTo>
                    <a:pt x="37" y="33"/>
                  </a:lnTo>
                  <a:lnTo>
                    <a:pt x="34" y="40"/>
                  </a:lnTo>
                  <a:lnTo>
                    <a:pt x="34" y="44"/>
                  </a:lnTo>
                  <a:lnTo>
                    <a:pt x="37" y="40"/>
                  </a:lnTo>
                  <a:lnTo>
                    <a:pt x="41" y="40"/>
                  </a:lnTo>
                  <a:lnTo>
                    <a:pt x="45" y="37"/>
                  </a:lnTo>
                  <a:lnTo>
                    <a:pt x="48" y="40"/>
                  </a:lnTo>
                  <a:lnTo>
                    <a:pt x="52" y="40"/>
                  </a:lnTo>
                  <a:lnTo>
                    <a:pt x="52" y="37"/>
                  </a:lnTo>
                  <a:lnTo>
                    <a:pt x="56" y="40"/>
                  </a:lnTo>
                  <a:lnTo>
                    <a:pt x="56" y="40"/>
                  </a:lnTo>
                  <a:lnTo>
                    <a:pt x="60" y="44"/>
                  </a:lnTo>
                  <a:lnTo>
                    <a:pt x="63" y="44"/>
                  </a:lnTo>
                  <a:lnTo>
                    <a:pt x="67" y="48"/>
                  </a:lnTo>
                  <a:lnTo>
                    <a:pt x="67" y="51"/>
                  </a:lnTo>
                  <a:lnTo>
                    <a:pt x="71" y="51"/>
                  </a:lnTo>
                  <a:lnTo>
                    <a:pt x="78" y="51"/>
                  </a:lnTo>
                  <a:lnTo>
                    <a:pt x="82" y="51"/>
                  </a:lnTo>
                  <a:lnTo>
                    <a:pt x="82" y="51"/>
                  </a:lnTo>
                  <a:close/>
                  <a:moveTo>
                    <a:pt x="15" y="18"/>
                  </a:moveTo>
                  <a:lnTo>
                    <a:pt x="19" y="18"/>
                  </a:lnTo>
                  <a:lnTo>
                    <a:pt x="19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5" y="18"/>
                  </a:lnTo>
                  <a:close/>
                  <a:moveTo>
                    <a:pt x="8" y="26"/>
                  </a:moveTo>
                  <a:lnTo>
                    <a:pt x="8" y="22"/>
                  </a:lnTo>
                  <a:lnTo>
                    <a:pt x="4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11" y="18"/>
                  </a:lnTo>
                  <a:lnTo>
                    <a:pt x="15" y="18"/>
                  </a:lnTo>
                  <a:lnTo>
                    <a:pt x="15" y="22"/>
                  </a:lnTo>
                  <a:lnTo>
                    <a:pt x="11" y="22"/>
                  </a:lnTo>
                  <a:lnTo>
                    <a:pt x="11" y="22"/>
                  </a:lnTo>
                  <a:lnTo>
                    <a:pt x="8" y="26"/>
                  </a:lnTo>
                  <a:lnTo>
                    <a:pt x="8" y="26"/>
                  </a:lnTo>
                  <a:close/>
                  <a:moveTo>
                    <a:pt x="15" y="26"/>
                  </a:moveTo>
                  <a:lnTo>
                    <a:pt x="15" y="26"/>
                  </a:lnTo>
                  <a:lnTo>
                    <a:pt x="19" y="26"/>
                  </a:lnTo>
                  <a:lnTo>
                    <a:pt x="23" y="29"/>
                  </a:lnTo>
                  <a:lnTo>
                    <a:pt x="19" y="29"/>
                  </a:lnTo>
                  <a:lnTo>
                    <a:pt x="15" y="26"/>
                  </a:lnTo>
                  <a:lnTo>
                    <a:pt x="15" y="26"/>
                  </a:lnTo>
                  <a:close/>
                  <a:moveTo>
                    <a:pt x="0" y="44"/>
                  </a:moveTo>
                  <a:lnTo>
                    <a:pt x="0" y="44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8" y="37"/>
                  </a:lnTo>
                  <a:lnTo>
                    <a:pt x="11" y="37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5" y="29"/>
                  </a:lnTo>
                  <a:lnTo>
                    <a:pt x="15" y="26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0" y="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4" name="Freeform 42"/>
            <p:cNvSpPr/>
            <p:nvPr/>
          </p:nvSpPr>
          <p:spPr bwMode="auto">
            <a:xfrm>
              <a:off x="4673862" y="1907351"/>
              <a:ext cx="133810" cy="66905"/>
            </a:xfrm>
            <a:custGeom>
              <a:avLst/>
              <a:gdLst>
                <a:gd name="T0" fmla="*/ 104 w 104"/>
                <a:gd name="T1" fmla="*/ 37 h 52"/>
                <a:gd name="T2" fmla="*/ 100 w 104"/>
                <a:gd name="T3" fmla="*/ 29 h 52"/>
                <a:gd name="T4" fmla="*/ 96 w 104"/>
                <a:gd name="T5" fmla="*/ 26 h 52"/>
                <a:gd name="T6" fmla="*/ 96 w 104"/>
                <a:gd name="T7" fmla="*/ 22 h 52"/>
                <a:gd name="T8" fmla="*/ 96 w 104"/>
                <a:gd name="T9" fmla="*/ 18 h 52"/>
                <a:gd name="T10" fmla="*/ 89 w 104"/>
                <a:gd name="T11" fmla="*/ 14 h 52"/>
                <a:gd name="T12" fmla="*/ 78 w 104"/>
                <a:gd name="T13" fmla="*/ 14 h 52"/>
                <a:gd name="T14" fmla="*/ 74 w 104"/>
                <a:gd name="T15" fmla="*/ 7 h 52"/>
                <a:gd name="T16" fmla="*/ 67 w 104"/>
                <a:gd name="T17" fmla="*/ 3 h 52"/>
                <a:gd name="T18" fmla="*/ 63 w 104"/>
                <a:gd name="T19" fmla="*/ 0 h 52"/>
                <a:gd name="T20" fmla="*/ 59 w 104"/>
                <a:gd name="T21" fmla="*/ 3 h 52"/>
                <a:gd name="T22" fmla="*/ 52 w 104"/>
                <a:gd name="T23" fmla="*/ 3 h 52"/>
                <a:gd name="T24" fmla="*/ 45 w 104"/>
                <a:gd name="T25" fmla="*/ 7 h 52"/>
                <a:gd name="T26" fmla="*/ 48 w 104"/>
                <a:gd name="T27" fmla="*/ 14 h 52"/>
                <a:gd name="T28" fmla="*/ 41 w 104"/>
                <a:gd name="T29" fmla="*/ 26 h 52"/>
                <a:gd name="T30" fmla="*/ 34 w 104"/>
                <a:gd name="T31" fmla="*/ 22 h 52"/>
                <a:gd name="T32" fmla="*/ 26 w 104"/>
                <a:gd name="T33" fmla="*/ 11 h 52"/>
                <a:gd name="T34" fmla="*/ 22 w 104"/>
                <a:gd name="T35" fmla="*/ 7 h 52"/>
                <a:gd name="T36" fmla="*/ 15 w 104"/>
                <a:gd name="T37" fmla="*/ 11 h 52"/>
                <a:gd name="T38" fmla="*/ 11 w 104"/>
                <a:gd name="T39" fmla="*/ 14 h 52"/>
                <a:gd name="T40" fmla="*/ 8 w 104"/>
                <a:gd name="T41" fmla="*/ 18 h 52"/>
                <a:gd name="T42" fmla="*/ 8 w 104"/>
                <a:gd name="T43" fmla="*/ 26 h 52"/>
                <a:gd name="T44" fmla="*/ 4 w 104"/>
                <a:gd name="T45" fmla="*/ 33 h 52"/>
                <a:gd name="T46" fmla="*/ 0 w 104"/>
                <a:gd name="T47" fmla="*/ 37 h 52"/>
                <a:gd name="T48" fmla="*/ 4 w 104"/>
                <a:gd name="T49" fmla="*/ 44 h 52"/>
                <a:gd name="T50" fmla="*/ 8 w 104"/>
                <a:gd name="T51" fmla="*/ 44 h 52"/>
                <a:gd name="T52" fmla="*/ 11 w 104"/>
                <a:gd name="T53" fmla="*/ 40 h 52"/>
                <a:gd name="T54" fmla="*/ 26 w 104"/>
                <a:gd name="T55" fmla="*/ 37 h 52"/>
                <a:gd name="T56" fmla="*/ 34 w 104"/>
                <a:gd name="T57" fmla="*/ 40 h 52"/>
                <a:gd name="T58" fmla="*/ 37 w 104"/>
                <a:gd name="T59" fmla="*/ 37 h 52"/>
                <a:gd name="T60" fmla="*/ 41 w 104"/>
                <a:gd name="T61" fmla="*/ 37 h 52"/>
                <a:gd name="T62" fmla="*/ 48 w 104"/>
                <a:gd name="T63" fmla="*/ 40 h 52"/>
                <a:gd name="T64" fmla="*/ 56 w 104"/>
                <a:gd name="T65" fmla="*/ 37 h 52"/>
                <a:gd name="T66" fmla="*/ 67 w 104"/>
                <a:gd name="T67" fmla="*/ 40 h 52"/>
                <a:gd name="T68" fmla="*/ 74 w 104"/>
                <a:gd name="T69" fmla="*/ 48 h 52"/>
                <a:gd name="T70" fmla="*/ 85 w 104"/>
                <a:gd name="T71" fmla="*/ 52 h 52"/>
                <a:gd name="T72" fmla="*/ 85 w 104"/>
                <a:gd name="T73" fmla="*/ 52 h 52"/>
                <a:gd name="T74" fmla="*/ 96 w 104"/>
                <a:gd name="T75" fmla="*/ 48 h 52"/>
                <a:gd name="T76" fmla="*/ 100 w 104"/>
                <a:gd name="T77" fmla="*/ 44 h 52"/>
                <a:gd name="T78" fmla="*/ 104 w 104"/>
                <a:gd name="T79" fmla="*/ 4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4" h="52">
                  <a:moveTo>
                    <a:pt x="104" y="40"/>
                  </a:moveTo>
                  <a:lnTo>
                    <a:pt x="104" y="37"/>
                  </a:lnTo>
                  <a:lnTo>
                    <a:pt x="104" y="33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96" y="26"/>
                  </a:lnTo>
                  <a:lnTo>
                    <a:pt x="96" y="22"/>
                  </a:lnTo>
                  <a:lnTo>
                    <a:pt x="96" y="22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4"/>
                  </a:lnTo>
                  <a:lnTo>
                    <a:pt x="89" y="14"/>
                  </a:lnTo>
                  <a:lnTo>
                    <a:pt x="82" y="14"/>
                  </a:lnTo>
                  <a:lnTo>
                    <a:pt x="78" y="14"/>
                  </a:lnTo>
                  <a:lnTo>
                    <a:pt x="78" y="11"/>
                  </a:lnTo>
                  <a:lnTo>
                    <a:pt x="74" y="7"/>
                  </a:lnTo>
                  <a:lnTo>
                    <a:pt x="71" y="7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63" y="0"/>
                  </a:lnTo>
                  <a:lnTo>
                    <a:pt x="63" y="3"/>
                  </a:lnTo>
                  <a:lnTo>
                    <a:pt x="59" y="3"/>
                  </a:lnTo>
                  <a:lnTo>
                    <a:pt x="56" y="0"/>
                  </a:lnTo>
                  <a:lnTo>
                    <a:pt x="52" y="3"/>
                  </a:lnTo>
                  <a:lnTo>
                    <a:pt x="48" y="3"/>
                  </a:lnTo>
                  <a:lnTo>
                    <a:pt x="45" y="7"/>
                  </a:lnTo>
                  <a:lnTo>
                    <a:pt x="45" y="11"/>
                  </a:lnTo>
                  <a:lnTo>
                    <a:pt x="48" y="14"/>
                  </a:lnTo>
                  <a:lnTo>
                    <a:pt x="45" y="22"/>
                  </a:lnTo>
                  <a:lnTo>
                    <a:pt x="41" y="26"/>
                  </a:lnTo>
                  <a:lnTo>
                    <a:pt x="37" y="26"/>
                  </a:lnTo>
                  <a:lnTo>
                    <a:pt x="34" y="22"/>
                  </a:lnTo>
                  <a:lnTo>
                    <a:pt x="34" y="18"/>
                  </a:lnTo>
                  <a:lnTo>
                    <a:pt x="26" y="11"/>
                  </a:lnTo>
                  <a:lnTo>
                    <a:pt x="26" y="7"/>
                  </a:lnTo>
                  <a:lnTo>
                    <a:pt x="22" y="7"/>
                  </a:lnTo>
                  <a:lnTo>
                    <a:pt x="19" y="11"/>
                  </a:lnTo>
                  <a:lnTo>
                    <a:pt x="15" y="11"/>
                  </a:lnTo>
                  <a:lnTo>
                    <a:pt x="15" y="14"/>
                  </a:lnTo>
                  <a:lnTo>
                    <a:pt x="11" y="14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26"/>
                  </a:lnTo>
                  <a:lnTo>
                    <a:pt x="4" y="29"/>
                  </a:lnTo>
                  <a:lnTo>
                    <a:pt x="4" y="33"/>
                  </a:lnTo>
                  <a:lnTo>
                    <a:pt x="4" y="37"/>
                  </a:lnTo>
                  <a:lnTo>
                    <a:pt x="0" y="37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4" y="48"/>
                  </a:lnTo>
                  <a:lnTo>
                    <a:pt x="8" y="44"/>
                  </a:lnTo>
                  <a:lnTo>
                    <a:pt x="8" y="44"/>
                  </a:lnTo>
                  <a:lnTo>
                    <a:pt x="11" y="40"/>
                  </a:lnTo>
                  <a:lnTo>
                    <a:pt x="19" y="37"/>
                  </a:lnTo>
                  <a:lnTo>
                    <a:pt x="26" y="37"/>
                  </a:lnTo>
                  <a:lnTo>
                    <a:pt x="30" y="37"/>
                  </a:lnTo>
                  <a:lnTo>
                    <a:pt x="34" y="40"/>
                  </a:lnTo>
                  <a:lnTo>
                    <a:pt x="37" y="37"/>
                  </a:lnTo>
                  <a:lnTo>
                    <a:pt x="37" y="37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5" y="40"/>
                  </a:lnTo>
                  <a:lnTo>
                    <a:pt x="48" y="40"/>
                  </a:lnTo>
                  <a:lnTo>
                    <a:pt x="52" y="40"/>
                  </a:lnTo>
                  <a:lnTo>
                    <a:pt x="56" y="37"/>
                  </a:lnTo>
                  <a:lnTo>
                    <a:pt x="63" y="40"/>
                  </a:lnTo>
                  <a:lnTo>
                    <a:pt x="67" y="40"/>
                  </a:lnTo>
                  <a:lnTo>
                    <a:pt x="71" y="48"/>
                  </a:lnTo>
                  <a:lnTo>
                    <a:pt x="74" y="48"/>
                  </a:lnTo>
                  <a:lnTo>
                    <a:pt x="78" y="52"/>
                  </a:lnTo>
                  <a:lnTo>
                    <a:pt x="85" y="52"/>
                  </a:lnTo>
                  <a:lnTo>
                    <a:pt x="85" y="52"/>
                  </a:lnTo>
                  <a:lnTo>
                    <a:pt x="85" y="52"/>
                  </a:lnTo>
                  <a:lnTo>
                    <a:pt x="93" y="52"/>
                  </a:lnTo>
                  <a:lnTo>
                    <a:pt x="96" y="48"/>
                  </a:lnTo>
                  <a:lnTo>
                    <a:pt x="100" y="44"/>
                  </a:lnTo>
                  <a:lnTo>
                    <a:pt x="100" y="44"/>
                  </a:lnTo>
                  <a:lnTo>
                    <a:pt x="104" y="40"/>
                  </a:lnTo>
                  <a:lnTo>
                    <a:pt x="104" y="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5" name="Freeform 43"/>
            <p:cNvSpPr/>
            <p:nvPr/>
          </p:nvSpPr>
          <p:spPr bwMode="auto">
            <a:xfrm>
              <a:off x="4679009" y="1954956"/>
              <a:ext cx="104218" cy="66905"/>
            </a:xfrm>
            <a:custGeom>
              <a:avLst/>
              <a:gdLst>
                <a:gd name="T0" fmla="*/ 26 w 81"/>
                <a:gd name="T1" fmla="*/ 41 h 52"/>
                <a:gd name="T2" fmla="*/ 26 w 81"/>
                <a:gd name="T3" fmla="*/ 33 h 52"/>
                <a:gd name="T4" fmla="*/ 30 w 81"/>
                <a:gd name="T5" fmla="*/ 29 h 52"/>
                <a:gd name="T6" fmla="*/ 26 w 81"/>
                <a:gd name="T7" fmla="*/ 29 h 52"/>
                <a:gd name="T8" fmla="*/ 26 w 81"/>
                <a:gd name="T9" fmla="*/ 29 h 52"/>
                <a:gd name="T10" fmla="*/ 22 w 81"/>
                <a:gd name="T11" fmla="*/ 26 h 52"/>
                <a:gd name="T12" fmla="*/ 22 w 81"/>
                <a:gd name="T13" fmla="*/ 26 h 52"/>
                <a:gd name="T14" fmla="*/ 15 w 81"/>
                <a:gd name="T15" fmla="*/ 26 h 52"/>
                <a:gd name="T16" fmla="*/ 11 w 81"/>
                <a:gd name="T17" fmla="*/ 26 h 52"/>
                <a:gd name="T18" fmla="*/ 7 w 81"/>
                <a:gd name="T19" fmla="*/ 18 h 52"/>
                <a:gd name="T20" fmla="*/ 0 w 81"/>
                <a:gd name="T21" fmla="*/ 18 h 52"/>
                <a:gd name="T22" fmla="*/ 0 w 81"/>
                <a:gd name="T23" fmla="*/ 18 h 52"/>
                <a:gd name="T24" fmla="*/ 0 w 81"/>
                <a:gd name="T25" fmla="*/ 18 h 52"/>
                <a:gd name="T26" fmla="*/ 0 w 81"/>
                <a:gd name="T27" fmla="*/ 15 h 52"/>
                <a:gd name="T28" fmla="*/ 0 w 81"/>
                <a:gd name="T29" fmla="*/ 11 h 52"/>
                <a:gd name="T30" fmla="*/ 4 w 81"/>
                <a:gd name="T31" fmla="*/ 7 h 52"/>
                <a:gd name="T32" fmla="*/ 4 w 81"/>
                <a:gd name="T33" fmla="*/ 7 h 52"/>
                <a:gd name="T34" fmla="*/ 7 w 81"/>
                <a:gd name="T35" fmla="*/ 3 h 52"/>
                <a:gd name="T36" fmla="*/ 15 w 81"/>
                <a:gd name="T37" fmla="*/ 0 h 52"/>
                <a:gd name="T38" fmla="*/ 22 w 81"/>
                <a:gd name="T39" fmla="*/ 0 h 52"/>
                <a:gd name="T40" fmla="*/ 26 w 81"/>
                <a:gd name="T41" fmla="*/ 0 h 52"/>
                <a:gd name="T42" fmla="*/ 30 w 81"/>
                <a:gd name="T43" fmla="*/ 3 h 52"/>
                <a:gd name="T44" fmla="*/ 33 w 81"/>
                <a:gd name="T45" fmla="*/ 0 h 52"/>
                <a:gd name="T46" fmla="*/ 33 w 81"/>
                <a:gd name="T47" fmla="*/ 0 h 52"/>
                <a:gd name="T48" fmla="*/ 37 w 81"/>
                <a:gd name="T49" fmla="*/ 0 h 52"/>
                <a:gd name="T50" fmla="*/ 37 w 81"/>
                <a:gd name="T51" fmla="*/ 0 h 52"/>
                <a:gd name="T52" fmla="*/ 41 w 81"/>
                <a:gd name="T53" fmla="*/ 3 h 52"/>
                <a:gd name="T54" fmla="*/ 44 w 81"/>
                <a:gd name="T55" fmla="*/ 3 h 52"/>
                <a:gd name="T56" fmla="*/ 48 w 81"/>
                <a:gd name="T57" fmla="*/ 3 h 52"/>
                <a:gd name="T58" fmla="*/ 52 w 81"/>
                <a:gd name="T59" fmla="*/ 0 h 52"/>
                <a:gd name="T60" fmla="*/ 59 w 81"/>
                <a:gd name="T61" fmla="*/ 3 h 52"/>
                <a:gd name="T62" fmla="*/ 63 w 81"/>
                <a:gd name="T63" fmla="*/ 3 h 52"/>
                <a:gd name="T64" fmla="*/ 67 w 81"/>
                <a:gd name="T65" fmla="*/ 11 h 52"/>
                <a:gd name="T66" fmla="*/ 70 w 81"/>
                <a:gd name="T67" fmla="*/ 11 h 52"/>
                <a:gd name="T68" fmla="*/ 74 w 81"/>
                <a:gd name="T69" fmla="*/ 15 h 52"/>
                <a:gd name="T70" fmla="*/ 81 w 81"/>
                <a:gd name="T71" fmla="*/ 15 h 52"/>
                <a:gd name="T72" fmla="*/ 81 w 81"/>
                <a:gd name="T73" fmla="*/ 15 h 52"/>
                <a:gd name="T74" fmla="*/ 78 w 81"/>
                <a:gd name="T75" fmla="*/ 22 h 52"/>
                <a:gd name="T76" fmla="*/ 81 w 81"/>
                <a:gd name="T77" fmla="*/ 22 h 52"/>
                <a:gd name="T78" fmla="*/ 81 w 81"/>
                <a:gd name="T79" fmla="*/ 26 h 52"/>
                <a:gd name="T80" fmla="*/ 74 w 81"/>
                <a:gd name="T81" fmla="*/ 26 h 52"/>
                <a:gd name="T82" fmla="*/ 70 w 81"/>
                <a:gd name="T83" fmla="*/ 33 h 52"/>
                <a:gd name="T84" fmla="*/ 70 w 81"/>
                <a:gd name="T85" fmla="*/ 33 h 52"/>
                <a:gd name="T86" fmla="*/ 70 w 81"/>
                <a:gd name="T87" fmla="*/ 37 h 52"/>
                <a:gd name="T88" fmla="*/ 74 w 81"/>
                <a:gd name="T89" fmla="*/ 37 h 52"/>
                <a:gd name="T90" fmla="*/ 74 w 81"/>
                <a:gd name="T91" fmla="*/ 41 h 52"/>
                <a:gd name="T92" fmla="*/ 70 w 81"/>
                <a:gd name="T93" fmla="*/ 41 h 52"/>
                <a:gd name="T94" fmla="*/ 67 w 81"/>
                <a:gd name="T95" fmla="*/ 41 h 52"/>
                <a:gd name="T96" fmla="*/ 67 w 81"/>
                <a:gd name="T97" fmla="*/ 41 h 52"/>
                <a:gd name="T98" fmla="*/ 63 w 81"/>
                <a:gd name="T99" fmla="*/ 44 h 52"/>
                <a:gd name="T100" fmla="*/ 59 w 81"/>
                <a:gd name="T101" fmla="*/ 44 h 52"/>
                <a:gd name="T102" fmla="*/ 59 w 81"/>
                <a:gd name="T103" fmla="*/ 48 h 52"/>
                <a:gd name="T104" fmla="*/ 59 w 81"/>
                <a:gd name="T105" fmla="*/ 48 h 52"/>
                <a:gd name="T106" fmla="*/ 52 w 81"/>
                <a:gd name="T107" fmla="*/ 52 h 52"/>
                <a:gd name="T108" fmla="*/ 48 w 81"/>
                <a:gd name="T109" fmla="*/ 48 h 52"/>
                <a:gd name="T110" fmla="*/ 44 w 81"/>
                <a:gd name="T111" fmla="*/ 52 h 52"/>
                <a:gd name="T112" fmla="*/ 41 w 81"/>
                <a:gd name="T113" fmla="*/ 52 h 52"/>
                <a:gd name="T114" fmla="*/ 37 w 81"/>
                <a:gd name="T115" fmla="*/ 52 h 52"/>
                <a:gd name="T116" fmla="*/ 37 w 81"/>
                <a:gd name="T117" fmla="*/ 48 h 52"/>
                <a:gd name="T118" fmla="*/ 37 w 81"/>
                <a:gd name="T119" fmla="*/ 41 h 52"/>
                <a:gd name="T120" fmla="*/ 33 w 81"/>
                <a:gd name="T121" fmla="*/ 41 h 52"/>
                <a:gd name="T122" fmla="*/ 30 w 81"/>
                <a:gd name="T123" fmla="*/ 37 h 52"/>
                <a:gd name="T124" fmla="*/ 26 w 81"/>
                <a:gd name="T125" fmla="*/ 4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1" h="52">
                  <a:moveTo>
                    <a:pt x="26" y="41"/>
                  </a:moveTo>
                  <a:lnTo>
                    <a:pt x="26" y="33"/>
                  </a:lnTo>
                  <a:lnTo>
                    <a:pt x="30" y="29"/>
                  </a:lnTo>
                  <a:lnTo>
                    <a:pt x="26" y="29"/>
                  </a:lnTo>
                  <a:lnTo>
                    <a:pt x="26" y="29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7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3"/>
                  </a:lnTo>
                  <a:lnTo>
                    <a:pt x="15" y="0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30" y="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41" y="3"/>
                  </a:lnTo>
                  <a:lnTo>
                    <a:pt x="44" y="3"/>
                  </a:lnTo>
                  <a:lnTo>
                    <a:pt x="48" y="3"/>
                  </a:lnTo>
                  <a:lnTo>
                    <a:pt x="52" y="0"/>
                  </a:lnTo>
                  <a:lnTo>
                    <a:pt x="59" y="3"/>
                  </a:lnTo>
                  <a:lnTo>
                    <a:pt x="63" y="3"/>
                  </a:lnTo>
                  <a:lnTo>
                    <a:pt x="67" y="11"/>
                  </a:lnTo>
                  <a:lnTo>
                    <a:pt x="70" y="11"/>
                  </a:lnTo>
                  <a:lnTo>
                    <a:pt x="74" y="15"/>
                  </a:lnTo>
                  <a:lnTo>
                    <a:pt x="81" y="15"/>
                  </a:lnTo>
                  <a:lnTo>
                    <a:pt x="81" y="15"/>
                  </a:lnTo>
                  <a:lnTo>
                    <a:pt x="78" y="22"/>
                  </a:lnTo>
                  <a:lnTo>
                    <a:pt x="81" y="22"/>
                  </a:lnTo>
                  <a:lnTo>
                    <a:pt x="81" y="26"/>
                  </a:lnTo>
                  <a:lnTo>
                    <a:pt x="74" y="26"/>
                  </a:lnTo>
                  <a:lnTo>
                    <a:pt x="70" y="33"/>
                  </a:lnTo>
                  <a:lnTo>
                    <a:pt x="70" y="33"/>
                  </a:lnTo>
                  <a:lnTo>
                    <a:pt x="70" y="37"/>
                  </a:lnTo>
                  <a:lnTo>
                    <a:pt x="74" y="37"/>
                  </a:lnTo>
                  <a:lnTo>
                    <a:pt x="74" y="41"/>
                  </a:lnTo>
                  <a:lnTo>
                    <a:pt x="70" y="41"/>
                  </a:lnTo>
                  <a:lnTo>
                    <a:pt x="67" y="41"/>
                  </a:lnTo>
                  <a:lnTo>
                    <a:pt x="67" y="41"/>
                  </a:lnTo>
                  <a:lnTo>
                    <a:pt x="63" y="44"/>
                  </a:lnTo>
                  <a:lnTo>
                    <a:pt x="59" y="44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52" y="52"/>
                  </a:lnTo>
                  <a:lnTo>
                    <a:pt x="48" y="48"/>
                  </a:lnTo>
                  <a:lnTo>
                    <a:pt x="44" y="52"/>
                  </a:lnTo>
                  <a:lnTo>
                    <a:pt x="41" y="52"/>
                  </a:lnTo>
                  <a:lnTo>
                    <a:pt x="37" y="52"/>
                  </a:lnTo>
                  <a:lnTo>
                    <a:pt x="37" y="48"/>
                  </a:lnTo>
                  <a:lnTo>
                    <a:pt x="37" y="41"/>
                  </a:lnTo>
                  <a:lnTo>
                    <a:pt x="33" y="41"/>
                  </a:lnTo>
                  <a:lnTo>
                    <a:pt x="30" y="37"/>
                  </a:lnTo>
                  <a:lnTo>
                    <a:pt x="26" y="4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6" name="Freeform 44"/>
            <p:cNvSpPr/>
            <p:nvPr/>
          </p:nvSpPr>
          <p:spPr bwMode="auto">
            <a:xfrm>
              <a:off x="4731760" y="1958817"/>
              <a:ext cx="176269" cy="124804"/>
            </a:xfrm>
            <a:custGeom>
              <a:avLst/>
              <a:gdLst>
                <a:gd name="T0" fmla="*/ 3 w 137"/>
                <a:gd name="T1" fmla="*/ 49 h 97"/>
                <a:gd name="T2" fmla="*/ 11 w 137"/>
                <a:gd name="T3" fmla="*/ 49 h 97"/>
                <a:gd name="T4" fmla="*/ 18 w 137"/>
                <a:gd name="T5" fmla="*/ 45 h 97"/>
                <a:gd name="T6" fmla="*/ 22 w 137"/>
                <a:gd name="T7" fmla="*/ 41 h 97"/>
                <a:gd name="T8" fmla="*/ 26 w 137"/>
                <a:gd name="T9" fmla="*/ 38 h 97"/>
                <a:gd name="T10" fmla="*/ 33 w 137"/>
                <a:gd name="T11" fmla="*/ 38 h 97"/>
                <a:gd name="T12" fmla="*/ 29 w 137"/>
                <a:gd name="T13" fmla="*/ 34 h 97"/>
                <a:gd name="T14" fmla="*/ 29 w 137"/>
                <a:gd name="T15" fmla="*/ 30 h 97"/>
                <a:gd name="T16" fmla="*/ 40 w 137"/>
                <a:gd name="T17" fmla="*/ 23 h 97"/>
                <a:gd name="T18" fmla="*/ 37 w 137"/>
                <a:gd name="T19" fmla="*/ 19 h 97"/>
                <a:gd name="T20" fmla="*/ 48 w 137"/>
                <a:gd name="T21" fmla="*/ 12 h 97"/>
                <a:gd name="T22" fmla="*/ 55 w 137"/>
                <a:gd name="T23" fmla="*/ 4 h 97"/>
                <a:gd name="T24" fmla="*/ 59 w 137"/>
                <a:gd name="T25" fmla="*/ 0 h 97"/>
                <a:gd name="T26" fmla="*/ 66 w 137"/>
                <a:gd name="T27" fmla="*/ 4 h 97"/>
                <a:gd name="T28" fmla="*/ 70 w 137"/>
                <a:gd name="T29" fmla="*/ 4 h 97"/>
                <a:gd name="T30" fmla="*/ 77 w 137"/>
                <a:gd name="T31" fmla="*/ 4 h 97"/>
                <a:gd name="T32" fmla="*/ 85 w 137"/>
                <a:gd name="T33" fmla="*/ 4 h 97"/>
                <a:gd name="T34" fmla="*/ 92 w 137"/>
                <a:gd name="T35" fmla="*/ 8 h 97"/>
                <a:gd name="T36" fmla="*/ 103 w 137"/>
                <a:gd name="T37" fmla="*/ 8 h 97"/>
                <a:gd name="T38" fmla="*/ 103 w 137"/>
                <a:gd name="T39" fmla="*/ 15 h 97"/>
                <a:gd name="T40" fmla="*/ 103 w 137"/>
                <a:gd name="T41" fmla="*/ 23 h 97"/>
                <a:gd name="T42" fmla="*/ 111 w 137"/>
                <a:gd name="T43" fmla="*/ 30 h 97"/>
                <a:gd name="T44" fmla="*/ 118 w 137"/>
                <a:gd name="T45" fmla="*/ 38 h 97"/>
                <a:gd name="T46" fmla="*/ 126 w 137"/>
                <a:gd name="T47" fmla="*/ 45 h 97"/>
                <a:gd name="T48" fmla="*/ 133 w 137"/>
                <a:gd name="T49" fmla="*/ 52 h 97"/>
                <a:gd name="T50" fmla="*/ 133 w 137"/>
                <a:gd name="T51" fmla="*/ 56 h 97"/>
                <a:gd name="T52" fmla="*/ 122 w 137"/>
                <a:gd name="T53" fmla="*/ 64 h 97"/>
                <a:gd name="T54" fmla="*/ 118 w 137"/>
                <a:gd name="T55" fmla="*/ 64 h 97"/>
                <a:gd name="T56" fmla="*/ 122 w 137"/>
                <a:gd name="T57" fmla="*/ 71 h 97"/>
                <a:gd name="T58" fmla="*/ 126 w 137"/>
                <a:gd name="T59" fmla="*/ 78 h 97"/>
                <a:gd name="T60" fmla="*/ 126 w 137"/>
                <a:gd name="T61" fmla="*/ 82 h 97"/>
                <a:gd name="T62" fmla="*/ 111 w 137"/>
                <a:gd name="T63" fmla="*/ 86 h 97"/>
                <a:gd name="T64" fmla="*/ 111 w 137"/>
                <a:gd name="T65" fmla="*/ 97 h 97"/>
                <a:gd name="T66" fmla="*/ 103 w 137"/>
                <a:gd name="T67" fmla="*/ 93 h 97"/>
                <a:gd name="T68" fmla="*/ 96 w 137"/>
                <a:gd name="T69" fmla="*/ 93 h 97"/>
                <a:gd name="T70" fmla="*/ 89 w 137"/>
                <a:gd name="T71" fmla="*/ 97 h 97"/>
                <a:gd name="T72" fmla="*/ 85 w 137"/>
                <a:gd name="T73" fmla="*/ 93 h 97"/>
                <a:gd name="T74" fmla="*/ 77 w 137"/>
                <a:gd name="T75" fmla="*/ 97 h 97"/>
                <a:gd name="T76" fmla="*/ 70 w 137"/>
                <a:gd name="T77" fmla="*/ 93 h 97"/>
                <a:gd name="T78" fmla="*/ 66 w 137"/>
                <a:gd name="T79" fmla="*/ 93 h 97"/>
                <a:gd name="T80" fmla="*/ 55 w 137"/>
                <a:gd name="T81" fmla="*/ 93 h 97"/>
                <a:gd name="T82" fmla="*/ 51 w 137"/>
                <a:gd name="T83" fmla="*/ 89 h 97"/>
                <a:gd name="T84" fmla="*/ 37 w 137"/>
                <a:gd name="T85" fmla="*/ 89 h 97"/>
                <a:gd name="T86" fmla="*/ 33 w 137"/>
                <a:gd name="T87" fmla="*/ 89 h 97"/>
                <a:gd name="T88" fmla="*/ 14 w 137"/>
                <a:gd name="T89" fmla="*/ 93 h 97"/>
                <a:gd name="T90" fmla="*/ 7 w 137"/>
                <a:gd name="T91" fmla="*/ 89 h 97"/>
                <a:gd name="T92" fmla="*/ 7 w 137"/>
                <a:gd name="T93" fmla="*/ 89 h 97"/>
                <a:gd name="T94" fmla="*/ 0 w 137"/>
                <a:gd name="T95" fmla="*/ 82 h 97"/>
                <a:gd name="T96" fmla="*/ 7 w 137"/>
                <a:gd name="T97" fmla="*/ 75 h 97"/>
                <a:gd name="T98" fmla="*/ 3 w 137"/>
                <a:gd name="T99" fmla="*/ 64 h 97"/>
                <a:gd name="T100" fmla="*/ 3 w 137"/>
                <a:gd name="T101" fmla="*/ 60 h 97"/>
                <a:gd name="T102" fmla="*/ 0 w 137"/>
                <a:gd name="T103" fmla="*/ 4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7" h="97">
                  <a:moveTo>
                    <a:pt x="0" y="49"/>
                  </a:moveTo>
                  <a:lnTo>
                    <a:pt x="3" y="49"/>
                  </a:lnTo>
                  <a:lnTo>
                    <a:pt x="7" y="45"/>
                  </a:lnTo>
                  <a:lnTo>
                    <a:pt x="11" y="49"/>
                  </a:lnTo>
                  <a:lnTo>
                    <a:pt x="18" y="45"/>
                  </a:lnTo>
                  <a:lnTo>
                    <a:pt x="18" y="45"/>
                  </a:lnTo>
                  <a:lnTo>
                    <a:pt x="18" y="41"/>
                  </a:lnTo>
                  <a:lnTo>
                    <a:pt x="22" y="41"/>
                  </a:lnTo>
                  <a:lnTo>
                    <a:pt x="26" y="38"/>
                  </a:lnTo>
                  <a:lnTo>
                    <a:pt x="26" y="38"/>
                  </a:lnTo>
                  <a:lnTo>
                    <a:pt x="29" y="38"/>
                  </a:lnTo>
                  <a:lnTo>
                    <a:pt x="33" y="38"/>
                  </a:lnTo>
                  <a:lnTo>
                    <a:pt x="33" y="34"/>
                  </a:lnTo>
                  <a:lnTo>
                    <a:pt x="29" y="34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3" y="23"/>
                  </a:lnTo>
                  <a:lnTo>
                    <a:pt x="40" y="23"/>
                  </a:lnTo>
                  <a:lnTo>
                    <a:pt x="40" y="19"/>
                  </a:lnTo>
                  <a:lnTo>
                    <a:pt x="37" y="19"/>
                  </a:lnTo>
                  <a:lnTo>
                    <a:pt x="40" y="12"/>
                  </a:lnTo>
                  <a:lnTo>
                    <a:pt x="48" y="12"/>
                  </a:lnTo>
                  <a:lnTo>
                    <a:pt x="51" y="8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9" y="0"/>
                  </a:lnTo>
                  <a:lnTo>
                    <a:pt x="63" y="0"/>
                  </a:lnTo>
                  <a:lnTo>
                    <a:pt x="66" y="4"/>
                  </a:lnTo>
                  <a:lnTo>
                    <a:pt x="66" y="0"/>
                  </a:lnTo>
                  <a:lnTo>
                    <a:pt x="70" y="4"/>
                  </a:lnTo>
                  <a:lnTo>
                    <a:pt x="74" y="4"/>
                  </a:lnTo>
                  <a:lnTo>
                    <a:pt x="77" y="4"/>
                  </a:lnTo>
                  <a:lnTo>
                    <a:pt x="81" y="8"/>
                  </a:lnTo>
                  <a:lnTo>
                    <a:pt x="85" y="4"/>
                  </a:lnTo>
                  <a:lnTo>
                    <a:pt x="92" y="4"/>
                  </a:lnTo>
                  <a:lnTo>
                    <a:pt x="92" y="8"/>
                  </a:lnTo>
                  <a:lnTo>
                    <a:pt x="96" y="8"/>
                  </a:lnTo>
                  <a:lnTo>
                    <a:pt x="103" y="8"/>
                  </a:lnTo>
                  <a:lnTo>
                    <a:pt x="103" y="12"/>
                  </a:lnTo>
                  <a:lnTo>
                    <a:pt x="103" y="15"/>
                  </a:lnTo>
                  <a:lnTo>
                    <a:pt x="103" y="19"/>
                  </a:lnTo>
                  <a:lnTo>
                    <a:pt x="103" y="23"/>
                  </a:lnTo>
                  <a:lnTo>
                    <a:pt x="107" y="26"/>
                  </a:lnTo>
                  <a:lnTo>
                    <a:pt x="111" y="30"/>
                  </a:lnTo>
                  <a:lnTo>
                    <a:pt x="114" y="38"/>
                  </a:lnTo>
                  <a:lnTo>
                    <a:pt x="118" y="38"/>
                  </a:lnTo>
                  <a:lnTo>
                    <a:pt x="118" y="45"/>
                  </a:lnTo>
                  <a:lnTo>
                    <a:pt x="126" y="45"/>
                  </a:lnTo>
                  <a:lnTo>
                    <a:pt x="133" y="49"/>
                  </a:lnTo>
                  <a:lnTo>
                    <a:pt x="133" y="52"/>
                  </a:lnTo>
                  <a:lnTo>
                    <a:pt x="137" y="56"/>
                  </a:lnTo>
                  <a:lnTo>
                    <a:pt x="133" y="56"/>
                  </a:lnTo>
                  <a:lnTo>
                    <a:pt x="129" y="64"/>
                  </a:lnTo>
                  <a:lnTo>
                    <a:pt x="122" y="64"/>
                  </a:lnTo>
                  <a:lnTo>
                    <a:pt x="118" y="60"/>
                  </a:lnTo>
                  <a:lnTo>
                    <a:pt x="118" y="64"/>
                  </a:lnTo>
                  <a:lnTo>
                    <a:pt x="118" y="67"/>
                  </a:lnTo>
                  <a:lnTo>
                    <a:pt x="122" y="71"/>
                  </a:lnTo>
                  <a:lnTo>
                    <a:pt x="122" y="75"/>
                  </a:lnTo>
                  <a:lnTo>
                    <a:pt x="126" y="78"/>
                  </a:lnTo>
                  <a:lnTo>
                    <a:pt x="126" y="82"/>
                  </a:lnTo>
                  <a:lnTo>
                    <a:pt x="126" y="82"/>
                  </a:lnTo>
                  <a:lnTo>
                    <a:pt x="118" y="86"/>
                  </a:lnTo>
                  <a:lnTo>
                    <a:pt x="111" y="86"/>
                  </a:lnTo>
                  <a:lnTo>
                    <a:pt x="111" y="89"/>
                  </a:lnTo>
                  <a:lnTo>
                    <a:pt x="111" y="97"/>
                  </a:lnTo>
                  <a:lnTo>
                    <a:pt x="107" y="97"/>
                  </a:lnTo>
                  <a:lnTo>
                    <a:pt x="103" y="93"/>
                  </a:lnTo>
                  <a:lnTo>
                    <a:pt x="100" y="93"/>
                  </a:lnTo>
                  <a:lnTo>
                    <a:pt x="96" y="93"/>
                  </a:lnTo>
                  <a:lnTo>
                    <a:pt x="92" y="93"/>
                  </a:lnTo>
                  <a:lnTo>
                    <a:pt x="89" y="97"/>
                  </a:lnTo>
                  <a:lnTo>
                    <a:pt x="85" y="97"/>
                  </a:lnTo>
                  <a:lnTo>
                    <a:pt x="85" y="93"/>
                  </a:lnTo>
                  <a:lnTo>
                    <a:pt x="81" y="93"/>
                  </a:lnTo>
                  <a:lnTo>
                    <a:pt x="77" y="97"/>
                  </a:lnTo>
                  <a:lnTo>
                    <a:pt x="74" y="93"/>
                  </a:lnTo>
                  <a:lnTo>
                    <a:pt x="70" y="93"/>
                  </a:lnTo>
                  <a:lnTo>
                    <a:pt x="66" y="93"/>
                  </a:lnTo>
                  <a:lnTo>
                    <a:pt x="66" y="93"/>
                  </a:lnTo>
                  <a:lnTo>
                    <a:pt x="63" y="93"/>
                  </a:lnTo>
                  <a:lnTo>
                    <a:pt x="55" y="93"/>
                  </a:lnTo>
                  <a:lnTo>
                    <a:pt x="55" y="93"/>
                  </a:lnTo>
                  <a:lnTo>
                    <a:pt x="51" y="89"/>
                  </a:lnTo>
                  <a:lnTo>
                    <a:pt x="44" y="89"/>
                  </a:lnTo>
                  <a:lnTo>
                    <a:pt x="37" y="89"/>
                  </a:lnTo>
                  <a:lnTo>
                    <a:pt x="37" y="89"/>
                  </a:lnTo>
                  <a:lnTo>
                    <a:pt x="33" y="89"/>
                  </a:lnTo>
                  <a:lnTo>
                    <a:pt x="29" y="89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7" y="89"/>
                  </a:lnTo>
                  <a:lnTo>
                    <a:pt x="7" y="89"/>
                  </a:lnTo>
                  <a:lnTo>
                    <a:pt x="7" y="89"/>
                  </a:lnTo>
                  <a:lnTo>
                    <a:pt x="3" y="86"/>
                  </a:lnTo>
                  <a:lnTo>
                    <a:pt x="0" y="82"/>
                  </a:lnTo>
                  <a:lnTo>
                    <a:pt x="3" y="78"/>
                  </a:lnTo>
                  <a:lnTo>
                    <a:pt x="7" y="75"/>
                  </a:lnTo>
                  <a:lnTo>
                    <a:pt x="7" y="67"/>
                  </a:lnTo>
                  <a:lnTo>
                    <a:pt x="3" y="64"/>
                  </a:lnTo>
                  <a:lnTo>
                    <a:pt x="3" y="60"/>
                  </a:lnTo>
                  <a:lnTo>
                    <a:pt x="3" y="60"/>
                  </a:lnTo>
                  <a:lnTo>
                    <a:pt x="0" y="52"/>
                  </a:lnTo>
                  <a:lnTo>
                    <a:pt x="0" y="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7" name="Freeform 45"/>
            <p:cNvSpPr/>
            <p:nvPr/>
          </p:nvSpPr>
          <p:spPr bwMode="auto">
            <a:xfrm>
              <a:off x="4717610" y="2059174"/>
              <a:ext cx="347390" cy="195568"/>
            </a:xfrm>
            <a:custGeom>
              <a:avLst/>
              <a:gdLst>
                <a:gd name="T0" fmla="*/ 40 w 270"/>
                <a:gd name="T1" fmla="*/ 11 h 152"/>
                <a:gd name="T2" fmla="*/ 62 w 270"/>
                <a:gd name="T3" fmla="*/ 11 h 152"/>
                <a:gd name="T4" fmla="*/ 77 w 270"/>
                <a:gd name="T5" fmla="*/ 15 h 152"/>
                <a:gd name="T6" fmla="*/ 96 w 270"/>
                <a:gd name="T7" fmla="*/ 15 h 152"/>
                <a:gd name="T8" fmla="*/ 111 w 270"/>
                <a:gd name="T9" fmla="*/ 15 h 152"/>
                <a:gd name="T10" fmla="*/ 122 w 270"/>
                <a:gd name="T11" fmla="*/ 8 h 152"/>
                <a:gd name="T12" fmla="*/ 140 w 270"/>
                <a:gd name="T13" fmla="*/ 0 h 152"/>
                <a:gd name="T14" fmla="*/ 170 w 270"/>
                <a:gd name="T15" fmla="*/ 0 h 152"/>
                <a:gd name="T16" fmla="*/ 185 w 270"/>
                <a:gd name="T17" fmla="*/ 15 h 152"/>
                <a:gd name="T18" fmla="*/ 196 w 270"/>
                <a:gd name="T19" fmla="*/ 30 h 152"/>
                <a:gd name="T20" fmla="*/ 218 w 270"/>
                <a:gd name="T21" fmla="*/ 37 h 152"/>
                <a:gd name="T22" fmla="*/ 237 w 270"/>
                <a:gd name="T23" fmla="*/ 45 h 152"/>
                <a:gd name="T24" fmla="*/ 255 w 270"/>
                <a:gd name="T25" fmla="*/ 45 h 152"/>
                <a:gd name="T26" fmla="*/ 270 w 270"/>
                <a:gd name="T27" fmla="*/ 52 h 152"/>
                <a:gd name="T28" fmla="*/ 266 w 270"/>
                <a:gd name="T29" fmla="*/ 71 h 152"/>
                <a:gd name="T30" fmla="*/ 255 w 270"/>
                <a:gd name="T31" fmla="*/ 86 h 152"/>
                <a:gd name="T32" fmla="*/ 248 w 270"/>
                <a:gd name="T33" fmla="*/ 97 h 152"/>
                <a:gd name="T34" fmla="*/ 233 w 270"/>
                <a:gd name="T35" fmla="*/ 104 h 152"/>
                <a:gd name="T36" fmla="*/ 218 w 270"/>
                <a:gd name="T37" fmla="*/ 108 h 152"/>
                <a:gd name="T38" fmla="*/ 203 w 270"/>
                <a:gd name="T39" fmla="*/ 108 h 152"/>
                <a:gd name="T40" fmla="*/ 203 w 270"/>
                <a:gd name="T41" fmla="*/ 119 h 152"/>
                <a:gd name="T42" fmla="*/ 203 w 270"/>
                <a:gd name="T43" fmla="*/ 112 h 152"/>
                <a:gd name="T44" fmla="*/ 192 w 270"/>
                <a:gd name="T45" fmla="*/ 119 h 152"/>
                <a:gd name="T46" fmla="*/ 181 w 270"/>
                <a:gd name="T47" fmla="*/ 123 h 152"/>
                <a:gd name="T48" fmla="*/ 192 w 270"/>
                <a:gd name="T49" fmla="*/ 126 h 152"/>
                <a:gd name="T50" fmla="*/ 196 w 270"/>
                <a:gd name="T51" fmla="*/ 130 h 152"/>
                <a:gd name="T52" fmla="*/ 203 w 270"/>
                <a:gd name="T53" fmla="*/ 134 h 152"/>
                <a:gd name="T54" fmla="*/ 196 w 270"/>
                <a:gd name="T55" fmla="*/ 119 h 152"/>
                <a:gd name="T56" fmla="*/ 211 w 270"/>
                <a:gd name="T57" fmla="*/ 134 h 152"/>
                <a:gd name="T58" fmla="*/ 222 w 270"/>
                <a:gd name="T59" fmla="*/ 130 h 152"/>
                <a:gd name="T60" fmla="*/ 225 w 270"/>
                <a:gd name="T61" fmla="*/ 138 h 152"/>
                <a:gd name="T62" fmla="*/ 199 w 270"/>
                <a:gd name="T63" fmla="*/ 145 h 152"/>
                <a:gd name="T64" fmla="*/ 177 w 270"/>
                <a:gd name="T65" fmla="*/ 149 h 152"/>
                <a:gd name="T66" fmla="*/ 170 w 270"/>
                <a:gd name="T67" fmla="*/ 134 h 152"/>
                <a:gd name="T68" fmla="*/ 177 w 270"/>
                <a:gd name="T69" fmla="*/ 126 h 152"/>
                <a:gd name="T70" fmla="*/ 174 w 270"/>
                <a:gd name="T71" fmla="*/ 123 h 152"/>
                <a:gd name="T72" fmla="*/ 159 w 270"/>
                <a:gd name="T73" fmla="*/ 119 h 152"/>
                <a:gd name="T74" fmla="*/ 151 w 270"/>
                <a:gd name="T75" fmla="*/ 115 h 152"/>
                <a:gd name="T76" fmla="*/ 155 w 270"/>
                <a:gd name="T77" fmla="*/ 112 h 152"/>
                <a:gd name="T78" fmla="*/ 151 w 270"/>
                <a:gd name="T79" fmla="*/ 108 h 152"/>
                <a:gd name="T80" fmla="*/ 144 w 270"/>
                <a:gd name="T81" fmla="*/ 112 h 152"/>
                <a:gd name="T82" fmla="*/ 133 w 270"/>
                <a:gd name="T83" fmla="*/ 119 h 152"/>
                <a:gd name="T84" fmla="*/ 122 w 270"/>
                <a:gd name="T85" fmla="*/ 130 h 152"/>
                <a:gd name="T86" fmla="*/ 122 w 270"/>
                <a:gd name="T87" fmla="*/ 138 h 152"/>
                <a:gd name="T88" fmla="*/ 103 w 270"/>
                <a:gd name="T89" fmla="*/ 138 h 152"/>
                <a:gd name="T90" fmla="*/ 103 w 270"/>
                <a:gd name="T91" fmla="*/ 130 h 152"/>
                <a:gd name="T92" fmla="*/ 111 w 270"/>
                <a:gd name="T93" fmla="*/ 115 h 152"/>
                <a:gd name="T94" fmla="*/ 122 w 270"/>
                <a:gd name="T95" fmla="*/ 112 h 152"/>
                <a:gd name="T96" fmla="*/ 111 w 270"/>
                <a:gd name="T97" fmla="*/ 97 h 152"/>
                <a:gd name="T98" fmla="*/ 100 w 270"/>
                <a:gd name="T99" fmla="*/ 82 h 152"/>
                <a:gd name="T100" fmla="*/ 81 w 270"/>
                <a:gd name="T101" fmla="*/ 78 h 152"/>
                <a:gd name="T102" fmla="*/ 70 w 270"/>
                <a:gd name="T103" fmla="*/ 75 h 152"/>
                <a:gd name="T104" fmla="*/ 66 w 270"/>
                <a:gd name="T105" fmla="*/ 86 h 152"/>
                <a:gd name="T106" fmla="*/ 44 w 270"/>
                <a:gd name="T107" fmla="*/ 93 h 152"/>
                <a:gd name="T108" fmla="*/ 22 w 270"/>
                <a:gd name="T109" fmla="*/ 89 h 152"/>
                <a:gd name="T110" fmla="*/ 7 w 270"/>
                <a:gd name="T111" fmla="*/ 86 h 152"/>
                <a:gd name="T112" fmla="*/ 3 w 270"/>
                <a:gd name="T113" fmla="*/ 67 h 152"/>
                <a:gd name="T114" fmla="*/ 18 w 270"/>
                <a:gd name="T115" fmla="*/ 45 h 152"/>
                <a:gd name="T116" fmla="*/ 22 w 270"/>
                <a:gd name="T117" fmla="*/ 34 h 152"/>
                <a:gd name="T118" fmla="*/ 18 w 270"/>
                <a:gd name="T119" fmla="*/ 15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0" h="152">
                  <a:moveTo>
                    <a:pt x="18" y="11"/>
                  </a:moveTo>
                  <a:lnTo>
                    <a:pt x="18" y="11"/>
                  </a:lnTo>
                  <a:lnTo>
                    <a:pt x="25" y="15"/>
                  </a:lnTo>
                  <a:lnTo>
                    <a:pt x="25" y="15"/>
                  </a:lnTo>
                  <a:lnTo>
                    <a:pt x="40" y="11"/>
                  </a:lnTo>
                  <a:lnTo>
                    <a:pt x="44" y="11"/>
                  </a:lnTo>
                  <a:lnTo>
                    <a:pt x="48" y="11"/>
                  </a:lnTo>
                  <a:lnTo>
                    <a:pt x="48" y="11"/>
                  </a:lnTo>
                  <a:lnTo>
                    <a:pt x="55" y="11"/>
                  </a:lnTo>
                  <a:lnTo>
                    <a:pt x="62" y="11"/>
                  </a:lnTo>
                  <a:lnTo>
                    <a:pt x="66" y="15"/>
                  </a:lnTo>
                  <a:lnTo>
                    <a:pt x="66" y="15"/>
                  </a:lnTo>
                  <a:lnTo>
                    <a:pt x="74" y="15"/>
                  </a:lnTo>
                  <a:lnTo>
                    <a:pt x="77" y="15"/>
                  </a:lnTo>
                  <a:lnTo>
                    <a:pt x="77" y="15"/>
                  </a:lnTo>
                  <a:lnTo>
                    <a:pt x="81" y="15"/>
                  </a:lnTo>
                  <a:lnTo>
                    <a:pt x="85" y="15"/>
                  </a:lnTo>
                  <a:lnTo>
                    <a:pt x="88" y="19"/>
                  </a:lnTo>
                  <a:lnTo>
                    <a:pt x="92" y="15"/>
                  </a:lnTo>
                  <a:lnTo>
                    <a:pt x="96" y="15"/>
                  </a:lnTo>
                  <a:lnTo>
                    <a:pt x="96" y="19"/>
                  </a:lnTo>
                  <a:lnTo>
                    <a:pt x="100" y="19"/>
                  </a:lnTo>
                  <a:lnTo>
                    <a:pt x="103" y="15"/>
                  </a:lnTo>
                  <a:lnTo>
                    <a:pt x="107" y="15"/>
                  </a:lnTo>
                  <a:lnTo>
                    <a:pt x="111" y="15"/>
                  </a:lnTo>
                  <a:lnTo>
                    <a:pt x="114" y="15"/>
                  </a:lnTo>
                  <a:lnTo>
                    <a:pt x="118" y="19"/>
                  </a:lnTo>
                  <a:lnTo>
                    <a:pt x="122" y="19"/>
                  </a:lnTo>
                  <a:lnTo>
                    <a:pt x="122" y="11"/>
                  </a:lnTo>
                  <a:lnTo>
                    <a:pt x="122" y="8"/>
                  </a:lnTo>
                  <a:lnTo>
                    <a:pt x="129" y="8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40" y="4"/>
                  </a:lnTo>
                  <a:lnTo>
                    <a:pt x="140" y="0"/>
                  </a:lnTo>
                  <a:lnTo>
                    <a:pt x="144" y="0"/>
                  </a:lnTo>
                  <a:lnTo>
                    <a:pt x="151" y="0"/>
                  </a:lnTo>
                  <a:lnTo>
                    <a:pt x="159" y="0"/>
                  </a:lnTo>
                  <a:lnTo>
                    <a:pt x="166" y="0"/>
                  </a:lnTo>
                  <a:lnTo>
                    <a:pt x="170" y="0"/>
                  </a:lnTo>
                  <a:lnTo>
                    <a:pt x="170" y="8"/>
                  </a:lnTo>
                  <a:lnTo>
                    <a:pt x="174" y="8"/>
                  </a:lnTo>
                  <a:lnTo>
                    <a:pt x="174" y="11"/>
                  </a:lnTo>
                  <a:lnTo>
                    <a:pt x="177" y="19"/>
                  </a:lnTo>
                  <a:lnTo>
                    <a:pt x="185" y="15"/>
                  </a:lnTo>
                  <a:lnTo>
                    <a:pt x="188" y="19"/>
                  </a:lnTo>
                  <a:lnTo>
                    <a:pt x="188" y="23"/>
                  </a:lnTo>
                  <a:lnTo>
                    <a:pt x="192" y="23"/>
                  </a:lnTo>
                  <a:lnTo>
                    <a:pt x="192" y="26"/>
                  </a:lnTo>
                  <a:lnTo>
                    <a:pt x="196" y="30"/>
                  </a:lnTo>
                  <a:lnTo>
                    <a:pt x="203" y="37"/>
                  </a:lnTo>
                  <a:lnTo>
                    <a:pt x="203" y="34"/>
                  </a:lnTo>
                  <a:lnTo>
                    <a:pt x="211" y="37"/>
                  </a:lnTo>
                  <a:lnTo>
                    <a:pt x="214" y="37"/>
                  </a:lnTo>
                  <a:lnTo>
                    <a:pt x="218" y="37"/>
                  </a:lnTo>
                  <a:lnTo>
                    <a:pt x="222" y="34"/>
                  </a:lnTo>
                  <a:lnTo>
                    <a:pt x="225" y="34"/>
                  </a:lnTo>
                  <a:lnTo>
                    <a:pt x="229" y="41"/>
                  </a:lnTo>
                  <a:lnTo>
                    <a:pt x="233" y="45"/>
                  </a:lnTo>
                  <a:lnTo>
                    <a:pt x="237" y="45"/>
                  </a:lnTo>
                  <a:lnTo>
                    <a:pt x="237" y="45"/>
                  </a:lnTo>
                  <a:lnTo>
                    <a:pt x="244" y="45"/>
                  </a:lnTo>
                  <a:lnTo>
                    <a:pt x="248" y="45"/>
                  </a:lnTo>
                  <a:lnTo>
                    <a:pt x="251" y="49"/>
                  </a:lnTo>
                  <a:lnTo>
                    <a:pt x="255" y="45"/>
                  </a:lnTo>
                  <a:lnTo>
                    <a:pt x="259" y="49"/>
                  </a:lnTo>
                  <a:lnTo>
                    <a:pt x="262" y="49"/>
                  </a:lnTo>
                  <a:lnTo>
                    <a:pt x="266" y="49"/>
                  </a:lnTo>
                  <a:lnTo>
                    <a:pt x="266" y="52"/>
                  </a:lnTo>
                  <a:lnTo>
                    <a:pt x="270" y="52"/>
                  </a:lnTo>
                  <a:lnTo>
                    <a:pt x="270" y="56"/>
                  </a:lnTo>
                  <a:lnTo>
                    <a:pt x="266" y="60"/>
                  </a:lnTo>
                  <a:lnTo>
                    <a:pt x="262" y="60"/>
                  </a:lnTo>
                  <a:lnTo>
                    <a:pt x="262" y="67"/>
                  </a:lnTo>
                  <a:lnTo>
                    <a:pt x="266" y="71"/>
                  </a:lnTo>
                  <a:lnTo>
                    <a:pt x="270" y="75"/>
                  </a:lnTo>
                  <a:lnTo>
                    <a:pt x="266" y="78"/>
                  </a:lnTo>
                  <a:lnTo>
                    <a:pt x="266" y="82"/>
                  </a:lnTo>
                  <a:lnTo>
                    <a:pt x="262" y="86"/>
                  </a:lnTo>
                  <a:lnTo>
                    <a:pt x="255" y="86"/>
                  </a:lnTo>
                  <a:lnTo>
                    <a:pt x="251" y="89"/>
                  </a:lnTo>
                  <a:lnTo>
                    <a:pt x="251" y="93"/>
                  </a:lnTo>
                  <a:lnTo>
                    <a:pt x="248" y="97"/>
                  </a:lnTo>
                  <a:lnTo>
                    <a:pt x="248" y="101"/>
                  </a:lnTo>
                  <a:lnTo>
                    <a:pt x="248" y="97"/>
                  </a:lnTo>
                  <a:lnTo>
                    <a:pt x="244" y="97"/>
                  </a:lnTo>
                  <a:lnTo>
                    <a:pt x="240" y="101"/>
                  </a:lnTo>
                  <a:lnTo>
                    <a:pt x="237" y="101"/>
                  </a:lnTo>
                  <a:lnTo>
                    <a:pt x="233" y="101"/>
                  </a:lnTo>
                  <a:lnTo>
                    <a:pt x="233" y="104"/>
                  </a:lnTo>
                  <a:lnTo>
                    <a:pt x="229" y="104"/>
                  </a:lnTo>
                  <a:lnTo>
                    <a:pt x="225" y="104"/>
                  </a:lnTo>
                  <a:lnTo>
                    <a:pt x="222" y="108"/>
                  </a:lnTo>
                  <a:lnTo>
                    <a:pt x="222" y="108"/>
                  </a:lnTo>
                  <a:lnTo>
                    <a:pt x="218" y="108"/>
                  </a:lnTo>
                  <a:lnTo>
                    <a:pt x="218" y="112"/>
                  </a:lnTo>
                  <a:lnTo>
                    <a:pt x="211" y="108"/>
                  </a:lnTo>
                  <a:lnTo>
                    <a:pt x="207" y="112"/>
                  </a:lnTo>
                  <a:lnTo>
                    <a:pt x="207" y="112"/>
                  </a:lnTo>
                  <a:lnTo>
                    <a:pt x="203" y="108"/>
                  </a:lnTo>
                  <a:lnTo>
                    <a:pt x="203" y="108"/>
                  </a:lnTo>
                  <a:lnTo>
                    <a:pt x="203" y="112"/>
                  </a:lnTo>
                  <a:lnTo>
                    <a:pt x="207" y="112"/>
                  </a:lnTo>
                  <a:lnTo>
                    <a:pt x="203" y="115"/>
                  </a:lnTo>
                  <a:lnTo>
                    <a:pt x="203" y="119"/>
                  </a:lnTo>
                  <a:lnTo>
                    <a:pt x="199" y="119"/>
                  </a:lnTo>
                  <a:lnTo>
                    <a:pt x="199" y="119"/>
                  </a:lnTo>
                  <a:lnTo>
                    <a:pt x="199" y="119"/>
                  </a:lnTo>
                  <a:lnTo>
                    <a:pt x="203" y="115"/>
                  </a:lnTo>
                  <a:lnTo>
                    <a:pt x="203" y="112"/>
                  </a:lnTo>
                  <a:lnTo>
                    <a:pt x="199" y="112"/>
                  </a:lnTo>
                  <a:lnTo>
                    <a:pt x="199" y="112"/>
                  </a:lnTo>
                  <a:lnTo>
                    <a:pt x="196" y="119"/>
                  </a:lnTo>
                  <a:lnTo>
                    <a:pt x="192" y="119"/>
                  </a:lnTo>
                  <a:lnTo>
                    <a:pt x="192" y="119"/>
                  </a:lnTo>
                  <a:lnTo>
                    <a:pt x="188" y="119"/>
                  </a:lnTo>
                  <a:lnTo>
                    <a:pt x="185" y="119"/>
                  </a:lnTo>
                  <a:lnTo>
                    <a:pt x="185" y="119"/>
                  </a:lnTo>
                  <a:lnTo>
                    <a:pt x="181" y="119"/>
                  </a:lnTo>
                  <a:lnTo>
                    <a:pt x="181" y="123"/>
                  </a:lnTo>
                  <a:lnTo>
                    <a:pt x="181" y="123"/>
                  </a:lnTo>
                  <a:lnTo>
                    <a:pt x="188" y="123"/>
                  </a:lnTo>
                  <a:lnTo>
                    <a:pt x="188" y="123"/>
                  </a:lnTo>
                  <a:lnTo>
                    <a:pt x="192" y="126"/>
                  </a:lnTo>
                  <a:lnTo>
                    <a:pt x="192" y="126"/>
                  </a:lnTo>
                  <a:lnTo>
                    <a:pt x="196" y="126"/>
                  </a:lnTo>
                  <a:lnTo>
                    <a:pt x="192" y="126"/>
                  </a:lnTo>
                  <a:lnTo>
                    <a:pt x="192" y="130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6" y="130"/>
                  </a:lnTo>
                  <a:lnTo>
                    <a:pt x="199" y="130"/>
                  </a:lnTo>
                  <a:lnTo>
                    <a:pt x="199" y="134"/>
                  </a:lnTo>
                  <a:lnTo>
                    <a:pt x="203" y="134"/>
                  </a:lnTo>
                  <a:lnTo>
                    <a:pt x="207" y="138"/>
                  </a:lnTo>
                  <a:lnTo>
                    <a:pt x="207" y="134"/>
                  </a:lnTo>
                  <a:lnTo>
                    <a:pt x="203" y="130"/>
                  </a:lnTo>
                  <a:lnTo>
                    <a:pt x="196" y="123"/>
                  </a:lnTo>
                  <a:lnTo>
                    <a:pt x="196" y="119"/>
                  </a:lnTo>
                  <a:lnTo>
                    <a:pt x="196" y="119"/>
                  </a:lnTo>
                  <a:lnTo>
                    <a:pt x="199" y="123"/>
                  </a:lnTo>
                  <a:lnTo>
                    <a:pt x="199" y="126"/>
                  </a:lnTo>
                  <a:lnTo>
                    <a:pt x="207" y="134"/>
                  </a:lnTo>
                  <a:lnTo>
                    <a:pt x="211" y="134"/>
                  </a:lnTo>
                  <a:lnTo>
                    <a:pt x="211" y="134"/>
                  </a:lnTo>
                  <a:lnTo>
                    <a:pt x="214" y="134"/>
                  </a:lnTo>
                  <a:lnTo>
                    <a:pt x="218" y="134"/>
                  </a:lnTo>
                  <a:lnTo>
                    <a:pt x="218" y="130"/>
                  </a:lnTo>
                  <a:lnTo>
                    <a:pt x="222" y="130"/>
                  </a:lnTo>
                  <a:lnTo>
                    <a:pt x="229" y="130"/>
                  </a:lnTo>
                  <a:lnTo>
                    <a:pt x="225" y="134"/>
                  </a:lnTo>
                  <a:lnTo>
                    <a:pt x="225" y="134"/>
                  </a:lnTo>
                  <a:lnTo>
                    <a:pt x="225" y="138"/>
                  </a:lnTo>
                  <a:lnTo>
                    <a:pt x="225" y="138"/>
                  </a:lnTo>
                  <a:lnTo>
                    <a:pt x="218" y="141"/>
                  </a:lnTo>
                  <a:lnTo>
                    <a:pt x="211" y="138"/>
                  </a:lnTo>
                  <a:lnTo>
                    <a:pt x="207" y="141"/>
                  </a:lnTo>
                  <a:lnTo>
                    <a:pt x="207" y="145"/>
                  </a:lnTo>
                  <a:lnTo>
                    <a:pt x="199" y="145"/>
                  </a:lnTo>
                  <a:lnTo>
                    <a:pt x="192" y="149"/>
                  </a:lnTo>
                  <a:lnTo>
                    <a:pt x="188" y="152"/>
                  </a:lnTo>
                  <a:lnTo>
                    <a:pt x="181" y="152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81" y="141"/>
                  </a:lnTo>
                  <a:lnTo>
                    <a:pt x="181" y="141"/>
                  </a:lnTo>
                  <a:lnTo>
                    <a:pt x="177" y="138"/>
                  </a:lnTo>
                  <a:lnTo>
                    <a:pt x="174" y="138"/>
                  </a:lnTo>
                  <a:lnTo>
                    <a:pt x="170" y="134"/>
                  </a:lnTo>
                  <a:lnTo>
                    <a:pt x="166" y="138"/>
                  </a:lnTo>
                  <a:lnTo>
                    <a:pt x="166" y="138"/>
                  </a:lnTo>
                  <a:lnTo>
                    <a:pt x="170" y="130"/>
                  </a:lnTo>
                  <a:lnTo>
                    <a:pt x="174" y="130"/>
                  </a:lnTo>
                  <a:lnTo>
                    <a:pt x="177" y="126"/>
                  </a:lnTo>
                  <a:lnTo>
                    <a:pt x="181" y="126"/>
                  </a:lnTo>
                  <a:lnTo>
                    <a:pt x="177" y="126"/>
                  </a:lnTo>
                  <a:lnTo>
                    <a:pt x="177" y="123"/>
                  </a:lnTo>
                  <a:lnTo>
                    <a:pt x="177" y="119"/>
                  </a:lnTo>
                  <a:lnTo>
                    <a:pt x="174" y="123"/>
                  </a:lnTo>
                  <a:lnTo>
                    <a:pt x="174" y="123"/>
                  </a:lnTo>
                  <a:lnTo>
                    <a:pt x="170" y="119"/>
                  </a:lnTo>
                  <a:lnTo>
                    <a:pt x="166" y="119"/>
                  </a:lnTo>
                  <a:lnTo>
                    <a:pt x="162" y="123"/>
                  </a:lnTo>
                  <a:lnTo>
                    <a:pt x="159" y="119"/>
                  </a:lnTo>
                  <a:lnTo>
                    <a:pt x="155" y="119"/>
                  </a:lnTo>
                  <a:lnTo>
                    <a:pt x="155" y="119"/>
                  </a:lnTo>
                  <a:lnTo>
                    <a:pt x="155" y="119"/>
                  </a:lnTo>
                  <a:lnTo>
                    <a:pt x="155" y="115"/>
                  </a:lnTo>
                  <a:lnTo>
                    <a:pt x="151" y="115"/>
                  </a:lnTo>
                  <a:lnTo>
                    <a:pt x="144" y="115"/>
                  </a:lnTo>
                  <a:lnTo>
                    <a:pt x="144" y="112"/>
                  </a:lnTo>
                  <a:lnTo>
                    <a:pt x="148" y="112"/>
                  </a:lnTo>
                  <a:lnTo>
                    <a:pt x="155" y="112"/>
                  </a:lnTo>
                  <a:lnTo>
                    <a:pt x="155" y="112"/>
                  </a:lnTo>
                  <a:lnTo>
                    <a:pt x="159" y="112"/>
                  </a:lnTo>
                  <a:lnTo>
                    <a:pt x="162" y="112"/>
                  </a:lnTo>
                  <a:lnTo>
                    <a:pt x="155" y="112"/>
                  </a:lnTo>
                  <a:lnTo>
                    <a:pt x="155" y="112"/>
                  </a:lnTo>
                  <a:lnTo>
                    <a:pt x="151" y="108"/>
                  </a:lnTo>
                  <a:lnTo>
                    <a:pt x="151" y="108"/>
                  </a:lnTo>
                  <a:lnTo>
                    <a:pt x="151" y="108"/>
                  </a:lnTo>
                  <a:lnTo>
                    <a:pt x="148" y="112"/>
                  </a:lnTo>
                  <a:lnTo>
                    <a:pt x="144" y="112"/>
                  </a:lnTo>
                  <a:lnTo>
                    <a:pt x="144" y="112"/>
                  </a:lnTo>
                  <a:lnTo>
                    <a:pt x="144" y="108"/>
                  </a:lnTo>
                  <a:lnTo>
                    <a:pt x="140" y="112"/>
                  </a:lnTo>
                  <a:lnTo>
                    <a:pt x="137" y="112"/>
                  </a:lnTo>
                  <a:lnTo>
                    <a:pt x="133" y="115"/>
                  </a:lnTo>
                  <a:lnTo>
                    <a:pt x="133" y="119"/>
                  </a:lnTo>
                  <a:lnTo>
                    <a:pt x="129" y="123"/>
                  </a:lnTo>
                  <a:lnTo>
                    <a:pt x="129" y="123"/>
                  </a:lnTo>
                  <a:lnTo>
                    <a:pt x="129" y="123"/>
                  </a:lnTo>
                  <a:lnTo>
                    <a:pt x="125" y="130"/>
                  </a:lnTo>
                  <a:lnTo>
                    <a:pt x="122" y="130"/>
                  </a:lnTo>
                  <a:lnTo>
                    <a:pt x="122" y="130"/>
                  </a:lnTo>
                  <a:lnTo>
                    <a:pt x="122" y="130"/>
                  </a:lnTo>
                  <a:lnTo>
                    <a:pt x="122" y="134"/>
                  </a:lnTo>
                  <a:lnTo>
                    <a:pt x="122" y="134"/>
                  </a:lnTo>
                  <a:lnTo>
                    <a:pt x="122" y="138"/>
                  </a:lnTo>
                  <a:lnTo>
                    <a:pt x="122" y="138"/>
                  </a:lnTo>
                  <a:lnTo>
                    <a:pt x="118" y="134"/>
                  </a:lnTo>
                  <a:lnTo>
                    <a:pt x="114" y="134"/>
                  </a:lnTo>
                  <a:lnTo>
                    <a:pt x="111" y="138"/>
                  </a:lnTo>
                  <a:lnTo>
                    <a:pt x="103" y="138"/>
                  </a:lnTo>
                  <a:lnTo>
                    <a:pt x="100" y="138"/>
                  </a:lnTo>
                  <a:lnTo>
                    <a:pt x="96" y="134"/>
                  </a:lnTo>
                  <a:lnTo>
                    <a:pt x="100" y="130"/>
                  </a:lnTo>
                  <a:lnTo>
                    <a:pt x="103" y="130"/>
                  </a:lnTo>
                  <a:lnTo>
                    <a:pt x="103" y="130"/>
                  </a:lnTo>
                  <a:lnTo>
                    <a:pt x="107" y="123"/>
                  </a:lnTo>
                  <a:lnTo>
                    <a:pt x="107" y="123"/>
                  </a:lnTo>
                  <a:lnTo>
                    <a:pt x="107" y="119"/>
                  </a:lnTo>
                  <a:lnTo>
                    <a:pt x="107" y="115"/>
                  </a:lnTo>
                  <a:lnTo>
                    <a:pt x="111" y="115"/>
                  </a:lnTo>
                  <a:lnTo>
                    <a:pt x="114" y="112"/>
                  </a:lnTo>
                  <a:lnTo>
                    <a:pt x="118" y="115"/>
                  </a:lnTo>
                  <a:lnTo>
                    <a:pt x="122" y="115"/>
                  </a:lnTo>
                  <a:lnTo>
                    <a:pt x="122" y="115"/>
                  </a:lnTo>
                  <a:lnTo>
                    <a:pt x="122" y="112"/>
                  </a:lnTo>
                  <a:lnTo>
                    <a:pt x="122" y="108"/>
                  </a:lnTo>
                  <a:lnTo>
                    <a:pt x="122" y="104"/>
                  </a:lnTo>
                  <a:lnTo>
                    <a:pt x="118" y="104"/>
                  </a:lnTo>
                  <a:lnTo>
                    <a:pt x="111" y="101"/>
                  </a:lnTo>
                  <a:lnTo>
                    <a:pt x="111" y="97"/>
                  </a:lnTo>
                  <a:lnTo>
                    <a:pt x="107" y="97"/>
                  </a:lnTo>
                  <a:lnTo>
                    <a:pt x="107" y="93"/>
                  </a:lnTo>
                  <a:lnTo>
                    <a:pt x="107" y="89"/>
                  </a:lnTo>
                  <a:lnTo>
                    <a:pt x="103" y="86"/>
                  </a:lnTo>
                  <a:lnTo>
                    <a:pt x="100" y="82"/>
                  </a:lnTo>
                  <a:lnTo>
                    <a:pt x="96" y="82"/>
                  </a:lnTo>
                  <a:lnTo>
                    <a:pt x="96" y="82"/>
                  </a:lnTo>
                  <a:lnTo>
                    <a:pt x="92" y="82"/>
                  </a:lnTo>
                  <a:lnTo>
                    <a:pt x="85" y="78"/>
                  </a:lnTo>
                  <a:lnTo>
                    <a:pt x="81" y="78"/>
                  </a:lnTo>
                  <a:lnTo>
                    <a:pt x="77" y="75"/>
                  </a:lnTo>
                  <a:lnTo>
                    <a:pt x="77" y="75"/>
                  </a:lnTo>
                  <a:lnTo>
                    <a:pt x="74" y="75"/>
                  </a:lnTo>
                  <a:lnTo>
                    <a:pt x="74" y="78"/>
                  </a:lnTo>
                  <a:lnTo>
                    <a:pt x="70" y="75"/>
                  </a:lnTo>
                  <a:lnTo>
                    <a:pt x="70" y="78"/>
                  </a:lnTo>
                  <a:lnTo>
                    <a:pt x="66" y="75"/>
                  </a:lnTo>
                  <a:lnTo>
                    <a:pt x="66" y="78"/>
                  </a:lnTo>
                  <a:lnTo>
                    <a:pt x="66" y="82"/>
                  </a:lnTo>
                  <a:lnTo>
                    <a:pt x="66" y="86"/>
                  </a:lnTo>
                  <a:lnTo>
                    <a:pt x="62" y="86"/>
                  </a:lnTo>
                  <a:lnTo>
                    <a:pt x="59" y="89"/>
                  </a:lnTo>
                  <a:lnTo>
                    <a:pt x="48" y="89"/>
                  </a:lnTo>
                  <a:lnTo>
                    <a:pt x="44" y="93"/>
                  </a:lnTo>
                  <a:lnTo>
                    <a:pt x="44" y="93"/>
                  </a:lnTo>
                  <a:lnTo>
                    <a:pt x="37" y="93"/>
                  </a:lnTo>
                  <a:lnTo>
                    <a:pt x="33" y="93"/>
                  </a:lnTo>
                  <a:lnTo>
                    <a:pt x="33" y="89"/>
                  </a:lnTo>
                  <a:lnTo>
                    <a:pt x="29" y="89"/>
                  </a:lnTo>
                  <a:lnTo>
                    <a:pt x="22" y="89"/>
                  </a:lnTo>
                  <a:lnTo>
                    <a:pt x="18" y="86"/>
                  </a:lnTo>
                  <a:lnTo>
                    <a:pt x="14" y="86"/>
                  </a:lnTo>
                  <a:lnTo>
                    <a:pt x="11" y="86"/>
                  </a:lnTo>
                  <a:lnTo>
                    <a:pt x="7" y="86"/>
                  </a:lnTo>
                  <a:lnTo>
                    <a:pt x="7" y="86"/>
                  </a:lnTo>
                  <a:lnTo>
                    <a:pt x="3" y="82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75"/>
                  </a:lnTo>
                  <a:lnTo>
                    <a:pt x="3" y="67"/>
                  </a:lnTo>
                  <a:lnTo>
                    <a:pt x="7" y="67"/>
                  </a:lnTo>
                  <a:lnTo>
                    <a:pt x="7" y="63"/>
                  </a:lnTo>
                  <a:lnTo>
                    <a:pt x="7" y="60"/>
                  </a:lnTo>
                  <a:lnTo>
                    <a:pt x="18" y="49"/>
                  </a:lnTo>
                  <a:lnTo>
                    <a:pt x="18" y="45"/>
                  </a:lnTo>
                  <a:lnTo>
                    <a:pt x="22" y="41"/>
                  </a:lnTo>
                  <a:lnTo>
                    <a:pt x="25" y="41"/>
                  </a:lnTo>
                  <a:lnTo>
                    <a:pt x="25" y="37"/>
                  </a:lnTo>
                  <a:lnTo>
                    <a:pt x="22" y="34"/>
                  </a:lnTo>
                  <a:lnTo>
                    <a:pt x="22" y="34"/>
                  </a:lnTo>
                  <a:lnTo>
                    <a:pt x="25" y="30"/>
                  </a:lnTo>
                  <a:lnTo>
                    <a:pt x="22" y="30"/>
                  </a:lnTo>
                  <a:lnTo>
                    <a:pt x="18" y="26"/>
                  </a:lnTo>
                  <a:lnTo>
                    <a:pt x="18" y="23"/>
                  </a:lnTo>
                  <a:lnTo>
                    <a:pt x="18" y="15"/>
                  </a:lnTo>
                  <a:lnTo>
                    <a:pt x="18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8" name="Freeform 46"/>
            <p:cNvSpPr/>
            <p:nvPr/>
          </p:nvSpPr>
          <p:spPr bwMode="auto">
            <a:xfrm>
              <a:off x="4802526" y="2155670"/>
              <a:ext cx="72051" cy="75912"/>
            </a:xfrm>
            <a:custGeom>
              <a:avLst/>
              <a:gdLst>
                <a:gd name="T0" fmla="*/ 0 w 56"/>
                <a:gd name="T1" fmla="*/ 11 h 59"/>
                <a:gd name="T2" fmla="*/ 0 w 56"/>
                <a:gd name="T3" fmla="*/ 7 h 59"/>
                <a:gd name="T4" fmla="*/ 0 w 56"/>
                <a:gd name="T5" fmla="*/ 3 h 59"/>
                <a:gd name="T6" fmla="*/ 0 w 56"/>
                <a:gd name="T7" fmla="*/ 0 h 59"/>
                <a:gd name="T8" fmla="*/ 4 w 56"/>
                <a:gd name="T9" fmla="*/ 3 h 59"/>
                <a:gd name="T10" fmla="*/ 4 w 56"/>
                <a:gd name="T11" fmla="*/ 0 h 59"/>
                <a:gd name="T12" fmla="*/ 8 w 56"/>
                <a:gd name="T13" fmla="*/ 3 h 59"/>
                <a:gd name="T14" fmla="*/ 8 w 56"/>
                <a:gd name="T15" fmla="*/ 0 h 59"/>
                <a:gd name="T16" fmla="*/ 11 w 56"/>
                <a:gd name="T17" fmla="*/ 0 h 59"/>
                <a:gd name="T18" fmla="*/ 11 w 56"/>
                <a:gd name="T19" fmla="*/ 0 h 59"/>
                <a:gd name="T20" fmla="*/ 15 w 56"/>
                <a:gd name="T21" fmla="*/ 3 h 59"/>
                <a:gd name="T22" fmla="*/ 19 w 56"/>
                <a:gd name="T23" fmla="*/ 3 h 59"/>
                <a:gd name="T24" fmla="*/ 26 w 56"/>
                <a:gd name="T25" fmla="*/ 7 h 59"/>
                <a:gd name="T26" fmla="*/ 30 w 56"/>
                <a:gd name="T27" fmla="*/ 7 h 59"/>
                <a:gd name="T28" fmla="*/ 30 w 56"/>
                <a:gd name="T29" fmla="*/ 7 h 59"/>
                <a:gd name="T30" fmla="*/ 34 w 56"/>
                <a:gd name="T31" fmla="*/ 7 h 59"/>
                <a:gd name="T32" fmla="*/ 37 w 56"/>
                <a:gd name="T33" fmla="*/ 11 h 59"/>
                <a:gd name="T34" fmla="*/ 41 w 56"/>
                <a:gd name="T35" fmla="*/ 14 h 59"/>
                <a:gd name="T36" fmla="*/ 41 w 56"/>
                <a:gd name="T37" fmla="*/ 18 h 59"/>
                <a:gd name="T38" fmla="*/ 41 w 56"/>
                <a:gd name="T39" fmla="*/ 22 h 59"/>
                <a:gd name="T40" fmla="*/ 45 w 56"/>
                <a:gd name="T41" fmla="*/ 22 h 59"/>
                <a:gd name="T42" fmla="*/ 45 w 56"/>
                <a:gd name="T43" fmla="*/ 26 h 59"/>
                <a:gd name="T44" fmla="*/ 52 w 56"/>
                <a:gd name="T45" fmla="*/ 29 h 59"/>
                <a:gd name="T46" fmla="*/ 56 w 56"/>
                <a:gd name="T47" fmla="*/ 29 h 59"/>
                <a:gd name="T48" fmla="*/ 56 w 56"/>
                <a:gd name="T49" fmla="*/ 33 h 59"/>
                <a:gd name="T50" fmla="*/ 56 w 56"/>
                <a:gd name="T51" fmla="*/ 37 h 59"/>
                <a:gd name="T52" fmla="*/ 56 w 56"/>
                <a:gd name="T53" fmla="*/ 40 h 59"/>
                <a:gd name="T54" fmla="*/ 56 w 56"/>
                <a:gd name="T55" fmla="*/ 40 h 59"/>
                <a:gd name="T56" fmla="*/ 52 w 56"/>
                <a:gd name="T57" fmla="*/ 40 h 59"/>
                <a:gd name="T58" fmla="*/ 48 w 56"/>
                <a:gd name="T59" fmla="*/ 37 h 59"/>
                <a:gd name="T60" fmla="*/ 45 w 56"/>
                <a:gd name="T61" fmla="*/ 40 h 59"/>
                <a:gd name="T62" fmla="*/ 41 w 56"/>
                <a:gd name="T63" fmla="*/ 40 h 59"/>
                <a:gd name="T64" fmla="*/ 41 w 56"/>
                <a:gd name="T65" fmla="*/ 44 h 59"/>
                <a:gd name="T66" fmla="*/ 41 w 56"/>
                <a:gd name="T67" fmla="*/ 48 h 59"/>
                <a:gd name="T68" fmla="*/ 41 w 56"/>
                <a:gd name="T69" fmla="*/ 48 h 59"/>
                <a:gd name="T70" fmla="*/ 37 w 56"/>
                <a:gd name="T71" fmla="*/ 55 h 59"/>
                <a:gd name="T72" fmla="*/ 37 w 56"/>
                <a:gd name="T73" fmla="*/ 55 h 59"/>
                <a:gd name="T74" fmla="*/ 34 w 56"/>
                <a:gd name="T75" fmla="*/ 55 h 59"/>
                <a:gd name="T76" fmla="*/ 30 w 56"/>
                <a:gd name="T77" fmla="*/ 59 h 59"/>
                <a:gd name="T78" fmla="*/ 30 w 56"/>
                <a:gd name="T79" fmla="*/ 55 h 59"/>
                <a:gd name="T80" fmla="*/ 30 w 56"/>
                <a:gd name="T81" fmla="*/ 51 h 59"/>
                <a:gd name="T82" fmla="*/ 30 w 56"/>
                <a:gd name="T83" fmla="*/ 40 h 59"/>
                <a:gd name="T84" fmla="*/ 26 w 56"/>
                <a:gd name="T85" fmla="*/ 33 h 59"/>
                <a:gd name="T86" fmla="*/ 26 w 56"/>
                <a:gd name="T87" fmla="*/ 29 h 59"/>
                <a:gd name="T88" fmla="*/ 15 w 56"/>
                <a:gd name="T89" fmla="*/ 26 h 59"/>
                <a:gd name="T90" fmla="*/ 15 w 56"/>
                <a:gd name="T91" fmla="*/ 22 h 59"/>
                <a:gd name="T92" fmla="*/ 11 w 56"/>
                <a:gd name="T93" fmla="*/ 14 h 59"/>
                <a:gd name="T94" fmla="*/ 8 w 56"/>
                <a:gd name="T95" fmla="*/ 11 h 59"/>
                <a:gd name="T96" fmla="*/ 0 w 56"/>
                <a:gd name="T97" fmla="*/ 1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6" h="59">
                  <a:moveTo>
                    <a:pt x="0" y="11"/>
                  </a:moveTo>
                  <a:lnTo>
                    <a:pt x="0" y="7"/>
                  </a:lnTo>
                  <a:lnTo>
                    <a:pt x="0" y="3"/>
                  </a:lnTo>
                  <a:lnTo>
                    <a:pt x="0" y="0"/>
                  </a:lnTo>
                  <a:lnTo>
                    <a:pt x="4" y="3"/>
                  </a:lnTo>
                  <a:lnTo>
                    <a:pt x="4" y="0"/>
                  </a:lnTo>
                  <a:lnTo>
                    <a:pt x="8" y="3"/>
                  </a:lnTo>
                  <a:lnTo>
                    <a:pt x="8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5" y="3"/>
                  </a:lnTo>
                  <a:lnTo>
                    <a:pt x="19" y="3"/>
                  </a:lnTo>
                  <a:lnTo>
                    <a:pt x="26" y="7"/>
                  </a:lnTo>
                  <a:lnTo>
                    <a:pt x="30" y="7"/>
                  </a:lnTo>
                  <a:lnTo>
                    <a:pt x="30" y="7"/>
                  </a:lnTo>
                  <a:lnTo>
                    <a:pt x="34" y="7"/>
                  </a:lnTo>
                  <a:lnTo>
                    <a:pt x="37" y="11"/>
                  </a:lnTo>
                  <a:lnTo>
                    <a:pt x="41" y="14"/>
                  </a:lnTo>
                  <a:lnTo>
                    <a:pt x="41" y="18"/>
                  </a:lnTo>
                  <a:lnTo>
                    <a:pt x="41" y="22"/>
                  </a:lnTo>
                  <a:lnTo>
                    <a:pt x="45" y="22"/>
                  </a:lnTo>
                  <a:lnTo>
                    <a:pt x="45" y="26"/>
                  </a:lnTo>
                  <a:lnTo>
                    <a:pt x="52" y="29"/>
                  </a:lnTo>
                  <a:lnTo>
                    <a:pt x="56" y="29"/>
                  </a:lnTo>
                  <a:lnTo>
                    <a:pt x="56" y="33"/>
                  </a:lnTo>
                  <a:lnTo>
                    <a:pt x="56" y="37"/>
                  </a:lnTo>
                  <a:lnTo>
                    <a:pt x="56" y="40"/>
                  </a:lnTo>
                  <a:lnTo>
                    <a:pt x="56" y="40"/>
                  </a:lnTo>
                  <a:lnTo>
                    <a:pt x="52" y="40"/>
                  </a:lnTo>
                  <a:lnTo>
                    <a:pt x="48" y="37"/>
                  </a:lnTo>
                  <a:lnTo>
                    <a:pt x="45" y="40"/>
                  </a:lnTo>
                  <a:lnTo>
                    <a:pt x="41" y="40"/>
                  </a:lnTo>
                  <a:lnTo>
                    <a:pt x="41" y="44"/>
                  </a:lnTo>
                  <a:lnTo>
                    <a:pt x="41" y="48"/>
                  </a:lnTo>
                  <a:lnTo>
                    <a:pt x="41" y="48"/>
                  </a:lnTo>
                  <a:lnTo>
                    <a:pt x="37" y="55"/>
                  </a:lnTo>
                  <a:lnTo>
                    <a:pt x="37" y="55"/>
                  </a:lnTo>
                  <a:lnTo>
                    <a:pt x="34" y="55"/>
                  </a:lnTo>
                  <a:lnTo>
                    <a:pt x="30" y="59"/>
                  </a:lnTo>
                  <a:lnTo>
                    <a:pt x="30" y="55"/>
                  </a:lnTo>
                  <a:lnTo>
                    <a:pt x="30" y="51"/>
                  </a:lnTo>
                  <a:lnTo>
                    <a:pt x="30" y="40"/>
                  </a:lnTo>
                  <a:lnTo>
                    <a:pt x="26" y="33"/>
                  </a:lnTo>
                  <a:lnTo>
                    <a:pt x="26" y="29"/>
                  </a:lnTo>
                  <a:lnTo>
                    <a:pt x="15" y="26"/>
                  </a:lnTo>
                  <a:lnTo>
                    <a:pt x="15" y="22"/>
                  </a:lnTo>
                  <a:lnTo>
                    <a:pt x="11" y="14"/>
                  </a:lnTo>
                  <a:lnTo>
                    <a:pt x="8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89" name="Freeform 47"/>
            <p:cNvSpPr/>
            <p:nvPr/>
          </p:nvSpPr>
          <p:spPr bwMode="auto">
            <a:xfrm>
              <a:off x="4688015" y="2169824"/>
              <a:ext cx="186562" cy="104218"/>
            </a:xfrm>
            <a:custGeom>
              <a:avLst/>
              <a:gdLst>
                <a:gd name="T0" fmla="*/ 34 w 145"/>
                <a:gd name="T1" fmla="*/ 0 h 81"/>
                <a:gd name="T2" fmla="*/ 41 w 145"/>
                <a:gd name="T3" fmla="*/ 0 h 81"/>
                <a:gd name="T4" fmla="*/ 52 w 145"/>
                <a:gd name="T5" fmla="*/ 3 h 81"/>
                <a:gd name="T6" fmla="*/ 56 w 145"/>
                <a:gd name="T7" fmla="*/ 7 h 81"/>
                <a:gd name="T8" fmla="*/ 67 w 145"/>
                <a:gd name="T9" fmla="*/ 7 h 81"/>
                <a:gd name="T10" fmla="*/ 71 w 145"/>
                <a:gd name="T11" fmla="*/ 3 h 81"/>
                <a:gd name="T12" fmla="*/ 85 w 145"/>
                <a:gd name="T13" fmla="*/ 0 h 81"/>
                <a:gd name="T14" fmla="*/ 100 w 145"/>
                <a:gd name="T15" fmla="*/ 3 h 81"/>
                <a:gd name="T16" fmla="*/ 104 w 145"/>
                <a:gd name="T17" fmla="*/ 15 h 81"/>
                <a:gd name="T18" fmla="*/ 115 w 145"/>
                <a:gd name="T19" fmla="*/ 22 h 81"/>
                <a:gd name="T20" fmla="*/ 119 w 145"/>
                <a:gd name="T21" fmla="*/ 40 h 81"/>
                <a:gd name="T22" fmla="*/ 123 w 145"/>
                <a:gd name="T23" fmla="*/ 52 h 81"/>
                <a:gd name="T24" fmla="*/ 134 w 145"/>
                <a:gd name="T25" fmla="*/ 52 h 81"/>
                <a:gd name="T26" fmla="*/ 141 w 145"/>
                <a:gd name="T27" fmla="*/ 48 h 81"/>
                <a:gd name="T28" fmla="*/ 141 w 145"/>
                <a:gd name="T29" fmla="*/ 52 h 81"/>
                <a:gd name="T30" fmla="*/ 145 w 145"/>
                <a:gd name="T31" fmla="*/ 55 h 81"/>
                <a:gd name="T32" fmla="*/ 137 w 145"/>
                <a:gd name="T33" fmla="*/ 59 h 81"/>
                <a:gd name="T34" fmla="*/ 130 w 145"/>
                <a:gd name="T35" fmla="*/ 63 h 81"/>
                <a:gd name="T36" fmla="*/ 130 w 145"/>
                <a:gd name="T37" fmla="*/ 70 h 81"/>
                <a:gd name="T38" fmla="*/ 130 w 145"/>
                <a:gd name="T39" fmla="*/ 74 h 81"/>
                <a:gd name="T40" fmla="*/ 126 w 145"/>
                <a:gd name="T41" fmla="*/ 78 h 81"/>
                <a:gd name="T42" fmla="*/ 123 w 145"/>
                <a:gd name="T43" fmla="*/ 74 h 81"/>
                <a:gd name="T44" fmla="*/ 115 w 145"/>
                <a:gd name="T45" fmla="*/ 74 h 81"/>
                <a:gd name="T46" fmla="*/ 104 w 145"/>
                <a:gd name="T47" fmla="*/ 74 h 81"/>
                <a:gd name="T48" fmla="*/ 93 w 145"/>
                <a:gd name="T49" fmla="*/ 78 h 81"/>
                <a:gd name="T50" fmla="*/ 85 w 145"/>
                <a:gd name="T51" fmla="*/ 81 h 81"/>
                <a:gd name="T52" fmla="*/ 78 w 145"/>
                <a:gd name="T53" fmla="*/ 81 h 81"/>
                <a:gd name="T54" fmla="*/ 71 w 145"/>
                <a:gd name="T55" fmla="*/ 81 h 81"/>
                <a:gd name="T56" fmla="*/ 67 w 145"/>
                <a:gd name="T57" fmla="*/ 81 h 81"/>
                <a:gd name="T58" fmla="*/ 56 w 145"/>
                <a:gd name="T59" fmla="*/ 81 h 81"/>
                <a:gd name="T60" fmla="*/ 52 w 145"/>
                <a:gd name="T61" fmla="*/ 78 h 81"/>
                <a:gd name="T62" fmla="*/ 45 w 145"/>
                <a:gd name="T63" fmla="*/ 81 h 81"/>
                <a:gd name="T64" fmla="*/ 45 w 145"/>
                <a:gd name="T65" fmla="*/ 78 h 81"/>
                <a:gd name="T66" fmla="*/ 41 w 145"/>
                <a:gd name="T67" fmla="*/ 74 h 81"/>
                <a:gd name="T68" fmla="*/ 37 w 145"/>
                <a:gd name="T69" fmla="*/ 70 h 81"/>
                <a:gd name="T70" fmla="*/ 37 w 145"/>
                <a:gd name="T71" fmla="*/ 63 h 81"/>
                <a:gd name="T72" fmla="*/ 30 w 145"/>
                <a:gd name="T73" fmla="*/ 66 h 81"/>
                <a:gd name="T74" fmla="*/ 23 w 145"/>
                <a:gd name="T75" fmla="*/ 66 h 81"/>
                <a:gd name="T76" fmla="*/ 15 w 145"/>
                <a:gd name="T77" fmla="*/ 63 h 81"/>
                <a:gd name="T78" fmla="*/ 19 w 145"/>
                <a:gd name="T79" fmla="*/ 55 h 81"/>
                <a:gd name="T80" fmla="*/ 8 w 145"/>
                <a:gd name="T81" fmla="*/ 52 h 81"/>
                <a:gd name="T82" fmla="*/ 4 w 145"/>
                <a:gd name="T83" fmla="*/ 44 h 81"/>
                <a:gd name="T84" fmla="*/ 0 w 145"/>
                <a:gd name="T85" fmla="*/ 40 h 81"/>
                <a:gd name="T86" fmla="*/ 4 w 145"/>
                <a:gd name="T87" fmla="*/ 37 h 81"/>
                <a:gd name="T88" fmla="*/ 11 w 145"/>
                <a:gd name="T89" fmla="*/ 33 h 81"/>
                <a:gd name="T90" fmla="*/ 15 w 145"/>
                <a:gd name="T91" fmla="*/ 29 h 81"/>
                <a:gd name="T92" fmla="*/ 23 w 145"/>
                <a:gd name="T93" fmla="*/ 11 h 81"/>
                <a:gd name="T94" fmla="*/ 30 w 145"/>
                <a:gd name="T95" fmla="*/ 7 h 81"/>
                <a:gd name="T96" fmla="*/ 30 w 145"/>
                <a:gd name="T97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45" h="81">
                  <a:moveTo>
                    <a:pt x="30" y="0"/>
                  </a:moveTo>
                  <a:lnTo>
                    <a:pt x="34" y="0"/>
                  </a:lnTo>
                  <a:lnTo>
                    <a:pt x="37" y="0"/>
                  </a:lnTo>
                  <a:lnTo>
                    <a:pt x="41" y="0"/>
                  </a:lnTo>
                  <a:lnTo>
                    <a:pt x="45" y="3"/>
                  </a:lnTo>
                  <a:lnTo>
                    <a:pt x="52" y="3"/>
                  </a:lnTo>
                  <a:lnTo>
                    <a:pt x="56" y="3"/>
                  </a:lnTo>
                  <a:lnTo>
                    <a:pt x="56" y="7"/>
                  </a:lnTo>
                  <a:lnTo>
                    <a:pt x="60" y="7"/>
                  </a:lnTo>
                  <a:lnTo>
                    <a:pt x="67" y="7"/>
                  </a:lnTo>
                  <a:lnTo>
                    <a:pt x="67" y="7"/>
                  </a:lnTo>
                  <a:lnTo>
                    <a:pt x="71" y="3"/>
                  </a:lnTo>
                  <a:lnTo>
                    <a:pt x="82" y="3"/>
                  </a:lnTo>
                  <a:lnTo>
                    <a:pt x="85" y="0"/>
                  </a:lnTo>
                  <a:lnTo>
                    <a:pt x="97" y="0"/>
                  </a:lnTo>
                  <a:lnTo>
                    <a:pt x="100" y="3"/>
                  </a:lnTo>
                  <a:lnTo>
                    <a:pt x="104" y="11"/>
                  </a:lnTo>
                  <a:lnTo>
                    <a:pt x="104" y="15"/>
                  </a:lnTo>
                  <a:lnTo>
                    <a:pt x="115" y="18"/>
                  </a:lnTo>
                  <a:lnTo>
                    <a:pt x="115" y="22"/>
                  </a:lnTo>
                  <a:lnTo>
                    <a:pt x="119" y="29"/>
                  </a:lnTo>
                  <a:lnTo>
                    <a:pt x="119" y="40"/>
                  </a:lnTo>
                  <a:lnTo>
                    <a:pt x="119" y="44"/>
                  </a:lnTo>
                  <a:lnTo>
                    <a:pt x="123" y="52"/>
                  </a:lnTo>
                  <a:lnTo>
                    <a:pt x="126" y="52"/>
                  </a:lnTo>
                  <a:lnTo>
                    <a:pt x="134" y="52"/>
                  </a:lnTo>
                  <a:lnTo>
                    <a:pt x="137" y="48"/>
                  </a:lnTo>
                  <a:lnTo>
                    <a:pt x="141" y="48"/>
                  </a:lnTo>
                  <a:lnTo>
                    <a:pt x="145" y="52"/>
                  </a:lnTo>
                  <a:lnTo>
                    <a:pt x="141" y="52"/>
                  </a:lnTo>
                  <a:lnTo>
                    <a:pt x="145" y="55"/>
                  </a:lnTo>
                  <a:lnTo>
                    <a:pt x="145" y="55"/>
                  </a:lnTo>
                  <a:lnTo>
                    <a:pt x="141" y="59"/>
                  </a:lnTo>
                  <a:lnTo>
                    <a:pt x="137" y="59"/>
                  </a:lnTo>
                  <a:lnTo>
                    <a:pt x="134" y="63"/>
                  </a:lnTo>
                  <a:lnTo>
                    <a:pt x="130" y="63"/>
                  </a:lnTo>
                  <a:lnTo>
                    <a:pt x="130" y="66"/>
                  </a:lnTo>
                  <a:lnTo>
                    <a:pt x="130" y="70"/>
                  </a:lnTo>
                  <a:lnTo>
                    <a:pt x="130" y="74"/>
                  </a:lnTo>
                  <a:lnTo>
                    <a:pt x="130" y="74"/>
                  </a:lnTo>
                  <a:lnTo>
                    <a:pt x="130" y="78"/>
                  </a:lnTo>
                  <a:lnTo>
                    <a:pt x="126" y="78"/>
                  </a:lnTo>
                  <a:lnTo>
                    <a:pt x="126" y="78"/>
                  </a:lnTo>
                  <a:lnTo>
                    <a:pt x="123" y="74"/>
                  </a:lnTo>
                  <a:lnTo>
                    <a:pt x="119" y="78"/>
                  </a:lnTo>
                  <a:lnTo>
                    <a:pt x="115" y="74"/>
                  </a:lnTo>
                  <a:lnTo>
                    <a:pt x="111" y="74"/>
                  </a:lnTo>
                  <a:lnTo>
                    <a:pt x="104" y="74"/>
                  </a:lnTo>
                  <a:lnTo>
                    <a:pt x="100" y="74"/>
                  </a:lnTo>
                  <a:lnTo>
                    <a:pt x="93" y="78"/>
                  </a:lnTo>
                  <a:lnTo>
                    <a:pt x="89" y="78"/>
                  </a:lnTo>
                  <a:lnTo>
                    <a:pt x="85" y="81"/>
                  </a:lnTo>
                  <a:lnTo>
                    <a:pt x="85" y="81"/>
                  </a:lnTo>
                  <a:lnTo>
                    <a:pt x="78" y="81"/>
                  </a:lnTo>
                  <a:lnTo>
                    <a:pt x="74" y="81"/>
                  </a:lnTo>
                  <a:lnTo>
                    <a:pt x="71" y="81"/>
                  </a:lnTo>
                  <a:lnTo>
                    <a:pt x="71" y="81"/>
                  </a:lnTo>
                  <a:lnTo>
                    <a:pt x="67" y="81"/>
                  </a:lnTo>
                  <a:lnTo>
                    <a:pt x="60" y="81"/>
                  </a:lnTo>
                  <a:lnTo>
                    <a:pt x="56" y="81"/>
                  </a:lnTo>
                  <a:lnTo>
                    <a:pt x="52" y="81"/>
                  </a:lnTo>
                  <a:lnTo>
                    <a:pt x="52" y="78"/>
                  </a:lnTo>
                  <a:lnTo>
                    <a:pt x="48" y="78"/>
                  </a:lnTo>
                  <a:lnTo>
                    <a:pt x="45" y="81"/>
                  </a:lnTo>
                  <a:lnTo>
                    <a:pt x="41" y="78"/>
                  </a:lnTo>
                  <a:lnTo>
                    <a:pt x="45" y="78"/>
                  </a:lnTo>
                  <a:lnTo>
                    <a:pt x="45" y="74"/>
                  </a:lnTo>
                  <a:lnTo>
                    <a:pt x="41" y="74"/>
                  </a:lnTo>
                  <a:lnTo>
                    <a:pt x="37" y="74"/>
                  </a:lnTo>
                  <a:lnTo>
                    <a:pt x="37" y="70"/>
                  </a:lnTo>
                  <a:lnTo>
                    <a:pt x="34" y="66"/>
                  </a:lnTo>
                  <a:lnTo>
                    <a:pt x="37" y="63"/>
                  </a:lnTo>
                  <a:lnTo>
                    <a:pt x="34" y="63"/>
                  </a:lnTo>
                  <a:lnTo>
                    <a:pt x="30" y="66"/>
                  </a:lnTo>
                  <a:lnTo>
                    <a:pt x="26" y="66"/>
                  </a:lnTo>
                  <a:lnTo>
                    <a:pt x="23" y="66"/>
                  </a:lnTo>
                  <a:lnTo>
                    <a:pt x="23" y="63"/>
                  </a:lnTo>
                  <a:lnTo>
                    <a:pt x="15" y="63"/>
                  </a:lnTo>
                  <a:lnTo>
                    <a:pt x="15" y="59"/>
                  </a:lnTo>
                  <a:lnTo>
                    <a:pt x="19" y="55"/>
                  </a:lnTo>
                  <a:lnTo>
                    <a:pt x="15" y="55"/>
                  </a:lnTo>
                  <a:lnTo>
                    <a:pt x="8" y="52"/>
                  </a:lnTo>
                  <a:lnTo>
                    <a:pt x="8" y="48"/>
                  </a:lnTo>
                  <a:lnTo>
                    <a:pt x="4" y="44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8" y="33"/>
                  </a:lnTo>
                  <a:lnTo>
                    <a:pt x="11" y="33"/>
                  </a:lnTo>
                  <a:lnTo>
                    <a:pt x="15" y="33"/>
                  </a:lnTo>
                  <a:lnTo>
                    <a:pt x="15" y="29"/>
                  </a:lnTo>
                  <a:lnTo>
                    <a:pt x="19" y="22"/>
                  </a:lnTo>
                  <a:lnTo>
                    <a:pt x="23" y="11"/>
                  </a:lnTo>
                  <a:lnTo>
                    <a:pt x="26" y="7"/>
                  </a:lnTo>
                  <a:lnTo>
                    <a:pt x="30" y="7"/>
                  </a:lnTo>
                  <a:lnTo>
                    <a:pt x="34" y="3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0" name="Freeform 48"/>
            <p:cNvSpPr/>
            <p:nvPr/>
          </p:nvSpPr>
          <p:spPr bwMode="auto">
            <a:xfrm>
              <a:off x="4606958" y="2159531"/>
              <a:ext cx="124804" cy="72051"/>
            </a:xfrm>
            <a:custGeom>
              <a:avLst/>
              <a:gdLst>
                <a:gd name="T0" fmla="*/ 63 w 97"/>
                <a:gd name="T1" fmla="*/ 48 h 56"/>
                <a:gd name="T2" fmla="*/ 67 w 97"/>
                <a:gd name="T3" fmla="*/ 45 h 56"/>
                <a:gd name="T4" fmla="*/ 67 w 97"/>
                <a:gd name="T5" fmla="*/ 45 h 56"/>
                <a:gd name="T6" fmla="*/ 71 w 97"/>
                <a:gd name="T7" fmla="*/ 41 h 56"/>
                <a:gd name="T8" fmla="*/ 74 w 97"/>
                <a:gd name="T9" fmla="*/ 41 h 56"/>
                <a:gd name="T10" fmla="*/ 78 w 97"/>
                <a:gd name="T11" fmla="*/ 41 h 56"/>
                <a:gd name="T12" fmla="*/ 78 w 97"/>
                <a:gd name="T13" fmla="*/ 37 h 56"/>
                <a:gd name="T14" fmla="*/ 82 w 97"/>
                <a:gd name="T15" fmla="*/ 30 h 56"/>
                <a:gd name="T16" fmla="*/ 86 w 97"/>
                <a:gd name="T17" fmla="*/ 19 h 56"/>
                <a:gd name="T18" fmla="*/ 89 w 97"/>
                <a:gd name="T19" fmla="*/ 15 h 56"/>
                <a:gd name="T20" fmla="*/ 93 w 97"/>
                <a:gd name="T21" fmla="*/ 15 h 56"/>
                <a:gd name="T22" fmla="*/ 97 w 97"/>
                <a:gd name="T23" fmla="*/ 11 h 56"/>
                <a:gd name="T24" fmla="*/ 93 w 97"/>
                <a:gd name="T25" fmla="*/ 8 h 56"/>
                <a:gd name="T26" fmla="*/ 89 w 97"/>
                <a:gd name="T27" fmla="*/ 4 h 56"/>
                <a:gd name="T28" fmla="*/ 86 w 97"/>
                <a:gd name="T29" fmla="*/ 0 h 56"/>
                <a:gd name="T30" fmla="*/ 82 w 97"/>
                <a:gd name="T31" fmla="*/ 4 h 56"/>
                <a:gd name="T32" fmla="*/ 78 w 97"/>
                <a:gd name="T33" fmla="*/ 0 h 56"/>
                <a:gd name="T34" fmla="*/ 71 w 97"/>
                <a:gd name="T35" fmla="*/ 4 h 56"/>
                <a:gd name="T36" fmla="*/ 67 w 97"/>
                <a:gd name="T37" fmla="*/ 0 h 56"/>
                <a:gd name="T38" fmla="*/ 60 w 97"/>
                <a:gd name="T39" fmla="*/ 0 h 56"/>
                <a:gd name="T40" fmla="*/ 60 w 97"/>
                <a:gd name="T41" fmla="*/ 4 h 56"/>
                <a:gd name="T42" fmla="*/ 56 w 97"/>
                <a:gd name="T43" fmla="*/ 8 h 56"/>
                <a:gd name="T44" fmla="*/ 56 w 97"/>
                <a:gd name="T45" fmla="*/ 11 h 56"/>
                <a:gd name="T46" fmla="*/ 49 w 97"/>
                <a:gd name="T47" fmla="*/ 8 h 56"/>
                <a:gd name="T48" fmla="*/ 45 w 97"/>
                <a:gd name="T49" fmla="*/ 11 h 56"/>
                <a:gd name="T50" fmla="*/ 41 w 97"/>
                <a:gd name="T51" fmla="*/ 11 h 56"/>
                <a:gd name="T52" fmla="*/ 41 w 97"/>
                <a:gd name="T53" fmla="*/ 15 h 56"/>
                <a:gd name="T54" fmla="*/ 30 w 97"/>
                <a:gd name="T55" fmla="*/ 15 h 56"/>
                <a:gd name="T56" fmla="*/ 26 w 97"/>
                <a:gd name="T57" fmla="*/ 19 h 56"/>
                <a:gd name="T58" fmla="*/ 19 w 97"/>
                <a:gd name="T59" fmla="*/ 15 h 56"/>
                <a:gd name="T60" fmla="*/ 8 w 97"/>
                <a:gd name="T61" fmla="*/ 11 h 56"/>
                <a:gd name="T62" fmla="*/ 8 w 97"/>
                <a:gd name="T63" fmla="*/ 11 h 56"/>
                <a:gd name="T64" fmla="*/ 8 w 97"/>
                <a:gd name="T65" fmla="*/ 15 h 56"/>
                <a:gd name="T66" fmla="*/ 8 w 97"/>
                <a:gd name="T67" fmla="*/ 19 h 56"/>
                <a:gd name="T68" fmla="*/ 0 w 97"/>
                <a:gd name="T69" fmla="*/ 19 h 56"/>
                <a:gd name="T70" fmla="*/ 0 w 97"/>
                <a:gd name="T71" fmla="*/ 19 h 56"/>
                <a:gd name="T72" fmla="*/ 4 w 97"/>
                <a:gd name="T73" fmla="*/ 23 h 56"/>
                <a:gd name="T74" fmla="*/ 4 w 97"/>
                <a:gd name="T75" fmla="*/ 26 h 56"/>
                <a:gd name="T76" fmla="*/ 4 w 97"/>
                <a:gd name="T77" fmla="*/ 30 h 56"/>
                <a:gd name="T78" fmla="*/ 4 w 97"/>
                <a:gd name="T79" fmla="*/ 30 h 56"/>
                <a:gd name="T80" fmla="*/ 0 w 97"/>
                <a:gd name="T81" fmla="*/ 34 h 56"/>
                <a:gd name="T82" fmla="*/ 0 w 97"/>
                <a:gd name="T83" fmla="*/ 34 h 56"/>
                <a:gd name="T84" fmla="*/ 4 w 97"/>
                <a:gd name="T85" fmla="*/ 37 h 56"/>
                <a:gd name="T86" fmla="*/ 4 w 97"/>
                <a:gd name="T87" fmla="*/ 45 h 56"/>
                <a:gd name="T88" fmla="*/ 8 w 97"/>
                <a:gd name="T89" fmla="*/ 45 h 56"/>
                <a:gd name="T90" fmla="*/ 15 w 97"/>
                <a:gd name="T91" fmla="*/ 48 h 56"/>
                <a:gd name="T92" fmla="*/ 19 w 97"/>
                <a:gd name="T93" fmla="*/ 52 h 56"/>
                <a:gd name="T94" fmla="*/ 23 w 97"/>
                <a:gd name="T95" fmla="*/ 52 h 56"/>
                <a:gd name="T96" fmla="*/ 30 w 97"/>
                <a:gd name="T97" fmla="*/ 56 h 56"/>
                <a:gd name="T98" fmla="*/ 37 w 97"/>
                <a:gd name="T99" fmla="*/ 56 h 56"/>
                <a:gd name="T100" fmla="*/ 37 w 97"/>
                <a:gd name="T101" fmla="*/ 52 h 56"/>
                <a:gd name="T102" fmla="*/ 41 w 97"/>
                <a:gd name="T103" fmla="*/ 56 h 56"/>
                <a:gd name="T104" fmla="*/ 41 w 97"/>
                <a:gd name="T105" fmla="*/ 52 h 56"/>
                <a:gd name="T106" fmla="*/ 45 w 97"/>
                <a:gd name="T107" fmla="*/ 52 h 56"/>
                <a:gd name="T108" fmla="*/ 49 w 97"/>
                <a:gd name="T109" fmla="*/ 52 h 56"/>
                <a:gd name="T110" fmla="*/ 49 w 97"/>
                <a:gd name="T111" fmla="*/ 48 h 56"/>
                <a:gd name="T112" fmla="*/ 52 w 97"/>
                <a:gd name="T113" fmla="*/ 45 h 56"/>
                <a:gd name="T114" fmla="*/ 56 w 97"/>
                <a:gd name="T115" fmla="*/ 48 h 56"/>
                <a:gd name="T116" fmla="*/ 60 w 97"/>
                <a:gd name="T117" fmla="*/ 48 h 56"/>
                <a:gd name="T118" fmla="*/ 63 w 97"/>
                <a:gd name="T119" fmla="*/ 4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7" h="56">
                  <a:moveTo>
                    <a:pt x="63" y="48"/>
                  </a:moveTo>
                  <a:lnTo>
                    <a:pt x="67" y="45"/>
                  </a:lnTo>
                  <a:lnTo>
                    <a:pt x="67" y="45"/>
                  </a:lnTo>
                  <a:lnTo>
                    <a:pt x="71" y="41"/>
                  </a:lnTo>
                  <a:lnTo>
                    <a:pt x="74" y="41"/>
                  </a:lnTo>
                  <a:lnTo>
                    <a:pt x="78" y="41"/>
                  </a:lnTo>
                  <a:lnTo>
                    <a:pt x="78" y="37"/>
                  </a:lnTo>
                  <a:lnTo>
                    <a:pt x="82" y="30"/>
                  </a:lnTo>
                  <a:lnTo>
                    <a:pt x="86" y="19"/>
                  </a:lnTo>
                  <a:lnTo>
                    <a:pt x="89" y="15"/>
                  </a:lnTo>
                  <a:lnTo>
                    <a:pt x="93" y="15"/>
                  </a:lnTo>
                  <a:lnTo>
                    <a:pt x="97" y="11"/>
                  </a:lnTo>
                  <a:lnTo>
                    <a:pt x="93" y="8"/>
                  </a:lnTo>
                  <a:lnTo>
                    <a:pt x="89" y="4"/>
                  </a:lnTo>
                  <a:lnTo>
                    <a:pt x="86" y="0"/>
                  </a:lnTo>
                  <a:lnTo>
                    <a:pt x="82" y="4"/>
                  </a:lnTo>
                  <a:lnTo>
                    <a:pt x="78" y="0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49" y="8"/>
                  </a:lnTo>
                  <a:lnTo>
                    <a:pt x="45" y="11"/>
                  </a:lnTo>
                  <a:lnTo>
                    <a:pt x="41" y="11"/>
                  </a:lnTo>
                  <a:lnTo>
                    <a:pt x="41" y="15"/>
                  </a:lnTo>
                  <a:lnTo>
                    <a:pt x="30" y="15"/>
                  </a:lnTo>
                  <a:lnTo>
                    <a:pt x="26" y="19"/>
                  </a:lnTo>
                  <a:lnTo>
                    <a:pt x="19" y="15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5"/>
                  </a:lnTo>
                  <a:lnTo>
                    <a:pt x="8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4" y="23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4" y="37"/>
                  </a:lnTo>
                  <a:lnTo>
                    <a:pt x="4" y="45"/>
                  </a:lnTo>
                  <a:lnTo>
                    <a:pt x="8" y="45"/>
                  </a:lnTo>
                  <a:lnTo>
                    <a:pt x="15" y="48"/>
                  </a:lnTo>
                  <a:lnTo>
                    <a:pt x="19" y="52"/>
                  </a:lnTo>
                  <a:lnTo>
                    <a:pt x="23" y="52"/>
                  </a:lnTo>
                  <a:lnTo>
                    <a:pt x="30" y="56"/>
                  </a:lnTo>
                  <a:lnTo>
                    <a:pt x="37" y="56"/>
                  </a:lnTo>
                  <a:lnTo>
                    <a:pt x="37" y="52"/>
                  </a:lnTo>
                  <a:lnTo>
                    <a:pt x="41" y="56"/>
                  </a:lnTo>
                  <a:lnTo>
                    <a:pt x="41" y="52"/>
                  </a:lnTo>
                  <a:lnTo>
                    <a:pt x="45" y="52"/>
                  </a:lnTo>
                  <a:lnTo>
                    <a:pt x="49" y="52"/>
                  </a:lnTo>
                  <a:lnTo>
                    <a:pt x="49" y="48"/>
                  </a:lnTo>
                  <a:lnTo>
                    <a:pt x="52" y="45"/>
                  </a:lnTo>
                  <a:lnTo>
                    <a:pt x="56" y="48"/>
                  </a:lnTo>
                  <a:lnTo>
                    <a:pt x="60" y="48"/>
                  </a:lnTo>
                  <a:lnTo>
                    <a:pt x="63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1" name="Freeform 49"/>
            <p:cNvSpPr/>
            <p:nvPr/>
          </p:nvSpPr>
          <p:spPr bwMode="auto">
            <a:xfrm>
              <a:off x="4617251" y="2140231"/>
              <a:ext cx="104218" cy="43745"/>
            </a:xfrm>
            <a:custGeom>
              <a:avLst/>
              <a:gdLst>
                <a:gd name="T0" fmla="*/ 0 w 81"/>
                <a:gd name="T1" fmla="*/ 26 h 34"/>
                <a:gd name="T2" fmla="*/ 11 w 81"/>
                <a:gd name="T3" fmla="*/ 30 h 34"/>
                <a:gd name="T4" fmla="*/ 18 w 81"/>
                <a:gd name="T5" fmla="*/ 34 h 34"/>
                <a:gd name="T6" fmla="*/ 22 w 81"/>
                <a:gd name="T7" fmla="*/ 30 h 34"/>
                <a:gd name="T8" fmla="*/ 33 w 81"/>
                <a:gd name="T9" fmla="*/ 30 h 34"/>
                <a:gd name="T10" fmla="*/ 33 w 81"/>
                <a:gd name="T11" fmla="*/ 26 h 34"/>
                <a:gd name="T12" fmla="*/ 37 w 81"/>
                <a:gd name="T13" fmla="*/ 26 h 34"/>
                <a:gd name="T14" fmla="*/ 41 w 81"/>
                <a:gd name="T15" fmla="*/ 23 h 34"/>
                <a:gd name="T16" fmla="*/ 48 w 81"/>
                <a:gd name="T17" fmla="*/ 26 h 34"/>
                <a:gd name="T18" fmla="*/ 48 w 81"/>
                <a:gd name="T19" fmla="*/ 23 h 34"/>
                <a:gd name="T20" fmla="*/ 52 w 81"/>
                <a:gd name="T21" fmla="*/ 19 h 34"/>
                <a:gd name="T22" fmla="*/ 52 w 81"/>
                <a:gd name="T23" fmla="*/ 15 h 34"/>
                <a:gd name="T24" fmla="*/ 59 w 81"/>
                <a:gd name="T25" fmla="*/ 15 h 34"/>
                <a:gd name="T26" fmla="*/ 63 w 81"/>
                <a:gd name="T27" fmla="*/ 19 h 34"/>
                <a:gd name="T28" fmla="*/ 70 w 81"/>
                <a:gd name="T29" fmla="*/ 15 h 34"/>
                <a:gd name="T30" fmla="*/ 74 w 81"/>
                <a:gd name="T31" fmla="*/ 19 h 34"/>
                <a:gd name="T32" fmla="*/ 78 w 81"/>
                <a:gd name="T33" fmla="*/ 15 h 34"/>
                <a:gd name="T34" fmla="*/ 78 w 81"/>
                <a:gd name="T35" fmla="*/ 12 h 34"/>
                <a:gd name="T36" fmla="*/ 81 w 81"/>
                <a:gd name="T37" fmla="*/ 4 h 34"/>
                <a:gd name="T38" fmla="*/ 81 w 81"/>
                <a:gd name="T39" fmla="*/ 4 h 34"/>
                <a:gd name="T40" fmla="*/ 74 w 81"/>
                <a:gd name="T41" fmla="*/ 0 h 34"/>
                <a:gd name="T42" fmla="*/ 70 w 81"/>
                <a:gd name="T43" fmla="*/ 0 h 34"/>
                <a:gd name="T44" fmla="*/ 66 w 81"/>
                <a:gd name="T45" fmla="*/ 0 h 34"/>
                <a:gd name="T46" fmla="*/ 63 w 81"/>
                <a:gd name="T47" fmla="*/ 0 h 34"/>
                <a:gd name="T48" fmla="*/ 63 w 81"/>
                <a:gd name="T49" fmla="*/ 0 h 34"/>
                <a:gd name="T50" fmla="*/ 59 w 81"/>
                <a:gd name="T51" fmla="*/ 0 h 34"/>
                <a:gd name="T52" fmla="*/ 59 w 81"/>
                <a:gd name="T53" fmla="*/ 0 h 34"/>
                <a:gd name="T54" fmla="*/ 52 w 81"/>
                <a:gd name="T55" fmla="*/ 0 h 34"/>
                <a:gd name="T56" fmla="*/ 52 w 81"/>
                <a:gd name="T57" fmla="*/ 0 h 34"/>
                <a:gd name="T58" fmla="*/ 48 w 81"/>
                <a:gd name="T59" fmla="*/ 0 h 34"/>
                <a:gd name="T60" fmla="*/ 48 w 81"/>
                <a:gd name="T61" fmla="*/ 4 h 34"/>
                <a:gd name="T62" fmla="*/ 44 w 81"/>
                <a:gd name="T63" fmla="*/ 4 h 34"/>
                <a:gd name="T64" fmla="*/ 41 w 81"/>
                <a:gd name="T65" fmla="*/ 4 h 34"/>
                <a:gd name="T66" fmla="*/ 41 w 81"/>
                <a:gd name="T67" fmla="*/ 4 h 34"/>
                <a:gd name="T68" fmla="*/ 33 w 81"/>
                <a:gd name="T69" fmla="*/ 4 h 34"/>
                <a:gd name="T70" fmla="*/ 29 w 81"/>
                <a:gd name="T71" fmla="*/ 4 h 34"/>
                <a:gd name="T72" fmla="*/ 26 w 81"/>
                <a:gd name="T73" fmla="*/ 8 h 34"/>
                <a:gd name="T74" fmla="*/ 22 w 81"/>
                <a:gd name="T75" fmla="*/ 12 h 34"/>
                <a:gd name="T76" fmla="*/ 15 w 81"/>
                <a:gd name="T77" fmla="*/ 12 h 34"/>
                <a:gd name="T78" fmla="*/ 11 w 81"/>
                <a:gd name="T79" fmla="*/ 12 h 34"/>
                <a:gd name="T80" fmla="*/ 7 w 81"/>
                <a:gd name="T81" fmla="*/ 12 h 34"/>
                <a:gd name="T82" fmla="*/ 3 w 81"/>
                <a:gd name="T83" fmla="*/ 12 h 34"/>
                <a:gd name="T84" fmla="*/ 0 w 81"/>
                <a:gd name="T85" fmla="*/ 15 h 34"/>
                <a:gd name="T86" fmla="*/ 0 w 81"/>
                <a:gd name="T87" fmla="*/ 15 h 34"/>
                <a:gd name="T88" fmla="*/ 0 w 81"/>
                <a:gd name="T89" fmla="*/ 19 h 34"/>
                <a:gd name="T90" fmla="*/ 0 w 81"/>
                <a:gd name="T91" fmla="*/ 26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1" h="34">
                  <a:moveTo>
                    <a:pt x="0" y="26"/>
                  </a:moveTo>
                  <a:lnTo>
                    <a:pt x="11" y="30"/>
                  </a:lnTo>
                  <a:lnTo>
                    <a:pt x="18" y="34"/>
                  </a:lnTo>
                  <a:lnTo>
                    <a:pt x="22" y="30"/>
                  </a:lnTo>
                  <a:lnTo>
                    <a:pt x="33" y="30"/>
                  </a:lnTo>
                  <a:lnTo>
                    <a:pt x="33" y="26"/>
                  </a:lnTo>
                  <a:lnTo>
                    <a:pt x="37" y="26"/>
                  </a:lnTo>
                  <a:lnTo>
                    <a:pt x="41" y="23"/>
                  </a:lnTo>
                  <a:lnTo>
                    <a:pt x="48" y="26"/>
                  </a:lnTo>
                  <a:lnTo>
                    <a:pt x="48" y="23"/>
                  </a:lnTo>
                  <a:lnTo>
                    <a:pt x="52" y="19"/>
                  </a:lnTo>
                  <a:lnTo>
                    <a:pt x="52" y="15"/>
                  </a:lnTo>
                  <a:lnTo>
                    <a:pt x="59" y="15"/>
                  </a:lnTo>
                  <a:lnTo>
                    <a:pt x="63" y="19"/>
                  </a:lnTo>
                  <a:lnTo>
                    <a:pt x="70" y="15"/>
                  </a:lnTo>
                  <a:lnTo>
                    <a:pt x="74" y="19"/>
                  </a:lnTo>
                  <a:lnTo>
                    <a:pt x="78" y="15"/>
                  </a:lnTo>
                  <a:lnTo>
                    <a:pt x="78" y="12"/>
                  </a:lnTo>
                  <a:lnTo>
                    <a:pt x="81" y="4"/>
                  </a:lnTo>
                  <a:lnTo>
                    <a:pt x="81" y="4"/>
                  </a:lnTo>
                  <a:lnTo>
                    <a:pt x="74" y="0"/>
                  </a:lnTo>
                  <a:lnTo>
                    <a:pt x="70" y="0"/>
                  </a:lnTo>
                  <a:lnTo>
                    <a:pt x="66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8" y="0"/>
                  </a:lnTo>
                  <a:lnTo>
                    <a:pt x="48" y="4"/>
                  </a:lnTo>
                  <a:lnTo>
                    <a:pt x="44" y="4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33" y="4"/>
                  </a:lnTo>
                  <a:lnTo>
                    <a:pt x="29" y="4"/>
                  </a:lnTo>
                  <a:lnTo>
                    <a:pt x="26" y="8"/>
                  </a:lnTo>
                  <a:lnTo>
                    <a:pt x="22" y="12"/>
                  </a:lnTo>
                  <a:lnTo>
                    <a:pt x="15" y="12"/>
                  </a:lnTo>
                  <a:lnTo>
                    <a:pt x="11" y="12"/>
                  </a:lnTo>
                  <a:lnTo>
                    <a:pt x="7" y="12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2" name="Freeform 50"/>
            <p:cNvSpPr/>
            <p:nvPr/>
          </p:nvSpPr>
          <p:spPr bwMode="auto">
            <a:xfrm>
              <a:off x="4731760" y="2265035"/>
              <a:ext cx="123517" cy="66905"/>
            </a:xfrm>
            <a:custGeom>
              <a:avLst/>
              <a:gdLst>
                <a:gd name="T0" fmla="*/ 7 w 96"/>
                <a:gd name="T1" fmla="*/ 0 h 52"/>
                <a:gd name="T2" fmla="*/ 11 w 96"/>
                <a:gd name="T3" fmla="*/ 4 h 52"/>
                <a:gd name="T4" fmla="*/ 11 w 96"/>
                <a:gd name="T5" fmla="*/ 7 h 52"/>
                <a:gd name="T6" fmla="*/ 18 w 96"/>
                <a:gd name="T7" fmla="*/ 4 h 52"/>
                <a:gd name="T8" fmla="*/ 22 w 96"/>
                <a:gd name="T9" fmla="*/ 7 h 52"/>
                <a:gd name="T10" fmla="*/ 33 w 96"/>
                <a:gd name="T11" fmla="*/ 7 h 52"/>
                <a:gd name="T12" fmla="*/ 37 w 96"/>
                <a:gd name="T13" fmla="*/ 7 h 52"/>
                <a:gd name="T14" fmla="*/ 44 w 96"/>
                <a:gd name="T15" fmla="*/ 7 h 52"/>
                <a:gd name="T16" fmla="*/ 51 w 96"/>
                <a:gd name="T17" fmla="*/ 7 h 52"/>
                <a:gd name="T18" fmla="*/ 59 w 96"/>
                <a:gd name="T19" fmla="*/ 4 h 52"/>
                <a:gd name="T20" fmla="*/ 70 w 96"/>
                <a:gd name="T21" fmla="*/ 0 h 52"/>
                <a:gd name="T22" fmla="*/ 81 w 96"/>
                <a:gd name="T23" fmla="*/ 0 h 52"/>
                <a:gd name="T24" fmla="*/ 89 w 96"/>
                <a:gd name="T25" fmla="*/ 0 h 52"/>
                <a:gd name="T26" fmla="*/ 92 w 96"/>
                <a:gd name="T27" fmla="*/ 4 h 52"/>
                <a:gd name="T28" fmla="*/ 96 w 96"/>
                <a:gd name="T29" fmla="*/ 7 h 52"/>
                <a:gd name="T30" fmla="*/ 92 w 96"/>
                <a:gd name="T31" fmla="*/ 15 h 52"/>
                <a:gd name="T32" fmla="*/ 85 w 96"/>
                <a:gd name="T33" fmla="*/ 15 h 52"/>
                <a:gd name="T34" fmla="*/ 85 w 96"/>
                <a:gd name="T35" fmla="*/ 26 h 52"/>
                <a:gd name="T36" fmla="*/ 81 w 96"/>
                <a:gd name="T37" fmla="*/ 30 h 52"/>
                <a:gd name="T38" fmla="*/ 89 w 96"/>
                <a:gd name="T39" fmla="*/ 37 h 52"/>
                <a:gd name="T40" fmla="*/ 89 w 96"/>
                <a:gd name="T41" fmla="*/ 41 h 52"/>
                <a:gd name="T42" fmla="*/ 85 w 96"/>
                <a:gd name="T43" fmla="*/ 41 h 52"/>
                <a:gd name="T44" fmla="*/ 74 w 96"/>
                <a:gd name="T45" fmla="*/ 37 h 52"/>
                <a:gd name="T46" fmla="*/ 70 w 96"/>
                <a:gd name="T47" fmla="*/ 41 h 52"/>
                <a:gd name="T48" fmla="*/ 66 w 96"/>
                <a:gd name="T49" fmla="*/ 41 h 52"/>
                <a:gd name="T50" fmla="*/ 63 w 96"/>
                <a:gd name="T51" fmla="*/ 44 h 52"/>
                <a:gd name="T52" fmla="*/ 63 w 96"/>
                <a:gd name="T53" fmla="*/ 52 h 52"/>
                <a:gd name="T54" fmla="*/ 55 w 96"/>
                <a:gd name="T55" fmla="*/ 52 h 52"/>
                <a:gd name="T56" fmla="*/ 48 w 96"/>
                <a:gd name="T57" fmla="*/ 52 h 52"/>
                <a:gd name="T58" fmla="*/ 44 w 96"/>
                <a:gd name="T59" fmla="*/ 52 h 52"/>
                <a:gd name="T60" fmla="*/ 40 w 96"/>
                <a:gd name="T61" fmla="*/ 52 h 52"/>
                <a:gd name="T62" fmla="*/ 29 w 96"/>
                <a:gd name="T63" fmla="*/ 48 h 52"/>
                <a:gd name="T64" fmla="*/ 22 w 96"/>
                <a:gd name="T65" fmla="*/ 52 h 52"/>
                <a:gd name="T66" fmla="*/ 18 w 96"/>
                <a:gd name="T67" fmla="*/ 52 h 52"/>
                <a:gd name="T68" fmla="*/ 14 w 96"/>
                <a:gd name="T69" fmla="*/ 48 h 52"/>
                <a:gd name="T70" fmla="*/ 11 w 96"/>
                <a:gd name="T71" fmla="*/ 41 h 52"/>
                <a:gd name="T72" fmla="*/ 3 w 96"/>
                <a:gd name="T73" fmla="*/ 33 h 52"/>
                <a:gd name="T74" fmla="*/ 3 w 96"/>
                <a:gd name="T75" fmla="*/ 30 h 52"/>
                <a:gd name="T76" fmla="*/ 7 w 96"/>
                <a:gd name="T77" fmla="*/ 22 h 52"/>
                <a:gd name="T78" fmla="*/ 7 w 96"/>
                <a:gd name="T79" fmla="*/ 15 h 52"/>
                <a:gd name="T80" fmla="*/ 0 w 96"/>
                <a:gd name="T81" fmla="*/ 4 h 52"/>
                <a:gd name="T82" fmla="*/ 3 w 96"/>
                <a:gd name="T83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6" h="52">
                  <a:moveTo>
                    <a:pt x="3" y="0"/>
                  </a:moveTo>
                  <a:lnTo>
                    <a:pt x="7" y="0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7" y="4"/>
                  </a:lnTo>
                  <a:lnTo>
                    <a:pt x="11" y="7"/>
                  </a:lnTo>
                  <a:lnTo>
                    <a:pt x="14" y="4"/>
                  </a:lnTo>
                  <a:lnTo>
                    <a:pt x="18" y="4"/>
                  </a:lnTo>
                  <a:lnTo>
                    <a:pt x="18" y="7"/>
                  </a:lnTo>
                  <a:lnTo>
                    <a:pt x="22" y="7"/>
                  </a:lnTo>
                  <a:lnTo>
                    <a:pt x="26" y="7"/>
                  </a:lnTo>
                  <a:lnTo>
                    <a:pt x="33" y="7"/>
                  </a:lnTo>
                  <a:lnTo>
                    <a:pt x="37" y="7"/>
                  </a:lnTo>
                  <a:lnTo>
                    <a:pt x="37" y="7"/>
                  </a:lnTo>
                  <a:lnTo>
                    <a:pt x="40" y="7"/>
                  </a:lnTo>
                  <a:lnTo>
                    <a:pt x="44" y="7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55" y="4"/>
                  </a:lnTo>
                  <a:lnTo>
                    <a:pt x="59" y="4"/>
                  </a:lnTo>
                  <a:lnTo>
                    <a:pt x="66" y="0"/>
                  </a:lnTo>
                  <a:lnTo>
                    <a:pt x="70" y="0"/>
                  </a:lnTo>
                  <a:lnTo>
                    <a:pt x="77" y="0"/>
                  </a:lnTo>
                  <a:lnTo>
                    <a:pt x="81" y="0"/>
                  </a:lnTo>
                  <a:lnTo>
                    <a:pt x="85" y="4"/>
                  </a:lnTo>
                  <a:lnTo>
                    <a:pt x="89" y="0"/>
                  </a:lnTo>
                  <a:lnTo>
                    <a:pt x="92" y="4"/>
                  </a:lnTo>
                  <a:lnTo>
                    <a:pt x="92" y="4"/>
                  </a:lnTo>
                  <a:lnTo>
                    <a:pt x="96" y="4"/>
                  </a:lnTo>
                  <a:lnTo>
                    <a:pt x="96" y="7"/>
                  </a:lnTo>
                  <a:lnTo>
                    <a:pt x="96" y="11"/>
                  </a:lnTo>
                  <a:lnTo>
                    <a:pt x="92" y="15"/>
                  </a:lnTo>
                  <a:lnTo>
                    <a:pt x="92" y="11"/>
                  </a:lnTo>
                  <a:lnTo>
                    <a:pt x="85" y="15"/>
                  </a:lnTo>
                  <a:lnTo>
                    <a:pt x="89" y="22"/>
                  </a:lnTo>
                  <a:lnTo>
                    <a:pt x="85" y="26"/>
                  </a:lnTo>
                  <a:lnTo>
                    <a:pt x="81" y="30"/>
                  </a:lnTo>
                  <a:lnTo>
                    <a:pt x="81" y="30"/>
                  </a:lnTo>
                  <a:lnTo>
                    <a:pt x="85" y="30"/>
                  </a:lnTo>
                  <a:lnTo>
                    <a:pt x="89" y="37"/>
                  </a:lnTo>
                  <a:lnTo>
                    <a:pt x="89" y="37"/>
                  </a:lnTo>
                  <a:lnTo>
                    <a:pt x="89" y="41"/>
                  </a:lnTo>
                  <a:lnTo>
                    <a:pt x="85" y="37"/>
                  </a:lnTo>
                  <a:lnTo>
                    <a:pt x="85" y="41"/>
                  </a:lnTo>
                  <a:lnTo>
                    <a:pt x="81" y="37"/>
                  </a:lnTo>
                  <a:lnTo>
                    <a:pt x="74" y="37"/>
                  </a:lnTo>
                  <a:lnTo>
                    <a:pt x="74" y="37"/>
                  </a:lnTo>
                  <a:lnTo>
                    <a:pt x="70" y="41"/>
                  </a:lnTo>
                  <a:lnTo>
                    <a:pt x="66" y="41"/>
                  </a:lnTo>
                  <a:lnTo>
                    <a:pt x="66" y="41"/>
                  </a:lnTo>
                  <a:lnTo>
                    <a:pt x="66" y="41"/>
                  </a:lnTo>
                  <a:lnTo>
                    <a:pt x="63" y="44"/>
                  </a:lnTo>
                  <a:lnTo>
                    <a:pt x="63" y="48"/>
                  </a:lnTo>
                  <a:lnTo>
                    <a:pt x="63" y="52"/>
                  </a:lnTo>
                  <a:lnTo>
                    <a:pt x="63" y="52"/>
                  </a:lnTo>
                  <a:lnTo>
                    <a:pt x="55" y="52"/>
                  </a:lnTo>
                  <a:lnTo>
                    <a:pt x="51" y="52"/>
                  </a:lnTo>
                  <a:lnTo>
                    <a:pt x="48" y="52"/>
                  </a:lnTo>
                  <a:lnTo>
                    <a:pt x="44" y="52"/>
                  </a:lnTo>
                  <a:lnTo>
                    <a:pt x="44" y="52"/>
                  </a:lnTo>
                  <a:lnTo>
                    <a:pt x="40" y="52"/>
                  </a:lnTo>
                  <a:lnTo>
                    <a:pt x="40" y="52"/>
                  </a:lnTo>
                  <a:lnTo>
                    <a:pt x="33" y="52"/>
                  </a:lnTo>
                  <a:lnTo>
                    <a:pt x="29" y="48"/>
                  </a:lnTo>
                  <a:lnTo>
                    <a:pt x="29" y="52"/>
                  </a:lnTo>
                  <a:lnTo>
                    <a:pt x="22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4" y="48"/>
                  </a:lnTo>
                  <a:lnTo>
                    <a:pt x="14" y="44"/>
                  </a:lnTo>
                  <a:lnTo>
                    <a:pt x="11" y="41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7" y="33"/>
                  </a:lnTo>
                  <a:lnTo>
                    <a:pt x="3" y="30"/>
                  </a:lnTo>
                  <a:lnTo>
                    <a:pt x="3" y="26"/>
                  </a:lnTo>
                  <a:lnTo>
                    <a:pt x="7" y="22"/>
                  </a:lnTo>
                  <a:lnTo>
                    <a:pt x="11" y="18"/>
                  </a:lnTo>
                  <a:lnTo>
                    <a:pt x="7" y="15"/>
                  </a:lnTo>
                  <a:lnTo>
                    <a:pt x="3" y="11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3" name="Freeform 51"/>
            <p:cNvSpPr/>
            <p:nvPr/>
          </p:nvSpPr>
          <p:spPr bwMode="auto">
            <a:xfrm>
              <a:off x="4698308" y="2307493"/>
              <a:ext cx="56612" cy="38599"/>
            </a:xfrm>
            <a:custGeom>
              <a:avLst/>
              <a:gdLst>
                <a:gd name="T0" fmla="*/ 29 w 44"/>
                <a:gd name="T1" fmla="*/ 0 h 30"/>
                <a:gd name="T2" fmla="*/ 37 w 44"/>
                <a:gd name="T3" fmla="*/ 8 h 30"/>
                <a:gd name="T4" fmla="*/ 40 w 44"/>
                <a:gd name="T5" fmla="*/ 11 h 30"/>
                <a:gd name="T6" fmla="*/ 40 w 44"/>
                <a:gd name="T7" fmla="*/ 15 h 30"/>
                <a:gd name="T8" fmla="*/ 44 w 44"/>
                <a:gd name="T9" fmla="*/ 19 h 30"/>
                <a:gd name="T10" fmla="*/ 40 w 44"/>
                <a:gd name="T11" fmla="*/ 23 h 30"/>
                <a:gd name="T12" fmla="*/ 37 w 44"/>
                <a:gd name="T13" fmla="*/ 23 h 30"/>
                <a:gd name="T14" fmla="*/ 33 w 44"/>
                <a:gd name="T15" fmla="*/ 23 h 30"/>
                <a:gd name="T16" fmla="*/ 26 w 44"/>
                <a:gd name="T17" fmla="*/ 23 h 30"/>
                <a:gd name="T18" fmla="*/ 22 w 44"/>
                <a:gd name="T19" fmla="*/ 26 h 30"/>
                <a:gd name="T20" fmla="*/ 22 w 44"/>
                <a:gd name="T21" fmla="*/ 26 h 30"/>
                <a:gd name="T22" fmla="*/ 18 w 44"/>
                <a:gd name="T23" fmla="*/ 26 h 30"/>
                <a:gd name="T24" fmla="*/ 11 w 44"/>
                <a:gd name="T25" fmla="*/ 30 h 30"/>
                <a:gd name="T26" fmla="*/ 11 w 44"/>
                <a:gd name="T27" fmla="*/ 30 h 30"/>
                <a:gd name="T28" fmla="*/ 7 w 44"/>
                <a:gd name="T29" fmla="*/ 30 h 30"/>
                <a:gd name="T30" fmla="*/ 7 w 44"/>
                <a:gd name="T31" fmla="*/ 26 h 30"/>
                <a:gd name="T32" fmla="*/ 3 w 44"/>
                <a:gd name="T33" fmla="*/ 23 h 30"/>
                <a:gd name="T34" fmla="*/ 0 w 44"/>
                <a:gd name="T35" fmla="*/ 15 h 30"/>
                <a:gd name="T36" fmla="*/ 3 w 44"/>
                <a:gd name="T37" fmla="*/ 11 h 30"/>
                <a:gd name="T38" fmla="*/ 3 w 44"/>
                <a:gd name="T39" fmla="*/ 11 h 30"/>
                <a:gd name="T40" fmla="*/ 3 w 44"/>
                <a:gd name="T41" fmla="*/ 11 h 30"/>
                <a:gd name="T42" fmla="*/ 3 w 44"/>
                <a:gd name="T43" fmla="*/ 8 h 30"/>
                <a:gd name="T44" fmla="*/ 7 w 44"/>
                <a:gd name="T45" fmla="*/ 4 h 30"/>
                <a:gd name="T46" fmla="*/ 11 w 44"/>
                <a:gd name="T47" fmla="*/ 4 h 30"/>
                <a:gd name="T48" fmla="*/ 15 w 44"/>
                <a:gd name="T49" fmla="*/ 4 h 30"/>
                <a:gd name="T50" fmla="*/ 22 w 44"/>
                <a:gd name="T51" fmla="*/ 0 h 30"/>
                <a:gd name="T52" fmla="*/ 22 w 44"/>
                <a:gd name="T53" fmla="*/ 4 h 30"/>
                <a:gd name="T54" fmla="*/ 29 w 44"/>
                <a:gd name="T55" fmla="*/ 0 h 30"/>
                <a:gd name="T56" fmla="*/ 29 w 44"/>
                <a:gd name="T5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4" h="30">
                  <a:moveTo>
                    <a:pt x="29" y="0"/>
                  </a:moveTo>
                  <a:lnTo>
                    <a:pt x="37" y="8"/>
                  </a:lnTo>
                  <a:lnTo>
                    <a:pt x="40" y="11"/>
                  </a:lnTo>
                  <a:lnTo>
                    <a:pt x="40" y="15"/>
                  </a:lnTo>
                  <a:lnTo>
                    <a:pt x="44" y="19"/>
                  </a:lnTo>
                  <a:lnTo>
                    <a:pt x="40" y="23"/>
                  </a:lnTo>
                  <a:lnTo>
                    <a:pt x="37" y="23"/>
                  </a:lnTo>
                  <a:lnTo>
                    <a:pt x="33" y="23"/>
                  </a:lnTo>
                  <a:lnTo>
                    <a:pt x="26" y="23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8" y="26"/>
                  </a:lnTo>
                  <a:lnTo>
                    <a:pt x="11" y="30"/>
                  </a:lnTo>
                  <a:lnTo>
                    <a:pt x="11" y="30"/>
                  </a:lnTo>
                  <a:lnTo>
                    <a:pt x="7" y="30"/>
                  </a:lnTo>
                  <a:lnTo>
                    <a:pt x="7" y="26"/>
                  </a:lnTo>
                  <a:lnTo>
                    <a:pt x="3" y="23"/>
                  </a:lnTo>
                  <a:lnTo>
                    <a:pt x="0" y="15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8"/>
                  </a:lnTo>
                  <a:lnTo>
                    <a:pt x="7" y="4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4" name="Freeform 52"/>
            <p:cNvSpPr/>
            <p:nvPr/>
          </p:nvSpPr>
          <p:spPr bwMode="auto">
            <a:xfrm>
              <a:off x="4673864" y="2303634"/>
              <a:ext cx="38599" cy="65619"/>
            </a:xfrm>
            <a:custGeom>
              <a:avLst/>
              <a:gdLst>
                <a:gd name="T0" fmla="*/ 22 w 30"/>
                <a:gd name="T1" fmla="*/ 14 h 51"/>
                <a:gd name="T2" fmla="*/ 19 w 30"/>
                <a:gd name="T3" fmla="*/ 18 h 51"/>
                <a:gd name="T4" fmla="*/ 22 w 30"/>
                <a:gd name="T5" fmla="*/ 26 h 51"/>
                <a:gd name="T6" fmla="*/ 26 w 30"/>
                <a:gd name="T7" fmla="*/ 29 h 51"/>
                <a:gd name="T8" fmla="*/ 26 w 30"/>
                <a:gd name="T9" fmla="*/ 33 h 51"/>
                <a:gd name="T10" fmla="*/ 30 w 30"/>
                <a:gd name="T11" fmla="*/ 33 h 51"/>
                <a:gd name="T12" fmla="*/ 30 w 30"/>
                <a:gd name="T13" fmla="*/ 37 h 51"/>
                <a:gd name="T14" fmla="*/ 26 w 30"/>
                <a:gd name="T15" fmla="*/ 44 h 51"/>
                <a:gd name="T16" fmla="*/ 19 w 30"/>
                <a:gd name="T17" fmla="*/ 44 h 51"/>
                <a:gd name="T18" fmla="*/ 19 w 30"/>
                <a:gd name="T19" fmla="*/ 48 h 51"/>
                <a:gd name="T20" fmla="*/ 19 w 30"/>
                <a:gd name="T21" fmla="*/ 51 h 51"/>
                <a:gd name="T22" fmla="*/ 15 w 30"/>
                <a:gd name="T23" fmla="*/ 51 h 51"/>
                <a:gd name="T24" fmla="*/ 11 w 30"/>
                <a:gd name="T25" fmla="*/ 51 h 51"/>
                <a:gd name="T26" fmla="*/ 8 w 30"/>
                <a:gd name="T27" fmla="*/ 44 h 51"/>
                <a:gd name="T28" fmla="*/ 4 w 30"/>
                <a:gd name="T29" fmla="*/ 44 h 51"/>
                <a:gd name="T30" fmla="*/ 0 w 30"/>
                <a:gd name="T31" fmla="*/ 44 h 51"/>
                <a:gd name="T32" fmla="*/ 4 w 30"/>
                <a:gd name="T33" fmla="*/ 40 h 51"/>
                <a:gd name="T34" fmla="*/ 0 w 30"/>
                <a:gd name="T35" fmla="*/ 37 h 51"/>
                <a:gd name="T36" fmla="*/ 0 w 30"/>
                <a:gd name="T37" fmla="*/ 33 h 51"/>
                <a:gd name="T38" fmla="*/ 4 w 30"/>
                <a:gd name="T39" fmla="*/ 29 h 51"/>
                <a:gd name="T40" fmla="*/ 0 w 30"/>
                <a:gd name="T41" fmla="*/ 26 h 51"/>
                <a:gd name="T42" fmla="*/ 4 w 30"/>
                <a:gd name="T43" fmla="*/ 18 h 51"/>
                <a:gd name="T44" fmla="*/ 4 w 30"/>
                <a:gd name="T45" fmla="*/ 18 h 51"/>
                <a:gd name="T46" fmla="*/ 4 w 30"/>
                <a:gd name="T47" fmla="*/ 14 h 51"/>
                <a:gd name="T48" fmla="*/ 0 w 30"/>
                <a:gd name="T49" fmla="*/ 14 h 51"/>
                <a:gd name="T50" fmla="*/ 0 w 30"/>
                <a:gd name="T51" fmla="*/ 7 h 51"/>
                <a:gd name="T52" fmla="*/ 0 w 30"/>
                <a:gd name="T53" fmla="*/ 3 h 51"/>
                <a:gd name="T54" fmla="*/ 4 w 30"/>
                <a:gd name="T55" fmla="*/ 0 h 51"/>
                <a:gd name="T56" fmla="*/ 8 w 30"/>
                <a:gd name="T57" fmla="*/ 0 h 51"/>
                <a:gd name="T58" fmla="*/ 8 w 30"/>
                <a:gd name="T59" fmla="*/ 3 h 51"/>
                <a:gd name="T60" fmla="*/ 11 w 30"/>
                <a:gd name="T61" fmla="*/ 0 h 51"/>
                <a:gd name="T62" fmla="*/ 11 w 30"/>
                <a:gd name="T63" fmla="*/ 0 h 51"/>
                <a:gd name="T64" fmla="*/ 11 w 30"/>
                <a:gd name="T65" fmla="*/ 0 h 51"/>
                <a:gd name="T66" fmla="*/ 15 w 30"/>
                <a:gd name="T67" fmla="*/ 3 h 51"/>
                <a:gd name="T68" fmla="*/ 15 w 30"/>
                <a:gd name="T69" fmla="*/ 3 h 51"/>
                <a:gd name="T70" fmla="*/ 19 w 30"/>
                <a:gd name="T71" fmla="*/ 7 h 51"/>
                <a:gd name="T72" fmla="*/ 22 w 30"/>
                <a:gd name="T73" fmla="*/ 7 h 51"/>
                <a:gd name="T74" fmla="*/ 22 w 30"/>
                <a:gd name="T75" fmla="*/ 11 h 51"/>
                <a:gd name="T76" fmla="*/ 22 w 30"/>
                <a:gd name="T77" fmla="*/ 1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" h="51">
                  <a:moveTo>
                    <a:pt x="22" y="14"/>
                  </a:moveTo>
                  <a:lnTo>
                    <a:pt x="19" y="18"/>
                  </a:lnTo>
                  <a:lnTo>
                    <a:pt x="22" y="26"/>
                  </a:lnTo>
                  <a:lnTo>
                    <a:pt x="26" y="29"/>
                  </a:lnTo>
                  <a:lnTo>
                    <a:pt x="26" y="33"/>
                  </a:lnTo>
                  <a:lnTo>
                    <a:pt x="30" y="33"/>
                  </a:lnTo>
                  <a:lnTo>
                    <a:pt x="30" y="37"/>
                  </a:lnTo>
                  <a:lnTo>
                    <a:pt x="26" y="44"/>
                  </a:lnTo>
                  <a:lnTo>
                    <a:pt x="19" y="44"/>
                  </a:lnTo>
                  <a:lnTo>
                    <a:pt x="19" y="48"/>
                  </a:lnTo>
                  <a:lnTo>
                    <a:pt x="19" y="51"/>
                  </a:lnTo>
                  <a:lnTo>
                    <a:pt x="15" y="51"/>
                  </a:lnTo>
                  <a:lnTo>
                    <a:pt x="11" y="51"/>
                  </a:lnTo>
                  <a:lnTo>
                    <a:pt x="8" y="44"/>
                  </a:lnTo>
                  <a:lnTo>
                    <a:pt x="4" y="44"/>
                  </a:lnTo>
                  <a:lnTo>
                    <a:pt x="0" y="44"/>
                  </a:lnTo>
                  <a:lnTo>
                    <a:pt x="4" y="40"/>
                  </a:lnTo>
                  <a:lnTo>
                    <a:pt x="0" y="37"/>
                  </a:lnTo>
                  <a:lnTo>
                    <a:pt x="0" y="33"/>
                  </a:lnTo>
                  <a:lnTo>
                    <a:pt x="4" y="29"/>
                  </a:lnTo>
                  <a:lnTo>
                    <a:pt x="0" y="26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4"/>
                  </a:lnTo>
                  <a:lnTo>
                    <a:pt x="0" y="14"/>
                  </a:lnTo>
                  <a:lnTo>
                    <a:pt x="0" y="7"/>
                  </a:lnTo>
                  <a:lnTo>
                    <a:pt x="0" y="3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9" y="7"/>
                  </a:lnTo>
                  <a:lnTo>
                    <a:pt x="22" y="7"/>
                  </a:lnTo>
                  <a:lnTo>
                    <a:pt x="22" y="11"/>
                  </a:lnTo>
                  <a:lnTo>
                    <a:pt x="22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5" name="Freeform 53"/>
            <p:cNvSpPr/>
            <p:nvPr/>
          </p:nvSpPr>
          <p:spPr bwMode="auto">
            <a:xfrm>
              <a:off x="4659711" y="2217429"/>
              <a:ext cx="86205" cy="104218"/>
            </a:xfrm>
            <a:custGeom>
              <a:avLst/>
              <a:gdLst>
                <a:gd name="T0" fmla="*/ 0 w 67"/>
                <a:gd name="T1" fmla="*/ 7 h 81"/>
                <a:gd name="T2" fmla="*/ 8 w 67"/>
                <a:gd name="T3" fmla="*/ 7 h 81"/>
                <a:gd name="T4" fmla="*/ 11 w 67"/>
                <a:gd name="T5" fmla="*/ 0 h 81"/>
                <a:gd name="T6" fmla="*/ 19 w 67"/>
                <a:gd name="T7" fmla="*/ 3 h 81"/>
                <a:gd name="T8" fmla="*/ 26 w 67"/>
                <a:gd name="T9" fmla="*/ 7 h 81"/>
                <a:gd name="T10" fmla="*/ 30 w 67"/>
                <a:gd name="T11" fmla="*/ 15 h 81"/>
                <a:gd name="T12" fmla="*/ 41 w 67"/>
                <a:gd name="T13" fmla="*/ 18 h 81"/>
                <a:gd name="T14" fmla="*/ 37 w 67"/>
                <a:gd name="T15" fmla="*/ 26 h 81"/>
                <a:gd name="T16" fmla="*/ 45 w 67"/>
                <a:gd name="T17" fmla="*/ 29 h 81"/>
                <a:gd name="T18" fmla="*/ 52 w 67"/>
                <a:gd name="T19" fmla="*/ 29 h 81"/>
                <a:gd name="T20" fmla="*/ 59 w 67"/>
                <a:gd name="T21" fmla="*/ 26 h 81"/>
                <a:gd name="T22" fmla="*/ 59 w 67"/>
                <a:gd name="T23" fmla="*/ 33 h 81"/>
                <a:gd name="T24" fmla="*/ 56 w 67"/>
                <a:gd name="T25" fmla="*/ 41 h 81"/>
                <a:gd name="T26" fmla="*/ 63 w 67"/>
                <a:gd name="T27" fmla="*/ 52 h 81"/>
                <a:gd name="T28" fmla="*/ 63 w 67"/>
                <a:gd name="T29" fmla="*/ 59 h 81"/>
                <a:gd name="T30" fmla="*/ 59 w 67"/>
                <a:gd name="T31" fmla="*/ 67 h 81"/>
                <a:gd name="T32" fmla="*/ 59 w 67"/>
                <a:gd name="T33" fmla="*/ 70 h 81"/>
                <a:gd name="T34" fmla="*/ 52 w 67"/>
                <a:gd name="T35" fmla="*/ 74 h 81"/>
                <a:gd name="T36" fmla="*/ 45 w 67"/>
                <a:gd name="T37" fmla="*/ 74 h 81"/>
                <a:gd name="T38" fmla="*/ 37 w 67"/>
                <a:gd name="T39" fmla="*/ 74 h 81"/>
                <a:gd name="T40" fmla="*/ 33 w 67"/>
                <a:gd name="T41" fmla="*/ 81 h 81"/>
                <a:gd name="T42" fmla="*/ 33 w 67"/>
                <a:gd name="T43" fmla="*/ 78 h 81"/>
                <a:gd name="T44" fmla="*/ 30 w 67"/>
                <a:gd name="T45" fmla="*/ 74 h 81"/>
                <a:gd name="T46" fmla="*/ 26 w 67"/>
                <a:gd name="T47" fmla="*/ 70 h 81"/>
                <a:gd name="T48" fmla="*/ 22 w 67"/>
                <a:gd name="T49" fmla="*/ 67 h 81"/>
                <a:gd name="T50" fmla="*/ 26 w 67"/>
                <a:gd name="T51" fmla="*/ 63 h 81"/>
                <a:gd name="T52" fmla="*/ 22 w 67"/>
                <a:gd name="T53" fmla="*/ 59 h 81"/>
                <a:gd name="T54" fmla="*/ 15 w 67"/>
                <a:gd name="T55" fmla="*/ 55 h 81"/>
                <a:gd name="T56" fmla="*/ 11 w 67"/>
                <a:gd name="T57" fmla="*/ 52 h 81"/>
                <a:gd name="T58" fmla="*/ 11 w 67"/>
                <a:gd name="T59" fmla="*/ 48 h 81"/>
                <a:gd name="T60" fmla="*/ 8 w 67"/>
                <a:gd name="T61" fmla="*/ 41 h 81"/>
                <a:gd name="T62" fmla="*/ 11 w 67"/>
                <a:gd name="T63" fmla="*/ 41 h 81"/>
                <a:gd name="T64" fmla="*/ 11 w 67"/>
                <a:gd name="T65" fmla="*/ 37 h 81"/>
                <a:gd name="T66" fmla="*/ 4 w 67"/>
                <a:gd name="T67" fmla="*/ 33 h 81"/>
                <a:gd name="T68" fmla="*/ 8 w 67"/>
                <a:gd name="T69" fmla="*/ 29 h 81"/>
                <a:gd name="T70" fmla="*/ 4 w 67"/>
                <a:gd name="T71" fmla="*/ 26 h 81"/>
                <a:gd name="T72" fmla="*/ 4 w 67"/>
                <a:gd name="T73" fmla="*/ 26 h 81"/>
                <a:gd name="T74" fmla="*/ 4 w 67"/>
                <a:gd name="T75" fmla="*/ 22 h 81"/>
                <a:gd name="T76" fmla="*/ 8 w 67"/>
                <a:gd name="T77" fmla="*/ 18 h 81"/>
                <a:gd name="T78" fmla="*/ 4 w 67"/>
                <a:gd name="T79" fmla="*/ 18 h 81"/>
                <a:gd name="T80" fmla="*/ 0 w 67"/>
                <a:gd name="T81" fmla="*/ 1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7" h="81">
                  <a:moveTo>
                    <a:pt x="0" y="11"/>
                  </a:moveTo>
                  <a:lnTo>
                    <a:pt x="0" y="7"/>
                  </a:lnTo>
                  <a:lnTo>
                    <a:pt x="4" y="7"/>
                  </a:lnTo>
                  <a:lnTo>
                    <a:pt x="8" y="7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5" y="3"/>
                  </a:lnTo>
                  <a:lnTo>
                    <a:pt x="19" y="3"/>
                  </a:lnTo>
                  <a:lnTo>
                    <a:pt x="22" y="3"/>
                  </a:lnTo>
                  <a:lnTo>
                    <a:pt x="26" y="7"/>
                  </a:lnTo>
                  <a:lnTo>
                    <a:pt x="30" y="11"/>
                  </a:lnTo>
                  <a:lnTo>
                    <a:pt x="30" y="15"/>
                  </a:lnTo>
                  <a:lnTo>
                    <a:pt x="37" y="18"/>
                  </a:lnTo>
                  <a:lnTo>
                    <a:pt x="41" y="18"/>
                  </a:lnTo>
                  <a:lnTo>
                    <a:pt x="37" y="22"/>
                  </a:lnTo>
                  <a:lnTo>
                    <a:pt x="37" y="26"/>
                  </a:lnTo>
                  <a:lnTo>
                    <a:pt x="45" y="26"/>
                  </a:lnTo>
                  <a:lnTo>
                    <a:pt x="45" y="29"/>
                  </a:lnTo>
                  <a:lnTo>
                    <a:pt x="48" y="29"/>
                  </a:lnTo>
                  <a:lnTo>
                    <a:pt x="52" y="29"/>
                  </a:lnTo>
                  <a:lnTo>
                    <a:pt x="56" y="26"/>
                  </a:lnTo>
                  <a:lnTo>
                    <a:pt x="59" y="26"/>
                  </a:lnTo>
                  <a:lnTo>
                    <a:pt x="56" y="29"/>
                  </a:lnTo>
                  <a:lnTo>
                    <a:pt x="59" y="33"/>
                  </a:lnTo>
                  <a:lnTo>
                    <a:pt x="59" y="37"/>
                  </a:lnTo>
                  <a:lnTo>
                    <a:pt x="56" y="41"/>
                  </a:lnTo>
                  <a:lnTo>
                    <a:pt x="59" y="48"/>
                  </a:lnTo>
                  <a:lnTo>
                    <a:pt x="63" y="52"/>
                  </a:lnTo>
                  <a:lnTo>
                    <a:pt x="67" y="55"/>
                  </a:lnTo>
                  <a:lnTo>
                    <a:pt x="63" y="59"/>
                  </a:lnTo>
                  <a:lnTo>
                    <a:pt x="59" y="63"/>
                  </a:lnTo>
                  <a:lnTo>
                    <a:pt x="59" y="67"/>
                  </a:lnTo>
                  <a:lnTo>
                    <a:pt x="63" y="70"/>
                  </a:lnTo>
                  <a:lnTo>
                    <a:pt x="59" y="70"/>
                  </a:lnTo>
                  <a:lnTo>
                    <a:pt x="59" y="70"/>
                  </a:lnTo>
                  <a:lnTo>
                    <a:pt x="52" y="74"/>
                  </a:lnTo>
                  <a:lnTo>
                    <a:pt x="52" y="70"/>
                  </a:lnTo>
                  <a:lnTo>
                    <a:pt x="45" y="74"/>
                  </a:lnTo>
                  <a:lnTo>
                    <a:pt x="41" y="74"/>
                  </a:lnTo>
                  <a:lnTo>
                    <a:pt x="37" y="74"/>
                  </a:lnTo>
                  <a:lnTo>
                    <a:pt x="33" y="78"/>
                  </a:lnTo>
                  <a:lnTo>
                    <a:pt x="33" y="81"/>
                  </a:lnTo>
                  <a:lnTo>
                    <a:pt x="33" y="81"/>
                  </a:lnTo>
                  <a:lnTo>
                    <a:pt x="33" y="78"/>
                  </a:lnTo>
                  <a:lnTo>
                    <a:pt x="33" y="74"/>
                  </a:lnTo>
                  <a:lnTo>
                    <a:pt x="30" y="74"/>
                  </a:lnTo>
                  <a:lnTo>
                    <a:pt x="26" y="70"/>
                  </a:lnTo>
                  <a:lnTo>
                    <a:pt x="26" y="70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6" y="63"/>
                  </a:lnTo>
                  <a:lnTo>
                    <a:pt x="26" y="59"/>
                  </a:lnTo>
                  <a:lnTo>
                    <a:pt x="22" y="59"/>
                  </a:lnTo>
                  <a:lnTo>
                    <a:pt x="19" y="55"/>
                  </a:lnTo>
                  <a:lnTo>
                    <a:pt x="15" y="55"/>
                  </a:lnTo>
                  <a:lnTo>
                    <a:pt x="11" y="55"/>
                  </a:lnTo>
                  <a:lnTo>
                    <a:pt x="11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8" y="44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11" y="41"/>
                  </a:lnTo>
                  <a:lnTo>
                    <a:pt x="11" y="41"/>
                  </a:lnTo>
                  <a:lnTo>
                    <a:pt x="11" y="37"/>
                  </a:lnTo>
                  <a:lnTo>
                    <a:pt x="8" y="37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8" y="29"/>
                  </a:lnTo>
                  <a:lnTo>
                    <a:pt x="8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8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6" name="Freeform 54"/>
            <p:cNvSpPr/>
            <p:nvPr/>
          </p:nvSpPr>
          <p:spPr bwMode="auto">
            <a:xfrm>
              <a:off x="4654564" y="2279187"/>
              <a:ext cx="38599" cy="42459"/>
            </a:xfrm>
            <a:custGeom>
              <a:avLst/>
              <a:gdLst>
                <a:gd name="T0" fmla="*/ 15 w 30"/>
                <a:gd name="T1" fmla="*/ 33 h 33"/>
                <a:gd name="T2" fmla="*/ 15 w 30"/>
                <a:gd name="T3" fmla="*/ 26 h 33"/>
                <a:gd name="T4" fmla="*/ 15 w 30"/>
                <a:gd name="T5" fmla="*/ 22 h 33"/>
                <a:gd name="T6" fmla="*/ 19 w 30"/>
                <a:gd name="T7" fmla="*/ 19 h 33"/>
                <a:gd name="T8" fmla="*/ 23 w 30"/>
                <a:gd name="T9" fmla="*/ 19 h 33"/>
                <a:gd name="T10" fmla="*/ 23 w 30"/>
                <a:gd name="T11" fmla="*/ 22 h 33"/>
                <a:gd name="T12" fmla="*/ 26 w 30"/>
                <a:gd name="T13" fmla="*/ 19 h 33"/>
                <a:gd name="T14" fmla="*/ 26 w 30"/>
                <a:gd name="T15" fmla="*/ 19 h 33"/>
                <a:gd name="T16" fmla="*/ 30 w 30"/>
                <a:gd name="T17" fmla="*/ 15 h 33"/>
                <a:gd name="T18" fmla="*/ 30 w 30"/>
                <a:gd name="T19" fmla="*/ 11 h 33"/>
                <a:gd name="T20" fmla="*/ 26 w 30"/>
                <a:gd name="T21" fmla="*/ 11 h 33"/>
                <a:gd name="T22" fmla="*/ 23 w 30"/>
                <a:gd name="T23" fmla="*/ 7 h 33"/>
                <a:gd name="T24" fmla="*/ 19 w 30"/>
                <a:gd name="T25" fmla="*/ 7 h 33"/>
                <a:gd name="T26" fmla="*/ 15 w 30"/>
                <a:gd name="T27" fmla="*/ 7 h 33"/>
                <a:gd name="T28" fmla="*/ 15 w 30"/>
                <a:gd name="T29" fmla="*/ 4 h 33"/>
                <a:gd name="T30" fmla="*/ 15 w 30"/>
                <a:gd name="T31" fmla="*/ 0 h 33"/>
                <a:gd name="T32" fmla="*/ 12 w 30"/>
                <a:gd name="T33" fmla="*/ 4 h 33"/>
                <a:gd name="T34" fmla="*/ 12 w 30"/>
                <a:gd name="T35" fmla="*/ 0 h 33"/>
                <a:gd name="T36" fmla="*/ 8 w 30"/>
                <a:gd name="T37" fmla="*/ 0 h 33"/>
                <a:gd name="T38" fmla="*/ 4 w 30"/>
                <a:gd name="T39" fmla="*/ 0 h 33"/>
                <a:gd name="T40" fmla="*/ 4 w 30"/>
                <a:gd name="T41" fmla="*/ 4 h 33"/>
                <a:gd name="T42" fmla="*/ 8 w 30"/>
                <a:gd name="T43" fmla="*/ 4 h 33"/>
                <a:gd name="T44" fmla="*/ 8 w 30"/>
                <a:gd name="T45" fmla="*/ 7 h 33"/>
                <a:gd name="T46" fmla="*/ 8 w 30"/>
                <a:gd name="T47" fmla="*/ 7 h 33"/>
                <a:gd name="T48" fmla="*/ 4 w 30"/>
                <a:gd name="T49" fmla="*/ 7 h 33"/>
                <a:gd name="T50" fmla="*/ 4 w 30"/>
                <a:gd name="T51" fmla="*/ 11 h 33"/>
                <a:gd name="T52" fmla="*/ 4 w 30"/>
                <a:gd name="T53" fmla="*/ 15 h 33"/>
                <a:gd name="T54" fmla="*/ 0 w 30"/>
                <a:gd name="T55" fmla="*/ 19 h 33"/>
                <a:gd name="T56" fmla="*/ 0 w 30"/>
                <a:gd name="T57" fmla="*/ 19 h 33"/>
                <a:gd name="T58" fmla="*/ 0 w 30"/>
                <a:gd name="T59" fmla="*/ 19 h 33"/>
                <a:gd name="T60" fmla="*/ 4 w 30"/>
                <a:gd name="T61" fmla="*/ 22 h 33"/>
                <a:gd name="T62" fmla="*/ 12 w 30"/>
                <a:gd name="T63" fmla="*/ 30 h 33"/>
                <a:gd name="T64" fmla="*/ 12 w 30"/>
                <a:gd name="T65" fmla="*/ 30 h 33"/>
                <a:gd name="T66" fmla="*/ 15 w 30"/>
                <a:gd name="T6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" h="33">
                  <a:moveTo>
                    <a:pt x="15" y="33"/>
                  </a:moveTo>
                  <a:lnTo>
                    <a:pt x="15" y="26"/>
                  </a:lnTo>
                  <a:lnTo>
                    <a:pt x="15" y="22"/>
                  </a:lnTo>
                  <a:lnTo>
                    <a:pt x="19" y="19"/>
                  </a:lnTo>
                  <a:lnTo>
                    <a:pt x="23" y="19"/>
                  </a:lnTo>
                  <a:lnTo>
                    <a:pt x="23" y="22"/>
                  </a:lnTo>
                  <a:lnTo>
                    <a:pt x="26" y="19"/>
                  </a:lnTo>
                  <a:lnTo>
                    <a:pt x="26" y="19"/>
                  </a:lnTo>
                  <a:lnTo>
                    <a:pt x="30" y="15"/>
                  </a:lnTo>
                  <a:lnTo>
                    <a:pt x="30" y="11"/>
                  </a:lnTo>
                  <a:lnTo>
                    <a:pt x="26" y="11"/>
                  </a:lnTo>
                  <a:lnTo>
                    <a:pt x="23" y="7"/>
                  </a:lnTo>
                  <a:lnTo>
                    <a:pt x="19" y="7"/>
                  </a:lnTo>
                  <a:lnTo>
                    <a:pt x="15" y="7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12" y="4"/>
                  </a:lnTo>
                  <a:lnTo>
                    <a:pt x="12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7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5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4" y="22"/>
                  </a:lnTo>
                  <a:lnTo>
                    <a:pt x="12" y="30"/>
                  </a:lnTo>
                  <a:lnTo>
                    <a:pt x="12" y="30"/>
                  </a:lnTo>
                  <a:lnTo>
                    <a:pt x="15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7" name="Freeform 55"/>
            <p:cNvSpPr>
              <a:spLocks noEditPoints="1"/>
            </p:cNvSpPr>
            <p:nvPr/>
          </p:nvSpPr>
          <p:spPr bwMode="auto">
            <a:xfrm>
              <a:off x="4555492" y="2217429"/>
              <a:ext cx="114511" cy="81058"/>
            </a:xfrm>
            <a:custGeom>
              <a:avLst/>
              <a:gdLst>
                <a:gd name="T0" fmla="*/ 23 w 24"/>
                <a:gd name="T1" fmla="*/ 6 h 17"/>
                <a:gd name="T2" fmla="*/ 23 w 24"/>
                <a:gd name="T3" fmla="*/ 5 h 17"/>
                <a:gd name="T4" fmla="*/ 22 w 24"/>
                <a:gd name="T5" fmla="*/ 3 h 17"/>
                <a:gd name="T6" fmla="*/ 19 w 24"/>
                <a:gd name="T7" fmla="*/ 3 h 17"/>
                <a:gd name="T8" fmla="*/ 15 w 24"/>
                <a:gd name="T9" fmla="*/ 1 h 17"/>
                <a:gd name="T10" fmla="*/ 12 w 24"/>
                <a:gd name="T11" fmla="*/ 0 h 17"/>
                <a:gd name="T12" fmla="*/ 8 w 24"/>
                <a:gd name="T13" fmla="*/ 2 h 17"/>
                <a:gd name="T14" fmla="*/ 5 w 24"/>
                <a:gd name="T15" fmla="*/ 4 h 17"/>
                <a:gd name="T16" fmla="*/ 1 w 24"/>
                <a:gd name="T17" fmla="*/ 5 h 17"/>
                <a:gd name="T18" fmla="*/ 0 w 24"/>
                <a:gd name="T19" fmla="*/ 6 h 17"/>
                <a:gd name="T20" fmla="*/ 1 w 24"/>
                <a:gd name="T21" fmla="*/ 8 h 17"/>
                <a:gd name="T22" fmla="*/ 3 w 24"/>
                <a:gd name="T23" fmla="*/ 5 h 17"/>
                <a:gd name="T24" fmla="*/ 5 w 24"/>
                <a:gd name="T25" fmla="*/ 6 h 17"/>
                <a:gd name="T26" fmla="*/ 8 w 24"/>
                <a:gd name="T27" fmla="*/ 10 h 17"/>
                <a:gd name="T28" fmla="*/ 8 w 24"/>
                <a:gd name="T29" fmla="*/ 10 h 17"/>
                <a:gd name="T30" fmla="*/ 7 w 24"/>
                <a:gd name="T31" fmla="*/ 12 h 17"/>
                <a:gd name="T32" fmla="*/ 10 w 24"/>
                <a:gd name="T33" fmla="*/ 13 h 17"/>
                <a:gd name="T34" fmla="*/ 12 w 24"/>
                <a:gd name="T35" fmla="*/ 14 h 17"/>
                <a:gd name="T36" fmla="*/ 17 w 24"/>
                <a:gd name="T37" fmla="*/ 16 h 17"/>
                <a:gd name="T38" fmla="*/ 16 w 24"/>
                <a:gd name="T39" fmla="*/ 17 h 17"/>
                <a:gd name="T40" fmla="*/ 17 w 24"/>
                <a:gd name="T41" fmla="*/ 16 h 17"/>
                <a:gd name="T42" fmla="*/ 11 w 24"/>
                <a:gd name="T43" fmla="*/ 10 h 17"/>
                <a:gd name="T44" fmla="*/ 10 w 24"/>
                <a:gd name="T45" fmla="*/ 8 h 17"/>
                <a:gd name="T46" fmla="*/ 9 w 24"/>
                <a:gd name="T47" fmla="*/ 7 h 17"/>
                <a:gd name="T48" fmla="*/ 9 w 24"/>
                <a:gd name="T49" fmla="*/ 5 h 17"/>
                <a:gd name="T50" fmla="*/ 11 w 24"/>
                <a:gd name="T51" fmla="*/ 6 h 17"/>
                <a:gd name="T52" fmla="*/ 13 w 24"/>
                <a:gd name="T53" fmla="*/ 5 h 17"/>
                <a:gd name="T54" fmla="*/ 14 w 24"/>
                <a:gd name="T55" fmla="*/ 5 h 17"/>
                <a:gd name="T56" fmla="*/ 16 w 24"/>
                <a:gd name="T57" fmla="*/ 5 h 17"/>
                <a:gd name="T58" fmla="*/ 18 w 24"/>
                <a:gd name="T59" fmla="*/ 6 h 17"/>
                <a:gd name="T60" fmla="*/ 20 w 24"/>
                <a:gd name="T61" fmla="*/ 6 h 17"/>
                <a:gd name="T62" fmla="*/ 23 w 24"/>
                <a:gd name="T63" fmla="*/ 7 h 17"/>
                <a:gd name="T64" fmla="*/ 16 w 24"/>
                <a:gd name="T65" fmla="*/ 17 h 17"/>
                <a:gd name="T66" fmla="*/ 12 w 24"/>
                <a:gd name="T67" fmla="*/ 15 h 17"/>
                <a:gd name="T68" fmla="*/ 12 w 24"/>
                <a:gd name="T69" fmla="*/ 15 h 17"/>
                <a:gd name="T70" fmla="*/ 15 w 24"/>
                <a:gd name="T71" fmla="*/ 15 h 17"/>
                <a:gd name="T72" fmla="*/ 13 w 24"/>
                <a:gd name="T73" fmla="*/ 14 h 17"/>
                <a:gd name="T74" fmla="*/ 7 w 24"/>
                <a:gd name="T75" fmla="*/ 10 h 17"/>
                <a:gd name="T76" fmla="*/ 5 w 24"/>
                <a:gd name="T77" fmla="*/ 8 h 17"/>
                <a:gd name="T78" fmla="*/ 5 w 24"/>
                <a:gd name="T79" fmla="*/ 8 h 17"/>
                <a:gd name="T80" fmla="*/ 7 w 24"/>
                <a:gd name="T81" fmla="*/ 12 h 17"/>
                <a:gd name="T82" fmla="*/ 5 w 24"/>
                <a:gd name="T83" fmla="*/ 10 h 17"/>
                <a:gd name="T84" fmla="*/ 3 w 24"/>
                <a:gd name="T85" fmla="*/ 7 h 17"/>
                <a:gd name="T86" fmla="*/ 4 w 24"/>
                <a:gd name="T87" fmla="*/ 9 h 17"/>
                <a:gd name="T88" fmla="*/ 3 w 24"/>
                <a:gd name="T89" fmla="*/ 7 h 17"/>
                <a:gd name="T90" fmla="*/ 4 w 24"/>
                <a:gd name="T91" fmla="*/ 7 h 17"/>
                <a:gd name="T92" fmla="*/ 3 w 24"/>
                <a:gd name="T93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4" h="17">
                  <a:moveTo>
                    <a:pt x="23" y="7"/>
                  </a:moveTo>
                  <a:cubicBezTo>
                    <a:pt x="23" y="6"/>
                    <a:pt x="23" y="6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7"/>
                    <a:pt x="23" y="7"/>
                    <a:pt x="23" y="7"/>
                  </a:cubicBezTo>
                  <a:close/>
                  <a:moveTo>
                    <a:pt x="14" y="16"/>
                  </a:moveTo>
                  <a:cubicBezTo>
                    <a:pt x="14" y="16"/>
                    <a:pt x="15" y="16"/>
                    <a:pt x="15" y="16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4" y="16"/>
                    <a:pt x="14" y="16"/>
                  </a:cubicBezTo>
                  <a:close/>
                  <a:moveTo>
                    <a:pt x="12" y="15"/>
                  </a:moveTo>
                  <a:cubicBezTo>
                    <a:pt x="15" y="15"/>
                    <a:pt x="15" y="15"/>
                    <a:pt x="15" y="15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2" y="15"/>
                    <a:pt x="12" y="15"/>
                    <a:pt x="12" y="15"/>
                  </a:cubicBezTo>
                  <a:close/>
                  <a:moveTo>
                    <a:pt x="13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6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6" y="9"/>
                    <a:pt x="6" y="9"/>
                    <a:pt x="6" y="9"/>
                  </a:cubicBezTo>
                  <a:close/>
                  <a:moveTo>
                    <a:pt x="5" y="8"/>
                  </a:moveTo>
                  <a:cubicBezTo>
                    <a:pt x="6" y="9"/>
                    <a:pt x="6" y="9"/>
                    <a:pt x="6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8"/>
                    <a:pt x="5" y="8"/>
                    <a:pt x="5" y="8"/>
                  </a:cubicBezTo>
                  <a:close/>
                  <a:moveTo>
                    <a:pt x="6" y="11"/>
                  </a:moveTo>
                  <a:cubicBezTo>
                    <a:pt x="7" y="11"/>
                    <a:pt x="7" y="11"/>
                    <a:pt x="7" y="11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6" y="11"/>
                    <a:pt x="6" y="11"/>
                    <a:pt x="6" y="11"/>
                  </a:cubicBezTo>
                  <a:close/>
                  <a:moveTo>
                    <a:pt x="5" y="9"/>
                  </a:move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9"/>
                    <a:pt x="5" y="9"/>
                    <a:pt x="5" y="9"/>
                  </a:cubicBezTo>
                  <a:close/>
                  <a:moveTo>
                    <a:pt x="3" y="7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7"/>
                    <a:pt x="3" y="7"/>
                    <a:pt x="3" y="7"/>
                  </a:cubicBezTo>
                  <a:close/>
                  <a:moveTo>
                    <a:pt x="4" y="5"/>
                  </a:move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4" y="5"/>
                    <a:pt x="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8" name="Freeform 56"/>
            <p:cNvSpPr/>
            <p:nvPr/>
          </p:nvSpPr>
          <p:spPr bwMode="auto">
            <a:xfrm>
              <a:off x="4597952" y="2240588"/>
              <a:ext cx="75912" cy="63045"/>
            </a:xfrm>
            <a:custGeom>
              <a:avLst/>
              <a:gdLst>
                <a:gd name="T0" fmla="*/ 30 w 59"/>
                <a:gd name="T1" fmla="*/ 41 h 49"/>
                <a:gd name="T2" fmla="*/ 7 w 59"/>
                <a:gd name="T3" fmla="*/ 19 h 49"/>
                <a:gd name="T4" fmla="*/ 7 w 59"/>
                <a:gd name="T5" fmla="*/ 15 h 49"/>
                <a:gd name="T6" fmla="*/ 4 w 59"/>
                <a:gd name="T7" fmla="*/ 11 h 49"/>
                <a:gd name="T8" fmla="*/ 0 w 59"/>
                <a:gd name="T9" fmla="*/ 8 h 49"/>
                <a:gd name="T10" fmla="*/ 0 w 59"/>
                <a:gd name="T11" fmla="*/ 4 h 49"/>
                <a:gd name="T12" fmla="*/ 0 w 59"/>
                <a:gd name="T13" fmla="*/ 0 h 49"/>
                <a:gd name="T14" fmla="*/ 7 w 59"/>
                <a:gd name="T15" fmla="*/ 4 h 49"/>
                <a:gd name="T16" fmla="*/ 7 w 59"/>
                <a:gd name="T17" fmla="*/ 0 h 49"/>
                <a:gd name="T18" fmla="*/ 15 w 59"/>
                <a:gd name="T19" fmla="*/ 0 h 49"/>
                <a:gd name="T20" fmla="*/ 18 w 59"/>
                <a:gd name="T21" fmla="*/ 0 h 49"/>
                <a:gd name="T22" fmla="*/ 22 w 59"/>
                <a:gd name="T23" fmla="*/ 0 h 49"/>
                <a:gd name="T24" fmla="*/ 26 w 59"/>
                <a:gd name="T25" fmla="*/ 0 h 49"/>
                <a:gd name="T26" fmla="*/ 33 w 59"/>
                <a:gd name="T27" fmla="*/ 0 h 49"/>
                <a:gd name="T28" fmla="*/ 37 w 59"/>
                <a:gd name="T29" fmla="*/ 4 h 49"/>
                <a:gd name="T30" fmla="*/ 41 w 59"/>
                <a:gd name="T31" fmla="*/ 4 h 49"/>
                <a:gd name="T32" fmla="*/ 52 w 59"/>
                <a:gd name="T33" fmla="*/ 8 h 49"/>
                <a:gd name="T34" fmla="*/ 52 w 59"/>
                <a:gd name="T35" fmla="*/ 8 h 49"/>
                <a:gd name="T36" fmla="*/ 56 w 59"/>
                <a:gd name="T37" fmla="*/ 11 h 49"/>
                <a:gd name="T38" fmla="*/ 52 w 59"/>
                <a:gd name="T39" fmla="*/ 15 h 49"/>
                <a:gd name="T40" fmla="*/ 59 w 59"/>
                <a:gd name="T41" fmla="*/ 19 h 49"/>
                <a:gd name="T42" fmla="*/ 59 w 59"/>
                <a:gd name="T43" fmla="*/ 23 h 49"/>
                <a:gd name="T44" fmla="*/ 56 w 59"/>
                <a:gd name="T45" fmla="*/ 23 h 49"/>
                <a:gd name="T46" fmla="*/ 59 w 59"/>
                <a:gd name="T47" fmla="*/ 30 h 49"/>
                <a:gd name="T48" fmla="*/ 56 w 59"/>
                <a:gd name="T49" fmla="*/ 30 h 49"/>
                <a:gd name="T50" fmla="*/ 48 w 59"/>
                <a:gd name="T51" fmla="*/ 30 h 49"/>
                <a:gd name="T52" fmla="*/ 52 w 59"/>
                <a:gd name="T53" fmla="*/ 34 h 49"/>
                <a:gd name="T54" fmla="*/ 52 w 59"/>
                <a:gd name="T55" fmla="*/ 37 h 49"/>
                <a:gd name="T56" fmla="*/ 48 w 59"/>
                <a:gd name="T57" fmla="*/ 41 h 49"/>
                <a:gd name="T58" fmla="*/ 44 w 59"/>
                <a:gd name="T59" fmla="*/ 49 h 49"/>
                <a:gd name="T60" fmla="*/ 41 w 59"/>
                <a:gd name="T61" fmla="*/ 45 h 49"/>
                <a:gd name="T62" fmla="*/ 33 w 59"/>
                <a:gd name="T63" fmla="*/ 45 h 49"/>
                <a:gd name="T64" fmla="*/ 30 w 59"/>
                <a:gd name="T65" fmla="*/ 4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9" h="49">
                  <a:moveTo>
                    <a:pt x="30" y="45"/>
                  </a:moveTo>
                  <a:lnTo>
                    <a:pt x="30" y="41"/>
                  </a:lnTo>
                  <a:lnTo>
                    <a:pt x="18" y="30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7" y="15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26" y="0"/>
                  </a:lnTo>
                  <a:lnTo>
                    <a:pt x="30" y="4"/>
                  </a:lnTo>
                  <a:lnTo>
                    <a:pt x="33" y="0"/>
                  </a:lnTo>
                  <a:lnTo>
                    <a:pt x="33" y="4"/>
                  </a:lnTo>
                  <a:lnTo>
                    <a:pt x="37" y="4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4" y="4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6" y="19"/>
                  </a:lnTo>
                  <a:lnTo>
                    <a:pt x="59" y="19"/>
                  </a:lnTo>
                  <a:lnTo>
                    <a:pt x="59" y="23"/>
                  </a:lnTo>
                  <a:lnTo>
                    <a:pt x="59" y="23"/>
                  </a:lnTo>
                  <a:lnTo>
                    <a:pt x="56" y="23"/>
                  </a:lnTo>
                  <a:lnTo>
                    <a:pt x="56" y="23"/>
                  </a:lnTo>
                  <a:lnTo>
                    <a:pt x="56" y="26"/>
                  </a:lnTo>
                  <a:lnTo>
                    <a:pt x="59" y="30"/>
                  </a:lnTo>
                  <a:lnTo>
                    <a:pt x="56" y="34"/>
                  </a:lnTo>
                  <a:lnTo>
                    <a:pt x="56" y="30"/>
                  </a:lnTo>
                  <a:lnTo>
                    <a:pt x="52" y="30"/>
                  </a:lnTo>
                  <a:lnTo>
                    <a:pt x="48" y="30"/>
                  </a:lnTo>
                  <a:lnTo>
                    <a:pt x="48" y="34"/>
                  </a:lnTo>
                  <a:lnTo>
                    <a:pt x="52" y="34"/>
                  </a:lnTo>
                  <a:lnTo>
                    <a:pt x="52" y="37"/>
                  </a:lnTo>
                  <a:lnTo>
                    <a:pt x="52" y="37"/>
                  </a:lnTo>
                  <a:lnTo>
                    <a:pt x="48" y="37"/>
                  </a:lnTo>
                  <a:lnTo>
                    <a:pt x="48" y="41"/>
                  </a:lnTo>
                  <a:lnTo>
                    <a:pt x="48" y="45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1" y="45"/>
                  </a:lnTo>
                  <a:lnTo>
                    <a:pt x="37" y="45"/>
                  </a:lnTo>
                  <a:lnTo>
                    <a:pt x="33" y="45"/>
                  </a:lnTo>
                  <a:lnTo>
                    <a:pt x="30" y="45"/>
                  </a:lnTo>
                  <a:lnTo>
                    <a:pt x="30" y="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99" name="Freeform 57"/>
            <p:cNvSpPr/>
            <p:nvPr/>
          </p:nvSpPr>
          <p:spPr bwMode="auto">
            <a:xfrm>
              <a:off x="4550346" y="2203276"/>
              <a:ext cx="61758" cy="37313"/>
            </a:xfrm>
            <a:custGeom>
              <a:avLst/>
              <a:gdLst>
                <a:gd name="T0" fmla="*/ 4 w 48"/>
                <a:gd name="T1" fmla="*/ 29 h 29"/>
                <a:gd name="T2" fmla="*/ 7 w 48"/>
                <a:gd name="T3" fmla="*/ 29 h 29"/>
                <a:gd name="T4" fmla="*/ 11 w 48"/>
                <a:gd name="T5" fmla="*/ 26 h 29"/>
                <a:gd name="T6" fmla="*/ 15 w 48"/>
                <a:gd name="T7" fmla="*/ 26 h 29"/>
                <a:gd name="T8" fmla="*/ 22 w 48"/>
                <a:gd name="T9" fmla="*/ 26 h 29"/>
                <a:gd name="T10" fmla="*/ 26 w 48"/>
                <a:gd name="T11" fmla="*/ 26 h 29"/>
                <a:gd name="T12" fmla="*/ 26 w 48"/>
                <a:gd name="T13" fmla="*/ 22 h 29"/>
                <a:gd name="T14" fmla="*/ 33 w 48"/>
                <a:gd name="T15" fmla="*/ 18 h 29"/>
                <a:gd name="T16" fmla="*/ 33 w 48"/>
                <a:gd name="T17" fmla="*/ 14 h 29"/>
                <a:gd name="T18" fmla="*/ 41 w 48"/>
                <a:gd name="T19" fmla="*/ 11 h 29"/>
                <a:gd name="T20" fmla="*/ 48 w 48"/>
                <a:gd name="T21" fmla="*/ 11 h 29"/>
                <a:gd name="T22" fmla="*/ 48 w 48"/>
                <a:gd name="T23" fmla="*/ 3 h 29"/>
                <a:gd name="T24" fmla="*/ 44 w 48"/>
                <a:gd name="T25" fmla="*/ 0 h 29"/>
                <a:gd name="T26" fmla="*/ 41 w 48"/>
                <a:gd name="T27" fmla="*/ 3 h 29"/>
                <a:gd name="T28" fmla="*/ 33 w 48"/>
                <a:gd name="T29" fmla="*/ 7 h 29"/>
                <a:gd name="T30" fmla="*/ 33 w 48"/>
                <a:gd name="T31" fmla="*/ 7 h 29"/>
                <a:gd name="T32" fmla="*/ 30 w 48"/>
                <a:gd name="T33" fmla="*/ 7 h 29"/>
                <a:gd name="T34" fmla="*/ 26 w 48"/>
                <a:gd name="T35" fmla="*/ 7 h 29"/>
                <a:gd name="T36" fmla="*/ 22 w 48"/>
                <a:gd name="T37" fmla="*/ 7 h 29"/>
                <a:gd name="T38" fmla="*/ 18 w 48"/>
                <a:gd name="T39" fmla="*/ 7 h 29"/>
                <a:gd name="T40" fmla="*/ 15 w 48"/>
                <a:gd name="T41" fmla="*/ 7 h 29"/>
                <a:gd name="T42" fmla="*/ 7 w 48"/>
                <a:gd name="T43" fmla="*/ 7 h 29"/>
                <a:gd name="T44" fmla="*/ 7 w 48"/>
                <a:gd name="T45" fmla="*/ 7 h 29"/>
                <a:gd name="T46" fmla="*/ 4 w 48"/>
                <a:gd name="T47" fmla="*/ 11 h 29"/>
                <a:gd name="T48" fmla="*/ 4 w 48"/>
                <a:gd name="T49" fmla="*/ 14 h 29"/>
                <a:gd name="T50" fmla="*/ 0 w 48"/>
                <a:gd name="T51" fmla="*/ 18 h 29"/>
                <a:gd name="T52" fmla="*/ 4 w 48"/>
                <a:gd name="T53" fmla="*/ 22 h 29"/>
                <a:gd name="T54" fmla="*/ 4 w 48"/>
                <a:gd name="T55" fmla="*/ 22 h 29"/>
                <a:gd name="T56" fmla="*/ 7 w 48"/>
                <a:gd name="T57" fmla="*/ 22 h 29"/>
                <a:gd name="T58" fmla="*/ 7 w 48"/>
                <a:gd name="T59" fmla="*/ 26 h 29"/>
                <a:gd name="T60" fmla="*/ 4 w 48"/>
                <a:gd name="T61" fmla="*/ 26 h 29"/>
                <a:gd name="T62" fmla="*/ 4 w 48"/>
                <a:gd name="T63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8" h="29">
                  <a:moveTo>
                    <a:pt x="4" y="29"/>
                  </a:moveTo>
                  <a:lnTo>
                    <a:pt x="7" y="29"/>
                  </a:lnTo>
                  <a:lnTo>
                    <a:pt x="11" y="26"/>
                  </a:lnTo>
                  <a:lnTo>
                    <a:pt x="15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26" y="22"/>
                  </a:lnTo>
                  <a:lnTo>
                    <a:pt x="33" y="18"/>
                  </a:lnTo>
                  <a:lnTo>
                    <a:pt x="33" y="14"/>
                  </a:lnTo>
                  <a:lnTo>
                    <a:pt x="41" y="11"/>
                  </a:lnTo>
                  <a:lnTo>
                    <a:pt x="48" y="11"/>
                  </a:lnTo>
                  <a:lnTo>
                    <a:pt x="48" y="3"/>
                  </a:lnTo>
                  <a:lnTo>
                    <a:pt x="44" y="0"/>
                  </a:lnTo>
                  <a:lnTo>
                    <a:pt x="41" y="3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0" y="7"/>
                  </a:lnTo>
                  <a:lnTo>
                    <a:pt x="26" y="7"/>
                  </a:lnTo>
                  <a:lnTo>
                    <a:pt x="22" y="7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4" y="14"/>
                  </a:lnTo>
                  <a:lnTo>
                    <a:pt x="0" y="18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7" y="22"/>
                  </a:lnTo>
                  <a:lnTo>
                    <a:pt x="7" y="26"/>
                  </a:lnTo>
                  <a:lnTo>
                    <a:pt x="4" y="26"/>
                  </a:lnTo>
                  <a:lnTo>
                    <a:pt x="4" y="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0" name="Freeform 58"/>
            <p:cNvSpPr/>
            <p:nvPr/>
          </p:nvSpPr>
          <p:spPr bwMode="auto">
            <a:xfrm>
              <a:off x="4474436" y="2150523"/>
              <a:ext cx="142816" cy="61758"/>
            </a:xfrm>
            <a:custGeom>
              <a:avLst/>
              <a:gdLst>
                <a:gd name="T0" fmla="*/ 66 w 111"/>
                <a:gd name="T1" fmla="*/ 48 h 48"/>
                <a:gd name="T2" fmla="*/ 77 w 111"/>
                <a:gd name="T3" fmla="*/ 48 h 48"/>
                <a:gd name="T4" fmla="*/ 85 w 111"/>
                <a:gd name="T5" fmla="*/ 48 h 48"/>
                <a:gd name="T6" fmla="*/ 92 w 111"/>
                <a:gd name="T7" fmla="*/ 48 h 48"/>
                <a:gd name="T8" fmla="*/ 100 w 111"/>
                <a:gd name="T9" fmla="*/ 44 h 48"/>
                <a:gd name="T10" fmla="*/ 107 w 111"/>
                <a:gd name="T11" fmla="*/ 37 h 48"/>
                <a:gd name="T12" fmla="*/ 107 w 111"/>
                <a:gd name="T13" fmla="*/ 33 h 48"/>
                <a:gd name="T14" fmla="*/ 103 w 111"/>
                <a:gd name="T15" fmla="*/ 26 h 48"/>
                <a:gd name="T16" fmla="*/ 111 w 111"/>
                <a:gd name="T17" fmla="*/ 26 h 48"/>
                <a:gd name="T18" fmla="*/ 111 w 111"/>
                <a:gd name="T19" fmla="*/ 18 h 48"/>
                <a:gd name="T20" fmla="*/ 111 w 111"/>
                <a:gd name="T21" fmla="*/ 7 h 48"/>
                <a:gd name="T22" fmla="*/ 103 w 111"/>
                <a:gd name="T23" fmla="*/ 4 h 48"/>
                <a:gd name="T24" fmla="*/ 92 w 111"/>
                <a:gd name="T25" fmla="*/ 4 h 48"/>
                <a:gd name="T26" fmla="*/ 81 w 111"/>
                <a:gd name="T27" fmla="*/ 0 h 48"/>
                <a:gd name="T28" fmla="*/ 77 w 111"/>
                <a:gd name="T29" fmla="*/ 4 h 48"/>
                <a:gd name="T30" fmla="*/ 77 w 111"/>
                <a:gd name="T31" fmla="*/ 7 h 48"/>
                <a:gd name="T32" fmla="*/ 70 w 111"/>
                <a:gd name="T33" fmla="*/ 7 h 48"/>
                <a:gd name="T34" fmla="*/ 59 w 111"/>
                <a:gd name="T35" fmla="*/ 4 h 48"/>
                <a:gd name="T36" fmla="*/ 59 w 111"/>
                <a:gd name="T37" fmla="*/ 11 h 48"/>
                <a:gd name="T38" fmla="*/ 55 w 111"/>
                <a:gd name="T39" fmla="*/ 11 h 48"/>
                <a:gd name="T40" fmla="*/ 48 w 111"/>
                <a:gd name="T41" fmla="*/ 18 h 48"/>
                <a:gd name="T42" fmla="*/ 52 w 111"/>
                <a:gd name="T43" fmla="*/ 22 h 48"/>
                <a:gd name="T44" fmla="*/ 48 w 111"/>
                <a:gd name="T45" fmla="*/ 26 h 48"/>
                <a:gd name="T46" fmla="*/ 40 w 111"/>
                <a:gd name="T47" fmla="*/ 26 h 48"/>
                <a:gd name="T48" fmla="*/ 37 w 111"/>
                <a:gd name="T49" fmla="*/ 26 h 48"/>
                <a:gd name="T50" fmla="*/ 29 w 111"/>
                <a:gd name="T51" fmla="*/ 30 h 48"/>
                <a:gd name="T52" fmla="*/ 22 w 111"/>
                <a:gd name="T53" fmla="*/ 30 h 48"/>
                <a:gd name="T54" fmla="*/ 15 w 111"/>
                <a:gd name="T55" fmla="*/ 26 h 48"/>
                <a:gd name="T56" fmla="*/ 11 w 111"/>
                <a:gd name="T57" fmla="*/ 30 h 48"/>
                <a:gd name="T58" fmla="*/ 7 w 111"/>
                <a:gd name="T59" fmla="*/ 30 h 48"/>
                <a:gd name="T60" fmla="*/ 0 w 111"/>
                <a:gd name="T61" fmla="*/ 30 h 48"/>
                <a:gd name="T62" fmla="*/ 0 w 111"/>
                <a:gd name="T63" fmla="*/ 30 h 48"/>
                <a:gd name="T64" fmla="*/ 0 w 111"/>
                <a:gd name="T65" fmla="*/ 33 h 48"/>
                <a:gd name="T66" fmla="*/ 3 w 111"/>
                <a:gd name="T67" fmla="*/ 37 h 48"/>
                <a:gd name="T68" fmla="*/ 7 w 111"/>
                <a:gd name="T69" fmla="*/ 37 h 48"/>
                <a:gd name="T70" fmla="*/ 11 w 111"/>
                <a:gd name="T71" fmla="*/ 37 h 48"/>
                <a:gd name="T72" fmla="*/ 18 w 111"/>
                <a:gd name="T73" fmla="*/ 37 h 48"/>
                <a:gd name="T74" fmla="*/ 22 w 111"/>
                <a:gd name="T75" fmla="*/ 41 h 48"/>
                <a:gd name="T76" fmla="*/ 33 w 111"/>
                <a:gd name="T77" fmla="*/ 37 h 48"/>
                <a:gd name="T78" fmla="*/ 40 w 111"/>
                <a:gd name="T79" fmla="*/ 41 h 48"/>
                <a:gd name="T80" fmla="*/ 59 w 111"/>
                <a:gd name="T81" fmla="*/ 44 h 48"/>
                <a:gd name="T82" fmla="*/ 66 w 111"/>
                <a:gd name="T8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11" h="48">
                  <a:moveTo>
                    <a:pt x="66" y="48"/>
                  </a:moveTo>
                  <a:lnTo>
                    <a:pt x="66" y="48"/>
                  </a:lnTo>
                  <a:lnTo>
                    <a:pt x="74" y="48"/>
                  </a:lnTo>
                  <a:lnTo>
                    <a:pt x="77" y="48"/>
                  </a:lnTo>
                  <a:lnTo>
                    <a:pt x="81" y="48"/>
                  </a:lnTo>
                  <a:lnTo>
                    <a:pt x="85" y="48"/>
                  </a:lnTo>
                  <a:lnTo>
                    <a:pt x="89" y="48"/>
                  </a:lnTo>
                  <a:lnTo>
                    <a:pt x="92" y="48"/>
                  </a:lnTo>
                  <a:lnTo>
                    <a:pt x="92" y="48"/>
                  </a:lnTo>
                  <a:lnTo>
                    <a:pt x="100" y="44"/>
                  </a:lnTo>
                  <a:lnTo>
                    <a:pt x="103" y="41"/>
                  </a:lnTo>
                  <a:lnTo>
                    <a:pt x="107" y="37"/>
                  </a:lnTo>
                  <a:lnTo>
                    <a:pt x="107" y="37"/>
                  </a:lnTo>
                  <a:lnTo>
                    <a:pt x="107" y="33"/>
                  </a:lnTo>
                  <a:lnTo>
                    <a:pt x="107" y="30"/>
                  </a:lnTo>
                  <a:lnTo>
                    <a:pt x="103" y="26"/>
                  </a:lnTo>
                  <a:lnTo>
                    <a:pt x="103" y="26"/>
                  </a:lnTo>
                  <a:lnTo>
                    <a:pt x="111" y="26"/>
                  </a:lnTo>
                  <a:lnTo>
                    <a:pt x="111" y="22"/>
                  </a:lnTo>
                  <a:lnTo>
                    <a:pt x="111" y="18"/>
                  </a:lnTo>
                  <a:lnTo>
                    <a:pt x="111" y="11"/>
                  </a:lnTo>
                  <a:lnTo>
                    <a:pt x="111" y="7"/>
                  </a:lnTo>
                  <a:lnTo>
                    <a:pt x="103" y="4"/>
                  </a:lnTo>
                  <a:lnTo>
                    <a:pt x="103" y="4"/>
                  </a:lnTo>
                  <a:lnTo>
                    <a:pt x="96" y="4"/>
                  </a:lnTo>
                  <a:lnTo>
                    <a:pt x="92" y="4"/>
                  </a:lnTo>
                  <a:lnTo>
                    <a:pt x="89" y="0"/>
                  </a:lnTo>
                  <a:lnTo>
                    <a:pt x="81" y="0"/>
                  </a:lnTo>
                  <a:lnTo>
                    <a:pt x="81" y="0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77" y="7"/>
                  </a:lnTo>
                  <a:lnTo>
                    <a:pt x="70" y="7"/>
                  </a:lnTo>
                  <a:lnTo>
                    <a:pt x="70" y="7"/>
                  </a:lnTo>
                  <a:lnTo>
                    <a:pt x="63" y="4"/>
                  </a:lnTo>
                  <a:lnTo>
                    <a:pt x="59" y="4"/>
                  </a:lnTo>
                  <a:lnTo>
                    <a:pt x="59" y="7"/>
                  </a:lnTo>
                  <a:lnTo>
                    <a:pt x="59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2" y="15"/>
                  </a:lnTo>
                  <a:lnTo>
                    <a:pt x="48" y="18"/>
                  </a:lnTo>
                  <a:lnTo>
                    <a:pt x="48" y="22"/>
                  </a:lnTo>
                  <a:lnTo>
                    <a:pt x="52" y="22"/>
                  </a:lnTo>
                  <a:lnTo>
                    <a:pt x="52" y="26"/>
                  </a:lnTo>
                  <a:lnTo>
                    <a:pt x="48" y="26"/>
                  </a:lnTo>
                  <a:lnTo>
                    <a:pt x="44" y="26"/>
                  </a:lnTo>
                  <a:lnTo>
                    <a:pt x="40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26" y="30"/>
                  </a:lnTo>
                  <a:lnTo>
                    <a:pt x="22" y="30"/>
                  </a:lnTo>
                  <a:lnTo>
                    <a:pt x="18" y="26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11" y="30"/>
                  </a:lnTo>
                  <a:lnTo>
                    <a:pt x="11" y="30"/>
                  </a:lnTo>
                  <a:lnTo>
                    <a:pt x="7" y="30"/>
                  </a:lnTo>
                  <a:lnTo>
                    <a:pt x="3" y="26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3"/>
                  </a:lnTo>
                  <a:lnTo>
                    <a:pt x="3" y="33"/>
                  </a:lnTo>
                  <a:lnTo>
                    <a:pt x="3" y="37"/>
                  </a:lnTo>
                  <a:lnTo>
                    <a:pt x="3" y="37"/>
                  </a:lnTo>
                  <a:lnTo>
                    <a:pt x="7" y="37"/>
                  </a:lnTo>
                  <a:lnTo>
                    <a:pt x="11" y="37"/>
                  </a:lnTo>
                  <a:lnTo>
                    <a:pt x="11" y="37"/>
                  </a:lnTo>
                  <a:lnTo>
                    <a:pt x="15" y="37"/>
                  </a:lnTo>
                  <a:lnTo>
                    <a:pt x="18" y="37"/>
                  </a:lnTo>
                  <a:lnTo>
                    <a:pt x="18" y="37"/>
                  </a:lnTo>
                  <a:lnTo>
                    <a:pt x="22" y="41"/>
                  </a:lnTo>
                  <a:lnTo>
                    <a:pt x="29" y="37"/>
                  </a:lnTo>
                  <a:lnTo>
                    <a:pt x="33" y="37"/>
                  </a:lnTo>
                  <a:lnTo>
                    <a:pt x="40" y="37"/>
                  </a:lnTo>
                  <a:lnTo>
                    <a:pt x="40" y="41"/>
                  </a:lnTo>
                  <a:lnTo>
                    <a:pt x="48" y="44"/>
                  </a:lnTo>
                  <a:lnTo>
                    <a:pt x="59" y="44"/>
                  </a:lnTo>
                  <a:lnTo>
                    <a:pt x="63" y="44"/>
                  </a:lnTo>
                  <a:lnTo>
                    <a:pt x="66" y="48"/>
                  </a:lnTo>
                  <a:lnTo>
                    <a:pt x="66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1" name="Freeform 59"/>
            <p:cNvSpPr/>
            <p:nvPr/>
          </p:nvSpPr>
          <p:spPr bwMode="auto">
            <a:xfrm>
              <a:off x="4555494" y="1997415"/>
              <a:ext cx="194282" cy="147963"/>
            </a:xfrm>
            <a:custGeom>
              <a:avLst/>
              <a:gdLst>
                <a:gd name="T0" fmla="*/ 92 w 151"/>
                <a:gd name="T1" fmla="*/ 115 h 115"/>
                <a:gd name="T2" fmla="*/ 96 w 151"/>
                <a:gd name="T3" fmla="*/ 111 h 115"/>
                <a:gd name="T4" fmla="*/ 100 w 151"/>
                <a:gd name="T5" fmla="*/ 111 h 115"/>
                <a:gd name="T6" fmla="*/ 107 w 151"/>
                <a:gd name="T7" fmla="*/ 111 h 115"/>
                <a:gd name="T8" fmla="*/ 111 w 151"/>
                <a:gd name="T9" fmla="*/ 111 h 115"/>
                <a:gd name="T10" fmla="*/ 118 w 151"/>
                <a:gd name="T11" fmla="*/ 111 h 115"/>
                <a:gd name="T12" fmla="*/ 129 w 151"/>
                <a:gd name="T13" fmla="*/ 115 h 115"/>
                <a:gd name="T14" fmla="*/ 133 w 151"/>
                <a:gd name="T15" fmla="*/ 111 h 115"/>
                <a:gd name="T16" fmla="*/ 144 w 151"/>
                <a:gd name="T17" fmla="*/ 97 h 115"/>
                <a:gd name="T18" fmla="*/ 148 w 151"/>
                <a:gd name="T19" fmla="*/ 89 h 115"/>
                <a:gd name="T20" fmla="*/ 151 w 151"/>
                <a:gd name="T21" fmla="*/ 85 h 115"/>
                <a:gd name="T22" fmla="*/ 148 w 151"/>
                <a:gd name="T23" fmla="*/ 82 h 115"/>
                <a:gd name="T24" fmla="*/ 148 w 151"/>
                <a:gd name="T25" fmla="*/ 78 h 115"/>
                <a:gd name="T26" fmla="*/ 144 w 151"/>
                <a:gd name="T27" fmla="*/ 71 h 115"/>
                <a:gd name="T28" fmla="*/ 144 w 151"/>
                <a:gd name="T29" fmla="*/ 59 h 115"/>
                <a:gd name="T30" fmla="*/ 137 w 151"/>
                <a:gd name="T31" fmla="*/ 52 h 115"/>
                <a:gd name="T32" fmla="*/ 144 w 151"/>
                <a:gd name="T33" fmla="*/ 45 h 115"/>
                <a:gd name="T34" fmla="*/ 140 w 151"/>
                <a:gd name="T35" fmla="*/ 34 h 115"/>
                <a:gd name="T36" fmla="*/ 140 w 151"/>
                <a:gd name="T37" fmla="*/ 30 h 115"/>
                <a:gd name="T38" fmla="*/ 133 w 151"/>
                <a:gd name="T39" fmla="*/ 19 h 115"/>
                <a:gd name="T40" fmla="*/ 133 w 151"/>
                <a:gd name="T41" fmla="*/ 8 h 115"/>
                <a:gd name="T42" fmla="*/ 126 w 151"/>
                <a:gd name="T43" fmla="*/ 4 h 115"/>
                <a:gd name="T44" fmla="*/ 85 w 151"/>
                <a:gd name="T45" fmla="*/ 8 h 115"/>
                <a:gd name="T46" fmla="*/ 77 w 151"/>
                <a:gd name="T47" fmla="*/ 11 h 115"/>
                <a:gd name="T48" fmla="*/ 70 w 151"/>
                <a:gd name="T49" fmla="*/ 11 h 115"/>
                <a:gd name="T50" fmla="*/ 77 w 151"/>
                <a:gd name="T51" fmla="*/ 4 h 115"/>
                <a:gd name="T52" fmla="*/ 74 w 151"/>
                <a:gd name="T53" fmla="*/ 8 h 115"/>
                <a:gd name="T54" fmla="*/ 63 w 151"/>
                <a:gd name="T55" fmla="*/ 8 h 115"/>
                <a:gd name="T56" fmla="*/ 59 w 151"/>
                <a:gd name="T57" fmla="*/ 4 h 115"/>
                <a:gd name="T58" fmla="*/ 66 w 151"/>
                <a:gd name="T59" fmla="*/ 4 h 115"/>
                <a:gd name="T60" fmla="*/ 63 w 151"/>
                <a:gd name="T61" fmla="*/ 0 h 115"/>
                <a:gd name="T62" fmla="*/ 48 w 151"/>
                <a:gd name="T63" fmla="*/ 4 h 115"/>
                <a:gd name="T64" fmla="*/ 37 w 151"/>
                <a:gd name="T65" fmla="*/ 4 h 115"/>
                <a:gd name="T66" fmla="*/ 29 w 151"/>
                <a:gd name="T67" fmla="*/ 8 h 115"/>
                <a:gd name="T68" fmla="*/ 26 w 151"/>
                <a:gd name="T69" fmla="*/ 15 h 115"/>
                <a:gd name="T70" fmla="*/ 14 w 151"/>
                <a:gd name="T71" fmla="*/ 19 h 115"/>
                <a:gd name="T72" fmla="*/ 7 w 151"/>
                <a:gd name="T73" fmla="*/ 22 h 115"/>
                <a:gd name="T74" fmla="*/ 3 w 151"/>
                <a:gd name="T75" fmla="*/ 26 h 115"/>
                <a:gd name="T76" fmla="*/ 3 w 151"/>
                <a:gd name="T77" fmla="*/ 26 h 115"/>
                <a:gd name="T78" fmla="*/ 3 w 151"/>
                <a:gd name="T79" fmla="*/ 37 h 115"/>
                <a:gd name="T80" fmla="*/ 0 w 151"/>
                <a:gd name="T81" fmla="*/ 41 h 115"/>
                <a:gd name="T82" fmla="*/ 3 w 151"/>
                <a:gd name="T83" fmla="*/ 52 h 115"/>
                <a:gd name="T84" fmla="*/ 7 w 151"/>
                <a:gd name="T85" fmla="*/ 56 h 115"/>
                <a:gd name="T86" fmla="*/ 7 w 151"/>
                <a:gd name="T87" fmla="*/ 59 h 115"/>
                <a:gd name="T88" fmla="*/ 11 w 151"/>
                <a:gd name="T89" fmla="*/ 67 h 115"/>
                <a:gd name="T90" fmla="*/ 14 w 151"/>
                <a:gd name="T91" fmla="*/ 78 h 115"/>
                <a:gd name="T92" fmla="*/ 14 w 151"/>
                <a:gd name="T93" fmla="*/ 82 h 115"/>
                <a:gd name="T94" fmla="*/ 18 w 151"/>
                <a:gd name="T95" fmla="*/ 82 h 115"/>
                <a:gd name="T96" fmla="*/ 26 w 151"/>
                <a:gd name="T97" fmla="*/ 82 h 115"/>
                <a:gd name="T98" fmla="*/ 29 w 151"/>
                <a:gd name="T99" fmla="*/ 85 h 115"/>
                <a:gd name="T100" fmla="*/ 33 w 151"/>
                <a:gd name="T101" fmla="*/ 89 h 115"/>
                <a:gd name="T102" fmla="*/ 33 w 151"/>
                <a:gd name="T103" fmla="*/ 93 h 115"/>
                <a:gd name="T104" fmla="*/ 37 w 151"/>
                <a:gd name="T105" fmla="*/ 97 h 115"/>
                <a:gd name="T106" fmla="*/ 40 w 151"/>
                <a:gd name="T107" fmla="*/ 97 h 115"/>
                <a:gd name="T108" fmla="*/ 37 w 151"/>
                <a:gd name="T109" fmla="*/ 89 h 115"/>
                <a:gd name="T110" fmla="*/ 48 w 151"/>
                <a:gd name="T111" fmla="*/ 93 h 115"/>
                <a:gd name="T112" fmla="*/ 51 w 151"/>
                <a:gd name="T113" fmla="*/ 97 h 115"/>
                <a:gd name="T114" fmla="*/ 59 w 151"/>
                <a:gd name="T115" fmla="*/ 97 h 115"/>
                <a:gd name="T116" fmla="*/ 74 w 151"/>
                <a:gd name="T117" fmla="*/ 104 h 115"/>
                <a:gd name="T118" fmla="*/ 81 w 151"/>
                <a:gd name="T119" fmla="*/ 111 h 115"/>
                <a:gd name="T120" fmla="*/ 89 w 151"/>
                <a:gd name="T121" fmla="*/ 108 h 115"/>
                <a:gd name="T122" fmla="*/ 89 w 151"/>
                <a:gd name="T123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" h="115">
                  <a:moveTo>
                    <a:pt x="89" y="115"/>
                  </a:moveTo>
                  <a:lnTo>
                    <a:pt x="92" y="115"/>
                  </a:lnTo>
                  <a:lnTo>
                    <a:pt x="96" y="115"/>
                  </a:lnTo>
                  <a:lnTo>
                    <a:pt x="96" y="111"/>
                  </a:lnTo>
                  <a:lnTo>
                    <a:pt x="100" y="111"/>
                  </a:lnTo>
                  <a:lnTo>
                    <a:pt x="100" y="111"/>
                  </a:lnTo>
                  <a:lnTo>
                    <a:pt x="107" y="111"/>
                  </a:lnTo>
                  <a:lnTo>
                    <a:pt x="107" y="111"/>
                  </a:lnTo>
                  <a:lnTo>
                    <a:pt x="111" y="111"/>
                  </a:lnTo>
                  <a:lnTo>
                    <a:pt x="111" y="111"/>
                  </a:lnTo>
                  <a:lnTo>
                    <a:pt x="114" y="111"/>
                  </a:lnTo>
                  <a:lnTo>
                    <a:pt x="118" y="111"/>
                  </a:lnTo>
                  <a:lnTo>
                    <a:pt x="122" y="111"/>
                  </a:lnTo>
                  <a:lnTo>
                    <a:pt x="129" y="115"/>
                  </a:lnTo>
                  <a:lnTo>
                    <a:pt x="133" y="115"/>
                  </a:lnTo>
                  <a:lnTo>
                    <a:pt x="133" y="111"/>
                  </a:lnTo>
                  <a:lnTo>
                    <a:pt x="133" y="108"/>
                  </a:lnTo>
                  <a:lnTo>
                    <a:pt x="144" y="97"/>
                  </a:lnTo>
                  <a:lnTo>
                    <a:pt x="144" y="93"/>
                  </a:lnTo>
                  <a:lnTo>
                    <a:pt x="148" y="89"/>
                  </a:lnTo>
                  <a:lnTo>
                    <a:pt x="151" y="89"/>
                  </a:lnTo>
                  <a:lnTo>
                    <a:pt x="151" y="85"/>
                  </a:lnTo>
                  <a:lnTo>
                    <a:pt x="148" y="82"/>
                  </a:lnTo>
                  <a:lnTo>
                    <a:pt x="148" y="82"/>
                  </a:lnTo>
                  <a:lnTo>
                    <a:pt x="151" y="78"/>
                  </a:lnTo>
                  <a:lnTo>
                    <a:pt x="148" y="78"/>
                  </a:lnTo>
                  <a:lnTo>
                    <a:pt x="144" y="74"/>
                  </a:lnTo>
                  <a:lnTo>
                    <a:pt x="144" y="71"/>
                  </a:lnTo>
                  <a:lnTo>
                    <a:pt x="144" y="63"/>
                  </a:lnTo>
                  <a:lnTo>
                    <a:pt x="144" y="59"/>
                  </a:lnTo>
                  <a:lnTo>
                    <a:pt x="140" y="56"/>
                  </a:lnTo>
                  <a:lnTo>
                    <a:pt x="137" y="52"/>
                  </a:lnTo>
                  <a:lnTo>
                    <a:pt x="140" y="48"/>
                  </a:lnTo>
                  <a:lnTo>
                    <a:pt x="144" y="45"/>
                  </a:lnTo>
                  <a:lnTo>
                    <a:pt x="144" y="37"/>
                  </a:lnTo>
                  <a:lnTo>
                    <a:pt x="140" y="34"/>
                  </a:lnTo>
                  <a:lnTo>
                    <a:pt x="140" y="30"/>
                  </a:lnTo>
                  <a:lnTo>
                    <a:pt x="140" y="30"/>
                  </a:lnTo>
                  <a:lnTo>
                    <a:pt x="137" y="22"/>
                  </a:lnTo>
                  <a:lnTo>
                    <a:pt x="133" y="19"/>
                  </a:lnTo>
                  <a:lnTo>
                    <a:pt x="133" y="15"/>
                  </a:lnTo>
                  <a:lnTo>
                    <a:pt x="133" y="8"/>
                  </a:lnTo>
                  <a:lnTo>
                    <a:pt x="129" y="8"/>
                  </a:lnTo>
                  <a:lnTo>
                    <a:pt x="126" y="4"/>
                  </a:lnTo>
                  <a:lnTo>
                    <a:pt x="103" y="8"/>
                  </a:lnTo>
                  <a:lnTo>
                    <a:pt x="85" y="8"/>
                  </a:lnTo>
                  <a:lnTo>
                    <a:pt x="81" y="8"/>
                  </a:lnTo>
                  <a:lnTo>
                    <a:pt x="77" y="11"/>
                  </a:lnTo>
                  <a:lnTo>
                    <a:pt x="70" y="11"/>
                  </a:lnTo>
                  <a:lnTo>
                    <a:pt x="70" y="11"/>
                  </a:lnTo>
                  <a:lnTo>
                    <a:pt x="74" y="8"/>
                  </a:lnTo>
                  <a:lnTo>
                    <a:pt x="77" y="4"/>
                  </a:lnTo>
                  <a:lnTo>
                    <a:pt x="77" y="4"/>
                  </a:lnTo>
                  <a:lnTo>
                    <a:pt x="74" y="8"/>
                  </a:lnTo>
                  <a:lnTo>
                    <a:pt x="66" y="11"/>
                  </a:lnTo>
                  <a:lnTo>
                    <a:pt x="63" y="8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63" y="4"/>
                  </a:lnTo>
                  <a:lnTo>
                    <a:pt x="66" y="4"/>
                  </a:lnTo>
                  <a:lnTo>
                    <a:pt x="66" y="4"/>
                  </a:lnTo>
                  <a:lnTo>
                    <a:pt x="63" y="0"/>
                  </a:lnTo>
                  <a:lnTo>
                    <a:pt x="51" y="0"/>
                  </a:lnTo>
                  <a:lnTo>
                    <a:pt x="48" y="4"/>
                  </a:lnTo>
                  <a:lnTo>
                    <a:pt x="40" y="4"/>
                  </a:lnTo>
                  <a:lnTo>
                    <a:pt x="37" y="4"/>
                  </a:lnTo>
                  <a:lnTo>
                    <a:pt x="33" y="8"/>
                  </a:lnTo>
                  <a:lnTo>
                    <a:pt x="29" y="8"/>
                  </a:lnTo>
                  <a:lnTo>
                    <a:pt x="26" y="11"/>
                  </a:lnTo>
                  <a:lnTo>
                    <a:pt x="26" y="15"/>
                  </a:lnTo>
                  <a:lnTo>
                    <a:pt x="22" y="15"/>
                  </a:lnTo>
                  <a:lnTo>
                    <a:pt x="14" y="19"/>
                  </a:lnTo>
                  <a:lnTo>
                    <a:pt x="7" y="19"/>
                  </a:lnTo>
                  <a:lnTo>
                    <a:pt x="7" y="22"/>
                  </a:lnTo>
                  <a:lnTo>
                    <a:pt x="7" y="26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4"/>
                  </a:lnTo>
                  <a:lnTo>
                    <a:pt x="3" y="37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3" y="48"/>
                  </a:lnTo>
                  <a:lnTo>
                    <a:pt x="3" y="52"/>
                  </a:lnTo>
                  <a:lnTo>
                    <a:pt x="7" y="52"/>
                  </a:lnTo>
                  <a:lnTo>
                    <a:pt x="7" y="56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4" y="71"/>
                  </a:lnTo>
                  <a:lnTo>
                    <a:pt x="14" y="78"/>
                  </a:lnTo>
                  <a:lnTo>
                    <a:pt x="14" y="82"/>
                  </a:lnTo>
                  <a:lnTo>
                    <a:pt x="14" y="82"/>
                  </a:lnTo>
                  <a:lnTo>
                    <a:pt x="14" y="82"/>
                  </a:lnTo>
                  <a:lnTo>
                    <a:pt x="18" y="82"/>
                  </a:lnTo>
                  <a:lnTo>
                    <a:pt x="22" y="82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29" y="85"/>
                  </a:lnTo>
                  <a:lnTo>
                    <a:pt x="33" y="85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93"/>
                  </a:lnTo>
                  <a:lnTo>
                    <a:pt x="37" y="93"/>
                  </a:lnTo>
                  <a:lnTo>
                    <a:pt x="37" y="97"/>
                  </a:lnTo>
                  <a:lnTo>
                    <a:pt x="37" y="97"/>
                  </a:lnTo>
                  <a:lnTo>
                    <a:pt x="40" y="97"/>
                  </a:lnTo>
                  <a:lnTo>
                    <a:pt x="40" y="97"/>
                  </a:lnTo>
                  <a:lnTo>
                    <a:pt x="37" y="89"/>
                  </a:lnTo>
                  <a:lnTo>
                    <a:pt x="40" y="89"/>
                  </a:lnTo>
                  <a:lnTo>
                    <a:pt x="48" y="93"/>
                  </a:lnTo>
                  <a:lnTo>
                    <a:pt x="51" y="93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59" y="97"/>
                  </a:lnTo>
                  <a:lnTo>
                    <a:pt x="66" y="97"/>
                  </a:lnTo>
                  <a:lnTo>
                    <a:pt x="74" y="104"/>
                  </a:lnTo>
                  <a:lnTo>
                    <a:pt x="77" y="111"/>
                  </a:lnTo>
                  <a:lnTo>
                    <a:pt x="81" y="111"/>
                  </a:lnTo>
                  <a:lnTo>
                    <a:pt x="81" y="108"/>
                  </a:lnTo>
                  <a:lnTo>
                    <a:pt x="89" y="108"/>
                  </a:lnTo>
                  <a:lnTo>
                    <a:pt x="89" y="111"/>
                  </a:lnTo>
                  <a:lnTo>
                    <a:pt x="89" y="1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2" name="Freeform 60"/>
            <p:cNvSpPr/>
            <p:nvPr/>
          </p:nvSpPr>
          <p:spPr bwMode="auto">
            <a:xfrm>
              <a:off x="4516895" y="2097772"/>
              <a:ext cx="153109" cy="61758"/>
            </a:xfrm>
            <a:custGeom>
              <a:avLst/>
              <a:gdLst>
                <a:gd name="T0" fmla="*/ 44 w 119"/>
                <a:gd name="T1" fmla="*/ 4 h 48"/>
                <a:gd name="T2" fmla="*/ 48 w 119"/>
                <a:gd name="T3" fmla="*/ 4 h 48"/>
                <a:gd name="T4" fmla="*/ 56 w 119"/>
                <a:gd name="T5" fmla="*/ 4 h 48"/>
                <a:gd name="T6" fmla="*/ 59 w 119"/>
                <a:gd name="T7" fmla="*/ 7 h 48"/>
                <a:gd name="T8" fmla="*/ 63 w 119"/>
                <a:gd name="T9" fmla="*/ 11 h 48"/>
                <a:gd name="T10" fmla="*/ 63 w 119"/>
                <a:gd name="T11" fmla="*/ 15 h 48"/>
                <a:gd name="T12" fmla="*/ 67 w 119"/>
                <a:gd name="T13" fmla="*/ 19 h 48"/>
                <a:gd name="T14" fmla="*/ 70 w 119"/>
                <a:gd name="T15" fmla="*/ 19 h 48"/>
                <a:gd name="T16" fmla="*/ 67 w 119"/>
                <a:gd name="T17" fmla="*/ 11 h 48"/>
                <a:gd name="T18" fmla="*/ 78 w 119"/>
                <a:gd name="T19" fmla="*/ 15 h 48"/>
                <a:gd name="T20" fmla="*/ 81 w 119"/>
                <a:gd name="T21" fmla="*/ 19 h 48"/>
                <a:gd name="T22" fmla="*/ 89 w 119"/>
                <a:gd name="T23" fmla="*/ 19 h 48"/>
                <a:gd name="T24" fmla="*/ 104 w 119"/>
                <a:gd name="T25" fmla="*/ 26 h 48"/>
                <a:gd name="T26" fmla="*/ 111 w 119"/>
                <a:gd name="T27" fmla="*/ 33 h 48"/>
                <a:gd name="T28" fmla="*/ 119 w 119"/>
                <a:gd name="T29" fmla="*/ 30 h 48"/>
                <a:gd name="T30" fmla="*/ 119 w 119"/>
                <a:gd name="T31" fmla="*/ 37 h 48"/>
                <a:gd name="T32" fmla="*/ 107 w 119"/>
                <a:gd name="T33" fmla="*/ 37 h 48"/>
                <a:gd name="T34" fmla="*/ 100 w 119"/>
                <a:gd name="T35" fmla="*/ 45 h 48"/>
                <a:gd name="T36" fmla="*/ 89 w 119"/>
                <a:gd name="T37" fmla="*/ 45 h 48"/>
                <a:gd name="T38" fmla="*/ 81 w 119"/>
                <a:gd name="T39" fmla="*/ 45 h 48"/>
                <a:gd name="T40" fmla="*/ 70 w 119"/>
                <a:gd name="T41" fmla="*/ 45 h 48"/>
                <a:gd name="T42" fmla="*/ 63 w 119"/>
                <a:gd name="T43" fmla="*/ 45 h 48"/>
                <a:gd name="T44" fmla="*/ 56 w 119"/>
                <a:gd name="T45" fmla="*/ 41 h 48"/>
                <a:gd name="T46" fmla="*/ 48 w 119"/>
                <a:gd name="T47" fmla="*/ 41 h 48"/>
                <a:gd name="T48" fmla="*/ 44 w 119"/>
                <a:gd name="T49" fmla="*/ 45 h 48"/>
                <a:gd name="T50" fmla="*/ 37 w 119"/>
                <a:gd name="T51" fmla="*/ 48 h 48"/>
                <a:gd name="T52" fmla="*/ 30 w 119"/>
                <a:gd name="T53" fmla="*/ 45 h 48"/>
                <a:gd name="T54" fmla="*/ 26 w 119"/>
                <a:gd name="T55" fmla="*/ 45 h 48"/>
                <a:gd name="T56" fmla="*/ 19 w 119"/>
                <a:gd name="T57" fmla="*/ 37 h 48"/>
                <a:gd name="T58" fmla="*/ 7 w 119"/>
                <a:gd name="T59" fmla="*/ 30 h 48"/>
                <a:gd name="T60" fmla="*/ 7 w 119"/>
                <a:gd name="T61" fmla="*/ 26 h 48"/>
                <a:gd name="T62" fmla="*/ 0 w 119"/>
                <a:gd name="T63" fmla="*/ 19 h 48"/>
                <a:gd name="T64" fmla="*/ 0 w 119"/>
                <a:gd name="T65" fmla="*/ 15 h 48"/>
                <a:gd name="T66" fmla="*/ 4 w 119"/>
                <a:gd name="T67" fmla="*/ 15 h 48"/>
                <a:gd name="T68" fmla="*/ 15 w 119"/>
                <a:gd name="T69" fmla="*/ 11 h 48"/>
                <a:gd name="T70" fmla="*/ 22 w 119"/>
                <a:gd name="T71" fmla="*/ 7 h 48"/>
                <a:gd name="T72" fmla="*/ 30 w 119"/>
                <a:gd name="T73" fmla="*/ 7 h 48"/>
                <a:gd name="T74" fmla="*/ 33 w 119"/>
                <a:gd name="T75" fmla="*/ 4 h 48"/>
                <a:gd name="T76" fmla="*/ 37 w 119"/>
                <a:gd name="T77" fmla="*/ 4 h 48"/>
                <a:gd name="T78" fmla="*/ 41 w 119"/>
                <a:gd name="T79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9" h="48">
                  <a:moveTo>
                    <a:pt x="44" y="4"/>
                  </a:moveTo>
                  <a:lnTo>
                    <a:pt x="44" y="4"/>
                  </a:lnTo>
                  <a:lnTo>
                    <a:pt x="44" y="4"/>
                  </a:lnTo>
                  <a:lnTo>
                    <a:pt x="48" y="4"/>
                  </a:lnTo>
                  <a:lnTo>
                    <a:pt x="52" y="4"/>
                  </a:lnTo>
                  <a:lnTo>
                    <a:pt x="56" y="4"/>
                  </a:lnTo>
                  <a:lnTo>
                    <a:pt x="56" y="4"/>
                  </a:lnTo>
                  <a:lnTo>
                    <a:pt x="59" y="7"/>
                  </a:lnTo>
                  <a:lnTo>
                    <a:pt x="63" y="7"/>
                  </a:lnTo>
                  <a:lnTo>
                    <a:pt x="63" y="11"/>
                  </a:lnTo>
                  <a:lnTo>
                    <a:pt x="63" y="11"/>
                  </a:lnTo>
                  <a:lnTo>
                    <a:pt x="63" y="15"/>
                  </a:lnTo>
                  <a:lnTo>
                    <a:pt x="67" y="15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70" y="19"/>
                  </a:lnTo>
                  <a:lnTo>
                    <a:pt x="70" y="19"/>
                  </a:lnTo>
                  <a:lnTo>
                    <a:pt x="67" y="11"/>
                  </a:lnTo>
                  <a:lnTo>
                    <a:pt x="70" y="11"/>
                  </a:lnTo>
                  <a:lnTo>
                    <a:pt x="78" y="15"/>
                  </a:lnTo>
                  <a:lnTo>
                    <a:pt x="81" y="15"/>
                  </a:lnTo>
                  <a:lnTo>
                    <a:pt x="81" y="19"/>
                  </a:lnTo>
                  <a:lnTo>
                    <a:pt x="85" y="19"/>
                  </a:lnTo>
                  <a:lnTo>
                    <a:pt x="89" y="19"/>
                  </a:lnTo>
                  <a:lnTo>
                    <a:pt x="96" y="19"/>
                  </a:lnTo>
                  <a:lnTo>
                    <a:pt x="104" y="26"/>
                  </a:lnTo>
                  <a:lnTo>
                    <a:pt x="107" y="33"/>
                  </a:lnTo>
                  <a:lnTo>
                    <a:pt x="111" y="33"/>
                  </a:lnTo>
                  <a:lnTo>
                    <a:pt x="111" y="30"/>
                  </a:lnTo>
                  <a:lnTo>
                    <a:pt x="119" y="30"/>
                  </a:lnTo>
                  <a:lnTo>
                    <a:pt x="119" y="33"/>
                  </a:lnTo>
                  <a:lnTo>
                    <a:pt x="119" y="37"/>
                  </a:lnTo>
                  <a:lnTo>
                    <a:pt x="111" y="37"/>
                  </a:lnTo>
                  <a:lnTo>
                    <a:pt x="107" y="37"/>
                  </a:lnTo>
                  <a:lnTo>
                    <a:pt x="104" y="41"/>
                  </a:lnTo>
                  <a:lnTo>
                    <a:pt x="100" y="45"/>
                  </a:lnTo>
                  <a:lnTo>
                    <a:pt x="93" y="45"/>
                  </a:lnTo>
                  <a:lnTo>
                    <a:pt x="89" y="45"/>
                  </a:lnTo>
                  <a:lnTo>
                    <a:pt x="85" y="45"/>
                  </a:lnTo>
                  <a:lnTo>
                    <a:pt x="81" y="45"/>
                  </a:lnTo>
                  <a:lnTo>
                    <a:pt x="78" y="48"/>
                  </a:lnTo>
                  <a:lnTo>
                    <a:pt x="70" y="45"/>
                  </a:lnTo>
                  <a:lnTo>
                    <a:pt x="70" y="45"/>
                  </a:lnTo>
                  <a:lnTo>
                    <a:pt x="63" y="45"/>
                  </a:lnTo>
                  <a:lnTo>
                    <a:pt x="59" y="45"/>
                  </a:lnTo>
                  <a:lnTo>
                    <a:pt x="56" y="41"/>
                  </a:lnTo>
                  <a:lnTo>
                    <a:pt x="48" y="41"/>
                  </a:lnTo>
                  <a:lnTo>
                    <a:pt x="48" y="41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8"/>
                  </a:lnTo>
                  <a:lnTo>
                    <a:pt x="37" y="48"/>
                  </a:lnTo>
                  <a:lnTo>
                    <a:pt x="37" y="48"/>
                  </a:lnTo>
                  <a:lnTo>
                    <a:pt x="30" y="45"/>
                  </a:lnTo>
                  <a:lnTo>
                    <a:pt x="26" y="45"/>
                  </a:lnTo>
                  <a:lnTo>
                    <a:pt x="26" y="45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11" y="33"/>
                  </a:lnTo>
                  <a:lnTo>
                    <a:pt x="7" y="30"/>
                  </a:lnTo>
                  <a:lnTo>
                    <a:pt x="7" y="30"/>
                  </a:lnTo>
                  <a:lnTo>
                    <a:pt x="7" y="26"/>
                  </a:lnTo>
                  <a:lnTo>
                    <a:pt x="4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11" y="11"/>
                  </a:lnTo>
                  <a:lnTo>
                    <a:pt x="15" y="11"/>
                  </a:lnTo>
                  <a:lnTo>
                    <a:pt x="19" y="7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30" y="7"/>
                  </a:lnTo>
                  <a:lnTo>
                    <a:pt x="30" y="7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7" y="4"/>
                  </a:lnTo>
                  <a:lnTo>
                    <a:pt x="41" y="0"/>
                  </a:lnTo>
                  <a:lnTo>
                    <a:pt x="41" y="4"/>
                  </a:lnTo>
                  <a:lnTo>
                    <a:pt x="44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3" name="Freeform 61"/>
            <p:cNvSpPr/>
            <p:nvPr/>
          </p:nvSpPr>
          <p:spPr bwMode="auto">
            <a:xfrm>
              <a:off x="4397236" y="1997415"/>
              <a:ext cx="176269" cy="191708"/>
            </a:xfrm>
            <a:custGeom>
              <a:avLst/>
              <a:gdLst>
                <a:gd name="T0" fmla="*/ 49 w 137"/>
                <a:gd name="T1" fmla="*/ 4 h 149"/>
                <a:gd name="T2" fmla="*/ 56 w 137"/>
                <a:gd name="T3" fmla="*/ 8 h 149"/>
                <a:gd name="T4" fmla="*/ 60 w 137"/>
                <a:gd name="T5" fmla="*/ 15 h 149"/>
                <a:gd name="T6" fmla="*/ 67 w 137"/>
                <a:gd name="T7" fmla="*/ 11 h 149"/>
                <a:gd name="T8" fmla="*/ 75 w 137"/>
                <a:gd name="T9" fmla="*/ 15 h 149"/>
                <a:gd name="T10" fmla="*/ 67 w 137"/>
                <a:gd name="T11" fmla="*/ 19 h 149"/>
                <a:gd name="T12" fmla="*/ 78 w 137"/>
                <a:gd name="T13" fmla="*/ 22 h 149"/>
                <a:gd name="T14" fmla="*/ 89 w 137"/>
                <a:gd name="T15" fmla="*/ 15 h 149"/>
                <a:gd name="T16" fmla="*/ 97 w 137"/>
                <a:gd name="T17" fmla="*/ 11 h 149"/>
                <a:gd name="T18" fmla="*/ 93 w 137"/>
                <a:gd name="T19" fmla="*/ 15 h 149"/>
                <a:gd name="T20" fmla="*/ 100 w 137"/>
                <a:gd name="T21" fmla="*/ 15 h 149"/>
                <a:gd name="T22" fmla="*/ 112 w 137"/>
                <a:gd name="T23" fmla="*/ 19 h 149"/>
                <a:gd name="T24" fmla="*/ 119 w 137"/>
                <a:gd name="T25" fmla="*/ 26 h 149"/>
                <a:gd name="T26" fmla="*/ 126 w 137"/>
                <a:gd name="T27" fmla="*/ 34 h 149"/>
                <a:gd name="T28" fmla="*/ 126 w 137"/>
                <a:gd name="T29" fmla="*/ 48 h 149"/>
                <a:gd name="T30" fmla="*/ 130 w 137"/>
                <a:gd name="T31" fmla="*/ 59 h 149"/>
                <a:gd name="T32" fmla="*/ 137 w 137"/>
                <a:gd name="T33" fmla="*/ 71 h 149"/>
                <a:gd name="T34" fmla="*/ 130 w 137"/>
                <a:gd name="T35" fmla="*/ 82 h 149"/>
                <a:gd name="T36" fmla="*/ 123 w 137"/>
                <a:gd name="T37" fmla="*/ 85 h 149"/>
                <a:gd name="T38" fmla="*/ 108 w 137"/>
                <a:gd name="T39" fmla="*/ 89 h 149"/>
                <a:gd name="T40" fmla="*/ 93 w 137"/>
                <a:gd name="T41" fmla="*/ 93 h 149"/>
                <a:gd name="T42" fmla="*/ 100 w 137"/>
                <a:gd name="T43" fmla="*/ 104 h 149"/>
                <a:gd name="T44" fmla="*/ 112 w 137"/>
                <a:gd name="T45" fmla="*/ 115 h 149"/>
                <a:gd name="T46" fmla="*/ 119 w 137"/>
                <a:gd name="T47" fmla="*/ 130 h 149"/>
                <a:gd name="T48" fmla="*/ 108 w 137"/>
                <a:gd name="T49" fmla="*/ 137 h 149"/>
                <a:gd name="T50" fmla="*/ 108 w 137"/>
                <a:gd name="T51" fmla="*/ 145 h 149"/>
                <a:gd name="T52" fmla="*/ 97 w 137"/>
                <a:gd name="T53" fmla="*/ 145 h 149"/>
                <a:gd name="T54" fmla="*/ 82 w 137"/>
                <a:gd name="T55" fmla="*/ 149 h 149"/>
                <a:gd name="T56" fmla="*/ 71 w 137"/>
                <a:gd name="T57" fmla="*/ 149 h 149"/>
                <a:gd name="T58" fmla="*/ 60 w 137"/>
                <a:gd name="T59" fmla="*/ 149 h 149"/>
                <a:gd name="T60" fmla="*/ 52 w 137"/>
                <a:gd name="T61" fmla="*/ 145 h 149"/>
                <a:gd name="T62" fmla="*/ 45 w 137"/>
                <a:gd name="T63" fmla="*/ 141 h 149"/>
                <a:gd name="T64" fmla="*/ 37 w 137"/>
                <a:gd name="T65" fmla="*/ 145 h 149"/>
                <a:gd name="T66" fmla="*/ 30 w 137"/>
                <a:gd name="T67" fmla="*/ 141 h 149"/>
                <a:gd name="T68" fmla="*/ 30 w 137"/>
                <a:gd name="T69" fmla="*/ 130 h 149"/>
                <a:gd name="T70" fmla="*/ 34 w 137"/>
                <a:gd name="T71" fmla="*/ 119 h 149"/>
                <a:gd name="T72" fmla="*/ 19 w 137"/>
                <a:gd name="T73" fmla="*/ 115 h 149"/>
                <a:gd name="T74" fmla="*/ 12 w 137"/>
                <a:gd name="T75" fmla="*/ 111 h 149"/>
                <a:gd name="T76" fmla="*/ 8 w 137"/>
                <a:gd name="T77" fmla="*/ 104 h 149"/>
                <a:gd name="T78" fmla="*/ 4 w 137"/>
                <a:gd name="T79" fmla="*/ 93 h 149"/>
                <a:gd name="T80" fmla="*/ 0 w 137"/>
                <a:gd name="T81" fmla="*/ 82 h 149"/>
                <a:gd name="T82" fmla="*/ 0 w 137"/>
                <a:gd name="T83" fmla="*/ 71 h 149"/>
                <a:gd name="T84" fmla="*/ 15 w 137"/>
                <a:gd name="T85" fmla="*/ 63 h 149"/>
                <a:gd name="T86" fmla="*/ 19 w 137"/>
                <a:gd name="T87" fmla="*/ 56 h 149"/>
                <a:gd name="T88" fmla="*/ 12 w 137"/>
                <a:gd name="T89" fmla="*/ 48 h 149"/>
                <a:gd name="T90" fmla="*/ 19 w 137"/>
                <a:gd name="T91" fmla="*/ 45 h 149"/>
                <a:gd name="T92" fmla="*/ 23 w 137"/>
                <a:gd name="T93" fmla="*/ 37 h 149"/>
                <a:gd name="T94" fmla="*/ 15 w 137"/>
                <a:gd name="T95" fmla="*/ 34 h 149"/>
                <a:gd name="T96" fmla="*/ 30 w 137"/>
                <a:gd name="T97" fmla="*/ 30 h 149"/>
                <a:gd name="T98" fmla="*/ 34 w 137"/>
                <a:gd name="T99" fmla="*/ 30 h 149"/>
                <a:gd name="T100" fmla="*/ 37 w 137"/>
                <a:gd name="T101" fmla="*/ 34 h 149"/>
                <a:gd name="T102" fmla="*/ 37 w 137"/>
                <a:gd name="T103" fmla="*/ 30 h 149"/>
                <a:gd name="T104" fmla="*/ 49 w 137"/>
                <a:gd name="T105" fmla="*/ 26 h 149"/>
                <a:gd name="T106" fmla="*/ 49 w 137"/>
                <a:gd name="T107" fmla="*/ 22 h 149"/>
                <a:gd name="T108" fmla="*/ 45 w 137"/>
                <a:gd name="T109" fmla="*/ 19 h 149"/>
                <a:gd name="T110" fmla="*/ 41 w 137"/>
                <a:gd name="T111" fmla="*/ 11 h 149"/>
                <a:gd name="T112" fmla="*/ 41 w 137"/>
                <a:gd name="T113" fmla="*/ 4 h 149"/>
                <a:gd name="T114" fmla="*/ 37 w 137"/>
                <a:gd name="T115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7" h="149">
                  <a:moveTo>
                    <a:pt x="37" y="0"/>
                  </a:moveTo>
                  <a:lnTo>
                    <a:pt x="41" y="0"/>
                  </a:lnTo>
                  <a:lnTo>
                    <a:pt x="49" y="4"/>
                  </a:lnTo>
                  <a:lnTo>
                    <a:pt x="49" y="4"/>
                  </a:lnTo>
                  <a:lnTo>
                    <a:pt x="52" y="4"/>
                  </a:lnTo>
                  <a:lnTo>
                    <a:pt x="56" y="4"/>
                  </a:lnTo>
                  <a:lnTo>
                    <a:pt x="60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1"/>
                  </a:lnTo>
                  <a:lnTo>
                    <a:pt x="60" y="15"/>
                  </a:lnTo>
                  <a:lnTo>
                    <a:pt x="63" y="15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67" y="11"/>
                  </a:lnTo>
                  <a:lnTo>
                    <a:pt x="71" y="15"/>
                  </a:lnTo>
                  <a:lnTo>
                    <a:pt x="71" y="15"/>
                  </a:lnTo>
                  <a:lnTo>
                    <a:pt x="75" y="11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5" y="19"/>
                  </a:lnTo>
                  <a:lnTo>
                    <a:pt x="71" y="19"/>
                  </a:lnTo>
                  <a:lnTo>
                    <a:pt x="67" y="19"/>
                  </a:lnTo>
                  <a:lnTo>
                    <a:pt x="71" y="22"/>
                  </a:lnTo>
                  <a:lnTo>
                    <a:pt x="75" y="19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82" y="22"/>
                  </a:lnTo>
                  <a:lnTo>
                    <a:pt x="82" y="19"/>
                  </a:lnTo>
                  <a:lnTo>
                    <a:pt x="86" y="19"/>
                  </a:lnTo>
                  <a:lnTo>
                    <a:pt x="89" y="15"/>
                  </a:lnTo>
                  <a:lnTo>
                    <a:pt x="89" y="15"/>
                  </a:lnTo>
                  <a:lnTo>
                    <a:pt x="93" y="15"/>
                  </a:lnTo>
                  <a:lnTo>
                    <a:pt x="93" y="11"/>
                  </a:lnTo>
                  <a:lnTo>
                    <a:pt x="97" y="11"/>
                  </a:lnTo>
                  <a:lnTo>
                    <a:pt x="100" y="11"/>
                  </a:lnTo>
                  <a:lnTo>
                    <a:pt x="97" y="11"/>
                  </a:lnTo>
                  <a:lnTo>
                    <a:pt x="97" y="15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7" y="15"/>
                  </a:lnTo>
                  <a:lnTo>
                    <a:pt x="100" y="15"/>
                  </a:lnTo>
                  <a:lnTo>
                    <a:pt x="104" y="11"/>
                  </a:lnTo>
                  <a:lnTo>
                    <a:pt x="104" y="15"/>
                  </a:lnTo>
                  <a:lnTo>
                    <a:pt x="108" y="15"/>
                  </a:lnTo>
                  <a:lnTo>
                    <a:pt x="112" y="19"/>
                  </a:lnTo>
                  <a:lnTo>
                    <a:pt x="115" y="19"/>
                  </a:lnTo>
                  <a:lnTo>
                    <a:pt x="115" y="22"/>
                  </a:lnTo>
                  <a:lnTo>
                    <a:pt x="115" y="22"/>
                  </a:lnTo>
                  <a:lnTo>
                    <a:pt x="119" y="26"/>
                  </a:lnTo>
                  <a:lnTo>
                    <a:pt x="123" y="26"/>
                  </a:lnTo>
                  <a:lnTo>
                    <a:pt x="123" y="26"/>
                  </a:lnTo>
                  <a:lnTo>
                    <a:pt x="126" y="26"/>
                  </a:lnTo>
                  <a:lnTo>
                    <a:pt x="126" y="34"/>
                  </a:lnTo>
                  <a:lnTo>
                    <a:pt x="126" y="37"/>
                  </a:lnTo>
                  <a:lnTo>
                    <a:pt x="123" y="41"/>
                  </a:lnTo>
                  <a:lnTo>
                    <a:pt x="123" y="41"/>
                  </a:lnTo>
                  <a:lnTo>
                    <a:pt x="126" y="48"/>
                  </a:lnTo>
                  <a:lnTo>
                    <a:pt x="126" y="52"/>
                  </a:lnTo>
                  <a:lnTo>
                    <a:pt x="130" y="52"/>
                  </a:lnTo>
                  <a:lnTo>
                    <a:pt x="130" y="56"/>
                  </a:lnTo>
                  <a:lnTo>
                    <a:pt x="130" y="59"/>
                  </a:lnTo>
                  <a:lnTo>
                    <a:pt x="130" y="59"/>
                  </a:lnTo>
                  <a:lnTo>
                    <a:pt x="134" y="67"/>
                  </a:lnTo>
                  <a:lnTo>
                    <a:pt x="134" y="67"/>
                  </a:lnTo>
                  <a:lnTo>
                    <a:pt x="137" y="71"/>
                  </a:lnTo>
                  <a:lnTo>
                    <a:pt x="137" y="78"/>
                  </a:lnTo>
                  <a:lnTo>
                    <a:pt x="134" y="82"/>
                  </a:lnTo>
                  <a:lnTo>
                    <a:pt x="134" y="78"/>
                  </a:lnTo>
                  <a:lnTo>
                    <a:pt x="130" y="82"/>
                  </a:lnTo>
                  <a:lnTo>
                    <a:pt x="126" y="82"/>
                  </a:lnTo>
                  <a:lnTo>
                    <a:pt x="126" y="82"/>
                  </a:lnTo>
                  <a:lnTo>
                    <a:pt x="123" y="85"/>
                  </a:lnTo>
                  <a:lnTo>
                    <a:pt x="123" y="85"/>
                  </a:lnTo>
                  <a:lnTo>
                    <a:pt x="115" y="85"/>
                  </a:lnTo>
                  <a:lnTo>
                    <a:pt x="115" y="85"/>
                  </a:lnTo>
                  <a:lnTo>
                    <a:pt x="112" y="85"/>
                  </a:lnTo>
                  <a:lnTo>
                    <a:pt x="108" y="89"/>
                  </a:lnTo>
                  <a:lnTo>
                    <a:pt x="104" y="89"/>
                  </a:lnTo>
                  <a:lnTo>
                    <a:pt x="97" y="93"/>
                  </a:lnTo>
                  <a:lnTo>
                    <a:pt x="97" y="93"/>
                  </a:lnTo>
                  <a:lnTo>
                    <a:pt x="93" y="93"/>
                  </a:lnTo>
                  <a:lnTo>
                    <a:pt x="93" y="93"/>
                  </a:lnTo>
                  <a:lnTo>
                    <a:pt x="93" y="97"/>
                  </a:lnTo>
                  <a:lnTo>
                    <a:pt x="97" y="97"/>
                  </a:lnTo>
                  <a:lnTo>
                    <a:pt x="100" y="104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104" y="111"/>
                  </a:lnTo>
                  <a:lnTo>
                    <a:pt x="112" y="115"/>
                  </a:lnTo>
                  <a:lnTo>
                    <a:pt x="112" y="115"/>
                  </a:lnTo>
                  <a:lnTo>
                    <a:pt x="119" y="123"/>
                  </a:lnTo>
                  <a:lnTo>
                    <a:pt x="119" y="126"/>
                  </a:lnTo>
                  <a:lnTo>
                    <a:pt x="119" y="130"/>
                  </a:lnTo>
                  <a:lnTo>
                    <a:pt x="115" y="130"/>
                  </a:lnTo>
                  <a:lnTo>
                    <a:pt x="115" y="130"/>
                  </a:lnTo>
                  <a:lnTo>
                    <a:pt x="112" y="134"/>
                  </a:lnTo>
                  <a:lnTo>
                    <a:pt x="108" y="137"/>
                  </a:lnTo>
                  <a:lnTo>
                    <a:pt x="108" y="141"/>
                  </a:lnTo>
                  <a:lnTo>
                    <a:pt x="112" y="141"/>
                  </a:lnTo>
                  <a:lnTo>
                    <a:pt x="112" y="145"/>
                  </a:lnTo>
                  <a:lnTo>
                    <a:pt x="108" y="145"/>
                  </a:lnTo>
                  <a:lnTo>
                    <a:pt x="104" y="145"/>
                  </a:lnTo>
                  <a:lnTo>
                    <a:pt x="100" y="145"/>
                  </a:lnTo>
                  <a:lnTo>
                    <a:pt x="97" y="145"/>
                  </a:lnTo>
                  <a:lnTo>
                    <a:pt x="97" y="145"/>
                  </a:lnTo>
                  <a:lnTo>
                    <a:pt x="89" y="149"/>
                  </a:lnTo>
                  <a:lnTo>
                    <a:pt x="89" y="149"/>
                  </a:lnTo>
                  <a:lnTo>
                    <a:pt x="86" y="149"/>
                  </a:lnTo>
                  <a:lnTo>
                    <a:pt x="82" y="149"/>
                  </a:lnTo>
                  <a:lnTo>
                    <a:pt x="78" y="145"/>
                  </a:lnTo>
                  <a:lnTo>
                    <a:pt x="75" y="145"/>
                  </a:lnTo>
                  <a:lnTo>
                    <a:pt x="71" y="145"/>
                  </a:lnTo>
                  <a:lnTo>
                    <a:pt x="71" y="149"/>
                  </a:lnTo>
                  <a:lnTo>
                    <a:pt x="71" y="149"/>
                  </a:lnTo>
                  <a:lnTo>
                    <a:pt x="67" y="149"/>
                  </a:lnTo>
                  <a:lnTo>
                    <a:pt x="63" y="145"/>
                  </a:lnTo>
                  <a:lnTo>
                    <a:pt x="60" y="149"/>
                  </a:lnTo>
                  <a:lnTo>
                    <a:pt x="60" y="149"/>
                  </a:lnTo>
                  <a:lnTo>
                    <a:pt x="60" y="149"/>
                  </a:lnTo>
                  <a:lnTo>
                    <a:pt x="56" y="149"/>
                  </a:lnTo>
                  <a:lnTo>
                    <a:pt x="52" y="145"/>
                  </a:lnTo>
                  <a:lnTo>
                    <a:pt x="49" y="145"/>
                  </a:lnTo>
                  <a:lnTo>
                    <a:pt x="49" y="145"/>
                  </a:lnTo>
                  <a:lnTo>
                    <a:pt x="45" y="145"/>
                  </a:lnTo>
                  <a:lnTo>
                    <a:pt x="45" y="141"/>
                  </a:lnTo>
                  <a:lnTo>
                    <a:pt x="41" y="141"/>
                  </a:lnTo>
                  <a:lnTo>
                    <a:pt x="41" y="145"/>
                  </a:lnTo>
                  <a:lnTo>
                    <a:pt x="41" y="145"/>
                  </a:lnTo>
                  <a:lnTo>
                    <a:pt x="37" y="145"/>
                  </a:lnTo>
                  <a:lnTo>
                    <a:pt x="34" y="145"/>
                  </a:lnTo>
                  <a:lnTo>
                    <a:pt x="30" y="145"/>
                  </a:lnTo>
                  <a:lnTo>
                    <a:pt x="30" y="145"/>
                  </a:lnTo>
                  <a:lnTo>
                    <a:pt x="30" y="141"/>
                  </a:lnTo>
                  <a:lnTo>
                    <a:pt x="26" y="141"/>
                  </a:lnTo>
                  <a:lnTo>
                    <a:pt x="26" y="137"/>
                  </a:lnTo>
                  <a:lnTo>
                    <a:pt x="30" y="130"/>
                  </a:lnTo>
                  <a:lnTo>
                    <a:pt x="30" y="130"/>
                  </a:lnTo>
                  <a:lnTo>
                    <a:pt x="30" y="126"/>
                  </a:lnTo>
                  <a:lnTo>
                    <a:pt x="34" y="123"/>
                  </a:lnTo>
                  <a:lnTo>
                    <a:pt x="37" y="119"/>
                  </a:lnTo>
                  <a:lnTo>
                    <a:pt x="34" y="119"/>
                  </a:lnTo>
                  <a:lnTo>
                    <a:pt x="30" y="119"/>
                  </a:lnTo>
                  <a:lnTo>
                    <a:pt x="26" y="115"/>
                  </a:lnTo>
                  <a:lnTo>
                    <a:pt x="23" y="119"/>
                  </a:lnTo>
                  <a:lnTo>
                    <a:pt x="19" y="115"/>
                  </a:lnTo>
                  <a:lnTo>
                    <a:pt x="19" y="115"/>
                  </a:lnTo>
                  <a:lnTo>
                    <a:pt x="15" y="119"/>
                  </a:lnTo>
                  <a:lnTo>
                    <a:pt x="12" y="115"/>
                  </a:lnTo>
                  <a:lnTo>
                    <a:pt x="12" y="111"/>
                  </a:lnTo>
                  <a:lnTo>
                    <a:pt x="8" y="111"/>
                  </a:lnTo>
                  <a:lnTo>
                    <a:pt x="8" y="111"/>
                  </a:lnTo>
                  <a:lnTo>
                    <a:pt x="8" y="108"/>
                  </a:lnTo>
                  <a:lnTo>
                    <a:pt x="8" y="104"/>
                  </a:lnTo>
                  <a:lnTo>
                    <a:pt x="8" y="100"/>
                  </a:lnTo>
                  <a:lnTo>
                    <a:pt x="4" y="97"/>
                  </a:lnTo>
                  <a:lnTo>
                    <a:pt x="0" y="97"/>
                  </a:lnTo>
                  <a:lnTo>
                    <a:pt x="4" y="93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85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78"/>
                  </a:lnTo>
                  <a:lnTo>
                    <a:pt x="4" y="74"/>
                  </a:lnTo>
                  <a:lnTo>
                    <a:pt x="0" y="71"/>
                  </a:lnTo>
                  <a:lnTo>
                    <a:pt x="4" y="67"/>
                  </a:lnTo>
                  <a:lnTo>
                    <a:pt x="4" y="63"/>
                  </a:lnTo>
                  <a:lnTo>
                    <a:pt x="12" y="63"/>
                  </a:lnTo>
                  <a:lnTo>
                    <a:pt x="15" y="63"/>
                  </a:lnTo>
                  <a:lnTo>
                    <a:pt x="15" y="63"/>
                  </a:lnTo>
                  <a:lnTo>
                    <a:pt x="15" y="59"/>
                  </a:lnTo>
                  <a:lnTo>
                    <a:pt x="15" y="59"/>
                  </a:lnTo>
                  <a:lnTo>
                    <a:pt x="19" y="56"/>
                  </a:lnTo>
                  <a:lnTo>
                    <a:pt x="19" y="52"/>
                  </a:lnTo>
                  <a:lnTo>
                    <a:pt x="15" y="52"/>
                  </a:lnTo>
                  <a:lnTo>
                    <a:pt x="12" y="52"/>
                  </a:lnTo>
                  <a:lnTo>
                    <a:pt x="12" y="48"/>
                  </a:lnTo>
                  <a:lnTo>
                    <a:pt x="15" y="48"/>
                  </a:lnTo>
                  <a:lnTo>
                    <a:pt x="19" y="48"/>
                  </a:lnTo>
                  <a:lnTo>
                    <a:pt x="19" y="48"/>
                  </a:lnTo>
                  <a:lnTo>
                    <a:pt x="19" y="45"/>
                  </a:lnTo>
                  <a:lnTo>
                    <a:pt x="19" y="41"/>
                  </a:lnTo>
                  <a:lnTo>
                    <a:pt x="23" y="41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19" y="34"/>
                  </a:lnTo>
                  <a:lnTo>
                    <a:pt x="15" y="34"/>
                  </a:lnTo>
                  <a:lnTo>
                    <a:pt x="15" y="30"/>
                  </a:lnTo>
                  <a:lnTo>
                    <a:pt x="23" y="26"/>
                  </a:lnTo>
                  <a:lnTo>
                    <a:pt x="26" y="26"/>
                  </a:lnTo>
                  <a:lnTo>
                    <a:pt x="30" y="30"/>
                  </a:lnTo>
                  <a:lnTo>
                    <a:pt x="30" y="34"/>
                  </a:lnTo>
                  <a:lnTo>
                    <a:pt x="34" y="37"/>
                  </a:lnTo>
                  <a:lnTo>
                    <a:pt x="34" y="34"/>
                  </a:lnTo>
                  <a:lnTo>
                    <a:pt x="34" y="30"/>
                  </a:lnTo>
                  <a:lnTo>
                    <a:pt x="34" y="30"/>
                  </a:lnTo>
                  <a:lnTo>
                    <a:pt x="34" y="30"/>
                  </a:lnTo>
                  <a:lnTo>
                    <a:pt x="37" y="30"/>
                  </a:lnTo>
                  <a:lnTo>
                    <a:pt x="37" y="34"/>
                  </a:lnTo>
                  <a:lnTo>
                    <a:pt x="41" y="37"/>
                  </a:lnTo>
                  <a:lnTo>
                    <a:pt x="37" y="34"/>
                  </a:lnTo>
                  <a:lnTo>
                    <a:pt x="37" y="30"/>
                  </a:lnTo>
                  <a:lnTo>
                    <a:pt x="37" y="30"/>
                  </a:lnTo>
                  <a:lnTo>
                    <a:pt x="41" y="26"/>
                  </a:lnTo>
                  <a:lnTo>
                    <a:pt x="41" y="26"/>
                  </a:lnTo>
                  <a:lnTo>
                    <a:pt x="45" y="26"/>
                  </a:lnTo>
                  <a:lnTo>
                    <a:pt x="49" y="26"/>
                  </a:lnTo>
                  <a:lnTo>
                    <a:pt x="52" y="30"/>
                  </a:lnTo>
                  <a:lnTo>
                    <a:pt x="60" y="30"/>
                  </a:lnTo>
                  <a:lnTo>
                    <a:pt x="52" y="30"/>
                  </a:lnTo>
                  <a:lnTo>
                    <a:pt x="49" y="22"/>
                  </a:lnTo>
                  <a:lnTo>
                    <a:pt x="45" y="22"/>
                  </a:lnTo>
                  <a:lnTo>
                    <a:pt x="41" y="22"/>
                  </a:lnTo>
                  <a:lnTo>
                    <a:pt x="41" y="19"/>
                  </a:lnTo>
                  <a:lnTo>
                    <a:pt x="45" y="19"/>
                  </a:lnTo>
                  <a:lnTo>
                    <a:pt x="41" y="15"/>
                  </a:lnTo>
                  <a:lnTo>
                    <a:pt x="41" y="11"/>
                  </a:lnTo>
                  <a:lnTo>
                    <a:pt x="41" y="15"/>
                  </a:lnTo>
                  <a:lnTo>
                    <a:pt x="41" y="11"/>
                  </a:lnTo>
                  <a:lnTo>
                    <a:pt x="41" y="11"/>
                  </a:lnTo>
                  <a:lnTo>
                    <a:pt x="45" y="11"/>
                  </a:lnTo>
                  <a:lnTo>
                    <a:pt x="41" y="8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37" y="4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4" name="Freeform 62"/>
            <p:cNvSpPr/>
            <p:nvPr/>
          </p:nvSpPr>
          <p:spPr bwMode="auto">
            <a:xfrm>
              <a:off x="4474435" y="2192983"/>
              <a:ext cx="3860" cy="5147"/>
            </a:xfrm>
            <a:custGeom>
              <a:avLst/>
              <a:gdLst>
                <a:gd name="T0" fmla="*/ 0 w 3"/>
                <a:gd name="T1" fmla="*/ 0 h 4"/>
                <a:gd name="T2" fmla="*/ 3 w 3"/>
                <a:gd name="T3" fmla="*/ 0 h 4"/>
                <a:gd name="T4" fmla="*/ 3 w 3"/>
                <a:gd name="T5" fmla="*/ 4 h 4"/>
                <a:gd name="T6" fmla="*/ 0 w 3"/>
                <a:gd name="T7" fmla="*/ 4 h 4"/>
                <a:gd name="T8" fmla="*/ 0 w 3"/>
                <a:gd name="T9" fmla="*/ 0 h 4"/>
                <a:gd name="T10" fmla="*/ 0 w 3"/>
                <a:gd name="T11" fmla="*/ 0 h 4"/>
                <a:gd name="T12" fmla="*/ 0 w 3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5" name="Freeform 63"/>
            <p:cNvSpPr/>
            <p:nvPr/>
          </p:nvSpPr>
          <p:spPr bwMode="auto">
            <a:xfrm>
              <a:off x="4402385" y="2178830"/>
              <a:ext cx="95211" cy="47606"/>
            </a:xfrm>
            <a:custGeom>
              <a:avLst/>
              <a:gdLst>
                <a:gd name="T0" fmla="*/ 30 w 74"/>
                <a:gd name="T1" fmla="*/ 4 h 37"/>
                <a:gd name="T2" fmla="*/ 37 w 74"/>
                <a:gd name="T3" fmla="*/ 4 h 37"/>
                <a:gd name="T4" fmla="*/ 37 w 74"/>
                <a:gd name="T5" fmla="*/ 0 h 37"/>
                <a:gd name="T6" fmla="*/ 41 w 74"/>
                <a:gd name="T7" fmla="*/ 4 h 37"/>
                <a:gd name="T8" fmla="*/ 45 w 74"/>
                <a:gd name="T9" fmla="*/ 4 h 37"/>
                <a:gd name="T10" fmla="*/ 52 w 74"/>
                <a:gd name="T11" fmla="*/ 8 h 37"/>
                <a:gd name="T12" fmla="*/ 56 w 74"/>
                <a:gd name="T13" fmla="*/ 11 h 37"/>
                <a:gd name="T14" fmla="*/ 56 w 74"/>
                <a:gd name="T15" fmla="*/ 15 h 37"/>
                <a:gd name="T16" fmla="*/ 63 w 74"/>
                <a:gd name="T17" fmla="*/ 15 h 37"/>
                <a:gd name="T18" fmla="*/ 67 w 74"/>
                <a:gd name="T19" fmla="*/ 15 h 37"/>
                <a:gd name="T20" fmla="*/ 74 w 74"/>
                <a:gd name="T21" fmla="*/ 15 h 37"/>
                <a:gd name="T22" fmla="*/ 71 w 74"/>
                <a:gd name="T23" fmla="*/ 26 h 37"/>
                <a:gd name="T24" fmla="*/ 63 w 74"/>
                <a:gd name="T25" fmla="*/ 33 h 37"/>
                <a:gd name="T26" fmla="*/ 59 w 74"/>
                <a:gd name="T27" fmla="*/ 30 h 37"/>
                <a:gd name="T28" fmla="*/ 52 w 74"/>
                <a:gd name="T29" fmla="*/ 33 h 37"/>
                <a:gd name="T30" fmla="*/ 45 w 74"/>
                <a:gd name="T31" fmla="*/ 33 h 37"/>
                <a:gd name="T32" fmla="*/ 41 w 74"/>
                <a:gd name="T33" fmla="*/ 30 h 37"/>
                <a:gd name="T34" fmla="*/ 33 w 74"/>
                <a:gd name="T35" fmla="*/ 37 h 37"/>
                <a:gd name="T36" fmla="*/ 22 w 74"/>
                <a:gd name="T37" fmla="*/ 37 h 37"/>
                <a:gd name="T38" fmla="*/ 19 w 74"/>
                <a:gd name="T39" fmla="*/ 33 h 37"/>
                <a:gd name="T40" fmla="*/ 15 w 74"/>
                <a:gd name="T41" fmla="*/ 30 h 37"/>
                <a:gd name="T42" fmla="*/ 8 w 74"/>
                <a:gd name="T43" fmla="*/ 26 h 37"/>
                <a:gd name="T44" fmla="*/ 8 w 74"/>
                <a:gd name="T45" fmla="*/ 33 h 37"/>
                <a:gd name="T46" fmla="*/ 0 w 74"/>
                <a:gd name="T47" fmla="*/ 33 h 37"/>
                <a:gd name="T48" fmla="*/ 0 w 74"/>
                <a:gd name="T49" fmla="*/ 30 h 37"/>
                <a:gd name="T50" fmla="*/ 4 w 74"/>
                <a:gd name="T51" fmla="*/ 26 h 37"/>
                <a:gd name="T52" fmla="*/ 8 w 74"/>
                <a:gd name="T53" fmla="*/ 15 h 37"/>
                <a:gd name="T54" fmla="*/ 15 w 74"/>
                <a:gd name="T55" fmla="*/ 11 h 37"/>
                <a:gd name="T56" fmla="*/ 15 w 74"/>
                <a:gd name="T57" fmla="*/ 8 h 37"/>
                <a:gd name="T58" fmla="*/ 15 w 74"/>
                <a:gd name="T59" fmla="*/ 4 h 37"/>
                <a:gd name="T60" fmla="*/ 19 w 74"/>
                <a:gd name="T61" fmla="*/ 8 h 37"/>
                <a:gd name="T62" fmla="*/ 26 w 74"/>
                <a:gd name="T63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4" h="37">
                  <a:moveTo>
                    <a:pt x="26" y="4"/>
                  </a:moveTo>
                  <a:lnTo>
                    <a:pt x="30" y="4"/>
                  </a:lnTo>
                  <a:lnTo>
                    <a:pt x="33" y="4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7" y="0"/>
                  </a:lnTo>
                  <a:lnTo>
                    <a:pt x="41" y="0"/>
                  </a:lnTo>
                  <a:lnTo>
                    <a:pt x="41" y="4"/>
                  </a:lnTo>
                  <a:lnTo>
                    <a:pt x="45" y="4"/>
                  </a:lnTo>
                  <a:lnTo>
                    <a:pt x="45" y="4"/>
                  </a:lnTo>
                  <a:lnTo>
                    <a:pt x="48" y="4"/>
                  </a:lnTo>
                  <a:lnTo>
                    <a:pt x="52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56" y="15"/>
                  </a:lnTo>
                  <a:lnTo>
                    <a:pt x="59" y="15"/>
                  </a:lnTo>
                  <a:lnTo>
                    <a:pt x="63" y="15"/>
                  </a:lnTo>
                  <a:lnTo>
                    <a:pt x="67" y="15"/>
                  </a:lnTo>
                  <a:lnTo>
                    <a:pt x="67" y="15"/>
                  </a:lnTo>
                  <a:lnTo>
                    <a:pt x="71" y="15"/>
                  </a:lnTo>
                  <a:lnTo>
                    <a:pt x="74" y="15"/>
                  </a:lnTo>
                  <a:lnTo>
                    <a:pt x="71" y="19"/>
                  </a:lnTo>
                  <a:lnTo>
                    <a:pt x="71" y="26"/>
                  </a:lnTo>
                  <a:lnTo>
                    <a:pt x="63" y="26"/>
                  </a:lnTo>
                  <a:lnTo>
                    <a:pt x="63" y="33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52" y="30"/>
                  </a:lnTo>
                  <a:lnTo>
                    <a:pt x="52" y="33"/>
                  </a:lnTo>
                  <a:lnTo>
                    <a:pt x="48" y="37"/>
                  </a:lnTo>
                  <a:lnTo>
                    <a:pt x="45" y="33"/>
                  </a:lnTo>
                  <a:lnTo>
                    <a:pt x="41" y="33"/>
                  </a:lnTo>
                  <a:lnTo>
                    <a:pt x="41" y="30"/>
                  </a:lnTo>
                  <a:lnTo>
                    <a:pt x="37" y="26"/>
                  </a:lnTo>
                  <a:lnTo>
                    <a:pt x="33" y="37"/>
                  </a:lnTo>
                  <a:lnTo>
                    <a:pt x="26" y="33"/>
                  </a:lnTo>
                  <a:lnTo>
                    <a:pt x="22" y="37"/>
                  </a:lnTo>
                  <a:lnTo>
                    <a:pt x="19" y="37"/>
                  </a:lnTo>
                  <a:lnTo>
                    <a:pt x="19" y="33"/>
                  </a:lnTo>
                  <a:lnTo>
                    <a:pt x="15" y="33"/>
                  </a:lnTo>
                  <a:lnTo>
                    <a:pt x="15" y="30"/>
                  </a:lnTo>
                  <a:lnTo>
                    <a:pt x="11" y="26"/>
                  </a:lnTo>
                  <a:lnTo>
                    <a:pt x="8" y="26"/>
                  </a:lnTo>
                  <a:lnTo>
                    <a:pt x="4" y="30"/>
                  </a:lnTo>
                  <a:lnTo>
                    <a:pt x="8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4" y="30"/>
                  </a:lnTo>
                  <a:lnTo>
                    <a:pt x="4" y="26"/>
                  </a:lnTo>
                  <a:lnTo>
                    <a:pt x="4" y="22"/>
                  </a:lnTo>
                  <a:lnTo>
                    <a:pt x="8" y="15"/>
                  </a:lnTo>
                  <a:lnTo>
                    <a:pt x="11" y="15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5" y="8"/>
                  </a:lnTo>
                  <a:lnTo>
                    <a:pt x="11" y="8"/>
                  </a:lnTo>
                  <a:lnTo>
                    <a:pt x="15" y="4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22" y="8"/>
                  </a:lnTo>
                  <a:lnTo>
                    <a:pt x="26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6" name="Freeform 64"/>
            <p:cNvSpPr>
              <a:spLocks noEditPoints="1"/>
            </p:cNvSpPr>
            <p:nvPr/>
          </p:nvSpPr>
          <p:spPr bwMode="auto">
            <a:xfrm>
              <a:off x="4349632" y="2041160"/>
              <a:ext cx="77198" cy="61758"/>
            </a:xfrm>
            <a:custGeom>
              <a:avLst/>
              <a:gdLst>
                <a:gd name="T0" fmla="*/ 37 w 60"/>
                <a:gd name="T1" fmla="*/ 44 h 48"/>
                <a:gd name="T2" fmla="*/ 37 w 60"/>
                <a:gd name="T3" fmla="*/ 37 h 48"/>
                <a:gd name="T4" fmla="*/ 41 w 60"/>
                <a:gd name="T5" fmla="*/ 29 h 48"/>
                <a:gd name="T6" fmla="*/ 52 w 60"/>
                <a:gd name="T7" fmla="*/ 29 h 48"/>
                <a:gd name="T8" fmla="*/ 52 w 60"/>
                <a:gd name="T9" fmla="*/ 25 h 48"/>
                <a:gd name="T10" fmla="*/ 56 w 60"/>
                <a:gd name="T11" fmla="*/ 22 h 48"/>
                <a:gd name="T12" fmla="*/ 52 w 60"/>
                <a:gd name="T13" fmla="*/ 18 h 48"/>
                <a:gd name="T14" fmla="*/ 49 w 60"/>
                <a:gd name="T15" fmla="*/ 14 h 48"/>
                <a:gd name="T16" fmla="*/ 56 w 60"/>
                <a:gd name="T17" fmla="*/ 14 h 48"/>
                <a:gd name="T18" fmla="*/ 56 w 60"/>
                <a:gd name="T19" fmla="*/ 11 h 48"/>
                <a:gd name="T20" fmla="*/ 60 w 60"/>
                <a:gd name="T21" fmla="*/ 7 h 48"/>
                <a:gd name="T22" fmla="*/ 60 w 60"/>
                <a:gd name="T23" fmla="*/ 3 h 48"/>
                <a:gd name="T24" fmla="*/ 52 w 60"/>
                <a:gd name="T25" fmla="*/ 0 h 48"/>
                <a:gd name="T26" fmla="*/ 45 w 60"/>
                <a:gd name="T27" fmla="*/ 0 h 48"/>
                <a:gd name="T28" fmla="*/ 37 w 60"/>
                <a:gd name="T29" fmla="*/ 0 h 48"/>
                <a:gd name="T30" fmla="*/ 34 w 60"/>
                <a:gd name="T31" fmla="*/ 3 h 48"/>
                <a:gd name="T32" fmla="*/ 23 w 60"/>
                <a:gd name="T33" fmla="*/ 11 h 48"/>
                <a:gd name="T34" fmla="*/ 19 w 60"/>
                <a:gd name="T35" fmla="*/ 11 h 48"/>
                <a:gd name="T36" fmla="*/ 15 w 60"/>
                <a:gd name="T37" fmla="*/ 14 h 48"/>
                <a:gd name="T38" fmla="*/ 15 w 60"/>
                <a:gd name="T39" fmla="*/ 22 h 48"/>
                <a:gd name="T40" fmla="*/ 12 w 60"/>
                <a:gd name="T41" fmla="*/ 25 h 48"/>
                <a:gd name="T42" fmla="*/ 12 w 60"/>
                <a:gd name="T43" fmla="*/ 29 h 48"/>
                <a:gd name="T44" fmla="*/ 19 w 60"/>
                <a:gd name="T45" fmla="*/ 33 h 48"/>
                <a:gd name="T46" fmla="*/ 12 w 60"/>
                <a:gd name="T47" fmla="*/ 37 h 48"/>
                <a:gd name="T48" fmla="*/ 12 w 60"/>
                <a:gd name="T49" fmla="*/ 37 h 48"/>
                <a:gd name="T50" fmla="*/ 15 w 60"/>
                <a:gd name="T51" fmla="*/ 40 h 48"/>
                <a:gd name="T52" fmla="*/ 8 w 60"/>
                <a:gd name="T53" fmla="*/ 37 h 48"/>
                <a:gd name="T54" fmla="*/ 4 w 60"/>
                <a:gd name="T55" fmla="*/ 37 h 48"/>
                <a:gd name="T56" fmla="*/ 8 w 60"/>
                <a:gd name="T57" fmla="*/ 40 h 48"/>
                <a:gd name="T58" fmla="*/ 12 w 60"/>
                <a:gd name="T59" fmla="*/ 40 h 48"/>
                <a:gd name="T60" fmla="*/ 12 w 60"/>
                <a:gd name="T61" fmla="*/ 40 h 48"/>
                <a:gd name="T62" fmla="*/ 4 w 60"/>
                <a:gd name="T63" fmla="*/ 40 h 48"/>
                <a:gd name="T64" fmla="*/ 0 w 60"/>
                <a:gd name="T65" fmla="*/ 40 h 48"/>
                <a:gd name="T66" fmla="*/ 4 w 60"/>
                <a:gd name="T67" fmla="*/ 44 h 48"/>
                <a:gd name="T68" fmla="*/ 8 w 60"/>
                <a:gd name="T69" fmla="*/ 44 h 48"/>
                <a:gd name="T70" fmla="*/ 12 w 60"/>
                <a:gd name="T71" fmla="*/ 44 h 48"/>
                <a:gd name="T72" fmla="*/ 15 w 60"/>
                <a:gd name="T73" fmla="*/ 40 h 48"/>
                <a:gd name="T74" fmla="*/ 23 w 60"/>
                <a:gd name="T75" fmla="*/ 40 h 48"/>
                <a:gd name="T76" fmla="*/ 26 w 60"/>
                <a:gd name="T77" fmla="*/ 40 h 48"/>
                <a:gd name="T78" fmla="*/ 34 w 60"/>
                <a:gd name="T79" fmla="*/ 44 h 48"/>
                <a:gd name="T80" fmla="*/ 34 w 60"/>
                <a:gd name="T81" fmla="*/ 48 h 48"/>
                <a:gd name="T82" fmla="*/ 37 w 60"/>
                <a:gd name="T83" fmla="*/ 48 h 48"/>
                <a:gd name="T84" fmla="*/ 8 w 60"/>
                <a:gd name="T85" fmla="*/ 33 h 48"/>
                <a:gd name="T86" fmla="*/ 8 w 60"/>
                <a:gd name="T87" fmla="*/ 37 h 48"/>
                <a:gd name="T88" fmla="*/ 4 w 60"/>
                <a:gd name="T89" fmla="*/ 37 h 48"/>
                <a:gd name="T90" fmla="*/ 8 w 60"/>
                <a:gd name="T91" fmla="*/ 33 h 48"/>
                <a:gd name="T92" fmla="*/ 12 w 60"/>
                <a:gd name="T93" fmla="*/ 33 h 48"/>
                <a:gd name="T94" fmla="*/ 12 w 60"/>
                <a:gd name="T95" fmla="*/ 33 h 48"/>
                <a:gd name="T96" fmla="*/ 8 w 60"/>
                <a:gd name="T97" fmla="*/ 33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0" h="48">
                  <a:moveTo>
                    <a:pt x="37" y="48"/>
                  </a:moveTo>
                  <a:lnTo>
                    <a:pt x="37" y="44"/>
                  </a:lnTo>
                  <a:lnTo>
                    <a:pt x="41" y="40"/>
                  </a:lnTo>
                  <a:lnTo>
                    <a:pt x="37" y="37"/>
                  </a:lnTo>
                  <a:lnTo>
                    <a:pt x="41" y="33"/>
                  </a:lnTo>
                  <a:lnTo>
                    <a:pt x="41" y="29"/>
                  </a:lnTo>
                  <a:lnTo>
                    <a:pt x="49" y="29"/>
                  </a:lnTo>
                  <a:lnTo>
                    <a:pt x="52" y="29"/>
                  </a:lnTo>
                  <a:lnTo>
                    <a:pt x="52" y="29"/>
                  </a:lnTo>
                  <a:lnTo>
                    <a:pt x="52" y="25"/>
                  </a:lnTo>
                  <a:lnTo>
                    <a:pt x="52" y="25"/>
                  </a:lnTo>
                  <a:lnTo>
                    <a:pt x="56" y="22"/>
                  </a:lnTo>
                  <a:lnTo>
                    <a:pt x="56" y="18"/>
                  </a:lnTo>
                  <a:lnTo>
                    <a:pt x="52" y="18"/>
                  </a:lnTo>
                  <a:lnTo>
                    <a:pt x="49" y="18"/>
                  </a:lnTo>
                  <a:lnTo>
                    <a:pt x="49" y="14"/>
                  </a:lnTo>
                  <a:lnTo>
                    <a:pt x="52" y="14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56" y="11"/>
                  </a:lnTo>
                  <a:lnTo>
                    <a:pt x="56" y="7"/>
                  </a:lnTo>
                  <a:lnTo>
                    <a:pt x="60" y="7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56" y="3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1" y="3"/>
                  </a:lnTo>
                  <a:lnTo>
                    <a:pt x="37" y="0"/>
                  </a:lnTo>
                  <a:lnTo>
                    <a:pt x="37" y="3"/>
                  </a:lnTo>
                  <a:lnTo>
                    <a:pt x="34" y="3"/>
                  </a:lnTo>
                  <a:lnTo>
                    <a:pt x="30" y="7"/>
                  </a:lnTo>
                  <a:lnTo>
                    <a:pt x="23" y="11"/>
                  </a:lnTo>
                  <a:lnTo>
                    <a:pt x="23" y="7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15" y="14"/>
                  </a:lnTo>
                  <a:lnTo>
                    <a:pt x="15" y="18"/>
                  </a:lnTo>
                  <a:lnTo>
                    <a:pt x="15" y="22"/>
                  </a:lnTo>
                  <a:lnTo>
                    <a:pt x="15" y="25"/>
                  </a:lnTo>
                  <a:lnTo>
                    <a:pt x="12" y="25"/>
                  </a:lnTo>
                  <a:lnTo>
                    <a:pt x="12" y="29"/>
                  </a:lnTo>
                  <a:lnTo>
                    <a:pt x="12" y="29"/>
                  </a:lnTo>
                  <a:lnTo>
                    <a:pt x="15" y="33"/>
                  </a:lnTo>
                  <a:lnTo>
                    <a:pt x="19" y="33"/>
                  </a:lnTo>
                  <a:lnTo>
                    <a:pt x="15" y="33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5" y="37"/>
                  </a:lnTo>
                  <a:lnTo>
                    <a:pt x="15" y="40"/>
                  </a:lnTo>
                  <a:lnTo>
                    <a:pt x="12" y="40"/>
                  </a:lnTo>
                  <a:lnTo>
                    <a:pt x="8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12" y="40"/>
                  </a:lnTo>
                  <a:lnTo>
                    <a:pt x="12" y="40"/>
                  </a:lnTo>
                  <a:lnTo>
                    <a:pt x="12" y="40"/>
                  </a:lnTo>
                  <a:lnTo>
                    <a:pt x="8" y="40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4" y="40"/>
                  </a:lnTo>
                  <a:lnTo>
                    <a:pt x="4" y="44"/>
                  </a:lnTo>
                  <a:lnTo>
                    <a:pt x="8" y="44"/>
                  </a:lnTo>
                  <a:lnTo>
                    <a:pt x="8" y="44"/>
                  </a:lnTo>
                  <a:lnTo>
                    <a:pt x="12" y="44"/>
                  </a:lnTo>
                  <a:lnTo>
                    <a:pt x="12" y="44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6" y="40"/>
                  </a:lnTo>
                  <a:lnTo>
                    <a:pt x="30" y="44"/>
                  </a:lnTo>
                  <a:lnTo>
                    <a:pt x="34" y="44"/>
                  </a:lnTo>
                  <a:lnTo>
                    <a:pt x="34" y="44"/>
                  </a:lnTo>
                  <a:lnTo>
                    <a:pt x="34" y="48"/>
                  </a:lnTo>
                  <a:lnTo>
                    <a:pt x="37" y="48"/>
                  </a:lnTo>
                  <a:lnTo>
                    <a:pt x="37" y="48"/>
                  </a:lnTo>
                  <a:close/>
                  <a:moveTo>
                    <a:pt x="4" y="37"/>
                  </a:moveTo>
                  <a:lnTo>
                    <a:pt x="8" y="33"/>
                  </a:lnTo>
                  <a:lnTo>
                    <a:pt x="12" y="37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4" y="37"/>
                  </a:lnTo>
                  <a:lnTo>
                    <a:pt x="4" y="37"/>
                  </a:lnTo>
                  <a:close/>
                  <a:moveTo>
                    <a:pt x="8" y="33"/>
                  </a:moveTo>
                  <a:lnTo>
                    <a:pt x="8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12" y="33"/>
                  </a:lnTo>
                  <a:lnTo>
                    <a:pt x="8" y="33"/>
                  </a:lnTo>
                  <a:lnTo>
                    <a:pt x="8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7" name="Freeform 65"/>
            <p:cNvSpPr/>
            <p:nvPr/>
          </p:nvSpPr>
          <p:spPr bwMode="auto">
            <a:xfrm>
              <a:off x="4345771" y="2092626"/>
              <a:ext cx="56612" cy="43745"/>
            </a:xfrm>
            <a:custGeom>
              <a:avLst/>
              <a:gdLst>
                <a:gd name="T0" fmla="*/ 40 w 44"/>
                <a:gd name="T1" fmla="*/ 23 h 34"/>
                <a:gd name="T2" fmla="*/ 44 w 44"/>
                <a:gd name="T3" fmla="*/ 19 h 34"/>
                <a:gd name="T4" fmla="*/ 40 w 44"/>
                <a:gd name="T5" fmla="*/ 15 h 34"/>
                <a:gd name="T6" fmla="*/ 40 w 44"/>
                <a:gd name="T7" fmla="*/ 15 h 34"/>
                <a:gd name="T8" fmla="*/ 40 w 44"/>
                <a:gd name="T9" fmla="*/ 11 h 34"/>
                <a:gd name="T10" fmla="*/ 40 w 44"/>
                <a:gd name="T11" fmla="*/ 8 h 34"/>
                <a:gd name="T12" fmla="*/ 37 w 44"/>
                <a:gd name="T13" fmla="*/ 8 h 34"/>
                <a:gd name="T14" fmla="*/ 37 w 44"/>
                <a:gd name="T15" fmla="*/ 4 h 34"/>
                <a:gd name="T16" fmla="*/ 37 w 44"/>
                <a:gd name="T17" fmla="*/ 4 h 34"/>
                <a:gd name="T18" fmla="*/ 33 w 44"/>
                <a:gd name="T19" fmla="*/ 4 h 34"/>
                <a:gd name="T20" fmla="*/ 29 w 44"/>
                <a:gd name="T21" fmla="*/ 0 h 34"/>
                <a:gd name="T22" fmla="*/ 26 w 44"/>
                <a:gd name="T23" fmla="*/ 0 h 34"/>
                <a:gd name="T24" fmla="*/ 26 w 44"/>
                <a:gd name="T25" fmla="*/ 0 h 34"/>
                <a:gd name="T26" fmla="*/ 18 w 44"/>
                <a:gd name="T27" fmla="*/ 0 h 34"/>
                <a:gd name="T28" fmla="*/ 18 w 44"/>
                <a:gd name="T29" fmla="*/ 0 h 34"/>
                <a:gd name="T30" fmla="*/ 18 w 44"/>
                <a:gd name="T31" fmla="*/ 0 h 34"/>
                <a:gd name="T32" fmla="*/ 15 w 44"/>
                <a:gd name="T33" fmla="*/ 4 h 34"/>
                <a:gd name="T34" fmla="*/ 15 w 44"/>
                <a:gd name="T35" fmla="*/ 4 h 34"/>
                <a:gd name="T36" fmla="*/ 11 w 44"/>
                <a:gd name="T37" fmla="*/ 4 h 34"/>
                <a:gd name="T38" fmla="*/ 11 w 44"/>
                <a:gd name="T39" fmla="*/ 4 h 34"/>
                <a:gd name="T40" fmla="*/ 7 w 44"/>
                <a:gd name="T41" fmla="*/ 4 h 34"/>
                <a:gd name="T42" fmla="*/ 7 w 44"/>
                <a:gd name="T43" fmla="*/ 0 h 34"/>
                <a:gd name="T44" fmla="*/ 3 w 44"/>
                <a:gd name="T45" fmla="*/ 0 h 34"/>
                <a:gd name="T46" fmla="*/ 0 w 44"/>
                <a:gd name="T47" fmla="*/ 4 h 34"/>
                <a:gd name="T48" fmla="*/ 0 w 44"/>
                <a:gd name="T49" fmla="*/ 8 h 34"/>
                <a:gd name="T50" fmla="*/ 0 w 44"/>
                <a:gd name="T51" fmla="*/ 8 h 34"/>
                <a:gd name="T52" fmla="*/ 0 w 44"/>
                <a:gd name="T53" fmla="*/ 11 h 34"/>
                <a:gd name="T54" fmla="*/ 3 w 44"/>
                <a:gd name="T55" fmla="*/ 15 h 34"/>
                <a:gd name="T56" fmla="*/ 3 w 44"/>
                <a:gd name="T57" fmla="*/ 15 h 34"/>
                <a:gd name="T58" fmla="*/ 11 w 44"/>
                <a:gd name="T59" fmla="*/ 19 h 34"/>
                <a:gd name="T60" fmla="*/ 11 w 44"/>
                <a:gd name="T61" fmla="*/ 19 h 34"/>
                <a:gd name="T62" fmla="*/ 15 w 44"/>
                <a:gd name="T63" fmla="*/ 23 h 34"/>
                <a:gd name="T64" fmla="*/ 15 w 44"/>
                <a:gd name="T65" fmla="*/ 23 h 34"/>
                <a:gd name="T66" fmla="*/ 15 w 44"/>
                <a:gd name="T67" fmla="*/ 26 h 34"/>
                <a:gd name="T68" fmla="*/ 18 w 44"/>
                <a:gd name="T69" fmla="*/ 26 h 34"/>
                <a:gd name="T70" fmla="*/ 22 w 44"/>
                <a:gd name="T71" fmla="*/ 26 h 34"/>
                <a:gd name="T72" fmla="*/ 22 w 44"/>
                <a:gd name="T73" fmla="*/ 26 h 34"/>
                <a:gd name="T74" fmla="*/ 26 w 44"/>
                <a:gd name="T75" fmla="*/ 26 h 34"/>
                <a:gd name="T76" fmla="*/ 26 w 44"/>
                <a:gd name="T77" fmla="*/ 30 h 34"/>
                <a:gd name="T78" fmla="*/ 29 w 44"/>
                <a:gd name="T79" fmla="*/ 34 h 34"/>
                <a:gd name="T80" fmla="*/ 33 w 44"/>
                <a:gd name="T81" fmla="*/ 34 h 34"/>
                <a:gd name="T82" fmla="*/ 37 w 44"/>
                <a:gd name="T83" fmla="*/ 34 h 34"/>
                <a:gd name="T84" fmla="*/ 37 w 44"/>
                <a:gd name="T85" fmla="*/ 34 h 34"/>
                <a:gd name="T86" fmla="*/ 40 w 44"/>
                <a:gd name="T87" fmla="*/ 34 h 34"/>
                <a:gd name="T88" fmla="*/ 40 w 44"/>
                <a:gd name="T89" fmla="*/ 34 h 34"/>
                <a:gd name="T90" fmla="*/ 40 w 44"/>
                <a:gd name="T91" fmla="*/ 30 h 34"/>
                <a:gd name="T92" fmla="*/ 40 w 44"/>
                <a:gd name="T93" fmla="*/ 30 h 34"/>
                <a:gd name="T94" fmla="*/ 37 w 44"/>
                <a:gd name="T95" fmla="*/ 26 h 34"/>
                <a:gd name="T96" fmla="*/ 40 w 44"/>
                <a:gd name="T97" fmla="*/ 26 h 34"/>
                <a:gd name="T98" fmla="*/ 40 w 44"/>
                <a:gd name="T99" fmla="*/ 23 h 34"/>
                <a:gd name="T100" fmla="*/ 40 w 44"/>
                <a:gd name="T101" fmla="*/ 2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" h="34">
                  <a:moveTo>
                    <a:pt x="40" y="23"/>
                  </a:moveTo>
                  <a:lnTo>
                    <a:pt x="44" y="19"/>
                  </a:lnTo>
                  <a:lnTo>
                    <a:pt x="40" y="15"/>
                  </a:lnTo>
                  <a:lnTo>
                    <a:pt x="40" y="15"/>
                  </a:lnTo>
                  <a:lnTo>
                    <a:pt x="40" y="11"/>
                  </a:lnTo>
                  <a:lnTo>
                    <a:pt x="40" y="8"/>
                  </a:lnTo>
                  <a:lnTo>
                    <a:pt x="37" y="8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3" y="4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3" y="0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1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23"/>
                  </a:lnTo>
                  <a:lnTo>
                    <a:pt x="15" y="23"/>
                  </a:lnTo>
                  <a:lnTo>
                    <a:pt x="15" y="26"/>
                  </a:lnTo>
                  <a:lnTo>
                    <a:pt x="18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26" y="30"/>
                  </a:lnTo>
                  <a:lnTo>
                    <a:pt x="29" y="34"/>
                  </a:lnTo>
                  <a:lnTo>
                    <a:pt x="33" y="34"/>
                  </a:lnTo>
                  <a:lnTo>
                    <a:pt x="37" y="34"/>
                  </a:lnTo>
                  <a:lnTo>
                    <a:pt x="37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0" y="30"/>
                  </a:lnTo>
                  <a:lnTo>
                    <a:pt x="40" y="30"/>
                  </a:lnTo>
                  <a:lnTo>
                    <a:pt x="37" y="26"/>
                  </a:lnTo>
                  <a:lnTo>
                    <a:pt x="40" y="26"/>
                  </a:lnTo>
                  <a:lnTo>
                    <a:pt x="40" y="23"/>
                  </a:lnTo>
                  <a:lnTo>
                    <a:pt x="4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8" name="Freeform 66"/>
            <p:cNvSpPr/>
            <p:nvPr/>
          </p:nvSpPr>
          <p:spPr bwMode="auto">
            <a:xfrm>
              <a:off x="4393379" y="2122218"/>
              <a:ext cx="14153" cy="18013"/>
            </a:xfrm>
            <a:custGeom>
              <a:avLst/>
              <a:gdLst>
                <a:gd name="T0" fmla="*/ 3 w 11"/>
                <a:gd name="T1" fmla="*/ 11 h 14"/>
                <a:gd name="T2" fmla="*/ 3 w 11"/>
                <a:gd name="T3" fmla="*/ 11 h 14"/>
                <a:gd name="T4" fmla="*/ 3 w 11"/>
                <a:gd name="T5" fmla="*/ 7 h 14"/>
                <a:gd name="T6" fmla="*/ 3 w 11"/>
                <a:gd name="T7" fmla="*/ 7 h 14"/>
                <a:gd name="T8" fmla="*/ 0 w 11"/>
                <a:gd name="T9" fmla="*/ 3 h 14"/>
                <a:gd name="T10" fmla="*/ 3 w 11"/>
                <a:gd name="T11" fmla="*/ 3 h 14"/>
                <a:gd name="T12" fmla="*/ 3 w 11"/>
                <a:gd name="T13" fmla="*/ 0 h 14"/>
                <a:gd name="T14" fmla="*/ 7 w 11"/>
                <a:gd name="T15" fmla="*/ 0 h 14"/>
                <a:gd name="T16" fmla="*/ 11 w 11"/>
                <a:gd name="T17" fmla="*/ 3 h 14"/>
                <a:gd name="T18" fmla="*/ 11 w 11"/>
                <a:gd name="T19" fmla="*/ 7 h 14"/>
                <a:gd name="T20" fmla="*/ 11 w 11"/>
                <a:gd name="T21" fmla="*/ 11 h 14"/>
                <a:gd name="T22" fmla="*/ 11 w 11"/>
                <a:gd name="T23" fmla="*/ 14 h 14"/>
                <a:gd name="T24" fmla="*/ 11 w 11"/>
                <a:gd name="T25" fmla="*/ 14 h 14"/>
                <a:gd name="T26" fmla="*/ 7 w 11"/>
                <a:gd name="T27" fmla="*/ 14 h 14"/>
                <a:gd name="T28" fmla="*/ 3 w 11"/>
                <a:gd name="T29" fmla="*/ 11 h 14"/>
                <a:gd name="T30" fmla="*/ 3 w 11"/>
                <a:gd name="T3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4">
                  <a:moveTo>
                    <a:pt x="3" y="11"/>
                  </a:moveTo>
                  <a:lnTo>
                    <a:pt x="3" y="11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3"/>
                  </a:lnTo>
                  <a:lnTo>
                    <a:pt x="3" y="3"/>
                  </a:lnTo>
                  <a:lnTo>
                    <a:pt x="3" y="0"/>
                  </a:lnTo>
                  <a:lnTo>
                    <a:pt x="7" y="0"/>
                  </a:lnTo>
                  <a:lnTo>
                    <a:pt x="11" y="3"/>
                  </a:lnTo>
                  <a:lnTo>
                    <a:pt x="11" y="7"/>
                  </a:lnTo>
                  <a:lnTo>
                    <a:pt x="11" y="11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7" y="14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09" name="Freeform 67"/>
            <p:cNvSpPr>
              <a:spLocks noEditPoints="1"/>
            </p:cNvSpPr>
            <p:nvPr/>
          </p:nvSpPr>
          <p:spPr bwMode="auto">
            <a:xfrm>
              <a:off x="4159212" y="1782548"/>
              <a:ext cx="14153" cy="33452"/>
            </a:xfrm>
            <a:custGeom>
              <a:avLst/>
              <a:gdLst>
                <a:gd name="T0" fmla="*/ 2 w 3"/>
                <a:gd name="T1" fmla="*/ 5 h 7"/>
                <a:gd name="T2" fmla="*/ 2 w 3"/>
                <a:gd name="T3" fmla="*/ 7 h 7"/>
                <a:gd name="T4" fmla="*/ 2 w 3"/>
                <a:gd name="T5" fmla="*/ 6 h 7"/>
                <a:gd name="T6" fmla="*/ 2 w 3"/>
                <a:gd name="T7" fmla="*/ 5 h 7"/>
                <a:gd name="T8" fmla="*/ 2 w 3"/>
                <a:gd name="T9" fmla="*/ 5 h 7"/>
                <a:gd name="T10" fmla="*/ 2 w 3"/>
                <a:gd name="T11" fmla="*/ 3 h 7"/>
                <a:gd name="T12" fmla="*/ 2 w 3"/>
                <a:gd name="T13" fmla="*/ 4 h 7"/>
                <a:gd name="T14" fmla="*/ 2 w 3"/>
                <a:gd name="T15" fmla="*/ 4 h 7"/>
                <a:gd name="T16" fmla="*/ 2 w 3"/>
                <a:gd name="T17" fmla="*/ 4 h 7"/>
                <a:gd name="T18" fmla="*/ 2 w 3"/>
                <a:gd name="T19" fmla="*/ 3 h 7"/>
                <a:gd name="T20" fmla="*/ 0 w 3"/>
                <a:gd name="T21" fmla="*/ 1 h 7"/>
                <a:gd name="T22" fmla="*/ 0 w 3"/>
                <a:gd name="T23" fmla="*/ 2 h 7"/>
                <a:gd name="T24" fmla="*/ 1 w 3"/>
                <a:gd name="T25" fmla="*/ 2 h 7"/>
                <a:gd name="T26" fmla="*/ 0 w 3"/>
                <a:gd name="T27" fmla="*/ 1 h 7"/>
                <a:gd name="T28" fmla="*/ 3 w 3"/>
                <a:gd name="T29" fmla="*/ 0 h 7"/>
                <a:gd name="T30" fmla="*/ 3 w 3"/>
                <a:gd name="T31" fmla="*/ 1 h 7"/>
                <a:gd name="T32" fmla="*/ 3 w 3"/>
                <a:gd name="T33" fmla="*/ 0 h 7"/>
                <a:gd name="T34" fmla="*/ 3 w 3"/>
                <a:gd name="T35" fmla="*/ 0 h 7"/>
                <a:gd name="T36" fmla="*/ 1 w 3"/>
                <a:gd name="T37" fmla="*/ 0 h 7"/>
                <a:gd name="T38" fmla="*/ 2 w 3"/>
                <a:gd name="T39" fmla="*/ 0 h 7"/>
                <a:gd name="T40" fmla="*/ 3 w 3"/>
                <a:gd name="T41" fmla="*/ 1 h 7"/>
                <a:gd name="T42" fmla="*/ 3 w 3"/>
                <a:gd name="T43" fmla="*/ 1 h 7"/>
                <a:gd name="T44" fmla="*/ 2 w 3"/>
                <a:gd name="T45" fmla="*/ 1 h 7"/>
                <a:gd name="T46" fmla="*/ 1 w 3"/>
                <a:gd name="T47" fmla="*/ 0 h 7"/>
                <a:gd name="T48" fmla="*/ 1 w 3"/>
                <a:gd name="T49" fmla="*/ 0 h 7"/>
                <a:gd name="T50" fmla="*/ 2 w 3"/>
                <a:gd name="T51" fmla="*/ 2 h 7"/>
                <a:gd name="T52" fmla="*/ 3 w 3"/>
                <a:gd name="T53" fmla="*/ 3 h 7"/>
                <a:gd name="T54" fmla="*/ 2 w 3"/>
                <a:gd name="T55" fmla="*/ 3 h 7"/>
                <a:gd name="T56" fmla="*/ 1 w 3"/>
                <a:gd name="T57" fmla="*/ 2 h 7"/>
                <a:gd name="T58" fmla="*/ 1 w 3"/>
                <a:gd name="T59" fmla="*/ 1 h 7"/>
                <a:gd name="T60" fmla="*/ 1 w 3"/>
                <a:gd name="T6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" h="7">
                  <a:moveTo>
                    <a:pt x="2" y="5"/>
                  </a:moveTo>
                  <a:cubicBezTo>
                    <a:pt x="2" y="7"/>
                    <a:pt x="2" y="7"/>
                    <a:pt x="2" y="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2" y="3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3"/>
                    <a:pt x="2" y="3"/>
                    <a:pt x="2" y="3"/>
                  </a:cubicBezTo>
                  <a:close/>
                  <a:moveTo>
                    <a:pt x="0" y="1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1"/>
                    <a:pt x="0" y="1"/>
                    <a:pt x="0" y="1"/>
                  </a:cubicBezTo>
                  <a:close/>
                  <a:moveTo>
                    <a:pt x="3" y="0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  <a:moveTo>
                    <a:pt x="1" y="0"/>
                  </a:moveTo>
                  <a:cubicBezTo>
                    <a:pt x="1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0"/>
                    <a:pt x="1" y="0"/>
                    <a:pt x="1" y="0"/>
                  </a:cubicBezTo>
                  <a:close/>
                  <a:moveTo>
                    <a:pt x="1" y="0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0" name="Freeform 68"/>
            <p:cNvSpPr/>
            <p:nvPr/>
          </p:nvSpPr>
          <p:spPr bwMode="auto">
            <a:xfrm>
              <a:off x="4092307" y="1988409"/>
              <a:ext cx="86205" cy="100357"/>
            </a:xfrm>
            <a:custGeom>
              <a:avLst/>
              <a:gdLst>
                <a:gd name="T0" fmla="*/ 30 w 67"/>
                <a:gd name="T1" fmla="*/ 74 h 78"/>
                <a:gd name="T2" fmla="*/ 34 w 67"/>
                <a:gd name="T3" fmla="*/ 70 h 78"/>
                <a:gd name="T4" fmla="*/ 41 w 67"/>
                <a:gd name="T5" fmla="*/ 70 h 78"/>
                <a:gd name="T6" fmla="*/ 52 w 67"/>
                <a:gd name="T7" fmla="*/ 66 h 78"/>
                <a:gd name="T8" fmla="*/ 56 w 67"/>
                <a:gd name="T9" fmla="*/ 63 h 78"/>
                <a:gd name="T10" fmla="*/ 60 w 67"/>
                <a:gd name="T11" fmla="*/ 59 h 78"/>
                <a:gd name="T12" fmla="*/ 63 w 67"/>
                <a:gd name="T13" fmla="*/ 55 h 78"/>
                <a:gd name="T14" fmla="*/ 67 w 67"/>
                <a:gd name="T15" fmla="*/ 41 h 78"/>
                <a:gd name="T16" fmla="*/ 67 w 67"/>
                <a:gd name="T17" fmla="*/ 37 h 78"/>
                <a:gd name="T18" fmla="*/ 63 w 67"/>
                <a:gd name="T19" fmla="*/ 29 h 78"/>
                <a:gd name="T20" fmla="*/ 63 w 67"/>
                <a:gd name="T21" fmla="*/ 26 h 78"/>
                <a:gd name="T22" fmla="*/ 52 w 67"/>
                <a:gd name="T23" fmla="*/ 18 h 78"/>
                <a:gd name="T24" fmla="*/ 45 w 67"/>
                <a:gd name="T25" fmla="*/ 22 h 78"/>
                <a:gd name="T26" fmla="*/ 45 w 67"/>
                <a:gd name="T27" fmla="*/ 11 h 78"/>
                <a:gd name="T28" fmla="*/ 52 w 67"/>
                <a:gd name="T29" fmla="*/ 3 h 78"/>
                <a:gd name="T30" fmla="*/ 56 w 67"/>
                <a:gd name="T31" fmla="*/ 0 h 78"/>
                <a:gd name="T32" fmla="*/ 52 w 67"/>
                <a:gd name="T33" fmla="*/ 0 h 78"/>
                <a:gd name="T34" fmla="*/ 45 w 67"/>
                <a:gd name="T35" fmla="*/ 7 h 78"/>
                <a:gd name="T36" fmla="*/ 45 w 67"/>
                <a:gd name="T37" fmla="*/ 0 h 78"/>
                <a:gd name="T38" fmla="*/ 41 w 67"/>
                <a:gd name="T39" fmla="*/ 3 h 78"/>
                <a:gd name="T40" fmla="*/ 38 w 67"/>
                <a:gd name="T41" fmla="*/ 3 h 78"/>
                <a:gd name="T42" fmla="*/ 38 w 67"/>
                <a:gd name="T43" fmla="*/ 7 h 78"/>
                <a:gd name="T44" fmla="*/ 34 w 67"/>
                <a:gd name="T45" fmla="*/ 11 h 78"/>
                <a:gd name="T46" fmla="*/ 34 w 67"/>
                <a:gd name="T47" fmla="*/ 15 h 78"/>
                <a:gd name="T48" fmla="*/ 38 w 67"/>
                <a:gd name="T49" fmla="*/ 15 h 78"/>
                <a:gd name="T50" fmla="*/ 34 w 67"/>
                <a:gd name="T51" fmla="*/ 18 h 78"/>
                <a:gd name="T52" fmla="*/ 23 w 67"/>
                <a:gd name="T53" fmla="*/ 22 h 78"/>
                <a:gd name="T54" fmla="*/ 15 w 67"/>
                <a:gd name="T55" fmla="*/ 18 h 78"/>
                <a:gd name="T56" fmla="*/ 12 w 67"/>
                <a:gd name="T57" fmla="*/ 22 h 78"/>
                <a:gd name="T58" fmla="*/ 15 w 67"/>
                <a:gd name="T59" fmla="*/ 26 h 78"/>
                <a:gd name="T60" fmla="*/ 8 w 67"/>
                <a:gd name="T61" fmla="*/ 26 h 78"/>
                <a:gd name="T62" fmla="*/ 15 w 67"/>
                <a:gd name="T63" fmla="*/ 29 h 78"/>
                <a:gd name="T64" fmla="*/ 15 w 67"/>
                <a:gd name="T65" fmla="*/ 33 h 78"/>
                <a:gd name="T66" fmla="*/ 8 w 67"/>
                <a:gd name="T67" fmla="*/ 37 h 78"/>
                <a:gd name="T68" fmla="*/ 12 w 67"/>
                <a:gd name="T69" fmla="*/ 37 h 78"/>
                <a:gd name="T70" fmla="*/ 26 w 67"/>
                <a:gd name="T71" fmla="*/ 41 h 78"/>
                <a:gd name="T72" fmla="*/ 15 w 67"/>
                <a:gd name="T73" fmla="*/ 48 h 78"/>
                <a:gd name="T74" fmla="*/ 12 w 67"/>
                <a:gd name="T75" fmla="*/ 55 h 78"/>
                <a:gd name="T76" fmla="*/ 19 w 67"/>
                <a:gd name="T77" fmla="*/ 55 h 78"/>
                <a:gd name="T78" fmla="*/ 23 w 67"/>
                <a:gd name="T79" fmla="*/ 52 h 78"/>
                <a:gd name="T80" fmla="*/ 15 w 67"/>
                <a:gd name="T81" fmla="*/ 55 h 78"/>
                <a:gd name="T82" fmla="*/ 12 w 67"/>
                <a:gd name="T83" fmla="*/ 59 h 78"/>
                <a:gd name="T84" fmla="*/ 8 w 67"/>
                <a:gd name="T85" fmla="*/ 63 h 78"/>
                <a:gd name="T86" fmla="*/ 4 w 67"/>
                <a:gd name="T87" fmla="*/ 59 h 78"/>
                <a:gd name="T88" fmla="*/ 12 w 67"/>
                <a:gd name="T89" fmla="*/ 63 h 78"/>
                <a:gd name="T90" fmla="*/ 4 w 67"/>
                <a:gd name="T91" fmla="*/ 70 h 78"/>
                <a:gd name="T92" fmla="*/ 12 w 67"/>
                <a:gd name="T93" fmla="*/ 70 h 78"/>
                <a:gd name="T94" fmla="*/ 8 w 67"/>
                <a:gd name="T95" fmla="*/ 74 h 78"/>
                <a:gd name="T96" fmla="*/ 12 w 67"/>
                <a:gd name="T97" fmla="*/ 74 h 78"/>
                <a:gd name="T98" fmla="*/ 15 w 67"/>
                <a:gd name="T99" fmla="*/ 7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7" h="78">
                  <a:moveTo>
                    <a:pt x="19" y="78"/>
                  </a:moveTo>
                  <a:lnTo>
                    <a:pt x="23" y="78"/>
                  </a:lnTo>
                  <a:lnTo>
                    <a:pt x="30" y="74"/>
                  </a:lnTo>
                  <a:lnTo>
                    <a:pt x="34" y="74"/>
                  </a:lnTo>
                  <a:lnTo>
                    <a:pt x="30" y="70"/>
                  </a:lnTo>
                  <a:lnTo>
                    <a:pt x="34" y="70"/>
                  </a:lnTo>
                  <a:lnTo>
                    <a:pt x="34" y="70"/>
                  </a:lnTo>
                  <a:lnTo>
                    <a:pt x="38" y="70"/>
                  </a:lnTo>
                  <a:lnTo>
                    <a:pt x="41" y="70"/>
                  </a:lnTo>
                  <a:lnTo>
                    <a:pt x="41" y="70"/>
                  </a:lnTo>
                  <a:lnTo>
                    <a:pt x="41" y="66"/>
                  </a:lnTo>
                  <a:lnTo>
                    <a:pt x="52" y="66"/>
                  </a:lnTo>
                  <a:lnTo>
                    <a:pt x="52" y="63"/>
                  </a:lnTo>
                  <a:lnTo>
                    <a:pt x="52" y="66"/>
                  </a:lnTo>
                  <a:lnTo>
                    <a:pt x="56" y="63"/>
                  </a:lnTo>
                  <a:lnTo>
                    <a:pt x="56" y="63"/>
                  </a:lnTo>
                  <a:lnTo>
                    <a:pt x="63" y="63"/>
                  </a:lnTo>
                  <a:lnTo>
                    <a:pt x="60" y="59"/>
                  </a:lnTo>
                  <a:lnTo>
                    <a:pt x="60" y="59"/>
                  </a:lnTo>
                  <a:lnTo>
                    <a:pt x="63" y="55"/>
                  </a:lnTo>
                  <a:lnTo>
                    <a:pt x="63" y="55"/>
                  </a:lnTo>
                  <a:lnTo>
                    <a:pt x="67" y="52"/>
                  </a:lnTo>
                  <a:lnTo>
                    <a:pt x="67" y="48"/>
                  </a:lnTo>
                  <a:lnTo>
                    <a:pt x="67" y="41"/>
                  </a:lnTo>
                  <a:lnTo>
                    <a:pt x="63" y="41"/>
                  </a:lnTo>
                  <a:lnTo>
                    <a:pt x="67" y="41"/>
                  </a:lnTo>
                  <a:lnTo>
                    <a:pt x="67" y="37"/>
                  </a:lnTo>
                  <a:lnTo>
                    <a:pt x="63" y="33"/>
                  </a:lnTo>
                  <a:lnTo>
                    <a:pt x="63" y="29"/>
                  </a:lnTo>
                  <a:lnTo>
                    <a:pt x="63" y="29"/>
                  </a:lnTo>
                  <a:lnTo>
                    <a:pt x="63" y="26"/>
                  </a:lnTo>
                  <a:lnTo>
                    <a:pt x="67" y="29"/>
                  </a:lnTo>
                  <a:lnTo>
                    <a:pt x="63" y="26"/>
                  </a:lnTo>
                  <a:lnTo>
                    <a:pt x="60" y="26"/>
                  </a:lnTo>
                  <a:lnTo>
                    <a:pt x="56" y="18"/>
                  </a:lnTo>
                  <a:lnTo>
                    <a:pt x="52" y="18"/>
                  </a:lnTo>
                  <a:lnTo>
                    <a:pt x="49" y="18"/>
                  </a:lnTo>
                  <a:lnTo>
                    <a:pt x="49" y="22"/>
                  </a:lnTo>
                  <a:lnTo>
                    <a:pt x="45" y="22"/>
                  </a:lnTo>
                  <a:lnTo>
                    <a:pt x="41" y="18"/>
                  </a:lnTo>
                  <a:lnTo>
                    <a:pt x="45" y="11"/>
                  </a:lnTo>
                  <a:lnTo>
                    <a:pt x="45" y="11"/>
                  </a:lnTo>
                  <a:lnTo>
                    <a:pt x="49" y="7"/>
                  </a:lnTo>
                  <a:lnTo>
                    <a:pt x="49" y="7"/>
                  </a:lnTo>
                  <a:lnTo>
                    <a:pt x="52" y="3"/>
                  </a:lnTo>
                  <a:lnTo>
                    <a:pt x="49" y="7"/>
                  </a:lnTo>
                  <a:lnTo>
                    <a:pt x="52" y="3"/>
                  </a:lnTo>
                  <a:lnTo>
                    <a:pt x="56" y="0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49" y="3"/>
                  </a:lnTo>
                  <a:lnTo>
                    <a:pt x="45" y="7"/>
                  </a:lnTo>
                  <a:lnTo>
                    <a:pt x="45" y="3"/>
                  </a:lnTo>
                  <a:lnTo>
                    <a:pt x="49" y="3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45" y="3"/>
                  </a:lnTo>
                  <a:lnTo>
                    <a:pt x="41" y="3"/>
                  </a:lnTo>
                  <a:lnTo>
                    <a:pt x="41" y="0"/>
                  </a:lnTo>
                  <a:lnTo>
                    <a:pt x="38" y="3"/>
                  </a:lnTo>
                  <a:lnTo>
                    <a:pt x="38" y="3"/>
                  </a:lnTo>
                  <a:lnTo>
                    <a:pt x="34" y="3"/>
                  </a:lnTo>
                  <a:lnTo>
                    <a:pt x="34" y="7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4" y="7"/>
                  </a:lnTo>
                  <a:lnTo>
                    <a:pt x="34" y="11"/>
                  </a:lnTo>
                  <a:lnTo>
                    <a:pt x="30" y="11"/>
                  </a:lnTo>
                  <a:lnTo>
                    <a:pt x="30" y="15"/>
                  </a:lnTo>
                  <a:lnTo>
                    <a:pt x="34" y="15"/>
                  </a:lnTo>
                  <a:lnTo>
                    <a:pt x="34" y="15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4" y="18"/>
                  </a:lnTo>
                  <a:lnTo>
                    <a:pt x="30" y="18"/>
                  </a:lnTo>
                  <a:lnTo>
                    <a:pt x="34" y="18"/>
                  </a:lnTo>
                  <a:lnTo>
                    <a:pt x="26" y="22"/>
                  </a:lnTo>
                  <a:lnTo>
                    <a:pt x="26" y="18"/>
                  </a:lnTo>
                  <a:lnTo>
                    <a:pt x="23" y="22"/>
                  </a:lnTo>
                  <a:lnTo>
                    <a:pt x="23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2" y="18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5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8" y="26"/>
                  </a:lnTo>
                  <a:lnTo>
                    <a:pt x="12" y="26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2" y="29"/>
                  </a:lnTo>
                  <a:lnTo>
                    <a:pt x="12" y="33"/>
                  </a:lnTo>
                  <a:lnTo>
                    <a:pt x="15" y="33"/>
                  </a:lnTo>
                  <a:lnTo>
                    <a:pt x="8" y="33"/>
                  </a:lnTo>
                  <a:lnTo>
                    <a:pt x="12" y="37"/>
                  </a:lnTo>
                  <a:lnTo>
                    <a:pt x="8" y="37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2" y="37"/>
                  </a:lnTo>
                  <a:lnTo>
                    <a:pt x="15" y="37"/>
                  </a:lnTo>
                  <a:lnTo>
                    <a:pt x="15" y="41"/>
                  </a:lnTo>
                  <a:lnTo>
                    <a:pt x="26" y="41"/>
                  </a:lnTo>
                  <a:lnTo>
                    <a:pt x="23" y="44"/>
                  </a:lnTo>
                  <a:lnTo>
                    <a:pt x="19" y="44"/>
                  </a:lnTo>
                  <a:lnTo>
                    <a:pt x="15" y="48"/>
                  </a:lnTo>
                  <a:lnTo>
                    <a:pt x="19" y="48"/>
                  </a:lnTo>
                  <a:lnTo>
                    <a:pt x="15" y="52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5" y="52"/>
                  </a:lnTo>
                  <a:lnTo>
                    <a:pt x="19" y="55"/>
                  </a:lnTo>
                  <a:lnTo>
                    <a:pt x="23" y="55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26" y="52"/>
                  </a:lnTo>
                  <a:lnTo>
                    <a:pt x="19" y="55"/>
                  </a:lnTo>
                  <a:lnTo>
                    <a:pt x="15" y="55"/>
                  </a:lnTo>
                  <a:lnTo>
                    <a:pt x="12" y="55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63"/>
                  </a:lnTo>
                  <a:lnTo>
                    <a:pt x="8" y="63"/>
                  </a:lnTo>
                  <a:lnTo>
                    <a:pt x="8" y="59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12" y="63"/>
                  </a:lnTo>
                  <a:lnTo>
                    <a:pt x="8" y="66"/>
                  </a:lnTo>
                  <a:lnTo>
                    <a:pt x="4" y="66"/>
                  </a:lnTo>
                  <a:lnTo>
                    <a:pt x="4" y="70"/>
                  </a:lnTo>
                  <a:lnTo>
                    <a:pt x="4" y="70"/>
                  </a:lnTo>
                  <a:lnTo>
                    <a:pt x="4" y="70"/>
                  </a:lnTo>
                  <a:lnTo>
                    <a:pt x="12" y="70"/>
                  </a:lnTo>
                  <a:lnTo>
                    <a:pt x="8" y="74"/>
                  </a:lnTo>
                  <a:lnTo>
                    <a:pt x="4" y="74"/>
                  </a:lnTo>
                  <a:lnTo>
                    <a:pt x="8" y="74"/>
                  </a:lnTo>
                  <a:lnTo>
                    <a:pt x="15" y="70"/>
                  </a:lnTo>
                  <a:lnTo>
                    <a:pt x="15" y="74"/>
                  </a:lnTo>
                  <a:lnTo>
                    <a:pt x="12" y="74"/>
                  </a:lnTo>
                  <a:lnTo>
                    <a:pt x="12" y="74"/>
                  </a:lnTo>
                  <a:lnTo>
                    <a:pt x="12" y="78"/>
                  </a:lnTo>
                  <a:lnTo>
                    <a:pt x="15" y="74"/>
                  </a:lnTo>
                  <a:lnTo>
                    <a:pt x="19" y="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1" name="Freeform 69"/>
            <p:cNvSpPr>
              <a:spLocks noEditPoints="1"/>
            </p:cNvSpPr>
            <p:nvPr/>
          </p:nvSpPr>
          <p:spPr bwMode="auto">
            <a:xfrm>
              <a:off x="4145057" y="1830153"/>
              <a:ext cx="181415" cy="301072"/>
            </a:xfrm>
            <a:custGeom>
              <a:avLst/>
              <a:gdLst>
                <a:gd name="T0" fmla="*/ 1 w 38"/>
                <a:gd name="T1" fmla="*/ 36 h 63"/>
                <a:gd name="T2" fmla="*/ 9 w 38"/>
                <a:gd name="T3" fmla="*/ 36 h 63"/>
                <a:gd name="T4" fmla="*/ 8 w 38"/>
                <a:gd name="T5" fmla="*/ 40 h 63"/>
                <a:gd name="T6" fmla="*/ 27 w 38"/>
                <a:gd name="T7" fmla="*/ 0 h 63"/>
                <a:gd name="T8" fmla="*/ 26 w 38"/>
                <a:gd name="T9" fmla="*/ 1 h 63"/>
                <a:gd name="T10" fmla="*/ 25 w 38"/>
                <a:gd name="T11" fmla="*/ 2 h 63"/>
                <a:gd name="T12" fmla="*/ 35 w 38"/>
                <a:gd name="T13" fmla="*/ 54 h 63"/>
                <a:gd name="T14" fmla="*/ 25 w 38"/>
                <a:gd name="T15" fmla="*/ 59 h 63"/>
                <a:gd name="T16" fmla="*/ 4 w 38"/>
                <a:gd name="T17" fmla="*/ 26 h 63"/>
                <a:gd name="T18" fmla="*/ 6 w 38"/>
                <a:gd name="T19" fmla="*/ 23 h 63"/>
                <a:gd name="T20" fmla="*/ 18 w 38"/>
                <a:gd name="T21" fmla="*/ 12 h 63"/>
                <a:gd name="T22" fmla="*/ 17 w 38"/>
                <a:gd name="T23" fmla="*/ 14 h 63"/>
                <a:gd name="T24" fmla="*/ 7 w 38"/>
                <a:gd name="T25" fmla="*/ 16 h 63"/>
                <a:gd name="T26" fmla="*/ 5 w 38"/>
                <a:gd name="T27" fmla="*/ 18 h 63"/>
                <a:gd name="T28" fmla="*/ 3 w 38"/>
                <a:gd name="T29" fmla="*/ 21 h 63"/>
                <a:gd name="T30" fmla="*/ 3 w 38"/>
                <a:gd name="T31" fmla="*/ 22 h 63"/>
                <a:gd name="T32" fmla="*/ 6 w 38"/>
                <a:gd name="T33" fmla="*/ 22 h 63"/>
                <a:gd name="T34" fmla="*/ 7 w 38"/>
                <a:gd name="T35" fmla="*/ 22 h 63"/>
                <a:gd name="T36" fmla="*/ 8 w 38"/>
                <a:gd name="T37" fmla="*/ 26 h 63"/>
                <a:gd name="T38" fmla="*/ 8 w 38"/>
                <a:gd name="T39" fmla="*/ 30 h 63"/>
                <a:gd name="T40" fmla="*/ 11 w 38"/>
                <a:gd name="T41" fmla="*/ 33 h 63"/>
                <a:gd name="T42" fmla="*/ 12 w 38"/>
                <a:gd name="T43" fmla="*/ 40 h 63"/>
                <a:gd name="T44" fmla="*/ 11 w 38"/>
                <a:gd name="T45" fmla="*/ 62 h 63"/>
                <a:gd name="T46" fmla="*/ 17 w 38"/>
                <a:gd name="T47" fmla="*/ 62 h 63"/>
                <a:gd name="T48" fmla="*/ 22 w 38"/>
                <a:gd name="T49" fmla="*/ 59 h 63"/>
                <a:gd name="T50" fmla="*/ 28 w 38"/>
                <a:gd name="T51" fmla="*/ 59 h 63"/>
                <a:gd name="T52" fmla="*/ 35 w 38"/>
                <a:gd name="T53" fmla="*/ 57 h 63"/>
                <a:gd name="T54" fmla="*/ 34 w 38"/>
                <a:gd name="T55" fmla="*/ 54 h 63"/>
                <a:gd name="T56" fmla="*/ 35 w 38"/>
                <a:gd name="T57" fmla="*/ 52 h 63"/>
                <a:gd name="T58" fmla="*/ 37 w 38"/>
                <a:gd name="T59" fmla="*/ 51 h 63"/>
                <a:gd name="T60" fmla="*/ 31 w 38"/>
                <a:gd name="T61" fmla="*/ 46 h 63"/>
                <a:gd name="T62" fmla="*/ 28 w 38"/>
                <a:gd name="T63" fmla="*/ 42 h 63"/>
                <a:gd name="T64" fmla="*/ 29 w 38"/>
                <a:gd name="T65" fmla="*/ 39 h 63"/>
                <a:gd name="T66" fmla="*/ 23 w 38"/>
                <a:gd name="T67" fmla="*/ 32 h 63"/>
                <a:gd name="T68" fmla="*/ 16 w 38"/>
                <a:gd name="T69" fmla="*/ 29 h 63"/>
                <a:gd name="T70" fmla="*/ 17 w 38"/>
                <a:gd name="T71" fmla="*/ 27 h 63"/>
                <a:gd name="T72" fmla="*/ 22 w 38"/>
                <a:gd name="T73" fmla="*/ 22 h 63"/>
                <a:gd name="T74" fmla="*/ 16 w 38"/>
                <a:gd name="T75" fmla="*/ 20 h 63"/>
                <a:gd name="T76" fmla="*/ 15 w 38"/>
                <a:gd name="T77" fmla="*/ 18 h 63"/>
                <a:gd name="T78" fmla="*/ 15 w 38"/>
                <a:gd name="T79" fmla="*/ 15 h 63"/>
                <a:gd name="T80" fmla="*/ 11 w 38"/>
                <a:gd name="T81" fmla="*/ 15 h 63"/>
                <a:gd name="T82" fmla="*/ 10 w 38"/>
                <a:gd name="T83" fmla="*/ 19 h 63"/>
                <a:gd name="T84" fmla="*/ 9 w 38"/>
                <a:gd name="T85" fmla="*/ 21 h 63"/>
                <a:gd name="T86" fmla="*/ 9 w 38"/>
                <a:gd name="T87" fmla="*/ 22 h 63"/>
                <a:gd name="T88" fmla="*/ 8 w 38"/>
                <a:gd name="T89" fmla="*/ 25 h 63"/>
                <a:gd name="T90" fmla="*/ 9 w 38"/>
                <a:gd name="T91" fmla="*/ 26 h 63"/>
                <a:gd name="T92" fmla="*/ 9 w 38"/>
                <a:gd name="T93" fmla="*/ 30 h 63"/>
                <a:gd name="T94" fmla="*/ 10 w 38"/>
                <a:gd name="T95" fmla="*/ 31 h 63"/>
                <a:gd name="T96" fmla="*/ 12 w 38"/>
                <a:gd name="T97" fmla="*/ 28 h 63"/>
                <a:gd name="T98" fmla="*/ 11 w 38"/>
                <a:gd name="T99" fmla="*/ 35 h 63"/>
                <a:gd name="T100" fmla="*/ 15 w 38"/>
                <a:gd name="T101" fmla="*/ 36 h 63"/>
                <a:gd name="T102" fmla="*/ 19 w 38"/>
                <a:gd name="T103" fmla="*/ 39 h 63"/>
                <a:gd name="T104" fmla="*/ 19 w 38"/>
                <a:gd name="T105" fmla="*/ 44 h 63"/>
                <a:gd name="T106" fmla="*/ 12 w 38"/>
                <a:gd name="T107" fmla="*/ 47 h 63"/>
                <a:gd name="T108" fmla="*/ 13 w 38"/>
                <a:gd name="T109" fmla="*/ 51 h 63"/>
                <a:gd name="T110" fmla="*/ 11 w 38"/>
                <a:gd name="T111" fmla="*/ 54 h 63"/>
                <a:gd name="T112" fmla="*/ 16 w 38"/>
                <a:gd name="T113" fmla="*/ 55 h 63"/>
                <a:gd name="T114" fmla="*/ 18 w 38"/>
                <a:gd name="T115" fmla="*/ 56 h 63"/>
                <a:gd name="T116" fmla="*/ 11 w 38"/>
                <a:gd name="T117" fmla="*/ 60 h 63"/>
                <a:gd name="T118" fmla="*/ 10 w 38"/>
                <a:gd name="T119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8" h="63">
                  <a:moveTo>
                    <a:pt x="7" y="41"/>
                  </a:moveTo>
                  <a:cubicBezTo>
                    <a:pt x="6" y="40"/>
                    <a:pt x="6" y="40"/>
                    <a:pt x="6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7" y="41"/>
                    <a:pt x="7" y="41"/>
                    <a:pt x="7" y="41"/>
                  </a:cubicBezTo>
                  <a:close/>
                  <a:moveTo>
                    <a:pt x="25" y="5"/>
                  </a:moveTo>
                  <a:cubicBezTo>
                    <a:pt x="25" y="5"/>
                    <a:pt x="25" y="5"/>
                    <a:pt x="25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5" y="5"/>
                    <a:pt x="25" y="5"/>
                    <a:pt x="25" y="5"/>
                  </a:cubicBezTo>
                  <a:close/>
                  <a:moveTo>
                    <a:pt x="27" y="1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7" y="1"/>
                    <a:pt x="27" y="1"/>
                  </a:cubicBezTo>
                  <a:close/>
                  <a:moveTo>
                    <a:pt x="25" y="2"/>
                  </a:moveTo>
                  <a:cubicBezTo>
                    <a:pt x="25" y="1"/>
                    <a:pt x="25" y="1"/>
                    <a:pt x="25" y="1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5" y="2"/>
                    <a:pt x="25" y="2"/>
                  </a:cubicBezTo>
                  <a:close/>
                  <a:moveTo>
                    <a:pt x="26" y="2"/>
                  </a:moveTo>
                  <a:cubicBezTo>
                    <a:pt x="25" y="1"/>
                    <a:pt x="25" y="1"/>
                    <a:pt x="25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6" y="2"/>
                    <a:pt x="26" y="2"/>
                  </a:cubicBezTo>
                  <a:close/>
                  <a:moveTo>
                    <a:pt x="25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5" y="4"/>
                    <a:pt x="25" y="4"/>
                    <a:pt x="25" y="4"/>
                  </a:cubicBezTo>
                  <a:close/>
                  <a:moveTo>
                    <a:pt x="34" y="55"/>
                  </a:moveTo>
                  <a:cubicBezTo>
                    <a:pt x="35" y="55"/>
                    <a:pt x="35" y="55"/>
                    <a:pt x="35" y="55"/>
                  </a:cubicBezTo>
                  <a:cubicBezTo>
                    <a:pt x="35" y="55"/>
                    <a:pt x="35" y="55"/>
                    <a:pt x="35" y="55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5"/>
                    <a:pt x="34" y="55"/>
                  </a:cubicBezTo>
                  <a:close/>
                  <a:moveTo>
                    <a:pt x="25" y="59"/>
                  </a:moveTo>
                  <a:cubicBezTo>
                    <a:pt x="26" y="59"/>
                    <a:pt x="26" y="59"/>
                    <a:pt x="26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5" y="59"/>
                    <a:pt x="25" y="59"/>
                    <a:pt x="25" y="59"/>
                  </a:cubicBezTo>
                  <a:close/>
                  <a:moveTo>
                    <a:pt x="11" y="30"/>
                  </a:moveTo>
                  <a:cubicBezTo>
                    <a:pt x="11" y="30"/>
                    <a:pt x="11" y="30"/>
                    <a:pt x="11" y="30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0"/>
                    <a:pt x="11" y="30"/>
                    <a:pt x="11" y="30"/>
                  </a:cubicBezTo>
                  <a:close/>
                  <a:moveTo>
                    <a:pt x="7" y="29"/>
                  </a:move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lose/>
                  <a:moveTo>
                    <a:pt x="4" y="27"/>
                  </a:moveTo>
                  <a:cubicBezTo>
                    <a:pt x="4" y="26"/>
                    <a:pt x="4" y="26"/>
                    <a:pt x="4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4" y="27"/>
                    <a:pt x="4" y="27"/>
                    <a:pt x="4" y="27"/>
                  </a:cubicBezTo>
                  <a:close/>
                  <a:moveTo>
                    <a:pt x="5" y="26"/>
                  </a:moveTo>
                  <a:cubicBezTo>
                    <a:pt x="6" y="25"/>
                    <a:pt x="6" y="25"/>
                    <a:pt x="6" y="25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6"/>
                    <a:pt x="5" y="26"/>
                    <a:pt x="5" y="26"/>
                  </a:cubicBezTo>
                  <a:close/>
                  <a:moveTo>
                    <a:pt x="7" y="24"/>
                  </a:move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lose/>
                  <a:moveTo>
                    <a:pt x="6" y="23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lose/>
                  <a:moveTo>
                    <a:pt x="18" y="12"/>
                  </a:moveTo>
                  <a:cubicBezTo>
                    <a:pt x="18" y="12"/>
                    <a:pt x="18" y="12"/>
                    <a:pt x="18" y="12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12"/>
                    <a:pt x="18" y="12"/>
                    <a:pt x="18" y="12"/>
                  </a:cubicBezTo>
                  <a:close/>
                  <a:moveTo>
                    <a:pt x="17" y="12"/>
                  </a:moveTo>
                  <a:cubicBezTo>
                    <a:pt x="17" y="12"/>
                    <a:pt x="17" y="12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2"/>
                    <a:pt x="17" y="12"/>
                    <a:pt x="17" y="12"/>
                  </a:cubicBezTo>
                  <a:close/>
                  <a:moveTo>
                    <a:pt x="17" y="13"/>
                  </a:moveTo>
                  <a:cubicBezTo>
                    <a:pt x="17" y="14"/>
                    <a:pt x="17" y="14"/>
                    <a:pt x="17" y="14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lose/>
                  <a:moveTo>
                    <a:pt x="4" y="18"/>
                  </a:moveTo>
                  <a:cubicBezTo>
                    <a:pt x="4" y="18"/>
                    <a:pt x="4" y="18"/>
                    <a:pt x="4" y="1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lose/>
                  <a:moveTo>
                    <a:pt x="4" y="19"/>
                  </a:moveTo>
                  <a:cubicBezTo>
                    <a:pt x="4" y="19"/>
                    <a:pt x="4" y="19"/>
                    <a:pt x="4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lose/>
                  <a:moveTo>
                    <a:pt x="4" y="20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lose/>
                  <a:moveTo>
                    <a:pt x="3" y="21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3" y="21"/>
                    <a:pt x="3" y="21"/>
                    <a:pt x="3" y="21"/>
                  </a:cubicBezTo>
                  <a:close/>
                  <a:moveTo>
                    <a:pt x="2" y="23"/>
                  </a:moveTo>
                  <a:cubicBezTo>
                    <a:pt x="3" y="24"/>
                    <a:pt x="3" y="24"/>
                    <a:pt x="3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3"/>
                    <a:pt x="2" y="23"/>
                    <a:pt x="2" y="23"/>
                  </a:cubicBezTo>
                  <a:close/>
                  <a:moveTo>
                    <a:pt x="3" y="23"/>
                  </a:move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lose/>
                  <a:moveTo>
                    <a:pt x="8" y="23"/>
                  </a:moveTo>
                  <a:cubicBezTo>
                    <a:pt x="8" y="23"/>
                    <a:pt x="8" y="23"/>
                    <a:pt x="8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lose/>
                  <a:moveTo>
                    <a:pt x="6" y="28"/>
                  </a:moveTo>
                  <a:cubicBezTo>
                    <a:pt x="8" y="27"/>
                    <a:pt x="8" y="27"/>
                    <a:pt x="8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8"/>
                    <a:pt x="6" y="28"/>
                    <a:pt x="6" y="28"/>
                  </a:cubicBezTo>
                  <a:close/>
                  <a:moveTo>
                    <a:pt x="7" y="30"/>
                  </a:moveTo>
                  <a:cubicBezTo>
                    <a:pt x="7" y="30"/>
                    <a:pt x="7" y="30"/>
                    <a:pt x="7" y="30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7" y="30"/>
                    <a:pt x="7" y="30"/>
                    <a:pt x="7" y="30"/>
                  </a:cubicBezTo>
                  <a:close/>
                  <a:moveTo>
                    <a:pt x="6" y="31"/>
                  </a:moveTo>
                  <a:cubicBezTo>
                    <a:pt x="7" y="31"/>
                    <a:pt x="7" y="31"/>
                    <a:pt x="7" y="31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6" y="31"/>
                  </a:cubicBezTo>
                  <a:close/>
                  <a:moveTo>
                    <a:pt x="10" y="31"/>
                  </a:moveTo>
                  <a:cubicBezTo>
                    <a:pt x="10" y="33"/>
                    <a:pt x="10" y="33"/>
                    <a:pt x="10" y="33"/>
                  </a:cubicBezTo>
                  <a:cubicBezTo>
                    <a:pt x="11" y="33"/>
                    <a:pt x="11" y="33"/>
                    <a:pt x="11" y="33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lose/>
                  <a:moveTo>
                    <a:pt x="13" y="45"/>
                  </a:moveTo>
                  <a:cubicBezTo>
                    <a:pt x="14" y="45"/>
                    <a:pt x="14" y="45"/>
                    <a:pt x="14" y="45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3" y="44"/>
                    <a:pt x="13" y="44"/>
                    <a:pt x="13" y="44"/>
                  </a:cubicBezTo>
                  <a:cubicBezTo>
                    <a:pt x="13" y="44"/>
                    <a:pt x="13" y="45"/>
                    <a:pt x="13" y="45"/>
                  </a:cubicBezTo>
                  <a:close/>
                  <a:moveTo>
                    <a:pt x="12" y="40"/>
                  </a:moveTo>
                  <a:cubicBezTo>
                    <a:pt x="12" y="39"/>
                    <a:pt x="12" y="39"/>
                    <a:pt x="12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40"/>
                    <a:pt x="12" y="40"/>
                    <a:pt x="12" y="40"/>
                  </a:cubicBezTo>
                  <a:close/>
                  <a:moveTo>
                    <a:pt x="10" y="63"/>
                  </a:moveTo>
                  <a:cubicBezTo>
                    <a:pt x="11" y="63"/>
                    <a:pt x="11" y="63"/>
                    <a:pt x="11" y="63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17" y="61"/>
                    <a:pt x="17" y="61"/>
                    <a:pt x="17" y="61"/>
                  </a:cubicBezTo>
                  <a:cubicBezTo>
                    <a:pt x="17" y="61"/>
                    <a:pt x="17" y="61"/>
                    <a:pt x="17" y="61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33" y="58"/>
                    <a:pt x="33" y="58"/>
                    <a:pt x="33" y="58"/>
                  </a:cubicBezTo>
                  <a:cubicBezTo>
                    <a:pt x="33" y="58"/>
                    <a:pt x="33" y="58"/>
                    <a:pt x="33" y="58"/>
                  </a:cubicBezTo>
                  <a:cubicBezTo>
                    <a:pt x="34" y="58"/>
                    <a:pt x="34" y="58"/>
                    <a:pt x="34" y="58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5" y="55"/>
                    <a:pt x="35" y="55"/>
                    <a:pt x="35" y="55"/>
                  </a:cubicBezTo>
                  <a:cubicBezTo>
                    <a:pt x="35" y="55"/>
                    <a:pt x="35" y="55"/>
                    <a:pt x="35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52"/>
                    <a:pt x="35" y="52"/>
                    <a:pt x="35" y="5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1"/>
                    <a:pt x="37" y="51"/>
                    <a:pt x="37" y="51"/>
                  </a:cubicBezTo>
                  <a:cubicBezTo>
                    <a:pt x="37" y="51"/>
                    <a:pt x="37" y="51"/>
                    <a:pt x="37" y="51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5"/>
                    <a:pt x="20" y="25"/>
                    <a:pt x="20" y="25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9" y="29"/>
                    <a:pt x="9" y="29"/>
                    <a:pt x="9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8" y="43"/>
                    <a:pt x="18" y="43"/>
                    <a:pt x="18" y="43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4" y="45"/>
                    <a:pt x="14" y="45"/>
                    <a:pt x="14" y="45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0" y="53"/>
                    <a:pt x="10" y="53"/>
                    <a:pt x="10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4"/>
                    <a:pt x="15" y="54"/>
                    <a:pt x="15" y="54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5" y="54"/>
                    <a:pt x="15" y="54"/>
                    <a:pt x="15" y="54"/>
                  </a:cubicBezTo>
                  <a:cubicBezTo>
                    <a:pt x="15" y="54"/>
                    <a:pt x="15" y="54"/>
                    <a:pt x="15" y="54"/>
                  </a:cubicBezTo>
                  <a:cubicBezTo>
                    <a:pt x="16" y="54"/>
                    <a:pt x="16" y="54"/>
                    <a:pt x="16" y="54"/>
                  </a:cubicBezTo>
                  <a:cubicBezTo>
                    <a:pt x="16" y="55"/>
                    <a:pt x="16" y="55"/>
                    <a:pt x="16" y="55"/>
                  </a:cubicBezTo>
                  <a:cubicBezTo>
                    <a:pt x="17" y="55"/>
                    <a:pt x="17" y="55"/>
                    <a:pt x="17" y="55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10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2" name="Freeform 70"/>
            <p:cNvSpPr>
              <a:spLocks noEditPoints="1"/>
            </p:cNvSpPr>
            <p:nvPr/>
          </p:nvSpPr>
          <p:spPr bwMode="auto">
            <a:xfrm>
              <a:off x="4202957" y="2102919"/>
              <a:ext cx="275339" cy="229020"/>
            </a:xfrm>
            <a:custGeom>
              <a:avLst/>
              <a:gdLst>
                <a:gd name="T0" fmla="*/ 166 w 214"/>
                <a:gd name="T1" fmla="*/ 85 h 178"/>
                <a:gd name="T2" fmla="*/ 155 w 214"/>
                <a:gd name="T3" fmla="*/ 92 h 178"/>
                <a:gd name="T4" fmla="*/ 159 w 214"/>
                <a:gd name="T5" fmla="*/ 81 h 178"/>
                <a:gd name="T6" fmla="*/ 170 w 214"/>
                <a:gd name="T7" fmla="*/ 67 h 178"/>
                <a:gd name="T8" fmla="*/ 177 w 214"/>
                <a:gd name="T9" fmla="*/ 67 h 178"/>
                <a:gd name="T10" fmla="*/ 181 w 214"/>
                <a:gd name="T11" fmla="*/ 48 h 178"/>
                <a:gd name="T12" fmla="*/ 185 w 214"/>
                <a:gd name="T13" fmla="*/ 37 h 178"/>
                <a:gd name="T14" fmla="*/ 170 w 214"/>
                <a:gd name="T15" fmla="*/ 33 h 178"/>
                <a:gd name="T16" fmla="*/ 159 w 214"/>
                <a:gd name="T17" fmla="*/ 29 h 178"/>
                <a:gd name="T18" fmla="*/ 144 w 214"/>
                <a:gd name="T19" fmla="*/ 26 h 178"/>
                <a:gd name="T20" fmla="*/ 133 w 214"/>
                <a:gd name="T21" fmla="*/ 18 h 178"/>
                <a:gd name="T22" fmla="*/ 122 w 214"/>
                <a:gd name="T23" fmla="*/ 11 h 178"/>
                <a:gd name="T24" fmla="*/ 111 w 214"/>
                <a:gd name="T25" fmla="*/ 0 h 178"/>
                <a:gd name="T26" fmla="*/ 96 w 214"/>
                <a:gd name="T27" fmla="*/ 3 h 178"/>
                <a:gd name="T28" fmla="*/ 92 w 214"/>
                <a:gd name="T29" fmla="*/ 18 h 178"/>
                <a:gd name="T30" fmla="*/ 70 w 214"/>
                <a:gd name="T31" fmla="*/ 26 h 178"/>
                <a:gd name="T32" fmla="*/ 63 w 214"/>
                <a:gd name="T33" fmla="*/ 33 h 178"/>
                <a:gd name="T34" fmla="*/ 55 w 214"/>
                <a:gd name="T35" fmla="*/ 26 h 178"/>
                <a:gd name="T36" fmla="*/ 44 w 214"/>
                <a:gd name="T37" fmla="*/ 29 h 178"/>
                <a:gd name="T38" fmla="*/ 48 w 214"/>
                <a:gd name="T39" fmla="*/ 41 h 178"/>
                <a:gd name="T40" fmla="*/ 40 w 214"/>
                <a:gd name="T41" fmla="*/ 44 h 178"/>
                <a:gd name="T42" fmla="*/ 26 w 214"/>
                <a:gd name="T43" fmla="*/ 41 h 178"/>
                <a:gd name="T44" fmla="*/ 11 w 214"/>
                <a:gd name="T45" fmla="*/ 44 h 178"/>
                <a:gd name="T46" fmla="*/ 0 w 214"/>
                <a:gd name="T47" fmla="*/ 52 h 178"/>
                <a:gd name="T48" fmla="*/ 3 w 214"/>
                <a:gd name="T49" fmla="*/ 52 h 178"/>
                <a:gd name="T50" fmla="*/ 3 w 214"/>
                <a:gd name="T51" fmla="*/ 55 h 178"/>
                <a:gd name="T52" fmla="*/ 7 w 214"/>
                <a:gd name="T53" fmla="*/ 63 h 178"/>
                <a:gd name="T54" fmla="*/ 22 w 214"/>
                <a:gd name="T55" fmla="*/ 63 h 178"/>
                <a:gd name="T56" fmla="*/ 29 w 214"/>
                <a:gd name="T57" fmla="*/ 67 h 178"/>
                <a:gd name="T58" fmla="*/ 37 w 214"/>
                <a:gd name="T59" fmla="*/ 70 h 178"/>
                <a:gd name="T60" fmla="*/ 44 w 214"/>
                <a:gd name="T61" fmla="*/ 70 h 178"/>
                <a:gd name="T62" fmla="*/ 40 w 214"/>
                <a:gd name="T63" fmla="*/ 81 h 178"/>
                <a:gd name="T64" fmla="*/ 55 w 214"/>
                <a:gd name="T65" fmla="*/ 89 h 178"/>
                <a:gd name="T66" fmla="*/ 51 w 214"/>
                <a:gd name="T67" fmla="*/ 100 h 178"/>
                <a:gd name="T68" fmla="*/ 59 w 214"/>
                <a:gd name="T69" fmla="*/ 104 h 178"/>
                <a:gd name="T70" fmla="*/ 55 w 214"/>
                <a:gd name="T71" fmla="*/ 118 h 178"/>
                <a:gd name="T72" fmla="*/ 48 w 214"/>
                <a:gd name="T73" fmla="*/ 141 h 178"/>
                <a:gd name="T74" fmla="*/ 55 w 214"/>
                <a:gd name="T75" fmla="*/ 148 h 178"/>
                <a:gd name="T76" fmla="*/ 77 w 214"/>
                <a:gd name="T77" fmla="*/ 156 h 178"/>
                <a:gd name="T78" fmla="*/ 96 w 214"/>
                <a:gd name="T79" fmla="*/ 156 h 178"/>
                <a:gd name="T80" fmla="*/ 114 w 214"/>
                <a:gd name="T81" fmla="*/ 159 h 178"/>
                <a:gd name="T82" fmla="*/ 126 w 214"/>
                <a:gd name="T83" fmla="*/ 137 h 178"/>
                <a:gd name="T84" fmla="*/ 140 w 214"/>
                <a:gd name="T85" fmla="*/ 141 h 178"/>
                <a:gd name="T86" fmla="*/ 166 w 214"/>
                <a:gd name="T87" fmla="*/ 148 h 178"/>
                <a:gd name="T88" fmla="*/ 181 w 214"/>
                <a:gd name="T89" fmla="*/ 133 h 178"/>
                <a:gd name="T90" fmla="*/ 170 w 214"/>
                <a:gd name="T91" fmla="*/ 115 h 178"/>
                <a:gd name="T92" fmla="*/ 170 w 214"/>
                <a:gd name="T93" fmla="*/ 100 h 178"/>
                <a:gd name="T94" fmla="*/ 207 w 214"/>
                <a:gd name="T95" fmla="*/ 178 h 178"/>
                <a:gd name="T96" fmla="*/ 203 w 214"/>
                <a:gd name="T97" fmla="*/ 170 h 178"/>
                <a:gd name="T98" fmla="*/ 200 w 214"/>
                <a:gd name="T99" fmla="*/ 167 h 178"/>
                <a:gd name="T100" fmla="*/ 200 w 214"/>
                <a:gd name="T101" fmla="*/ 159 h 178"/>
                <a:gd name="T102" fmla="*/ 207 w 214"/>
                <a:gd name="T103" fmla="*/ 156 h 178"/>
                <a:gd name="T104" fmla="*/ 211 w 214"/>
                <a:gd name="T105" fmla="*/ 148 h 178"/>
                <a:gd name="T106" fmla="*/ 211 w 214"/>
                <a:gd name="T107" fmla="*/ 17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14" h="178">
                  <a:moveTo>
                    <a:pt x="174" y="96"/>
                  </a:moveTo>
                  <a:lnTo>
                    <a:pt x="174" y="92"/>
                  </a:lnTo>
                  <a:lnTo>
                    <a:pt x="170" y="92"/>
                  </a:lnTo>
                  <a:lnTo>
                    <a:pt x="170" y="89"/>
                  </a:lnTo>
                  <a:lnTo>
                    <a:pt x="166" y="85"/>
                  </a:lnTo>
                  <a:lnTo>
                    <a:pt x="163" y="85"/>
                  </a:lnTo>
                  <a:lnTo>
                    <a:pt x="159" y="89"/>
                  </a:lnTo>
                  <a:lnTo>
                    <a:pt x="163" y="92"/>
                  </a:lnTo>
                  <a:lnTo>
                    <a:pt x="159" y="92"/>
                  </a:lnTo>
                  <a:lnTo>
                    <a:pt x="155" y="92"/>
                  </a:lnTo>
                  <a:lnTo>
                    <a:pt x="155" y="89"/>
                  </a:lnTo>
                  <a:lnTo>
                    <a:pt x="155" y="89"/>
                  </a:lnTo>
                  <a:lnTo>
                    <a:pt x="159" y="89"/>
                  </a:lnTo>
                  <a:lnTo>
                    <a:pt x="159" y="85"/>
                  </a:lnTo>
                  <a:lnTo>
                    <a:pt x="159" y="81"/>
                  </a:lnTo>
                  <a:lnTo>
                    <a:pt x="163" y="74"/>
                  </a:lnTo>
                  <a:lnTo>
                    <a:pt x="166" y="74"/>
                  </a:lnTo>
                  <a:lnTo>
                    <a:pt x="170" y="70"/>
                  </a:lnTo>
                  <a:lnTo>
                    <a:pt x="170" y="70"/>
                  </a:lnTo>
                  <a:lnTo>
                    <a:pt x="170" y="67"/>
                  </a:lnTo>
                  <a:lnTo>
                    <a:pt x="166" y="67"/>
                  </a:lnTo>
                  <a:lnTo>
                    <a:pt x="170" y="63"/>
                  </a:lnTo>
                  <a:lnTo>
                    <a:pt x="174" y="63"/>
                  </a:lnTo>
                  <a:lnTo>
                    <a:pt x="174" y="67"/>
                  </a:lnTo>
                  <a:lnTo>
                    <a:pt x="177" y="67"/>
                  </a:lnTo>
                  <a:lnTo>
                    <a:pt x="181" y="63"/>
                  </a:lnTo>
                  <a:lnTo>
                    <a:pt x="181" y="59"/>
                  </a:lnTo>
                  <a:lnTo>
                    <a:pt x="177" y="59"/>
                  </a:lnTo>
                  <a:lnTo>
                    <a:pt x="177" y="55"/>
                  </a:lnTo>
                  <a:lnTo>
                    <a:pt x="181" y="48"/>
                  </a:lnTo>
                  <a:lnTo>
                    <a:pt x="181" y="48"/>
                  </a:lnTo>
                  <a:lnTo>
                    <a:pt x="181" y="44"/>
                  </a:lnTo>
                  <a:lnTo>
                    <a:pt x="185" y="41"/>
                  </a:lnTo>
                  <a:lnTo>
                    <a:pt x="188" y="37"/>
                  </a:lnTo>
                  <a:lnTo>
                    <a:pt x="185" y="37"/>
                  </a:lnTo>
                  <a:lnTo>
                    <a:pt x="181" y="37"/>
                  </a:lnTo>
                  <a:lnTo>
                    <a:pt x="177" y="33"/>
                  </a:lnTo>
                  <a:lnTo>
                    <a:pt x="174" y="37"/>
                  </a:lnTo>
                  <a:lnTo>
                    <a:pt x="170" y="33"/>
                  </a:lnTo>
                  <a:lnTo>
                    <a:pt x="170" y="33"/>
                  </a:lnTo>
                  <a:lnTo>
                    <a:pt x="166" y="37"/>
                  </a:lnTo>
                  <a:lnTo>
                    <a:pt x="163" y="33"/>
                  </a:lnTo>
                  <a:lnTo>
                    <a:pt x="163" y="29"/>
                  </a:lnTo>
                  <a:lnTo>
                    <a:pt x="159" y="29"/>
                  </a:lnTo>
                  <a:lnTo>
                    <a:pt x="159" y="29"/>
                  </a:lnTo>
                  <a:lnTo>
                    <a:pt x="155" y="29"/>
                  </a:lnTo>
                  <a:lnTo>
                    <a:pt x="151" y="26"/>
                  </a:lnTo>
                  <a:lnTo>
                    <a:pt x="148" y="26"/>
                  </a:lnTo>
                  <a:lnTo>
                    <a:pt x="148" y="26"/>
                  </a:lnTo>
                  <a:lnTo>
                    <a:pt x="144" y="26"/>
                  </a:lnTo>
                  <a:lnTo>
                    <a:pt x="140" y="26"/>
                  </a:lnTo>
                  <a:lnTo>
                    <a:pt x="137" y="22"/>
                  </a:lnTo>
                  <a:lnTo>
                    <a:pt x="137" y="18"/>
                  </a:lnTo>
                  <a:lnTo>
                    <a:pt x="133" y="18"/>
                  </a:lnTo>
                  <a:lnTo>
                    <a:pt x="133" y="18"/>
                  </a:lnTo>
                  <a:lnTo>
                    <a:pt x="129" y="18"/>
                  </a:lnTo>
                  <a:lnTo>
                    <a:pt x="126" y="18"/>
                  </a:lnTo>
                  <a:lnTo>
                    <a:pt x="126" y="15"/>
                  </a:lnTo>
                  <a:lnTo>
                    <a:pt x="126" y="15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14" y="7"/>
                  </a:lnTo>
                  <a:lnTo>
                    <a:pt x="114" y="7"/>
                  </a:lnTo>
                  <a:lnTo>
                    <a:pt x="111" y="3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07" y="0"/>
                  </a:lnTo>
                  <a:lnTo>
                    <a:pt x="103" y="0"/>
                  </a:lnTo>
                  <a:lnTo>
                    <a:pt x="100" y="0"/>
                  </a:lnTo>
                  <a:lnTo>
                    <a:pt x="96" y="3"/>
                  </a:lnTo>
                  <a:lnTo>
                    <a:pt x="96" y="3"/>
                  </a:lnTo>
                  <a:lnTo>
                    <a:pt x="96" y="7"/>
                  </a:lnTo>
                  <a:lnTo>
                    <a:pt x="96" y="15"/>
                  </a:lnTo>
                  <a:lnTo>
                    <a:pt x="92" y="18"/>
                  </a:lnTo>
                  <a:lnTo>
                    <a:pt x="92" y="18"/>
                  </a:lnTo>
                  <a:lnTo>
                    <a:pt x="85" y="22"/>
                  </a:lnTo>
                  <a:lnTo>
                    <a:pt x="81" y="22"/>
                  </a:lnTo>
                  <a:lnTo>
                    <a:pt x="81" y="22"/>
                  </a:lnTo>
                  <a:lnTo>
                    <a:pt x="74" y="22"/>
                  </a:lnTo>
                  <a:lnTo>
                    <a:pt x="70" y="26"/>
                  </a:lnTo>
                  <a:lnTo>
                    <a:pt x="74" y="29"/>
                  </a:lnTo>
                  <a:lnTo>
                    <a:pt x="77" y="29"/>
                  </a:lnTo>
                  <a:lnTo>
                    <a:pt x="74" y="33"/>
                  </a:lnTo>
                  <a:lnTo>
                    <a:pt x="66" y="33"/>
                  </a:lnTo>
                  <a:lnTo>
                    <a:pt x="63" y="33"/>
                  </a:lnTo>
                  <a:lnTo>
                    <a:pt x="59" y="29"/>
                  </a:lnTo>
                  <a:lnTo>
                    <a:pt x="55" y="33"/>
                  </a:lnTo>
                  <a:lnTo>
                    <a:pt x="55" y="29"/>
                  </a:lnTo>
                  <a:lnTo>
                    <a:pt x="51" y="29"/>
                  </a:lnTo>
                  <a:lnTo>
                    <a:pt x="55" y="26"/>
                  </a:lnTo>
                  <a:lnTo>
                    <a:pt x="51" y="26"/>
                  </a:lnTo>
                  <a:lnTo>
                    <a:pt x="48" y="26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4" y="29"/>
                  </a:lnTo>
                  <a:lnTo>
                    <a:pt x="44" y="29"/>
                  </a:lnTo>
                  <a:lnTo>
                    <a:pt x="48" y="33"/>
                  </a:lnTo>
                  <a:lnTo>
                    <a:pt x="48" y="37"/>
                  </a:lnTo>
                  <a:lnTo>
                    <a:pt x="48" y="37"/>
                  </a:lnTo>
                  <a:lnTo>
                    <a:pt x="48" y="41"/>
                  </a:lnTo>
                  <a:lnTo>
                    <a:pt x="48" y="41"/>
                  </a:lnTo>
                  <a:lnTo>
                    <a:pt x="51" y="44"/>
                  </a:lnTo>
                  <a:lnTo>
                    <a:pt x="44" y="44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33" y="48"/>
                  </a:lnTo>
                  <a:lnTo>
                    <a:pt x="26" y="41"/>
                  </a:lnTo>
                  <a:lnTo>
                    <a:pt x="26" y="41"/>
                  </a:lnTo>
                  <a:lnTo>
                    <a:pt x="22" y="41"/>
                  </a:lnTo>
                  <a:lnTo>
                    <a:pt x="18" y="44"/>
                  </a:lnTo>
                  <a:lnTo>
                    <a:pt x="14" y="44"/>
                  </a:lnTo>
                  <a:lnTo>
                    <a:pt x="14" y="44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7" y="44"/>
                  </a:lnTo>
                  <a:lnTo>
                    <a:pt x="3" y="44"/>
                  </a:lnTo>
                  <a:lnTo>
                    <a:pt x="0" y="48"/>
                  </a:lnTo>
                  <a:lnTo>
                    <a:pt x="0" y="52"/>
                  </a:lnTo>
                  <a:lnTo>
                    <a:pt x="3" y="48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7" y="52"/>
                  </a:lnTo>
                  <a:lnTo>
                    <a:pt x="7" y="55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3" y="55"/>
                  </a:lnTo>
                  <a:lnTo>
                    <a:pt x="7" y="59"/>
                  </a:lnTo>
                  <a:lnTo>
                    <a:pt x="7" y="63"/>
                  </a:lnTo>
                  <a:lnTo>
                    <a:pt x="11" y="59"/>
                  </a:lnTo>
                  <a:lnTo>
                    <a:pt x="11" y="59"/>
                  </a:lnTo>
                  <a:lnTo>
                    <a:pt x="14" y="59"/>
                  </a:lnTo>
                  <a:lnTo>
                    <a:pt x="18" y="63"/>
                  </a:lnTo>
                  <a:lnTo>
                    <a:pt x="22" y="63"/>
                  </a:lnTo>
                  <a:lnTo>
                    <a:pt x="22" y="63"/>
                  </a:lnTo>
                  <a:lnTo>
                    <a:pt x="26" y="67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3" y="70"/>
                  </a:lnTo>
                  <a:lnTo>
                    <a:pt x="37" y="70"/>
                  </a:lnTo>
                  <a:lnTo>
                    <a:pt x="37" y="70"/>
                  </a:lnTo>
                  <a:lnTo>
                    <a:pt x="40" y="70"/>
                  </a:lnTo>
                  <a:lnTo>
                    <a:pt x="44" y="70"/>
                  </a:lnTo>
                  <a:lnTo>
                    <a:pt x="44" y="74"/>
                  </a:lnTo>
                  <a:lnTo>
                    <a:pt x="44" y="70"/>
                  </a:lnTo>
                  <a:lnTo>
                    <a:pt x="40" y="70"/>
                  </a:lnTo>
                  <a:lnTo>
                    <a:pt x="37" y="74"/>
                  </a:lnTo>
                  <a:lnTo>
                    <a:pt x="40" y="74"/>
                  </a:lnTo>
                  <a:lnTo>
                    <a:pt x="40" y="78"/>
                  </a:lnTo>
                  <a:lnTo>
                    <a:pt x="40" y="81"/>
                  </a:lnTo>
                  <a:lnTo>
                    <a:pt x="40" y="81"/>
                  </a:lnTo>
                  <a:lnTo>
                    <a:pt x="40" y="81"/>
                  </a:lnTo>
                  <a:lnTo>
                    <a:pt x="48" y="85"/>
                  </a:lnTo>
                  <a:lnTo>
                    <a:pt x="51" y="89"/>
                  </a:lnTo>
                  <a:lnTo>
                    <a:pt x="55" y="89"/>
                  </a:lnTo>
                  <a:lnTo>
                    <a:pt x="55" y="92"/>
                  </a:lnTo>
                  <a:lnTo>
                    <a:pt x="55" y="92"/>
                  </a:lnTo>
                  <a:lnTo>
                    <a:pt x="55" y="96"/>
                  </a:lnTo>
                  <a:lnTo>
                    <a:pt x="55" y="96"/>
                  </a:lnTo>
                  <a:lnTo>
                    <a:pt x="51" y="100"/>
                  </a:lnTo>
                  <a:lnTo>
                    <a:pt x="55" y="100"/>
                  </a:lnTo>
                  <a:lnTo>
                    <a:pt x="59" y="104"/>
                  </a:lnTo>
                  <a:lnTo>
                    <a:pt x="63" y="111"/>
                  </a:lnTo>
                  <a:lnTo>
                    <a:pt x="59" y="107"/>
                  </a:lnTo>
                  <a:lnTo>
                    <a:pt x="59" y="104"/>
                  </a:lnTo>
                  <a:lnTo>
                    <a:pt x="55" y="104"/>
                  </a:lnTo>
                  <a:lnTo>
                    <a:pt x="55" y="104"/>
                  </a:lnTo>
                  <a:lnTo>
                    <a:pt x="51" y="111"/>
                  </a:lnTo>
                  <a:lnTo>
                    <a:pt x="51" y="118"/>
                  </a:lnTo>
                  <a:lnTo>
                    <a:pt x="55" y="118"/>
                  </a:lnTo>
                  <a:lnTo>
                    <a:pt x="51" y="118"/>
                  </a:lnTo>
                  <a:lnTo>
                    <a:pt x="51" y="130"/>
                  </a:lnTo>
                  <a:lnTo>
                    <a:pt x="48" y="141"/>
                  </a:lnTo>
                  <a:lnTo>
                    <a:pt x="44" y="141"/>
                  </a:lnTo>
                  <a:lnTo>
                    <a:pt x="48" y="141"/>
                  </a:lnTo>
                  <a:lnTo>
                    <a:pt x="48" y="144"/>
                  </a:lnTo>
                  <a:lnTo>
                    <a:pt x="51" y="144"/>
                  </a:lnTo>
                  <a:lnTo>
                    <a:pt x="51" y="148"/>
                  </a:lnTo>
                  <a:lnTo>
                    <a:pt x="51" y="148"/>
                  </a:lnTo>
                  <a:lnTo>
                    <a:pt x="55" y="148"/>
                  </a:lnTo>
                  <a:lnTo>
                    <a:pt x="63" y="152"/>
                  </a:lnTo>
                  <a:lnTo>
                    <a:pt x="66" y="156"/>
                  </a:lnTo>
                  <a:lnTo>
                    <a:pt x="70" y="152"/>
                  </a:lnTo>
                  <a:lnTo>
                    <a:pt x="74" y="156"/>
                  </a:lnTo>
                  <a:lnTo>
                    <a:pt x="77" y="156"/>
                  </a:lnTo>
                  <a:lnTo>
                    <a:pt x="77" y="156"/>
                  </a:lnTo>
                  <a:lnTo>
                    <a:pt x="81" y="156"/>
                  </a:lnTo>
                  <a:lnTo>
                    <a:pt x="89" y="156"/>
                  </a:lnTo>
                  <a:lnTo>
                    <a:pt x="92" y="156"/>
                  </a:lnTo>
                  <a:lnTo>
                    <a:pt x="96" y="156"/>
                  </a:lnTo>
                  <a:lnTo>
                    <a:pt x="100" y="156"/>
                  </a:lnTo>
                  <a:lnTo>
                    <a:pt x="107" y="156"/>
                  </a:lnTo>
                  <a:lnTo>
                    <a:pt x="114" y="159"/>
                  </a:lnTo>
                  <a:lnTo>
                    <a:pt x="118" y="159"/>
                  </a:lnTo>
                  <a:lnTo>
                    <a:pt x="114" y="159"/>
                  </a:lnTo>
                  <a:lnTo>
                    <a:pt x="114" y="156"/>
                  </a:lnTo>
                  <a:lnTo>
                    <a:pt x="114" y="148"/>
                  </a:lnTo>
                  <a:lnTo>
                    <a:pt x="118" y="148"/>
                  </a:lnTo>
                  <a:lnTo>
                    <a:pt x="122" y="144"/>
                  </a:lnTo>
                  <a:lnTo>
                    <a:pt x="126" y="137"/>
                  </a:lnTo>
                  <a:lnTo>
                    <a:pt x="129" y="137"/>
                  </a:lnTo>
                  <a:lnTo>
                    <a:pt x="129" y="141"/>
                  </a:lnTo>
                  <a:lnTo>
                    <a:pt x="133" y="141"/>
                  </a:lnTo>
                  <a:lnTo>
                    <a:pt x="137" y="141"/>
                  </a:lnTo>
                  <a:lnTo>
                    <a:pt x="140" y="141"/>
                  </a:lnTo>
                  <a:lnTo>
                    <a:pt x="144" y="141"/>
                  </a:lnTo>
                  <a:lnTo>
                    <a:pt x="144" y="141"/>
                  </a:lnTo>
                  <a:lnTo>
                    <a:pt x="155" y="144"/>
                  </a:lnTo>
                  <a:lnTo>
                    <a:pt x="159" y="148"/>
                  </a:lnTo>
                  <a:lnTo>
                    <a:pt x="166" y="148"/>
                  </a:lnTo>
                  <a:lnTo>
                    <a:pt x="166" y="144"/>
                  </a:lnTo>
                  <a:lnTo>
                    <a:pt x="166" y="144"/>
                  </a:lnTo>
                  <a:lnTo>
                    <a:pt x="170" y="141"/>
                  </a:lnTo>
                  <a:lnTo>
                    <a:pt x="181" y="133"/>
                  </a:lnTo>
                  <a:lnTo>
                    <a:pt x="181" y="133"/>
                  </a:lnTo>
                  <a:lnTo>
                    <a:pt x="181" y="130"/>
                  </a:lnTo>
                  <a:lnTo>
                    <a:pt x="181" y="126"/>
                  </a:lnTo>
                  <a:lnTo>
                    <a:pt x="177" y="126"/>
                  </a:lnTo>
                  <a:lnTo>
                    <a:pt x="174" y="122"/>
                  </a:lnTo>
                  <a:lnTo>
                    <a:pt x="170" y="115"/>
                  </a:lnTo>
                  <a:lnTo>
                    <a:pt x="166" y="111"/>
                  </a:lnTo>
                  <a:lnTo>
                    <a:pt x="170" y="111"/>
                  </a:lnTo>
                  <a:lnTo>
                    <a:pt x="174" y="107"/>
                  </a:lnTo>
                  <a:lnTo>
                    <a:pt x="174" y="104"/>
                  </a:lnTo>
                  <a:lnTo>
                    <a:pt x="170" y="100"/>
                  </a:lnTo>
                  <a:lnTo>
                    <a:pt x="170" y="96"/>
                  </a:lnTo>
                  <a:lnTo>
                    <a:pt x="174" y="96"/>
                  </a:lnTo>
                  <a:lnTo>
                    <a:pt x="174" y="96"/>
                  </a:lnTo>
                  <a:lnTo>
                    <a:pt x="174" y="96"/>
                  </a:lnTo>
                  <a:close/>
                  <a:moveTo>
                    <a:pt x="207" y="178"/>
                  </a:moveTo>
                  <a:lnTo>
                    <a:pt x="203" y="178"/>
                  </a:lnTo>
                  <a:lnTo>
                    <a:pt x="200" y="174"/>
                  </a:lnTo>
                  <a:lnTo>
                    <a:pt x="203" y="174"/>
                  </a:lnTo>
                  <a:lnTo>
                    <a:pt x="203" y="174"/>
                  </a:lnTo>
                  <a:lnTo>
                    <a:pt x="203" y="170"/>
                  </a:lnTo>
                  <a:lnTo>
                    <a:pt x="200" y="170"/>
                  </a:lnTo>
                  <a:lnTo>
                    <a:pt x="203" y="170"/>
                  </a:lnTo>
                  <a:lnTo>
                    <a:pt x="200" y="170"/>
                  </a:lnTo>
                  <a:lnTo>
                    <a:pt x="200" y="167"/>
                  </a:lnTo>
                  <a:lnTo>
                    <a:pt x="200" y="167"/>
                  </a:lnTo>
                  <a:lnTo>
                    <a:pt x="200" y="167"/>
                  </a:lnTo>
                  <a:lnTo>
                    <a:pt x="196" y="163"/>
                  </a:lnTo>
                  <a:lnTo>
                    <a:pt x="196" y="163"/>
                  </a:lnTo>
                  <a:lnTo>
                    <a:pt x="200" y="163"/>
                  </a:lnTo>
                  <a:lnTo>
                    <a:pt x="200" y="159"/>
                  </a:lnTo>
                  <a:lnTo>
                    <a:pt x="196" y="159"/>
                  </a:lnTo>
                  <a:lnTo>
                    <a:pt x="200" y="156"/>
                  </a:lnTo>
                  <a:lnTo>
                    <a:pt x="203" y="156"/>
                  </a:lnTo>
                  <a:lnTo>
                    <a:pt x="207" y="152"/>
                  </a:lnTo>
                  <a:lnTo>
                    <a:pt x="207" y="156"/>
                  </a:lnTo>
                  <a:lnTo>
                    <a:pt x="211" y="156"/>
                  </a:lnTo>
                  <a:lnTo>
                    <a:pt x="211" y="152"/>
                  </a:lnTo>
                  <a:lnTo>
                    <a:pt x="211" y="148"/>
                  </a:lnTo>
                  <a:lnTo>
                    <a:pt x="211" y="148"/>
                  </a:lnTo>
                  <a:lnTo>
                    <a:pt x="211" y="148"/>
                  </a:lnTo>
                  <a:lnTo>
                    <a:pt x="211" y="152"/>
                  </a:lnTo>
                  <a:lnTo>
                    <a:pt x="211" y="156"/>
                  </a:lnTo>
                  <a:lnTo>
                    <a:pt x="214" y="163"/>
                  </a:lnTo>
                  <a:lnTo>
                    <a:pt x="211" y="167"/>
                  </a:lnTo>
                  <a:lnTo>
                    <a:pt x="211" y="170"/>
                  </a:lnTo>
                  <a:lnTo>
                    <a:pt x="211" y="178"/>
                  </a:lnTo>
                  <a:lnTo>
                    <a:pt x="207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3" name="Freeform 71"/>
            <p:cNvSpPr/>
            <p:nvPr/>
          </p:nvSpPr>
          <p:spPr bwMode="auto">
            <a:xfrm>
              <a:off x="4578652" y="2455456"/>
              <a:ext cx="10293" cy="10293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4 h 8"/>
                <a:gd name="T4" fmla="*/ 4 w 8"/>
                <a:gd name="T5" fmla="*/ 8 h 8"/>
                <a:gd name="T6" fmla="*/ 8 w 8"/>
                <a:gd name="T7" fmla="*/ 4 h 8"/>
                <a:gd name="T8" fmla="*/ 8 w 8"/>
                <a:gd name="T9" fmla="*/ 4 h 8"/>
                <a:gd name="T10" fmla="*/ 0 w 8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8">
                  <a:moveTo>
                    <a:pt x="0" y="0"/>
                  </a:moveTo>
                  <a:lnTo>
                    <a:pt x="0" y="4"/>
                  </a:lnTo>
                  <a:lnTo>
                    <a:pt x="4" y="8"/>
                  </a:lnTo>
                  <a:lnTo>
                    <a:pt x="8" y="4"/>
                  </a:lnTo>
                  <a:lnTo>
                    <a:pt x="8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4" name="Freeform 72"/>
            <p:cNvSpPr>
              <a:spLocks noEditPoints="1"/>
            </p:cNvSpPr>
            <p:nvPr/>
          </p:nvSpPr>
          <p:spPr bwMode="auto">
            <a:xfrm>
              <a:off x="4416536" y="2198129"/>
              <a:ext cx="243174" cy="243174"/>
            </a:xfrm>
            <a:custGeom>
              <a:avLst/>
              <a:gdLst>
                <a:gd name="T0" fmla="*/ 8 w 189"/>
                <a:gd name="T1" fmla="*/ 48 h 189"/>
                <a:gd name="T2" fmla="*/ 8 w 189"/>
                <a:gd name="T3" fmla="*/ 30 h 189"/>
                <a:gd name="T4" fmla="*/ 15 w 189"/>
                <a:gd name="T5" fmla="*/ 18 h 189"/>
                <a:gd name="T6" fmla="*/ 34 w 189"/>
                <a:gd name="T7" fmla="*/ 18 h 189"/>
                <a:gd name="T8" fmla="*/ 48 w 189"/>
                <a:gd name="T9" fmla="*/ 15 h 189"/>
                <a:gd name="T10" fmla="*/ 63 w 189"/>
                <a:gd name="T11" fmla="*/ 0 h 189"/>
                <a:gd name="T12" fmla="*/ 85 w 189"/>
                <a:gd name="T13" fmla="*/ 4 h 189"/>
                <a:gd name="T14" fmla="*/ 108 w 189"/>
                <a:gd name="T15" fmla="*/ 15 h 189"/>
                <a:gd name="T16" fmla="*/ 100 w 189"/>
                <a:gd name="T17" fmla="*/ 26 h 189"/>
                <a:gd name="T18" fmla="*/ 85 w 189"/>
                <a:gd name="T19" fmla="*/ 33 h 189"/>
                <a:gd name="T20" fmla="*/ 89 w 189"/>
                <a:gd name="T21" fmla="*/ 48 h 189"/>
                <a:gd name="T22" fmla="*/ 104 w 189"/>
                <a:gd name="T23" fmla="*/ 63 h 189"/>
                <a:gd name="T24" fmla="*/ 119 w 189"/>
                <a:gd name="T25" fmla="*/ 82 h 189"/>
                <a:gd name="T26" fmla="*/ 134 w 189"/>
                <a:gd name="T27" fmla="*/ 93 h 189"/>
                <a:gd name="T28" fmla="*/ 152 w 189"/>
                <a:gd name="T29" fmla="*/ 96 h 189"/>
                <a:gd name="T30" fmla="*/ 152 w 189"/>
                <a:gd name="T31" fmla="*/ 104 h 189"/>
                <a:gd name="T32" fmla="*/ 185 w 189"/>
                <a:gd name="T33" fmla="*/ 119 h 189"/>
                <a:gd name="T34" fmla="*/ 185 w 189"/>
                <a:gd name="T35" fmla="*/ 130 h 189"/>
                <a:gd name="T36" fmla="*/ 178 w 189"/>
                <a:gd name="T37" fmla="*/ 126 h 189"/>
                <a:gd name="T38" fmla="*/ 167 w 189"/>
                <a:gd name="T39" fmla="*/ 119 h 189"/>
                <a:gd name="T40" fmla="*/ 163 w 189"/>
                <a:gd name="T41" fmla="*/ 130 h 189"/>
                <a:gd name="T42" fmla="*/ 163 w 189"/>
                <a:gd name="T43" fmla="*/ 137 h 189"/>
                <a:gd name="T44" fmla="*/ 167 w 189"/>
                <a:gd name="T45" fmla="*/ 148 h 189"/>
                <a:gd name="T46" fmla="*/ 156 w 189"/>
                <a:gd name="T47" fmla="*/ 167 h 189"/>
                <a:gd name="T48" fmla="*/ 145 w 189"/>
                <a:gd name="T49" fmla="*/ 163 h 189"/>
                <a:gd name="T50" fmla="*/ 152 w 189"/>
                <a:gd name="T51" fmla="*/ 152 h 189"/>
                <a:gd name="T52" fmla="*/ 152 w 189"/>
                <a:gd name="T53" fmla="*/ 141 h 189"/>
                <a:gd name="T54" fmla="*/ 145 w 189"/>
                <a:gd name="T55" fmla="*/ 130 h 189"/>
                <a:gd name="T56" fmla="*/ 134 w 189"/>
                <a:gd name="T57" fmla="*/ 122 h 189"/>
                <a:gd name="T58" fmla="*/ 126 w 189"/>
                <a:gd name="T59" fmla="*/ 115 h 189"/>
                <a:gd name="T60" fmla="*/ 111 w 189"/>
                <a:gd name="T61" fmla="*/ 108 h 189"/>
                <a:gd name="T62" fmla="*/ 100 w 189"/>
                <a:gd name="T63" fmla="*/ 104 h 189"/>
                <a:gd name="T64" fmla="*/ 82 w 189"/>
                <a:gd name="T65" fmla="*/ 89 h 189"/>
                <a:gd name="T66" fmla="*/ 67 w 189"/>
                <a:gd name="T67" fmla="*/ 74 h 189"/>
                <a:gd name="T68" fmla="*/ 56 w 189"/>
                <a:gd name="T69" fmla="*/ 59 h 189"/>
                <a:gd name="T70" fmla="*/ 45 w 189"/>
                <a:gd name="T71" fmla="*/ 52 h 189"/>
                <a:gd name="T72" fmla="*/ 15 w 189"/>
                <a:gd name="T73" fmla="*/ 59 h 189"/>
                <a:gd name="T74" fmla="*/ 30 w 189"/>
                <a:gd name="T75" fmla="*/ 108 h 189"/>
                <a:gd name="T76" fmla="*/ 26 w 189"/>
                <a:gd name="T77" fmla="*/ 111 h 189"/>
                <a:gd name="T78" fmla="*/ 71 w 189"/>
                <a:gd name="T79" fmla="*/ 85 h 189"/>
                <a:gd name="T80" fmla="*/ 63 w 189"/>
                <a:gd name="T81" fmla="*/ 78 h 189"/>
                <a:gd name="T82" fmla="*/ 56 w 189"/>
                <a:gd name="T83" fmla="*/ 78 h 189"/>
                <a:gd name="T84" fmla="*/ 41 w 189"/>
                <a:gd name="T85" fmla="*/ 145 h 189"/>
                <a:gd name="T86" fmla="*/ 52 w 189"/>
                <a:gd name="T87" fmla="*/ 145 h 189"/>
                <a:gd name="T88" fmla="*/ 48 w 189"/>
                <a:gd name="T89" fmla="*/ 122 h 189"/>
                <a:gd name="T90" fmla="*/ 45 w 189"/>
                <a:gd name="T91" fmla="*/ 108 h 189"/>
                <a:gd name="T92" fmla="*/ 30 w 189"/>
                <a:gd name="T93" fmla="*/ 115 h 189"/>
                <a:gd name="T94" fmla="*/ 30 w 189"/>
                <a:gd name="T95" fmla="*/ 122 h 189"/>
                <a:gd name="T96" fmla="*/ 34 w 189"/>
                <a:gd name="T97" fmla="*/ 130 h 189"/>
                <a:gd name="T98" fmla="*/ 34 w 189"/>
                <a:gd name="T99" fmla="*/ 148 h 189"/>
                <a:gd name="T100" fmla="*/ 141 w 189"/>
                <a:gd name="T101" fmla="*/ 185 h 189"/>
                <a:gd name="T102" fmla="*/ 145 w 189"/>
                <a:gd name="T103" fmla="*/ 163 h 189"/>
                <a:gd name="T104" fmla="*/ 130 w 189"/>
                <a:gd name="T105" fmla="*/ 167 h 189"/>
                <a:gd name="T106" fmla="*/ 104 w 189"/>
                <a:gd name="T107" fmla="*/ 163 h 189"/>
                <a:gd name="T108" fmla="*/ 100 w 189"/>
                <a:gd name="T109" fmla="*/ 174 h 189"/>
                <a:gd name="T110" fmla="*/ 122 w 189"/>
                <a:gd name="T111" fmla="*/ 185 h 189"/>
                <a:gd name="T112" fmla="*/ 141 w 189"/>
                <a:gd name="T113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89" h="189">
                  <a:moveTo>
                    <a:pt x="15" y="59"/>
                  </a:moveTo>
                  <a:lnTo>
                    <a:pt x="15" y="56"/>
                  </a:lnTo>
                  <a:lnTo>
                    <a:pt x="15" y="52"/>
                  </a:lnTo>
                  <a:lnTo>
                    <a:pt x="11" y="52"/>
                  </a:lnTo>
                  <a:lnTo>
                    <a:pt x="8" y="48"/>
                  </a:lnTo>
                  <a:lnTo>
                    <a:pt x="4" y="41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8" y="33"/>
                  </a:lnTo>
                  <a:lnTo>
                    <a:pt x="8" y="30"/>
                  </a:lnTo>
                  <a:lnTo>
                    <a:pt x="4" y="26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11" y="22"/>
                  </a:lnTo>
                  <a:lnTo>
                    <a:pt x="15" y="18"/>
                  </a:lnTo>
                  <a:lnTo>
                    <a:pt x="22" y="22"/>
                  </a:lnTo>
                  <a:lnTo>
                    <a:pt x="26" y="11"/>
                  </a:lnTo>
                  <a:lnTo>
                    <a:pt x="30" y="15"/>
                  </a:lnTo>
                  <a:lnTo>
                    <a:pt x="30" y="18"/>
                  </a:lnTo>
                  <a:lnTo>
                    <a:pt x="34" y="18"/>
                  </a:lnTo>
                  <a:lnTo>
                    <a:pt x="37" y="22"/>
                  </a:lnTo>
                  <a:lnTo>
                    <a:pt x="41" y="18"/>
                  </a:lnTo>
                  <a:lnTo>
                    <a:pt x="41" y="15"/>
                  </a:lnTo>
                  <a:lnTo>
                    <a:pt x="48" y="15"/>
                  </a:lnTo>
                  <a:lnTo>
                    <a:pt x="48" y="15"/>
                  </a:lnTo>
                  <a:lnTo>
                    <a:pt x="52" y="18"/>
                  </a:lnTo>
                  <a:lnTo>
                    <a:pt x="52" y="11"/>
                  </a:lnTo>
                  <a:lnTo>
                    <a:pt x="60" y="11"/>
                  </a:lnTo>
                  <a:lnTo>
                    <a:pt x="60" y="4"/>
                  </a:lnTo>
                  <a:lnTo>
                    <a:pt x="63" y="0"/>
                  </a:lnTo>
                  <a:lnTo>
                    <a:pt x="67" y="4"/>
                  </a:lnTo>
                  <a:lnTo>
                    <a:pt x="74" y="0"/>
                  </a:lnTo>
                  <a:lnTo>
                    <a:pt x="78" y="0"/>
                  </a:lnTo>
                  <a:lnTo>
                    <a:pt x="85" y="0"/>
                  </a:lnTo>
                  <a:lnTo>
                    <a:pt x="85" y="4"/>
                  </a:lnTo>
                  <a:lnTo>
                    <a:pt x="93" y="7"/>
                  </a:lnTo>
                  <a:lnTo>
                    <a:pt x="104" y="7"/>
                  </a:lnTo>
                  <a:lnTo>
                    <a:pt x="108" y="7"/>
                  </a:lnTo>
                  <a:lnTo>
                    <a:pt x="111" y="11"/>
                  </a:lnTo>
                  <a:lnTo>
                    <a:pt x="108" y="15"/>
                  </a:lnTo>
                  <a:lnTo>
                    <a:pt x="108" y="18"/>
                  </a:lnTo>
                  <a:lnTo>
                    <a:pt x="104" y="22"/>
                  </a:lnTo>
                  <a:lnTo>
                    <a:pt x="108" y="26"/>
                  </a:lnTo>
                  <a:lnTo>
                    <a:pt x="104" y="26"/>
                  </a:lnTo>
                  <a:lnTo>
                    <a:pt x="100" y="26"/>
                  </a:lnTo>
                  <a:lnTo>
                    <a:pt x="97" y="30"/>
                  </a:lnTo>
                  <a:lnTo>
                    <a:pt x="93" y="30"/>
                  </a:lnTo>
                  <a:lnTo>
                    <a:pt x="93" y="30"/>
                  </a:lnTo>
                  <a:lnTo>
                    <a:pt x="89" y="30"/>
                  </a:lnTo>
                  <a:lnTo>
                    <a:pt x="85" y="33"/>
                  </a:lnTo>
                  <a:lnTo>
                    <a:pt x="89" y="37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5" y="44"/>
                  </a:lnTo>
                  <a:lnTo>
                    <a:pt x="89" y="48"/>
                  </a:lnTo>
                  <a:lnTo>
                    <a:pt x="89" y="52"/>
                  </a:lnTo>
                  <a:lnTo>
                    <a:pt x="89" y="52"/>
                  </a:lnTo>
                  <a:lnTo>
                    <a:pt x="97" y="56"/>
                  </a:lnTo>
                  <a:lnTo>
                    <a:pt x="100" y="59"/>
                  </a:lnTo>
                  <a:lnTo>
                    <a:pt x="104" y="63"/>
                  </a:lnTo>
                  <a:lnTo>
                    <a:pt x="115" y="70"/>
                  </a:lnTo>
                  <a:lnTo>
                    <a:pt x="115" y="74"/>
                  </a:lnTo>
                  <a:lnTo>
                    <a:pt x="115" y="74"/>
                  </a:lnTo>
                  <a:lnTo>
                    <a:pt x="115" y="78"/>
                  </a:lnTo>
                  <a:lnTo>
                    <a:pt x="119" y="82"/>
                  </a:lnTo>
                  <a:lnTo>
                    <a:pt x="122" y="82"/>
                  </a:lnTo>
                  <a:lnTo>
                    <a:pt x="122" y="85"/>
                  </a:lnTo>
                  <a:lnTo>
                    <a:pt x="130" y="89"/>
                  </a:lnTo>
                  <a:lnTo>
                    <a:pt x="130" y="93"/>
                  </a:lnTo>
                  <a:lnTo>
                    <a:pt x="134" y="93"/>
                  </a:lnTo>
                  <a:lnTo>
                    <a:pt x="137" y="93"/>
                  </a:lnTo>
                  <a:lnTo>
                    <a:pt x="141" y="93"/>
                  </a:lnTo>
                  <a:lnTo>
                    <a:pt x="145" y="93"/>
                  </a:lnTo>
                  <a:lnTo>
                    <a:pt x="148" y="93"/>
                  </a:lnTo>
                  <a:lnTo>
                    <a:pt x="152" y="96"/>
                  </a:lnTo>
                  <a:lnTo>
                    <a:pt x="152" y="96"/>
                  </a:lnTo>
                  <a:lnTo>
                    <a:pt x="148" y="100"/>
                  </a:lnTo>
                  <a:lnTo>
                    <a:pt x="148" y="100"/>
                  </a:lnTo>
                  <a:lnTo>
                    <a:pt x="148" y="104"/>
                  </a:lnTo>
                  <a:lnTo>
                    <a:pt x="152" y="104"/>
                  </a:lnTo>
                  <a:lnTo>
                    <a:pt x="159" y="104"/>
                  </a:lnTo>
                  <a:lnTo>
                    <a:pt x="171" y="111"/>
                  </a:lnTo>
                  <a:lnTo>
                    <a:pt x="174" y="115"/>
                  </a:lnTo>
                  <a:lnTo>
                    <a:pt x="178" y="119"/>
                  </a:lnTo>
                  <a:lnTo>
                    <a:pt x="185" y="119"/>
                  </a:lnTo>
                  <a:lnTo>
                    <a:pt x="185" y="122"/>
                  </a:lnTo>
                  <a:lnTo>
                    <a:pt x="189" y="122"/>
                  </a:lnTo>
                  <a:lnTo>
                    <a:pt x="189" y="126"/>
                  </a:lnTo>
                  <a:lnTo>
                    <a:pt x="185" y="130"/>
                  </a:lnTo>
                  <a:lnTo>
                    <a:pt x="185" y="130"/>
                  </a:lnTo>
                  <a:lnTo>
                    <a:pt x="185" y="130"/>
                  </a:lnTo>
                  <a:lnTo>
                    <a:pt x="185" y="133"/>
                  </a:lnTo>
                  <a:lnTo>
                    <a:pt x="182" y="130"/>
                  </a:lnTo>
                  <a:lnTo>
                    <a:pt x="182" y="130"/>
                  </a:lnTo>
                  <a:lnTo>
                    <a:pt x="178" y="126"/>
                  </a:lnTo>
                  <a:lnTo>
                    <a:pt x="178" y="122"/>
                  </a:lnTo>
                  <a:lnTo>
                    <a:pt x="178" y="122"/>
                  </a:lnTo>
                  <a:lnTo>
                    <a:pt x="174" y="122"/>
                  </a:lnTo>
                  <a:lnTo>
                    <a:pt x="171" y="122"/>
                  </a:lnTo>
                  <a:lnTo>
                    <a:pt x="167" y="119"/>
                  </a:lnTo>
                  <a:lnTo>
                    <a:pt x="167" y="119"/>
                  </a:lnTo>
                  <a:lnTo>
                    <a:pt x="163" y="122"/>
                  </a:lnTo>
                  <a:lnTo>
                    <a:pt x="163" y="126"/>
                  </a:lnTo>
                  <a:lnTo>
                    <a:pt x="163" y="126"/>
                  </a:lnTo>
                  <a:lnTo>
                    <a:pt x="163" y="130"/>
                  </a:lnTo>
                  <a:lnTo>
                    <a:pt x="159" y="130"/>
                  </a:lnTo>
                  <a:lnTo>
                    <a:pt x="159" y="133"/>
                  </a:lnTo>
                  <a:lnTo>
                    <a:pt x="159" y="133"/>
                  </a:lnTo>
                  <a:lnTo>
                    <a:pt x="159" y="137"/>
                  </a:lnTo>
                  <a:lnTo>
                    <a:pt x="163" y="137"/>
                  </a:lnTo>
                  <a:lnTo>
                    <a:pt x="167" y="141"/>
                  </a:lnTo>
                  <a:lnTo>
                    <a:pt x="167" y="141"/>
                  </a:lnTo>
                  <a:lnTo>
                    <a:pt x="167" y="145"/>
                  </a:lnTo>
                  <a:lnTo>
                    <a:pt x="167" y="148"/>
                  </a:lnTo>
                  <a:lnTo>
                    <a:pt x="167" y="148"/>
                  </a:lnTo>
                  <a:lnTo>
                    <a:pt x="163" y="148"/>
                  </a:lnTo>
                  <a:lnTo>
                    <a:pt x="163" y="152"/>
                  </a:lnTo>
                  <a:lnTo>
                    <a:pt x="163" y="159"/>
                  </a:lnTo>
                  <a:lnTo>
                    <a:pt x="156" y="163"/>
                  </a:lnTo>
                  <a:lnTo>
                    <a:pt x="156" y="167"/>
                  </a:lnTo>
                  <a:lnTo>
                    <a:pt x="156" y="167"/>
                  </a:lnTo>
                  <a:lnTo>
                    <a:pt x="148" y="167"/>
                  </a:lnTo>
                  <a:lnTo>
                    <a:pt x="145" y="167"/>
                  </a:lnTo>
                  <a:lnTo>
                    <a:pt x="145" y="163"/>
                  </a:lnTo>
                  <a:lnTo>
                    <a:pt x="145" y="163"/>
                  </a:lnTo>
                  <a:lnTo>
                    <a:pt x="148" y="159"/>
                  </a:lnTo>
                  <a:lnTo>
                    <a:pt x="152" y="159"/>
                  </a:lnTo>
                  <a:lnTo>
                    <a:pt x="152" y="156"/>
                  </a:lnTo>
                  <a:lnTo>
                    <a:pt x="152" y="152"/>
                  </a:lnTo>
                  <a:lnTo>
                    <a:pt x="152" y="152"/>
                  </a:lnTo>
                  <a:lnTo>
                    <a:pt x="152" y="152"/>
                  </a:lnTo>
                  <a:lnTo>
                    <a:pt x="156" y="152"/>
                  </a:lnTo>
                  <a:lnTo>
                    <a:pt x="156" y="148"/>
                  </a:lnTo>
                  <a:lnTo>
                    <a:pt x="152" y="145"/>
                  </a:lnTo>
                  <a:lnTo>
                    <a:pt x="152" y="141"/>
                  </a:lnTo>
                  <a:lnTo>
                    <a:pt x="148" y="137"/>
                  </a:lnTo>
                  <a:lnTo>
                    <a:pt x="148" y="133"/>
                  </a:lnTo>
                  <a:lnTo>
                    <a:pt x="148" y="130"/>
                  </a:lnTo>
                  <a:lnTo>
                    <a:pt x="145" y="126"/>
                  </a:lnTo>
                  <a:lnTo>
                    <a:pt x="145" y="130"/>
                  </a:lnTo>
                  <a:lnTo>
                    <a:pt x="137" y="126"/>
                  </a:lnTo>
                  <a:lnTo>
                    <a:pt x="137" y="126"/>
                  </a:lnTo>
                  <a:lnTo>
                    <a:pt x="134" y="126"/>
                  </a:lnTo>
                  <a:lnTo>
                    <a:pt x="134" y="122"/>
                  </a:lnTo>
                  <a:lnTo>
                    <a:pt x="134" y="122"/>
                  </a:lnTo>
                  <a:lnTo>
                    <a:pt x="134" y="119"/>
                  </a:lnTo>
                  <a:lnTo>
                    <a:pt x="130" y="119"/>
                  </a:lnTo>
                  <a:lnTo>
                    <a:pt x="130" y="119"/>
                  </a:lnTo>
                  <a:lnTo>
                    <a:pt x="126" y="119"/>
                  </a:lnTo>
                  <a:lnTo>
                    <a:pt x="126" y="115"/>
                  </a:lnTo>
                  <a:lnTo>
                    <a:pt x="122" y="115"/>
                  </a:lnTo>
                  <a:lnTo>
                    <a:pt x="122" y="115"/>
                  </a:lnTo>
                  <a:lnTo>
                    <a:pt x="119" y="115"/>
                  </a:lnTo>
                  <a:lnTo>
                    <a:pt x="115" y="108"/>
                  </a:lnTo>
                  <a:lnTo>
                    <a:pt x="111" y="108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04" y="108"/>
                  </a:lnTo>
                  <a:lnTo>
                    <a:pt x="104" y="104"/>
                  </a:lnTo>
                  <a:lnTo>
                    <a:pt x="100" y="104"/>
                  </a:lnTo>
                  <a:lnTo>
                    <a:pt x="97" y="104"/>
                  </a:lnTo>
                  <a:lnTo>
                    <a:pt x="93" y="100"/>
                  </a:lnTo>
                  <a:lnTo>
                    <a:pt x="85" y="93"/>
                  </a:lnTo>
                  <a:lnTo>
                    <a:pt x="82" y="89"/>
                  </a:lnTo>
                  <a:lnTo>
                    <a:pt x="82" y="89"/>
                  </a:lnTo>
                  <a:lnTo>
                    <a:pt x="78" y="85"/>
                  </a:lnTo>
                  <a:lnTo>
                    <a:pt x="74" y="85"/>
                  </a:lnTo>
                  <a:lnTo>
                    <a:pt x="74" y="82"/>
                  </a:lnTo>
                  <a:lnTo>
                    <a:pt x="71" y="78"/>
                  </a:lnTo>
                  <a:lnTo>
                    <a:pt x="67" y="74"/>
                  </a:lnTo>
                  <a:lnTo>
                    <a:pt x="63" y="74"/>
                  </a:lnTo>
                  <a:lnTo>
                    <a:pt x="63" y="70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56" y="59"/>
                  </a:lnTo>
                  <a:lnTo>
                    <a:pt x="56" y="59"/>
                  </a:lnTo>
                  <a:lnTo>
                    <a:pt x="56" y="56"/>
                  </a:lnTo>
                  <a:lnTo>
                    <a:pt x="52" y="56"/>
                  </a:lnTo>
                  <a:lnTo>
                    <a:pt x="48" y="52"/>
                  </a:lnTo>
                  <a:lnTo>
                    <a:pt x="45" y="52"/>
                  </a:lnTo>
                  <a:lnTo>
                    <a:pt x="34" y="48"/>
                  </a:lnTo>
                  <a:lnTo>
                    <a:pt x="26" y="52"/>
                  </a:lnTo>
                  <a:lnTo>
                    <a:pt x="26" y="56"/>
                  </a:lnTo>
                  <a:lnTo>
                    <a:pt x="22" y="59"/>
                  </a:lnTo>
                  <a:lnTo>
                    <a:pt x="15" y="59"/>
                  </a:lnTo>
                  <a:lnTo>
                    <a:pt x="15" y="59"/>
                  </a:lnTo>
                  <a:close/>
                  <a:moveTo>
                    <a:pt x="26" y="111"/>
                  </a:moveTo>
                  <a:lnTo>
                    <a:pt x="30" y="111"/>
                  </a:lnTo>
                  <a:lnTo>
                    <a:pt x="30" y="108"/>
                  </a:lnTo>
                  <a:lnTo>
                    <a:pt x="30" y="108"/>
                  </a:lnTo>
                  <a:lnTo>
                    <a:pt x="30" y="108"/>
                  </a:lnTo>
                  <a:lnTo>
                    <a:pt x="30" y="108"/>
                  </a:lnTo>
                  <a:lnTo>
                    <a:pt x="26" y="108"/>
                  </a:lnTo>
                  <a:lnTo>
                    <a:pt x="26" y="111"/>
                  </a:lnTo>
                  <a:lnTo>
                    <a:pt x="26" y="111"/>
                  </a:lnTo>
                  <a:close/>
                  <a:moveTo>
                    <a:pt x="71" y="85"/>
                  </a:moveTo>
                  <a:lnTo>
                    <a:pt x="71" y="85"/>
                  </a:lnTo>
                  <a:lnTo>
                    <a:pt x="71" y="85"/>
                  </a:lnTo>
                  <a:lnTo>
                    <a:pt x="71" y="85"/>
                  </a:lnTo>
                  <a:lnTo>
                    <a:pt x="71" y="85"/>
                  </a:lnTo>
                  <a:close/>
                  <a:moveTo>
                    <a:pt x="56" y="78"/>
                  </a:moveTo>
                  <a:lnTo>
                    <a:pt x="56" y="78"/>
                  </a:lnTo>
                  <a:lnTo>
                    <a:pt x="56" y="78"/>
                  </a:lnTo>
                  <a:lnTo>
                    <a:pt x="60" y="78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60" y="74"/>
                  </a:lnTo>
                  <a:lnTo>
                    <a:pt x="60" y="78"/>
                  </a:lnTo>
                  <a:lnTo>
                    <a:pt x="56" y="78"/>
                  </a:lnTo>
                  <a:lnTo>
                    <a:pt x="56" y="78"/>
                  </a:lnTo>
                  <a:close/>
                  <a:moveTo>
                    <a:pt x="37" y="152"/>
                  </a:moveTo>
                  <a:lnTo>
                    <a:pt x="37" y="148"/>
                  </a:lnTo>
                  <a:lnTo>
                    <a:pt x="37" y="152"/>
                  </a:lnTo>
                  <a:lnTo>
                    <a:pt x="41" y="148"/>
                  </a:lnTo>
                  <a:lnTo>
                    <a:pt x="41" y="145"/>
                  </a:lnTo>
                  <a:lnTo>
                    <a:pt x="41" y="145"/>
                  </a:lnTo>
                  <a:lnTo>
                    <a:pt x="45" y="145"/>
                  </a:lnTo>
                  <a:lnTo>
                    <a:pt x="48" y="145"/>
                  </a:lnTo>
                  <a:lnTo>
                    <a:pt x="48" y="145"/>
                  </a:lnTo>
                  <a:lnTo>
                    <a:pt x="52" y="145"/>
                  </a:lnTo>
                  <a:lnTo>
                    <a:pt x="52" y="137"/>
                  </a:lnTo>
                  <a:lnTo>
                    <a:pt x="52" y="137"/>
                  </a:lnTo>
                  <a:lnTo>
                    <a:pt x="48" y="130"/>
                  </a:lnTo>
                  <a:lnTo>
                    <a:pt x="52" y="126"/>
                  </a:lnTo>
                  <a:lnTo>
                    <a:pt x="48" y="122"/>
                  </a:lnTo>
                  <a:lnTo>
                    <a:pt x="52" y="119"/>
                  </a:lnTo>
                  <a:lnTo>
                    <a:pt x="52" y="119"/>
                  </a:lnTo>
                  <a:lnTo>
                    <a:pt x="52" y="115"/>
                  </a:lnTo>
                  <a:lnTo>
                    <a:pt x="48" y="111"/>
                  </a:lnTo>
                  <a:lnTo>
                    <a:pt x="45" y="108"/>
                  </a:lnTo>
                  <a:lnTo>
                    <a:pt x="45" y="108"/>
                  </a:lnTo>
                  <a:lnTo>
                    <a:pt x="41" y="108"/>
                  </a:lnTo>
                  <a:lnTo>
                    <a:pt x="41" y="108"/>
                  </a:lnTo>
                  <a:lnTo>
                    <a:pt x="34" y="115"/>
                  </a:lnTo>
                  <a:lnTo>
                    <a:pt x="30" y="115"/>
                  </a:lnTo>
                  <a:lnTo>
                    <a:pt x="26" y="111"/>
                  </a:lnTo>
                  <a:lnTo>
                    <a:pt x="26" y="115"/>
                  </a:lnTo>
                  <a:lnTo>
                    <a:pt x="26" y="119"/>
                  </a:lnTo>
                  <a:lnTo>
                    <a:pt x="30" y="119"/>
                  </a:lnTo>
                  <a:lnTo>
                    <a:pt x="30" y="122"/>
                  </a:lnTo>
                  <a:lnTo>
                    <a:pt x="34" y="122"/>
                  </a:lnTo>
                  <a:lnTo>
                    <a:pt x="34" y="126"/>
                  </a:lnTo>
                  <a:lnTo>
                    <a:pt x="30" y="130"/>
                  </a:lnTo>
                  <a:lnTo>
                    <a:pt x="30" y="130"/>
                  </a:lnTo>
                  <a:lnTo>
                    <a:pt x="34" y="130"/>
                  </a:lnTo>
                  <a:lnTo>
                    <a:pt x="34" y="133"/>
                  </a:lnTo>
                  <a:lnTo>
                    <a:pt x="34" y="133"/>
                  </a:lnTo>
                  <a:lnTo>
                    <a:pt x="30" y="141"/>
                  </a:lnTo>
                  <a:lnTo>
                    <a:pt x="30" y="141"/>
                  </a:lnTo>
                  <a:lnTo>
                    <a:pt x="34" y="148"/>
                  </a:lnTo>
                  <a:lnTo>
                    <a:pt x="37" y="152"/>
                  </a:lnTo>
                  <a:lnTo>
                    <a:pt x="37" y="152"/>
                  </a:lnTo>
                  <a:close/>
                  <a:moveTo>
                    <a:pt x="141" y="189"/>
                  </a:moveTo>
                  <a:lnTo>
                    <a:pt x="141" y="185"/>
                  </a:lnTo>
                  <a:lnTo>
                    <a:pt x="141" y="185"/>
                  </a:lnTo>
                  <a:lnTo>
                    <a:pt x="141" y="182"/>
                  </a:lnTo>
                  <a:lnTo>
                    <a:pt x="137" y="178"/>
                  </a:lnTo>
                  <a:lnTo>
                    <a:pt x="141" y="171"/>
                  </a:lnTo>
                  <a:lnTo>
                    <a:pt x="145" y="167"/>
                  </a:lnTo>
                  <a:lnTo>
                    <a:pt x="145" y="163"/>
                  </a:lnTo>
                  <a:lnTo>
                    <a:pt x="141" y="159"/>
                  </a:lnTo>
                  <a:lnTo>
                    <a:pt x="137" y="163"/>
                  </a:lnTo>
                  <a:lnTo>
                    <a:pt x="137" y="163"/>
                  </a:lnTo>
                  <a:lnTo>
                    <a:pt x="134" y="163"/>
                  </a:lnTo>
                  <a:lnTo>
                    <a:pt x="130" y="167"/>
                  </a:lnTo>
                  <a:lnTo>
                    <a:pt x="122" y="167"/>
                  </a:lnTo>
                  <a:lnTo>
                    <a:pt x="115" y="167"/>
                  </a:lnTo>
                  <a:lnTo>
                    <a:pt x="111" y="167"/>
                  </a:lnTo>
                  <a:lnTo>
                    <a:pt x="108" y="163"/>
                  </a:lnTo>
                  <a:lnTo>
                    <a:pt x="104" y="163"/>
                  </a:lnTo>
                  <a:lnTo>
                    <a:pt x="104" y="167"/>
                  </a:lnTo>
                  <a:lnTo>
                    <a:pt x="100" y="163"/>
                  </a:lnTo>
                  <a:lnTo>
                    <a:pt x="97" y="167"/>
                  </a:lnTo>
                  <a:lnTo>
                    <a:pt x="97" y="171"/>
                  </a:lnTo>
                  <a:lnTo>
                    <a:pt x="100" y="174"/>
                  </a:lnTo>
                  <a:lnTo>
                    <a:pt x="104" y="174"/>
                  </a:lnTo>
                  <a:lnTo>
                    <a:pt x="111" y="178"/>
                  </a:lnTo>
                  <a:lnTo>
                    <a:pt x="111" y="178"/>
                  </a:lnTo>
                  <a:lnTo>
                    <a:pt x="115" y="182"/>
                  </a:lnTo>
                  <a:lnTo>
                    <a:pt x="122" y="185"/>
                  </a:lnTo>
                  <a:lnTo>
                    <a:pt x="126" y="182"/>
                  </a:lnTo>
                  <a:lnTo>
                    <a:pt x="130" y="185"/>
                  </a:lnTo>
                  <a:lnTo>
                    <a:pt x="130" y="185"/>
                  </a:lnTo>
                  <a:lnTo>
                    <a:pt x="137" y="189"/>
                  </a:lnTo>
                  <a:lnTo>
                    <a:pt x="141" y="1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5" name="Freeform 73"/>
            <p:cNvSpPr>
              <a:spLocks noEditPoints="1"/>
            </p:cNvSpPr>
            <p:nvPr/>
          </p:nvSpPr>
          <p:spPr bwMode="auto">
            <a:xfrm>
              <a:off x="4111604" y="2274041"/>
              <a:ext cx="262473" cy="181415"/>
            </a:xfrm>
            <a:custGeom>
              <a:avLst/>
              <a:gdLst>
                <a:gd name="T0" fmla="*/ 32 w 55"/>
                <a:gd name="T1" fmla="*/ 3 h 38"/>
                <a:gd name="T2" fmla="*/ 33 w 55"/>
                <a:gd name="T3" fmla="*/ 4 h 38"/>
                <a:gd name="T4" fmla="*/ 37 w 55"/>
                <a:gd name="T5" fmla="*/ 6 h 38"/>
                <a:gd name="T6" fmla="*/ 40 w 55"/>
                <a:gd name="T7" fmla="*/ 6 h 38"/>
                <a:gd name="T8" fmla="*/ 43 w 55"/>
                <a:gd name="T9" fmla="*/ 6 h 38"/>
                <a:gd name="T10" fmla="*/ 46 w 55"/>
                <a:gd name="T11" fmla="*/ 6 h 38"/>
                <a:gd name="T12" fmla="*/ 51 w 55"/>
                <a:gd name="T13" fmla="*/ 7 h 38"/>
                <a:gd name="T14" fmla="*/ 50 w 55"/>
                <a:gd name="T15" fmla="*/ 9 h 38"/>
                <a:gd name="T16" fmla="*/ 48 w 55"/>
                <a:gd name="T17" fmla="*/ 12 h 38"/>
                <a:gd name="T18" fmla="*/ 44 w 55"/>
                <a:gd name="T19" fmla="*/ 13 h 38"/>
                <a:gd name="T20" fmla="*/ 42 w 55"/>
                <a:gd name="T21" fmla="*/ 15 h 38"/>
                <a:gd name="T22" fmla="*/ 41 w 55"/>
                <a:gd name="T23" fmla="*/ 16 h 38"/>
                <a:gd name="T24" fmla="*/ 40 w 55"/>
                <a:gd name="T25" fmla="*/ 18 h 38"/>
                <a:gd name="T26" fmla="*/ 37 w 55"/>
                <a:gd name="T27" fmla="*/ 21 h 38"/>
                <a:gd name="T28" fmla="*/ 38 w 55"/>
                <a:gd name="T29" fmla="*/ 24 h 38"/>
                <a:gd name="T30" fmla="*/ 37 w 55"/>
                <a:gd name="T31" fmla="*/ 26 h 38"/>
                <a:gd name="T32" fmla="*/ 35 w 55"/>
                <a:gd name="T33" fmla="*/ 30 h 38"/>
                <a:gd name="T34" fmla="*/ 34 w 55"/>
                <a:gd name="T35" fmla="*/ 31 h 38"/>
                <a:gd name="T36" fmla="*/ 30 w 55"/>
                <a:gd name="T37" fmla="*/ 34 h 38"/>
                <a:gd name="T38" fmla="*/ 28 w 55"/>
                <a:gd name="T39" fmla="*/ 34 h 38"/>
                <a:gd name="T40" fmla="*/ 26 w 55"/>
                <a:gd name="T41" fmla="*/ 34 h 38"/>
                <a:gd name="T42" fmla="*/ 22 w 55"/>
                <a:gd name="T43" fmla="*/ 34 h 38"/>
                <a:gd name="T44" fmla="*/ 19 w 55"/>
                <a:gd name="T45" fmla="*/ 36 h 38"/>
                <a:gd name="T46" fmla="*/ 16 w 55"/>
                <a:gd name="T47" fmla="*/ 37 h 38"/>
                <a:gd name="T48" fmla="*/ 12 w 55"/>
                <a:gd name="T49" fmla="*/ 36 h 38"/>
                <a:gd name="T50" fmla="*/ 10 w 55"/>
                <a:gd name="T51" fmla="*/ 32 h 38"/>
                <a:gd name="T52" fmla="*/ 8 w 55"/>
                <a:gd name="T53" fmla="*/ 31 h 38"/>
                <a:gd name="T54" fmla="*/ 9 w 55"/>
                <a:gd name="T55" fmla="*/ 28 h 38"/>
                <a:gd name="T56" fmla="*/ 8 w 55"/>
                <a:gd name="T57" fmla="*/ 26 h 38"/>
                <a:gd name="T58" fmla="*/ 8 w 55"/>
                <a:gd name="T59" fmla="*/ 22 h 38"/>
                <a:gd name="T60" fmla="*/ 9 w 55"/>
                <a:gd name="T61" fmla="*/ 20 h 38"/>
                <a:gd name="T62" fmla="*/ 10 w 55"/>
                <a:gd name="T63" fmla="*/ 17 h 38"/>
                <a:gd name="T64" fmla="*/ 12 w 55"/>
                <a:gd name="T65" fmla="*/ 12 h 38"/>
                <a:gd name="T66" fmla="*/ 12 w 55"/>
                <a:gd name="T67" fmla="*/ 10 h 38"/>
                <a:gd name="T68" fmla="*/ 9 w 55"/>
                <a:gd name="T69" fmla="*/ 10 h 38"/>
                <a:gd name="T70" fmla="*/ 4 w 55"/>
                <a:gd name="T71" fmla="*/ 9 h 38"/>
                <a:gd name="T72" fmla="*/ 2 w 55"/>
                <a:gd name="T73" fmla="*/ 9 h 38"/>
                <a:gd name="T74" fmla="*/ 2 w 55"/>
                <a:gd name="T75" fmla="*/ 7 h 38"/>
                <a:gd name="T76" fmla="*/ 2 w 55"/>
                <a:gd name="T77" fmla="*/ 6 h 38"/>
                <a:gd name="T78" fmla="*/ 2 w 55"/>
                <a:gd name="T79" fmla="*/ 5 h 38"/>
                <a:gd name="T80" fmla="*/ 1 w 55"/>
                <a:gd name="T81" fmla="*/ 5 h 38"/>
                <a:gd name="T82" fmla="*/ 2 w 55"/>
                <a:gd name="T83" fmla="*/ 2 h 38"/>
                <a:gd name="T84" fmla="*/ 5 w 55"/>
                <a:gd name="T85" fmla="*/ 2 h 38"/>
                <a:gd name="T86" fmla="*/ 6 w 55"/>
                <a:gd name="T87" fmla="*/ 0 h 38"/>
                <a:gd name="T88" fmla="*/ 8 w 55"/>
                <a:gd name="T89" fmla="*/ 0 h 38"/>
                <a:gd name="T90" fmla="*/ 11 w 55"/>
                <a:gd name="T91" fmla="*/ 1 h 38"/>
                <a:gd name="T92" fmla="*/ 14 w 55"/>
                <a:gd name="T93" fmla="*/ 1 h 38"/>
                <a:gd name="T94" fmla="*/ 19 w 55"/>
                <a:gd name="T95" fmla="*/ 2 h 38"/>
                <a:gd name="T96" fmla="*/ 24 w 55"/>
                <a:gd name="T97" fmla="*/ 2 h 38"/>
                <a:gd name="T98" fmla="*/ 27 w 55"/>
                <a:gd name="T99" fmla="*/ 2 h 38"/>
                <a:gd name="T100" fmla="*/ 30 w 55"/>
                <a:gd name="T101" fmla="*/ 2 h 38"/>
                <a:gd name="T102" fmla="*/ 53 w 55"/>
                <a:gd name="T103" fmla="*/ 20 h 38"/>
                <a:gd name="T104" fmla="*/ 55 w 55"/>
                <a:gd name="T105" fmla="*/ 20 h 38"/>
                <a:gd name="T106" fmla="*/ 53 w 55"/>
                <a:gd name="T107" fmla="*/ 20 h 38"/>
                <a:gd name="T108" fmla="*/ 52 w 55"/>
                <a:gd name="T109" fmla="*/ 20 h 38"/>
                <a:gd name="T110" fmla="*/ 49 w 55"/>
                <a:gd name="T111" fmla="*/ 21 h 38"/>
                <a:gd name="T112" fmla="*/ 50 w 55"/>
                <a:gd name="T113" fmla="*/ 22 h 38"/>
                <a:gd name="T114" fmla="*/ 46 w 55"/>
                <a:gd name="T115" fmla="*/ 24 h 38"/>
                <a:gd name="T116" fmla="*/ 44 w 55"/>
                <a:gd name="T117" fmla="*/ 2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" h="38">
                  <a:moveTo>
                    <a:pt x="31" y="2"/>
                  </a:moveTo>
                  <a:cubicBezTo>
                    <a:pt x="32" y="2"/>
                    <a:pt x="32" y="2"/>
                    <a:pt x="32" y="2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5" y="6"/>
                    <a:pt x="45" y="6"/>
                    <a:pt x="45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7" y="13"/>
                    <a:pt x="47" y="13"/>
                  </a:cubicBezTo>
                  <a:cubicBezTo>
                    <a:pt x="47" y="13"/>
                    <a:pt x="46" y="13"/>
                    <a:pt x="46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39" y="18"/>
                    <a:pt x="39" y="18"/>
                    <a:pt x="39" y="18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31" y="2"/>
                    <a:pt x="31" y="2"/>
                    <a:pt x="31" y="2"/>
                  </a:cubicBezTo>
                  <a:close/>
                  <a:moveTo>
                    <a:pt x="53" y="20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3" y="20"/>
                    <a:pt x="53" y="20"/>
                    <a:pt x="53" y="20"/>
                  </a:cubicBezTo>
                  <a:close/>
                  <a:moveTo>
                    <a:pt x="50" y="22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0" y="22"/>
                    <a:pt x="50" y="22"/>
                    <a:pt x="50" y="22"/>
                  </a:cubicBezTo>
                  <a:close/>
                  <a:moveTo>
                    <a:pt x="45" y="25"/>
                  </a:moveTo>
                  <a:cubicBezTo>
                    <a:pt x="45" y="24"/>
                    <a:pt x="45" y="24"/>
                    <a:pt x="45" y="24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24"/>
                    <a:pt x="44" y="24"/>
                    <a:pt x="44" y="24"/>
                  </a:cubicBezTo>
                  <a:lnTo>
                    <a:pt x="45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6" name="Freeform 74"/>
            <p:cNvSpPr/>
            <p:nvPr/>
          </p:nvSpPr>
          <p:spPr bwMode="auto">
            <a:xfrm>
              <a:off x="4107747" y="2312640"/>
              <a:ext cx="65619" cy="119657"/>
            </a:xfrm>
            <a:custGeom>
              <a:avLst/>
              <a:gdLst>
                <a:gd name="T0" fmla="*/ 33 w 51"/>
                <a:gd name="T1" fmla="*/ 85 h 93"/>
                <a:gd name="T2" fmla="*/ 33 w 51"/>
                <a:gd name="T3" fmla="*/ 78 h 93"/>
                <a:gd name="T4" fmla="*/ 37 w 51"/>
                <a:gd name="T5" fmla="*/ 70 h 93"/>
                <a:gd name="T6" fmla="*/ 33 w 51"/>
                <a:gd name="T7" fmla="*/ 67 h 93"/>
                <a:gd name="T8" fmla="*/ 37 w 51"/>
                <a:gd name="T9" fmla="*/ 56 h 93"/>
                <a:gd name="T10" fmla="*/ 29 w 51"/>
                <a:gd name="T11" fmla="*/ 44 h 93"/>
                <a:gd name="T12" fmla="*/ 37 w 51"/>
                <a:gd name="T13" fmla="*/ 44 h 93"/>
                <a:gd name="T14" fmla="*/ 37 w 51"/>
                <a:gd name="T15" fmla="*/ 37 h 93"/>
                <a:gd name="T16" fmla="*/ 40 w 51"/>
                <a:gd name="T17" fmla="*/ 26 h 93"/>
                <a:gd name="T18" fmla="*/ 48 w 51"/>
                <a:gd name="T19" fmla="*/ 15 h 93"/>
                <a:gd name="T20" fmla="*/ 51 w 51"/>
                <a:gd name="T21" fmla="*/ 11 h 93"/>
                <a:gd name="T22" fmla="*/ 48 w 51"/>
                <a:gd name="T23" fmla="*/ 4 h 93"/>
                <a:gd name="T24" fmla="*/ 37 w 51"/>
                <a:gd name="T25" fmla="*/ 7 h 93"/>
                <a:gd name="T26" fmla="*/ 22 w 51"/>
                <a:gd name="T27" fmla="*/ 7 h 93"/>
                <a:gd name="T28" fmla="*/ 18 w 51"/>
                <a:gd name="T29" fmla="*/ 4 h 93"/>
                <a:gd name="T30" fmla="*/ 11 w 51"/>
                <a:gd name="T31" fmla="*/ 4 h 93"/>
                <a:gd name="T32" fmla="*/ 11 w 51"/>
                <a:gd name="T33" fmla="*/ 11 h 93"/>
                <a:gd name="T34" fmla="*/ 11 w 51"/>
                <a:gd name="T35" fmla="*/ 22 h 93"/>
                <a:gd name="T36" fmla="*/ 14 w 51"/>
                <a:gd name="T37" fmla="*/ 26 h 93"/>
                <a:gd name="T38" fmla="*/ 11 w 51"/>
                <a:gd name="T39" fmla="*/ 33 h 93"/>
                <a:gd name="T40" fmla="*/ 7 w 51"/>
                <a:gd name="T41" fmla="*/ 44 h 93"/>
                <a:gd name="T42" fmla="*/ 0 w 51"/>
                <a:gd name="T43" fmla="*/ 52 h 93"/>
                <a:gd name="T44" fmla="*/ 0 w 51"/>
                <a:gd name="T45" fmla="*/ 63 h 93"/>
                <a:gd name="T46" fmla="*/ 3 w 51"/>
                <a:gd name="T47" fmla="*/ 59 h 93"/>
                <a:gd name="T48" fmla="*/ 7 w 51"/>
                <a:gd name="T49" fmla="*/ 59 h 93"/>
                <a:gd name="T50" fmla="*/ 3 w 51"/>
                <a:gd name="T51" fmla="*/ 63 h 93"/>
                <a:gd name="T52" fmla="*/ 3 w 51"/>
                <a:gd name="T53" fmla="*/ 70 h 93"/>
                <a:gd name="T54" fmla="*/ 11 w 51"/>
                <a:gd name="T55" fmla="*/ 67 h 93"/>
                <a:gd name="T56" fmla="*/ 11 w 51"/>
                <a:gd name="T57" fmla="*/ 74 h 93"/>
                <a:gd name="T58" fmla="*/ 7 w 51"/>
                <a:gd name="T59" fmla="*/ 85 h 93"/>
                <a:gd name="T60" fmla="*/ 7 w 51"/>
                <a:gd name="T61" fmla="*/ 93 h 93"/>
                <a:gd name="T62" fmla="*/ 11 w 51"/>
                <a:gd name="T63" fmla="*/ 89 h 93"/>
                <a:gd name="T64" fmla="*/ 22 w 51"/>
                <a:gd name="T65" fmla="*/ 93 h 93"/>
                <a:gd name="T66" fmla="*/ 33 w 51"/>
                <a:gd name="T67" fmla="*/ 89 h 93"/>
                <a:gd name="T68" fmla="*/ 33 w 51"/>
                <a:gd name="T69" fmla="*/ 8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1" h="93">
                  <a:moveTo>
                    <a:pt x="33" y="89"/>
                  </a:moveTo>
                  <a:lnTo>
                    <a:pt x="33" y="85"/>
                  </a:lnTo>
                  <a:lnTo>
                    <a:pt x="29" y="82"/>
                  </a:lnTo>
                  <a:lnTo>
                    <a:pt x="33" y="78"/>
                  </a:lnTo>
                  <a:lnTo>
                    <a:pt x="37" y="74"/>
                  </a:lnTo>
                  <a:lnTo>
                    <a:pt x="37" y="70"/>
                  </a:lnTo>
                  <a:lnTo>
                    <a:pt x="33" y="70"/>
                  </a:lnTo>
                  <a:lnTo>
                    <a:pt x="33" y="67"/>
                  </a:lnTo>
                  <a:lnTo>
                    <a:pt x="37" y="59"/>
                  </a:lnTo>
                  <a:lnTo>
                    <a:pt x="37" y="56"/>
                  </a:lnTo>
                  <a:lnTo>
                    <a:pt x="33" y="52"/>
                  </a:lnTo>
                  <a:lnTo>
                    <a:pt x="29" y="44"/>
                  </a:lnTo>
                  <a:lnTo>
                    <a:pt x="33" y="44"/>
                  </a:lnTo>
                  <a:lnTo>
                    <a:pt x="37" y="44"/>
                  </a:lnTo>
                  <a:lnTo>
                    <a:pt x="40" y="41"/>
                  </a:lnTo>
                  <a:lnTo>
                    <a:pt x="37" y="37"/>
                  </a:lnTo>
                  <a:lnTo>
                    <a:pt x="40" y="33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8" y="15"/>
                  </a:lnTo>
                  <a:lnTo>
                    <a:pt x="48" y="15"/>
                  </a:lnTo>
                  <a:lnTo>
                    <a:pt x="51" y="11"/>
                  </a:lnTo>
                  <a:lnTo>
                    <a:pt x="48" y="7"/>
                  </a:lnTo>
                  <a:lnTo>
                    <a:pt x="48" y="4"/>
                  </a:lnTo>
                  <a:lnTo>
                    <a:pt x="37" y="4"/>
                  </a:lnTo>
                  <a:lnTo>
                    <a:pt x="37" y="7"/>
                  </a:lnTo>
                  <a:lnTo>
                    <a:pt x="26" y="4"/>
                  </a:lnTo>
                  <a:lnTo>
                    <a:pt x="22" y="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8" y="0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11"/>
                  </a:lnTo>
                  <a:lnTo>
                    <a:pt x="11" y="19"/>
                  </a:lnTo>
                  <a:lnTo>
                    <a:pt x="11" y="22"/>
                  </a:lnTo>
                  <a:lnTo>
                    <a:pt x="11" y="26"/>
                  </a:lnTo>
                  <a:lnTo>
                    <a:pt x="14" y="26"/>
                  </a:lnTo>
                  <a:lnTo>
                    <a:pt x="11" y="30"/>
                  </a:lnTo>
                  <a:lnTo>
                    <a:pt x="11" y="33"/>
                  </a:lnTo>
                  <a:lnTo>
                    <a:pt x="11" y="37"/>
                  </a:lnTo>
                  <a:lnTo>
                    <a:pt x="7" y="44"/>
                  </a:lnTo>
                  <a:lnTo>
                    <a:pt x="7" y="44"/>
                  </a:lnTo>
                  <a:lnTo>
                    <a:pt x="0" y="52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3" y="63"/>
                  </a:lnTo>
                  <a:lnTo>
                    <a:pt x="3" y="59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7" y="63"/>
                  </a:lnTo>
                  <a:lnTo>
                    <a:pt x="3" y="63"/>
                  </a:lnTo>
                  <a:lnTo>
                    <a:pt x="3" y="67"/>
                  </a:lnTo>
                  <a:lnTo>
                    <a:pt x="3" y="70"/>
                  </a:lnTo>
                  <a:lnTo>
                    <a:pt x="7" y="67"/>
                  </a:lnTo>
                  <a:lnTo>
                    <a:pt x="11" y="67"/>
                  </a:lnTo>
                  <a:lnTo>
                    <a:pt x="11" y="70"/>
                  </a:lnTo>
                  <a:lnTo>
                    <a:pt x="11" y="74"/>
                  </a:lnTo>
                  <a:lnTo>
                    <a:pt x="7" y="78"/>
                  </a:lnTo>
                  <a:lnTo>
                    <a:pt x="7" y="85"/>
                  </a:lnTo>
                  <a:lnTo>
                    <a:pt x="7" y="89"/>
                  </a:lnTo>
                  <a:lnTo>
                    <a:pt x="7" y="93"/>
                  </a:lnTo>
                  <a:lnTo>
                    <a:pt x="7" y="93"/>
                  </a:lnTo>
                  <a:lnTo>
                    <a:pt x="11" y="89"/>
                  </a:lnTo>
                  <a:lnTo>
                    <a:pt x="18" y="93"/>
                  </a:lnTo>
                  <a:lnTo>
                    <a:pt x="22" y="93"/>
                  </a:lnTo>
                  <a:lnTo>
                    <a:pt x="26" y="93"/>
                  </a:lnTo>
                  <a:lnTo>
                    <a:pt x="33" y="89"/>
                  </a:lnTo>
                  <a:lnTo>
                    <a:pt x="33" y="89"/>
                  </a:lnTo>
                  <a:lnTo>
                    <a:pt x="33" y="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7" name="Freeform 75"/>
            <p:cNvSpPr>
              <a:spLocks noEditPoints="1"/>
            </p:cNvSpPr>
            <p:nvPr/>
          </p:nvSpPr>
          <p:spPr bwMode="auto">
            <a:xfrm>
              <a:off x="4684156" y="2317785"/>
              <a:ext cx="180128" cy="162115"/>
            </a:xfrm>
            <a:custGeom>
              <a:avLst/>
              <a:gdLst>
                <a:gd name="T0" fmla="*/ 23 w 38"/>
                <a:gd name="T1" fmla="*/ 3 h 34"/>
                <a:gd name="T2" fmla="*/ 15 w 38"/>
                <a:gd name="T3" fmla="*/ 3 h 34"/>
                <a:gd name="T4" fmla="*/ 6 w 38"/>
                <a:gd name="T5" fmla="*/ 6 h 34"/>
                <a:gd name="T6" fmla="*/ 4 w 38"/>
                <a:gd name="T7" fmla="*/ 14 h 34"/>
                <a:gd name="T8" fmla="*/ 10 w 38"/>
                <a:gd name="T9" fmla="*/ 18 h 34"/>
                <a:gd name="T10" fmla="*/ 14 w 38"/>
                <a:gd name="T11" fmla="*/ 20 h 34"/>
                <a:gd name="T12" fmla="*/ 7 w 38"/>
                <a:gd name="T13" fmla="*/ 20 h 34"/>
                <a:gd name="T14" fmla="*/ 11 w 38"/>
                <a:gd name="T15" fmla="*/ 26 h 34"/>
                <a:gd name="T16" fmla="*/ 13 w 38"/>
                <a:gd name="T17" fmla="*/ 26 h 34"/>
                <a:gd name="T18" fmla="*/ 14 w 38"/>
                <a:gd name="T19" fmla="*/ 22 h 34"/>
                <a:gd name="T20" fmla="*/ 17 w 38"/>
                <a:gd name="T21" fmla="*/ 22 h 34"/>
                <a:gd name="T22" fmla="*/ 18 w 38"/>
                <a:gd name="T23" fmla="*/ 21 h 34"/>
                <a:gd name="T24" fmla="*/ 15 w 38"/>
                <a:gd name="T25" fmla="*/ 16 h 34"/>
                <a:gd name="T26" fmla="*/ 14 w 38"/>
                <a:gd name="T27" fmla="*/ 13 h 34"/>
                <a:gd name="T28" fmla="*/ 14 w 38"/>
                <a:gd name="T29" fmla="*/ 11 h 34"/>
                <a:gd name="T30" fmla="*/ 13 w 38"/>
                <a:gd name="T31" fmla="*/ 7 h 34"/>
                <a:gd name="T32" fmla="*/ 17 w 38"/>
                <a:gd name="T33" fmla="*/ 9 h 34"/>
                <a:gd name="T34" fmla="*/ 20 w 38"/>
                <a:gd name="T35" fmla="*/ 8 h 34"/>
                <a:gd name="T36" fmla="*/ 21 w 38"/>
                <a:gd name="T37" fmla="*/ 5 h 34"/>
                <a:gd name="T38" fmla="*/ 28 w 38"/>
                <a:gd name="T39" fmla="*/ 4 h 34"/>
                <a:gd name="T40" fmla="*/ 18 w 38"/>
                <a:gd name="T41" fmla="*/ 32 h 34"/>
                <a:gd name="T42" fmla="*/ 24 w 38"/>
                <a:gd name="T43" fmla="*/ 34 h 34"/>
                <a:gd name="T44" fmla="*/ 30 w 38"/>
                <a:gd name="T45" fmla="*/ 32 h 34"/>
                <a:gd name="T46" fmla="*/ 26 w 38"/>
                <a:gd name="T47" fmla="*/ 31 h 34"/>
                <a:gd name="T48" fmla="*/ 20 w 38"/>
                <a:gd name="T49" fmla="*/ 30 h 34"/>
                <a:gd name="T50" fmla="*/ 19 w 38"/>
                <a:gd name="T51" fmla="*/ 31 h 34"/>
                <a:gd name="T52" fmla="*/ 0 w 38"/>
                <a:gd name="T53" fmla="*/ 12 h 34"/>
                <a:gd name="T54" fmla="*/ 5 w 38"/>
                <a:gd name="T55" fmla="*/ 16 h 34"/>
                <a:gd name="T56" fmla="*/ 5 w 38"/>
                <a:gd name="T57" fmla="*/ 18 h 34"/>
                <a:gd name="T58" fmla="*/ 4 w 38"/>
                <a:gd name="T59" fmla="*/ 19 h 34"/>
                <a:gd name="T60" fmla="*/ 6 w 38"/>
                <a:gd name="T61" fmla="*/ 21 h 34"/>
                <a:gd name="T62" fmla="*/ 34 w 38"/>
                <a:gd name="T63" fmla="*/ 29 h 34"/>
                <a:gd name="T64" fmla="*/ 34 w 38"/>
                <a:gd name="T65" fmla="*/ 32 h 34"/>
                <a:gd name="T66" fmla="*/ 38 w 38"/>
                <a:gd name="T67" fmla="*/ 27 h 34"/>
                <a:gd name="T68" fmla="*/ 36 w 38"/>
                <a:gd name="T69" fmla="*/ 29 h 34"/>
                <a:gd name="T70" fmla="*/ 30 w 38"/>
                <a:gd name="T71" fmla="*/ 21 h 34"/>
                <a:gd name="T72" fmla="*/ 30 w 38"/>
                <a:gd name="T73" fmla="*/ 21 h 34"/>
                <a:gd name="T74" fmla="*/ 27 w 38"/>
                <a:gd name="T75" fmla="*/ 18 h 34"/>
                <a:gd name="T76" fmla="*/ 26 w 38"/>
                <a:gd name="T77" fmla="*/ 14 h 34"/>
                <a:gd name="T78" fmla="*/ 29 w 38"/>
                <a:gd name="T79" fmla="*/ 15 h 34"/>
                <a:gd name="T80" fmla="*/ 27 w 38"/>
                <a:gd name="T81" fmla="*/ 15 h 34"/>
                <a:gd name="T82" fmla="*/ 23 w 38"/>
                <a:gd name="T83" fmla="*/ 9 h 34"/>
                <a:gd name="T84" fmla="*/ 23 w 38"/>
                <a:gd name="T85" fmla="*/ 10 h 34"/>
                <a:gd name="T86" fmla="*/ 20 w 38"/>
                <a:gd name="T87" fmla="*/ 7 h 34"/>
                <a:gd name="T88" fmla="*/ 16 w 38"/>
                <a:gd name="T89" fmla="*/ 14 h 34"/>
                <a:gd name="T90" fmla="*/ 22 w 38"/>
                <a:gd name="T91" fmla="*/ 16 h 34"/>
                <a:gd name="T92" fmla="*/ 28 w 38"/>
                <a:gd name="T93" fmla="*/ 22 h 34"/>
                <a:gd name="T94" fmla="*/ 21 w 38"/>
                <a:gd name="T95" fmla="*/ 24 h 34"/>
                <a:gd name="T96" fmla="*/ 21 w 38"/>
                <a:gd name="T97" fmla="*/ 22 h 34"/>
                <a:gd name="T98" fmla="*/ 26 w 38"/>
                <a:gd name="T99" fmla="*/ 25 h 34"/>
                <a:gd name="T100" fmla="*/ 26 w 38"/>
                <a:gd name="T101" fmla="*/ 23 h 34"/>
                <a:gd name="T102" fmla="*/ 22 w 38"/>
                <a:gd name="T103" fmla="*/ 20 h 34"/>
                <a:gd name="T104" fmla="*/ 14 w 38"/>
                <a:gd name="T105" fmla="*/ 15 h 34"/>
                <a:gd name="T106" fmla="*/ 20 w 38"/>
                <a:gd name="T107" fmla="*/ 18 h 34"/>
                <a:gd name="T108" fmla="*/ 20 w 38"/>
                <a:gd name="T109" fmla="*/ 20 h 34"/>
                <a:gd name="T110" fmla="*/ 17 w 38"/>
                <a:gd name="T111" fmla="*/ 17 h 34"/>
                <a:gd name="T112" fmla="*/ 15 w 38"/>
                <a:gd name="T113" fmla="*/ 27 h 34"/>
                <a:gd name="T114" fmla="*/ 15 w 38"/>
                <a:gd name="T115" fmla="*/ 2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8" h="34">
                  <a:moveTo>
                    <a:pt x="28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0"/>
                    <a:pt x="28" y="0"/>
                    <a:pt x="28" y="0"/>
                  </a:cubicBezTo>
                  <a:close/>
                  <a:moveTo>
                    <a:pt x="18" y="31"/>
                  </a:move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20" y="31"/>
                    <a:pt x="20" y="31"/>
                    <a:pt x="20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8" y="31"/>
                    <a:pt x="18" y="31"/>
                    <a:pt x="18" y="31"/>
                  </a:cubicBezTo>
                  <a:close/>
                  <a:moveTo>
                    <a:pt x="1" y="11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1"/>
                    <a:pt x="1" y="11"/>
                    <a:pt x="1" y="11"/>
                  </a:cubicBezTo>
                  <a:close/>
                  <a:moveTo>
                    <a:pt x="4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lose/>
                  <a:moveTo>
                    <a:pt x="4" y="18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lose/>
                  <a:moveTo>
                    <a:pt x="6" y="21"/>
                  </a:moveTo>
                  <a:cubicBezTo>
                    <a:pt x="6" y="21"/>
                    <a:pt x="6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6" y="21"/>
                    <a:pt x="6" y="21"/>
                    <a:pt x="6" y="21"/>
                  </a:cubicBezTo>
                  <a:close/>
                  <a:moveTo>
                    <a:pt x="33" y="30"/>
                  </a:moveTo>
                  <a:cubicBezTo>
                    <a:pt x="33" y="30"/>
                    <a:pt x="33" y="30"/>
                    <a:pt x="33" y="30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30"/>
                    <a:pt x="33" y="30"/>
                    <a:pt x="33" y="30"/>
                  </a:cubicBezTo>
                  <a:close/>
                  <a:moveTo>
                    <a:pt x="33" y="32"/>
                  </a:moveTo>
                  <a:cubicBezTo>
                    <a:pt x="33" y="31"/>
                    <a:pt x="33" y="31"/>
                    <a:pt x="33" y="3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3" y="32"/>
                    <a:pt x="33" y="32"/>
                    <a:pt x="33" y="32"/>
                  </a:cubicBezTo>
                  <a:close/>
                  <a:moveTo>
                    <a:pt x="36" y="29"/>
                  </a:moveTo>
                  <a:cubicBezTo>
                    <a:pt x="35" y="29"/>
                    <a:pt x="35" y="29"/>
                    <a:pt x="35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lose/>
                  <a:moveTo>
                    <a:pt x="30" y="27"/>
                  </a:move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0" y="27"/>
                    <a:pt x="30" y="27"/>
                    <a:pt x="30" y="27"/>
                  </a:cubicBezTo>
                  <a:close/>
                  <a:moveTo>
                    <a:pt x="30" y="21"/>
                  </a:moveTo>
                  <a:cubicBezTo>
                    <a:pt x="30" y="21"/>
                    <a:pt x="30" y="21"/>
                    <a:pt x="30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1"/>
                    <a:pt x="30" y="21"/>
                    <a:pt x="30" y="21"/>
                  </a:cubicBezTo>
                  <a:close/>
                  <a:moveTo>
                    <a:pt x="28" y="17"/>
                  </a:moveTo>
                  <a:cubicBezTo>
                    <a:pt x="28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lose/>
                  <a:moveTo>
                    <a:pt x="27" y="15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lose/>
                  <a:moveTo>
                    <a:pt x="25" y="7"/>
                  </a:move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7"/>
                    <a:pt x="25" y="7"/>
                    <a:pt x="25" y="7"/>
                  </a:cubicBezTo>
                  <a:close/>
                  <a:moveTo>
                    <a:pt x="23" y="9"/>
                  </a:moveTo>
                  <a:cubicBezTo>
                    <a:pt x="23" y="9"/>
                    <a:pt x="23" y="9"/>
                    <a:pt x="23" y="9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3" y="9"/>
                    <a:pt x="23" y="9"/>
                    <a:pt x="23" y="9"/>
                  </a:cubicBezTo>
                  <a:close/>
                  <a:moveTo>
                    <a:pt x="21" y="6"/>
                  </a:moveTo>
                  <a:cubicBezTo>
                    <a:pt x="21" y="6"/>
                    <a:pt x="21" y="6"/>
                    <a:pt x="21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6"/>
                    <a:pt x="21" y="6"/>
                    <a:pt x="21" y="6"/>
                  </a:cubicBezTo>
                  <a:close/>
                  <a:moveTo>
                    <a:pt x="17" y="14"/>
                  </a:move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4"/>
                    <a:pt x="17" y="14"/>
                    <a:pt x="17" y="14"/>
                  </a:cubicBezTo>
                  <a:close/>
                  <a:moveTo>
                    <a:pt x="16" y="14"/>
                  </a:move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lose/>
                  <a:moveTo>
                    <a:pt x="21" y="15"/>
                  </a:move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5"/>
                    <a:pt x="21" y="15"/>
                    <a:pt x="21" y="15"/>
                  </a:cubicBezTo>
                  <a:close/>
                  <a:moveTo>
                    <a:pt x="28" y="22"/>
                  </a:moveTo>
                  <a:cubicBezTo>
                    <a:pt x="28" y="22"/>
                    <a:pt x="28" y="22"/>
                    <a:pt x="28" y="22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8" y="22"/>
                    <a:pt x="28" y="22"/>
                    <a:pt x="28" y="22"/>
                  </a:cubicBezTo>
                  <a:close/>
                  <a:moveTo>
                    <a:pt x="21" y="27"/>
                  </a:moveTo>
                  <a:cubicBezTo>
                    <a:pt x="21" y="26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1" y="27"/>
                    <a:pt x="21" y="27"/>
                    <a:pt x="21" y="27"/>
                  </a:cubicBezTo>
                  <a:close/>
                  <a:moveTo>
                    <a:pt x="21" y="24"/>
                  </a:move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lose/>
                  <a:moveTo>
                    <a:pt x="21" y="23"/>
                  </a:move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lose/>
                  <a:moveTo>
                    <a:pt x="20" y="22"/>
                  </a:moveTo>
                  <a:cubicBezTo>
                    <a:pt x="20" y="22"/>
                    <a:pt x="20" y="22"/>
                    <a:pt x="20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lose/>
                  <a:moveTo>
                    <a:pt x="24" y="25"/>
                  </a:moveTo>
                  <a:cubicBezTo>
                    <a:pt x="24" y="24"/>
                    <a:pt x="24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4" y="25"/>
                    <a:pt x="24" y="25"/>
                    <a:pt x="24" y="25"/>
                  </a:cubicBezTo>
                  <a:close/>
                  <a:moveTo>
                    <a:pt x="26" y="25"/>
                  </a:moveTo>
                  <a:cubicBezTo>
                    <a:pt x="25" y="24"/>
                    <a:pt x="25" y="24"/>
                    <a:pt x="25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lose/>
                  <a:moveTo>
                    <a:pt x="25" y="23"/>
                  </a:moveTo>
                  <a:cubicBezTo>
                    <a:pt x="25" y="22"/>
                    <a:pt x="25" y="22"/>
                    <a:pt x="25" y="22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5" y="23"/>
                    <a:pt x="25" y="23"/>
                    <a:pt x="25" y="23"/>
                  </a:cubicBezTo>
                  <a:close/>
                  <a:moveTo>
                    <a:pt x="24" y="22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lose/>
                  <a:moveTo>
                    <a:pt x="22" y="20"/>
                  </a:moveTo>
                  <a:cubicBezTo>
                    <a:pt x="22" y="20"/>
                    <a:pt x="22" y="20"/>
                    <a:pt x="22" y="20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2" y="20"/>
                    <a:pt x="22" y="20"/>
                    <a:pt x="22" y="20"/>
                  </a:cubicBezTo>
                  <a:close/>
                  <a:moveTo>
                    <a:pt x="14" y="15"/>
                  </a:moveTo>
                  <a:cubicBezTo>
                    <a:pt x="14" y="15"/>
                    <a:pt x="14" y="15"/>
                    <a:pt x="14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15" y="27"/>
                  </a:moveTo>
                  <a:cubicBezTo>
                    <a:pt x="15" y="27"/>
                    <a:pt x="15" y="27"/>
                    <a:pt x="15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5" y="27"/>
                    <a:pt x="15" y="27"/>
                  </a:cubicBezTo>
                  <a:close/>
                  <a:moveTo>
                    <a:pt x="15" y="26"/>
                  </a:moveTo>
                  <a:cubicBezTo>
                    <a:pt x="15" y="27"/>
                    <a:pt x="15" y="27"/>
                    <a:pt x="15" y="27"/>
                  </a:cubicBezTo>
                  <a:cubicBezTo>
                    <a:pt x="15" y="27"/>
                    <a:pt x="15" y="27"/>
                    <a:pt x="15" y="27"/>
                  </a:cubicBezTo>
                  <a:lnTo>
                    <a:pt x="15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8" name="Freeform 76"/>
            <p:cNvSpPr>
              <a:spLocks noEditPoints="1"/>
            </p:cNvSpPr>
            <p:nvPr/>
          </p:nvSpPr>
          <p:spPr bwMode="auto">
            <a:xfrm>
              <a:off x="5183368" y="2307493"/>
              <a:ext cx="119657" cy="86205"/>
            </a:xfrm>
            <a:custGeom>
              <a:avLst/>
              <a:gdLst>
                <a:gd name="T0" fmla="*/ 4 w 93"/>
                <a:gd name="T1" fmla="*/ 11 h 67"/>
                <a:gd name="T2" fmla="*/ 19 w 93"/>
                <a:gd name="T3" fmla="*/ 15 h 67"/>
                <a:gd name="T4" fmla="*/ 30 w 93"/>
                <a:gd name="T5" fmla="*/ 19 h 67"/>
                <a:gd name="T6" fmla="*/ 30 w 93"/>
                <a:gd name="T7" fmla="*/ 8 h 67"/>
                <a:gd name="T8" fmla="*/ 26 w 93"/>
                <a:gd name="T9" fmla="*/ 0 h 67"/>
                <a:gd name="T10" fmla="*/ 37 w 93"/>
                <a:gd name="T11" fmla="*/ 8 h 67"/>
                <a:gd name="T12" fmla="*/ 49 w 93"/>
                <a:gd name="T13" fmla="*/ 11 h 67"/>
                <a:gd name="T14" fmla="*/ 56 w 93"/>
                <a:gd name="T15" fmla="*/ 8 h 67"/>
                <a:gd name="T16" fmla="*/ 63 w 93"/>
                <a:gd name="T17" fmla="*/ 4 h 67"/>
                <a:gd name="T18" fmla="*/ 71 w 93"/>
                <a:gd name="T19" fmla="*/ 11 h 67"/>
                <a:gd name="T20" fmla="*/ 78 w 93"/>
                <a:gd name="T21" fmla="*/ 19 h 67"/>
                <a:gd name="T22" fmla="*/ 82 w 93"/>
                <a:gd name="T23" fmla="*/ 26 h 67"/>
                <a:gd name="T24" fmla="*/ 89 w 93"/>
                <a:gd name="T25" fmla="*/ 26 h 67"/>
                <a:gd name="T26" fmla="*/ 89 w 93"/>
                <a:gd name="T27" fmla="*/ 30 h 67"/>
                <a:gd name="T28" fmla="*/ 82 w 93"/>
                <a:gd name="T29" fmla="*/ 30 h 67"/>
                <a:gd name="T30" fmla="*/ 78 w 93"/>
                <a:gd name="T31" fmla="*/ 37 h 67"/>
                <a:gd name="T32" fmla="*/ 78 w 93"/>
                <a:gd name="T33" fmla="*/ 45 h 67"/>
                <a:gd name="T34" fmla="*/ 78 w 93"/>
                <a:gd name="T35" fmla="*/ 48 h 67"/>
                <a:gd name="T36" fmla="*/ 78 w 93"/>
                <a:gd name="T37" fmla="*/ 52 h 67"/>
                <a:gd name="T38" fmla="*/ 74 w 93"/>
                <a:gd name="T39" fmla="*/ 60 h 67"/>
                <a:gd name="T40" fmla="*/ 74 w 93"/>
                <a:gd name="T41" fmla="*/ 52 h 67"/>
                <a:gd name="T42" fmla="*/ 71 w 93"/>
                <a:gd name="T43" fmla="*/ 52 h 67"/>
                <a:gd name="T44" fmla="*/ 74 w 93"/>
                <a:gd name="T45" fmla="*/ 60 h 67"/>
                <a:gd name="T46" fmla="*/ 74 w 93"/>
                <a:gd name="T47" fmla="*/ 63 h 67"/>
                <a:gd name="T48" fmla="*/ 71 w 93"/>
                <a:gd name="T49" fmla="*/ 67 h 67"/>
                <a:gd name="T50" fmla="*/ 67 w 93"/>
                <a:gd name="T51" fmla="*/ 67 h 67"/>
                <a:gd name="T52" fmla="*/ 60 w 93"/>
                <a:gd name="T53" fmla="*/ 60 h 67"/>
                <a:gd name="T54" fmla="*/ 60 w 93"/>
                <a:gd name="T55" fmla="*/ 52 h 67"/>
                <a:gd name="T56" fmla="*/ 63 w 93"/>
                <a:gd name="T57" fmla="*/ 52 h 67"/>
                <a:gd name="T58" fmla="*/ 60 w 93"/>
                <a:gd name="T59" fmla="*/ 48 h 67"/>
                <a:gd name="T60" fmla="*/ 56 w 93"/>
                <a:gd name="T61" fmla="*/ 45 h 67"/>
                <a:gd name="T62" fmla="*/ 52 w 93"/>
                <a:gd name="T63" fmla="*/ 48 h 67"/>
                <a:gd name="T64" fmla="*/ 49 w 93"/>
                <a:gd name="T65" fmla="*/ 52 h 67"/>
                <a:gd name="T66" fmla="*/ 41 w 93"/>
                <a:gd name="T67" fmla="*/ 56 h 67"/>
                <a:gd name="T68" fmla="*/ 41 w 93"/>
                <a:gd name="T69" fmla="*/ 56 h 67"/>
                <a:gd name="T70" fmla="*/ 37 w 93"/>
                <a:gd name="T71" fmla="*/ 60 h 67"/>
                <a:gd name="T72" fmla="*/ 34 w 93"/>
                <a:gd name="T73" fmla="*/ 60 h 67"/>
                <a:gd name="T74" fmla="*/ 37 w 93"/>
                <a:gd name="T75" fmla="*/ 52 h 67"/>
                <a:gd name="T76" fmla="*/ 37 w 93"/>
                <a:gd name="T77" fmla="*/ 48 h 67"/>
                <a:gd name="T78" fmla="*/ 30 w 93"/>
                <a:gd name="T79" fmla="*/ 45 h 67"/>
                <a:gd name="T80" fmla="*/ 19 w 93"/>
                <a:gd name="T81" fmla="*/ 37 h 67"/>
                <a:gd name="T82" fmla="*/ 23 w 93"/>
                <a:gd name="T83" fmla="*/ 34 h 67"/>
                <a:gd name="T84" fmla="*/ 15 w 93"/>
                <a:gd name="T85" fmla="*/ 26 h 67"/>
                <a:gd name="T86" fmla="*/ 12 w 93"/>
                <a:gd name="T87" fmla="*/ 19 h 67"/>
                <a:gd name="T88" fmla="*/ 4 w 93"/>
                <a:gd name="T89" fmla="*/ 15 h 67"/>
                <a:gd name="T90" fmla="*/ 30 w 93"/>
                <a:gd name="T91" fmla="*/ 60 h 67"/>
                <a:gd name="T92" fmla="*/ 19 w 93"/>
                <a:gd name="T93" fmla="*/ 48 h 67"/>
                <a:gd name="T94" fmla="*/ 15 w 93"/>
                <a:gd name="T95" fmla="*/ 45 h 67"/>
                <a:gd name="T96" fmla="*/ 8 w 93"/>
                <a:gd name="T97" fmla="*/ 41 h 67"/>
                <a:gd name="T98" fmla="*/ 0 w 93"/>
                <a:gd name="T99" fmla="*/ 41 h 67"/>
                <a:gd name="T100" fmla="*/ 4 w 93"/>
                <a:gd name="T101" fmla="*/ 45 h 67"/>
                <a:gd name="T102" fmla="*/ 8 w 93"/>
                <a:gd name="T103" fmla="*/ 45 h 67"/>
                <a:gd name="T104" fmla="*/ 8 w 93"/>
                <a:gd name="T105" fmla="*/ 52 h 67"/>
                <a:gd name="T106" fmla="*/ 15 w 93"/>
                <a:gd name="T107" fmla="*/ 56 h 67"/>
                <a:gd name="T108" fmla="*/ 26 w 93"/>
                <a:gd name="T109" fmla="*/ 60 h 67"/>
                <a:gd name="T110" fmla="*/ 30 w 93"/>
                <a:gd name="T111" fmla="*/ 6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3" h="67">
                  <a:moveTo>
                    <a:pt x="4" y="15"/>
                  </a:moveTo>
                  <a:lnTo>
                    <a:pt x="4" y="11"/>
                  </a:lnTo>
                  <a:lnTo>
                    <a:pt x="8" y="11"/>
                  </a:lnTo>
                  <a:lnTo>
                    <a:pt x="19" y="15"/>
                  </a:lnTo>
                  <a:lnTo>
                    <a:pt x="26" y="15"/>
                  </a:lnTo>
                  <a:lnTo>
                    <a:pt x="30" y="19"/>
                  </a:lnTo>
                  <a:lnTo>
                    <a:pt x="30" y="11"/>
                  </a:lnTo>
                  <a:lnTo>
                    <a:pt x="30" y="8"/>
                  </a:lnTo>
                  <a:lnTo>
                    <a:pt x="26" y="8"/>
                  </a:lnTo>
                  <a:lnTo>
                    <a:pt x="26" y="0"/>
                  </a:lnTo>
                  <a:lnTo>
                    <a:pt x="30" y="4"/>
                  </a:lnTo>
                  <a:lnTo>
                    <a:pt x="37" y="8"/>
                  </a:lnTo>
                  <a:lnTo>
                    <a:pt x="41" y="11"/>
                  </a:lnTo>
                  <a:lnTo>
                    <a:pt x="49" y="11"/>
                  </a:lnTo>
                  <a:lnTo>
                    <a:pt x="49" y="8"/>
                  </a:lnTo>
                  <a:lnTo>
                    <a:pt x="56" y="8"/>
                  </a:lnTo>
                  <a:lnTo>
                    <a:pt x="60" y="0"/>
                  </a:lnTo>
                  <a:lnTo>
                    <a:pt x="63" y="4"/>
                  </a:lnTo>
                  <a:lnTo>
                    <a:pt x="71" y="8"/>
                  </a:lnTo>
                  <a:lnTo>
                    <a:pt x="71" y="11"/>
                  </a:lnTo>
                  <a:lnTo>
                    <a:pt x="71" y="15"/>
                  </a:lnTo>
                  <a:lnTo>
                    <a:pt x="78" y="19"/>
                  </a:lnTo>
                  <a:lnTo>
                    <a:pt x="78" y="23"/>
                  </a:lnTo>
                  <a:lnTo>
                    <a:pt x="82" y="26"/>
                  </a:lnTo>
                  <a:lnTo>
                    <a:pt x="86" y="26"/>
                  </a:lnTo>
                  <a:lnTo>
                    <a:pt x="89" y="26"/>
                  </a:lnTo>
                  <a:lnTo>
                    <a:pt x="93" y="30"/>
                  </a:lnTo>
                  <a:lnTo>
                    <a:pt x="89" y="30"/>
                  </a:lnTo>
                  <a:lnTo>
                    <a:pt x="89" y="30"/>
                  </a:lnTo>
                  <a:lnTo>
                    <a:pt x="82" y="30"/>
                  </a:lnTo>
                  <a:lnTo>
                    <a:pt x="78" y="34"/>
                  </a:lnTo>
                  <a:lnTo>
                    <a:pt x="78" y="37"/>
                  </a:lnTo>
                  <a:lnTo>
                    <a:pt x="78" y="41"/>
                  </a:lnTo>
                  <a:lnTo>
                    <a:pt x="78" y="45"/>
                  </a:lnTo>
                  <a:lnTo>
                    <a:pt x="78" y="45"/>
                  </a:lnTo>
                  <a:lnTo>
                    <a:pt x="78" y="48"/>
                  </a:lnTo>
                  <a:lnTo>
                    <a:pt x="78" y="48"/>
                  </a:lnTo>
                  <a:lnTo>
                    <a:pt x="78" y="52"/>
                  </a:lnTo>
                  <a:lnTo>
                    <a:pt x="78" y="56"/>
                  </a:lnTo>
                  <a:lnTo>
                    <a:pt x="74" y="60"/>
                  </a:lnTo>
                  <a:lnTo>
                    <a:pt x="74" y="56"/>
                  </a:lnTo>
                  <a:lnTo>
                    <a:pt x="74" y="52"/>
                  </a:lnTo>
                  <a:lnTo>
                    <a:pt x="74" y="52"/>
                  </a:lnTo>
                  <a:lnTo>
                    <a:pt x="71" y="52"/>
                  </a:lnTo>
                  <a:lnTo>
                    <a:pt x="71" y="56"/>
                  </a:lnTo>
                  <a:lnTo>
                    <a:pt x="74" y="60"/>
                  </a:lnTo>
                  <a:lnTo>
                    <a:pt x="71" y="60"/>
                  </a:lnTo>
                  <a:lnTo>
                    <a:pt x="74" y="63"/>
                  </a:lnTo>
                  <a:lnTo>
                    <a:pt x="74" y="67"/>
                  </a:lnTo>
                  <a:lnTo>
                    <a:pt x="71" y="67"/>
                  </a:lnTo>
                  <a:lnTo>
                    <a:pt x="71" y="67"/>
                  </a:lnTo>
                  <a:lnTo>
                    <a:pt x="67" y="67"/>
                  </a:lnTo>
                  <a:lnTo>
                    <a:pt x="63" y="63"/>
                  </a:lnTo>
                  <a:lnTo>
                    <a:pt x="60" y="60"/>
                  </a:lnTo>
                  <a:lnTo>
                    <a:pt x="63" y="56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3" y="52"/>
                  </a:lnTo>
                  <a:lnTo>
                    <a:pt x="60" y="48"/>
                  </a:lnTo>
                  <a:lnTo>
                    <a:pt x="60" y="48"/>
                  </a:lnTo>
                  <a:lnTo>
                    <a:pt x="56" y="45"/>
                  </a:lnTo>
                  <a:lnTo>
                    <a:pt x="56" y="45"/>
                  </a:lnTo>
                  <a:lnTo>
                    <a:pt x="56" y="45"/>
                  </a:lnTo>
                  <a:lnTo>
                    <a:pt x="52" y="48"/>
                  </a:lnTo>
                  <a:lnTo>
                    <a:pt x="49" y="48"/>
                  </a:lnTo>
                  <a:lnTo>
                    <a:pt x="49" y="52"/>
                  </a:lnTo>
                  <a:lnTo>
                    <a:pt x="45" y="52"/>
                  </a:lnTo>
                  <a:lnTo>
                    <a:pt x="41" y="56"/>
                  </a:lnTo>
                  <a:lnTo>
                    <a:pt x="41" y="56"/>
                  </a:lnTo>
                  <a:lnTo>
                    <a:pt x="41" y="56"/>
                  </a:lnTo>
                  <a:lnTo>
                    <a:pt x="41" y="60"/>
                  </a:lnTo>
                  <a:lnTo>
                    <a:pt x="37" y="60"/>
                  </a:lnTo>
                  <a:lnTo>
                    <a:pt x="34" y="60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37" y="52"/>
                  </a:lnTo>
                  <a:lnTo>
                    <a:pt x="34" y="48"/>
                  </a:lnTo>
                  <a:lnTo>
                    <a:pt x="37" y="48"/>
                  </a:lnTo>
                  <a:lnTo>
                    <a:pt x="34" y="45"/>
                  </a:lnTo>
                  <a:lnTo>
                    <a:pt x="30" y="45"/>
                  </a:lnTo>
                  <a:lnTo>
                    <a:pt x="23" y="41"/>
                  </a:lnTo>
                  <a:lnTo>
                    <a:pt x="19" y="37"/>
                  </a:lnTo>
                  <a:lnTo>
                    <a:pt x="23" y="34"/>
                  </a:lnTo>
                  <a:lnTo>
                    <a:pt x="23" y="3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23"/>
                  </a:lnTo>
                  <a:lnTo>
                    <a:pt x="12" y="19"/>
                  </a:lnTo>
                  <a:lnTo>
                    <a:pt x="8" y="19"/>
                  </a:lnTo>
                  <a:lnTo>
                    <a:pt x="4" y="15"/>
                  </a:lnTo>
                  <a:lnTo>
                    <a:pt x="4" y="15"/>
                  </a:lnTo>
                  <a:close/>
                  <a:moveTo>
                    <a:pt x="30" y="60"/>
                  </a:moveTo>
                  <a:lnTo>
                    <a:pt x="23" y="48"/>
                  </a:lnTo>
                  <a:lnTo>
                    <a:pt x="19" y="48"/>
                  </a:lnTo>
                  <a:lnTo>
                    <a:pt x="15" y="45"/>
                  </a:lnTo>
                  <a:lnTo>
                    <a:pt x="15" y="45"/>
                  </a:lnTo>
                  <a:lnTo>
                    <a:pt x="12" y="45"/>
                  </a:lnTo>
                  <a:lnTo>
                    <a:pt x="8" y="41"/>
                  </a:lnTo>
                  <a:lnTo>
                    <a:pt x="4" y="41"/>
                  </a:lnTo>
                  <a:lnTo>
                    <a:pt x="0" y="41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8" y="45"/>
                  </a:lnTo>
                  <a:lnTo>
                    <a:pt x="8" y="48"/>
                  </a:lnTo>
                  <a:lnTo>
                    <a:pt x="8" y="52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23" y="60"/>
                  </a:lnTo>
                  <a:lnTo>
                    <a:pt x="26" y="60"/>
                  </a:lnTo>
                  <a:lnTo>
                    <a:pt x="30" y="60"/>
                  </a:lnTo>
                  <a:lnTo>
                    <a:pt x="30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19" name="Freeform 77"/>
            <p:cNvSpPr/>
            <p:nvPr/>
          </p:nvSpPr>
          <p:spPr bwMode="auto">
            <a:xfrm>
              <a:off x="5179508" y="2365391"/>
              <a:ext cx="428448" cy="315225"/>
            </a:xfrm>
            <a:custGeom>
              <a:avLst/>
              <a:gdLst>
                <a:gd name="T0" fmla="*/ 11 w 333"/>
                <a:gd name="T1" fmla="*/ 3 h 245"/>
                <a:gd name="T2" fmla="*/ 29 w 333"/>
                <a:gd name="T3" fmla="*/ 15 h 245"/>
                <a:gd name="T4" fmla="*/ 40 w 333"/>
                <a:gd name="T5" fmla="*/ 15 h 245"/>
                <a:gd name="T6" fmla="*/ 48 w 333"/>
                <a:gd name="T7" fmla="*/ 7 h 245"/>
                <a:gd name="T8" fmla="*/ 59 w 333"/>
                <a:gd name="T9" fmla="*/ 0 h 245"/>
                <a:gd name="T10" fmla="*/ 63 w 333"/>
                <a:gd name="T11" fmla="*/ 7 h 245"/>
                <a:gd name="T12" fmla="*/ 70 w 333"/>
                <a:gd name="T13" fmla="*/ 22 h 245"/>
                <a:gd name="T14" fmla="*/ 77 w 333"/>
                <a:gd name="T15" fmla="*/ 26 h 245"/>
                <a:gd name="T16" fmla="*/ 85 w 333"/>
                <a:gd name="T17" fmla="*/ 37 h 245"/>
                <a:gd name="T18" fmla="*/ 103 w 333"/>
                <a:gd name="T19" fmla="*/ 41 h 245"/>
                <a:gd name="T20" fmla="*/ 126 w 333"/>
                <a:gd name="T21" fmla="*/ 52 h 245"/>
                <a:gd name="T22" fmla="*/ 163 w 333"/>
                <a:gd name="T23" fmla="*/ 48 h 245"/>
                <a:gd name="T24" fmla="*/ 174 w 333"/>
                <a:gd name="T25" fmla="*/ 37 h 245"/>
                <a:gd name="T26" fmla="*/ 192 w 333"/>
                <a:gd name="T27" fmla="*/ 22 h 245"/>
                <a:gd name="T28" fmla="*/ 211 w 333"/>
                <a:gd name="T29" fmla="*/ 22 h 245"/>
                <a:gd name="T30" fmla="*/ 237 w 333"/>
                <a:gd name="T31" fmla="*/ 29 h 245"/>
                <a:gd name="T32" fmla="*/ 251 w 333"/>
                <a:gd name="T33" fmla="*/ 37 h 245"/>
                <a:gd name="T34" fmla="*/ 277 w 333"/>
                <a:gd name="T35" fmla="*/ 55 h 245"/>
                <a:gd name="T36" fmla="*/ 281 w 333"/>
                <a:gd name="T37" fmla="*/ 70 h 245"/>
                <a:gd name="T38" fmla="*/ 281 w 333"/>
                <a:gd name="T39" fmla="*/ 78 h 245"/>
                <a:gd name="T40" fmla="*/ 274 w 333"/>
                <a:gd name="T41" fmla="*/ 89 h 245"/>
                <a:gd name="T42" fmla="*/ 281 w 333"/>
                <a:gd name="T43" fmla="*/ 100 h 245"/>
                <a:gd name="T44" fmla="*/ 281 w 333"/>
                <a:gd name="T45" fmla="*/ 126 h 245"/>
                <a:gd name="T46" fmla="*/ 300 w 333"/>
                <a:gd name="T47" fmla="*/ 144 h 245"/>
                <a:gd name="T48" fmla="*/ 300 w 333"/>
                <a:gd name="T49" fmla="*/ 182 h 245"/>
                <a:gd name="T50" fmla="*/ 318 w 333"/>
                <a:gd name="T51" fmla="*/ 189 h 245"/>
                <a:gd name="T52" fmla="*/ 326 w 333"/>
                <a:gd name="T53" fmla="*/ 204 h 245"/>
                <a:gd name="T54" fmla="*/ 333 w 333"/>
                <a:gd name="T55" fmla="*/ 219 h 245"/>
                <a:gd name="T56" fmla="*/ 311 w 333"/>
                <a:gd name="T57" fmla="*/ 222 h 245"/>
                <a:gd name="T58" fmla="*/ 311 w 333"/>
                <a:gd name="T59" fmla="*/ 241 h 245"/>
                <a:gd name="T60" fmla="*/ 296 w 333"/>
                <a:gd name="T61" fmla="*/ 241 h 245"/>
                <a:gd name="T62" fmla="*/ 289 w 333"/>
                <a:gd name="T63" fmla="*/ 241 h 245"/>
                <a:gd name="T64" fmla="*/ 263 w 333"/>
                <a:gd name="T65" fmla="*/ 237 h 245"/>
                <a:gd name="T66" fmla="*/ 248 w 333"/>
                <a:gd name="T67" fmla="*/ 233 h 245"/>
                <a:gd name="T68" fmla="*/ 233 w 333"/>
                <a:gd name="T69" fmla="*/ 222 h 245"/>
                <a:gd name="T70" fmla="*/ 226 w 333"/>
                <a:gd name="T71" fmla="*/ 211 h 245"/>
                <a:gd name="T72" fmla="*/ 207 w 333"/>
                <a:gd name="T73" fmla="*/ 211 h 245"/>
                <a:gd name="T74" fmla="*/ 185 w 333"/>
                <a:gd name="T75" fmla="*/ 215 h 245"/>
                <a:gd name="T76" fmla="*/ 166 w 333"/>
                <a:gd name="T77" fmla="*/ 211 h 245"/>
                <a:gd name="T78" fmla="*/ 159 w 333"/>
                <a:gd name="T79" fmla="*/ 204 h 245"/>
                <a:gd name="T80" fmla="*/ 140 w 333"/>
                <a:gd name="T81" fmla="*/ 200 h 245"/>
                <a:gd name="T82" fmla="*/ 126 w 333"/>
                <a:gd name="T83" fmla="*/ 185 h 245"/>
                <a:gd name="T84" fmla="*/ 126 w 333"/>
                <a:gd name="T85" fmla="*/ 182 h 245"/>
                <a:gd name="T86" fmla="*/ 114 w 333"/>
                <a:gd name="T87" fmla="*/ 163 h 245"/>
                <a:gd name="T88" fmla="*/ 100 w 333"/>
                <a:gd name="T89" fmla="*/ 163 h 245"/>
                <a:gd name="T90" fmla="*/ 96 w 333"/>
                <a:gd name="T91" fmla="*/ 159 h 245"/>
                <a:gd name="T92" fmla="*/ 92 w 333"/>
                <a:gd name="T93" fmla="*/ 163 h 245"/>
                <a:gd name="T94" fmla="*/ 85 w 333"/>
                <a:gd name="T95" fmla="*/ 159 h 245"/>
                <a:gd name="T96" fmla="*/ 74 w 333"/>
                <a:gd name="T97" fmla="*/ 141 h 245"/>
                <a:gd name="T98" fmla="*/ 66 w 333"/>
                <a:gd name="T99" fmla="*/ 122 h 245"/>
                <a:gd name="T100" fmla="*/ 44 w 333"/>
                <a:gd name="T101" fmla="*/ 115 h 245"/>
                <a:gd name="T102" fmla="*/ 40 w 333"/>
                <a:gd name="T103" fmla="*/ 104 h 245"/>
                <a:gd name="T104" fmla="*/ 33 w 333"/>
                <a:gd name="T105" fmla="*/ 96 h 245"/>
                <a:gd name="T106" fmla="*/ 37 w 333"/>
                <a:gd name="T107" fmla="*/ 81 h 245"/>
                <a:gd name="T108" fmla="*/ 40 w 333"/>
                <a:gd name="T109" fmla="*/ 70 h 245"/>
                <a:gd name="T110" fmla="*/ 40 w 333"/>
                <a:gd name="T111" fmla="*/ 67 h 245"/>
                <a:gd name="T112" fmla="*/ 26 w 333"/>
                <a:gd name="T113" fmla="*/ 63 h 245"/>
                <a:gd name="T114" fmla="*/ 18 w 333"/>
                <a:gd name="T115" fmla="*/ 52 h 245"/>
                <a:gd name="T116" fmla="*/ 11 w 333"/>
                <a:gd name="T117" fmla="*/ 41 h 245"/>
                <a:gd name="T118" fmla="*/ 7 w 333"/>
                <a:gd name="T119" fmla="*/ 22 h 245"/>
                <a:gd name="T120" fmla="*/ 0 w 333"/>
                <a:gd name="T121" fmla="*/ 7 h 245"/>
                <a:gd name="T122" fmla="*/ 7 w 333"/>
                <a:gd name="T123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3" h="245">
                  <a:moveTo>
                    <a:pt x="7" y="0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11" y="0"/>
                  </a:lnTo>
                  <a:lnTo>
                    <a:pt x="11" y="3"/>
                  </a:lnTo>
                  <a:lnTo>
                    <a:pt x="11" y="7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26" y="15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7" y="15"/>
                  </a:lnTo>
                  <a:lnTo>
                    <a:pt x="40" y="15"/>
                  </a:lnTo>
                  <a:lnTo>
                    <a:pt x="44" y="15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8" y="7"/>
                  </a:lnTo>
                  <a:lnTo>
                    <a:pt x="52" y="7"/>
                  </a:lnTo>
                  <a:lnTo>
                    <a:pt x="52" y="3"/>
                  </a:lnTo>
                  <a:lnTo>
                    <a:pt x="55" y="3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63" y="3"/>
                  </a:lnTo>
                  <a:lnTo>
                    <a:pt x="63" y="3"/>
                  </a:lnTo>
                  <a:lnTo>
                    <a:pt x="66" y="7"/>
                  </a:lnTo>
                  <a:lnTo>
                    <a:pt x="63" y="7"/>
                  </a:lnTo>
                  <a:lnTo>
                    <a:pt x="63" y="7"/>
                  </a:lnTo>
                  <a:lnTo>
                    <a:pt x="66" y="11"/>
                  </a:lnTo>
                  <a:lnTo>
                    <a:pt x="63" y="15"/>
                  </a:lnTo>
                  <a:lnTo>
                    <a:pt x="66" y="18"/>
                  </a:lnTo>
                  <a:lnTo>
                    <a:pt x="70" y="22"/>
                  </a:lnTo>
                  <a:lnTo>
                    <a:pt x="74" y="22"/>
                  </a:lnTo>
                  <a:lnTo>
                    <a:pt x="74" y="22"/>
                  </a:lnTo>
                  <a:lnTo>
                    <a:pt x="77" y="22"/>
                  </a:lnTo>
                  <a:lnTo>
                    <a:pt x="77" y="22"/>
                  </a:lnTo>
                  <a:lnTo>
                    <a:pt x="77" y="26"/>
                  </a:lnTo>
                  <a:lnTo>
                    <a:pt x="77" y="29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81" y="33"/>
                  </a:lnTo>
                  <a:lnTo>
                    <a:pt x="85" y="37"/>
                  </a:lnTo>
                  <a:lnTo>
                    <a:pt x="89" y="37"/>
                  </a:lnTo>
                  <a:lnTo>
                    <a:pt x="92" y="41"/>
                  </a:lnTo>
                  <a:lnTo>
                    <a:pt x="96" y="37"/>
                  </a:lnTo>
                  <a:lnTo>
                    <a:pt x="100" y="41"/>
                  </a:lnTo>
                  <a:lnTo>
                    <a:pt x="103" y="41"/>
                  </a:lnTo>
                  <a:lnTo>
                    <a:pt x="103" y="44"/>
                  </a:lnTo>
                  <a:lnTo>
                    <a:pt x="103" y="44"/>
                  </a:lnTo>
                  <a:lnTo>
                    <a:pt x="114" y="48"/>
                  </a:lnTo>
                  <a:lnTo>
                    <a:pt x="118" y="48"/>
                  </a:lnTo>
                  <a:lnTo>
                    <a:pt x="126" y="52"/>
                  </a:lnTo>
                  <a:lnTo>
                    <a:pt x="133" y="52"/>
                  </a:lnTo>
                  <a:lnTo>
                    <a:pt x="144" y="48"/>
                  </a:lnTo>
                  <a:lnTo>
                    <a:pt x="152" y="48"/>
                  </a:lnTo>
                  <a:lnTo>
                    <a:pt x="159" y="48"/>
                  </a:lnTo>
                  <a:lnTo>
                    <a:pt x="163" y="48"/>
                  </a:lnTo>
                  <a:lnTo>
                    <a:pt x="166" y="44"/>
                  </a:lnTo>
                  <a:lnTo>
                    <a:pt x="163" y="41"/>
                  </a:lnTo>
                  <a:lnTo>
                    <a:pt x="163" y="37"/>
                  </a:lnTo>
                  <a:lnTo>
                    <a:pt x="166" y="37"/>
                  </a:lnTo>
                  <a:lnTo>
                    <a:pt x="174" y="37"/>
                  </a:lnTo>
                  <a:lnTo>
                    <a:pt x="174" y="33"/>
                  </a:lnTo>
                  <a:lnTo>
                    <a:pt x="177" y="29"/>
                  </a:lnTo>
                  <a:lnTo>
                    <a:pt x="177" y="29"/>
                  </a:lnTo>
                  <a:lnTo>
                    <a:pt x="185" y="26"/>
                  </a:lnTo>
                  <a:lnTo>
                    <a:pt x="192" y="22"/>
                  </a:lnTo>
                  <a:lnTo>
                    <a:pt x="200" y="26"/>
                  </a:lnTo>
                  <a:lnTo>
                    <a:pt x="200" y="22"/>
                  </a:lnTo>
                  <a:lnTo>
                    <a:pt x="203" y="18"/>
                  </a:lnTo>
                  <a:lnTo>
                    <a:pt x="207" y="22"/>
                  </a:lnTo>
                  <a:lnTo>
                    <a:pt x="211" y="22"/>
                  </a:lnTo>
                  <a:lnTo>
                    <a:pt x="214" y="26"/>
                  </a:lnTo>
                  <a:lnTo>
                    <a:pt x="222" y="26"/>
                  </a:lnTo>
                  <a:lnTo>
                    <a:pt x="229" y="33"/>
                  </a:lnTo>
                  <a:lnTo>
                    <a:pt x="233" y="33"/>
                  </a:lnTo>
                  <a:lnTo>
                    <a:pt x="237" y="29"/>
                  </a:lnTo>
                  <a:lnTo>
                    <a:pt x="244" y="33"/>
                  </a:lnTo>
                  <a:lnTo>
                    <a:pt x="248" y="33"/>
                  </a:lnTo>
                  <a:lnTo>
                    <a:pt x="248" y="37"/>
                  </a:lnTo>
                  <a:lnTo>
                    <a:pt x="248" y="41"/>
                  </a:lnTo>
                  <a:lnTo>
                    <a:pt x="251" y="37"/>
                  </a:lnTo>
                  <a:lnTo>
                    <a:pt x="259" y="41"/>
                  </a:lnTo>
                  <a:lnTo>
                    <a:pt x="266" y="48"/>
                  </a:lnTo>
                  <a:lnTo>
                    <a:pt x="274" y="48"/>
                  </a:lnTo>
                  <a:lnTo>
                    <a:pt x="277" y="52"/>
                  </a:lnTo>
                  <a:lnTo>
                    <a:pt x="277" y="55"/>
                  </a:lnTo>
                  <a:lnTo>
                    <a:pt x="277" y="55"/>
                  </a:lnTo>
                  <a:lnTo>
                    <a:pt x="277" y="59"/>
                  </a:lnTo>
                  <a:lnTo>
                    <a:pt x="277" y="63"/>
                  </a:lnTo>
                  <a:lnTo>
                    <a:pt x="281" y="67"/>
                  </a:lnTo>
                  <a:lnTo>
                    <a:pt x="281" y="70"/>
                  </a:lnTo>
                  <a:lnTo>
                    <a:pt x="281" y="70"/>
                  </a:lnTo>
                  <a:lnTo>
                    <a:pt x="277" y="74"/>
                  </a:lnTo>
                  <a:lnTo>
                    <a:pt x="281" y="78"/>
                  </a:lnTo>
                  <a:lnTo>
                    <a:pt x="281" y="78"/>
                  </a:lnTo>
                  <a:lnTo>
                    <a:pt x="281" y="78"/>
                  </a:lnTo>
                  <a:lnTo>
                    <a:pt x="277" y="81"/>
                  </a:lnTo>
                  <a:lnTo>
                    <a:pt x="274" y="81"/>
                  </a:lnTo>
                  <a:lnTo>
                    <a:pt x="274" y="85"/>
                  </a:lnTo>
                  <a:lnTo>
                    <a:pt x="277" y="85"/>
                  </a:lnTo>
                  <a:lnTo>
                    <a:pt x="274" y="89"/>
                  </a:lnTo>
                  <a:lnTo>
                    <a:pt x="274" y="92"/>
                  </a:lnTo>
                  <a:lnTo>
                    <a:pt x="277" y="96"/>
                  </a:lnTo>
                  <a:lnTo>
                    <a:pt x="277" y="100"/>
                  </a:lnTo>
                  <a:lnTo>
                    <a:pt x="281" y="100"/>
                  </a:lnTo>
                  <a:lnTo>
                    <a:pt x="281" y="100"/>
                  </a:lnTo>
                  <a:lnTo>
                    <a:pt x="277" y="107"/>
                  </a:lnTo>
                  <a:lnTo>
                    <a:pt x="277" y="111"/>
                  </a:lnTo>
                  <a:lnTo>
                    <a:pt x="281" y="118"/>
                  </a:lnTo>
                  <a:lnTo>
                    <a:pt x="285" y="126"/>
                  </a:lnTo>
                  <a:lnTo>
                    <a:pt x="281" y="126"/>
                  </a:lnTo>
                  <a:lnTo>
                    <a:pt x="285" y="130"/>
                  </a:lnTo>
                  <a:lnTo>
                    <a:pt x="285" y="133"/>
                  </a:lnTo>
                  <a:lnTo>
                    <a:pt x="300" y="133"/>
                  </a:lnTo>
                  <a:lnTo>
                    <a:pt x="303" y="141"/>
                  </a:lnTo>
                  <a:lnTo>
                    <a:pt x="300" y="144"/>
                  </a:lnTo>
                  <a:lnTo>
                    <a:pt x="303" y="148"/>
                  </a:lnTo>
                  <a:lnTo>
                    <a:pt x="303" y="152"/>
                  </a:lnTo>
                  <a:lnTo>
                    <a:pt x="289" y="167"/>
                  </a:lnTo>
                  <a:lnTo>
                    <a:pt x="300" y="178"/>
                  </a:lnTo>
                  <a:lnTo>
                    <a:pt x="300" y="182"/>
                  </a:lnTo>
                  <a:lnTo>
                    <a:pt x="303" y="185"/>
                  </a:lnTo>
                  <a:lnTo>
                    <a:pt x="307" y="185"/>
                  </a:lnTo>
                  <a:lnTo>
                    <a:pt x="311" y="189"/>
                  </a:lnTo>
                  <a:lnTo>
                    <a:pt x="314" y="189"/>
                  </a:lnTo>
                  <a:lnTo>
                    <a:pt x="318" y="189"/>
                  </a:lnTo>
                  <a:lnTo>
                    <a:pt x="318" y="193"/>
                  </a:lnTo>
                  <a:lnTo>
                    <a:pt x="322" y="193"/>
                  </a:lnTo>
                  <a:lnTo>
                    <a:pt x="322" y="196"/>
                  </a:lnTo>
                  <a:lnTo>
                    <a:pt x="326" y="200"/>
                  </a:lnTo>
                  <a:lnTo>
                    <a:pt x="326" y="204"/>
                  </a:lnTo>
                  <a:lnTo>
                    <a:pt x="326" y="207"/>
                  </a:lnTo>
                  <a:lnTo>
                    <a:pt x="329" y="207"/>
                  </a:lnTo>
                  <a:lnTo>
                    <a:pt x="333" y="207"/>
                  </a:lnTo>
                  <a:lnTo>
                    <a:pt x="333" y="215"/>
                  </a:lnTo>
                  <a:lnTo>
                    <a:pt x="333" y="219"/>
                  </a:lnTo>
                  <a:lnTo>
                    <a:pt x="329" y="215"/>
                  </a:lnTo>
                  <a:lnTo>
                    <a:pt x="318" y="219"/>
                  </a:lnTo>
                  <a:lnTo>
                    <a:pt x="318" y="219"/>
                  </a:lnTo>
                  <a:lnTo>
                    <a:pt x="314" y="222"/>
                  </a:lnTo>
                  <a:lnTo>
                    <a:pt x="311" y="222"/>
                  </a:lnTo>
                  <a:lnTo>
                    <a:pt x="311" y="226"/>
                  </a:lnTo>
                  <a:lnTo>
                    <a:pt x="311" y="230"/>
                  </a:lnTo>
                  <a:lnTo>
                    <a:pt x="311" y="233"/>
                  </a:lnTo>
                  <a:lnTo>
                    <a:pt x="311" y="237"/>
                  </a:lnTo>
                  <a:lnTo>
                    <a:pt x="311" y="241"/>
                  </a:lnTo>
                  <a:lnTo>
                    <a:pt x="311" y="241"/>
                  </a:lnTo>
                  <a:lnTo>
                    <a:pt x="307" y="241"/>
                  </a:lnTo>
                  <a:lnTo>
                    <a:pt x="307" y="245"/>
                  </a:lnTo>
                  <a:lnTo>
                    <a:pt x="300" y="241"/>
                  </a:lnTo>
                  <a:lnTo>
                    <a:pt x="296" y="241"/>
                  </a:lnTo>
                  <a:lnTo>
                    <a:pt x="296" y="237"/>
                  </a:lnTo>
                  <a:lnTo>
                    <a:pt x="292" y="237"/>
                  </a:lnTo>
                  <a:lnTo>
                    <a:pt x="292" y="241"/>
                  </a:lnTo>
                  <a:lnTo>
                    <a:pt x="292" y="241"/>
                  </a:lnTo>
                  <a:lnTo>
                    <a:pt x="289" y="241"/>
                  </a:lnTo>
                  <a:lnTo>
                    <a:pt x="289" y="241"/>
                  </a:lnTo>
                  <a:lnTo>
                    <a:pt x="285" y="237"/>
                  </a:lnTo>
                  <a:lnTo>
                    <a:pt x="277" y="237"/>
                  </a:lnTo>
                  <a:lnTo>
                    <a:pt x="274" y="237"/>
                  </a:lnTo>
                  <a:lnTo>
                    <a:pt x="263" y="237"/>
                  </a:lnTo>
                  <a:lnTo>
                    <a:pt x="259" y="233"/>
                  </a:lnTo>
                  <a:lnTo>
                    <a:pt x="259" y="233"/>
                  </a:lnTo>
                  <a:lnTo>
                    <a:pt x="255" y="237"/>
                  </a:lnTo>
                  <a:lnTo>
                    <a:pt x="251" y="233"/>
                  </a:lnTo>
                  <a:lnTo>
                    <a:pt x="248" y="233"/>
                  </a:lnTo>
                  <a:lnTo>
                    <a:pt x="237" y="233"/>
                  </a:lnTo>
                  <a:lnTo>
                    <a:pt x="237" y="233"/>
                  </a:lnTo>
                  <a:lnTo>
                    <a:pt x="237" y="230"/>
                  </a:lnTo>
                  <a:lnTo>
                    <a:pt x="237" y="226"/>
                  </a:lnTo>
                  <a:lnTo>
                    <a:pt x="233" y="222"/>
                  </a:lnTo>
                  <a:lnTo>
                    <a:pt x="229" y="215"/>
                  </a:lnTo>
                  <a:lnTo>
                    <a:pt x="229" y="211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2" y="211"/>
                  </a:lnTo>
                  <a:lnTo>
                    <a:pt x="218" y="211"/>
                  </a:lnTo>
                  <a:lnTo>
                    <a:pt x="211" y="215"/>
                  </a:lnTo>
                  <a:lnTo>
                    <a:pt x="211" y="215"/>
                  </a:lnTo>
                  <a:lnTo>
                    <a:pt x="207" y="211"/>
                  </a:lnTo>
                  <a:lnTo>
                    <a:pt x="207" y="215"/>
                  </a:lnTo>
                  <a:lnTo>
                    <a:pt x="203" y="219"/>
                  </a:lnTo>
                  <a:lnTo>
                    <a:pt x="196" y="222"/>
                  </a:lnTo>
                  <a:lnTo>
                    <a:pt x="189" y="219"/>
                  </a:lnTo>
                  <a:lnTo>
                    <a:pt x="185" y="215"/>
                  </a:lnTo>
                  <a:lnTo>
                    <a:pt x="181" y="219"/>
                  </a:lnTo>
                  <a:lnTo>
                    <a:pt x="177" y="219"/>
                  </a:lnTo>
                  <a:lnTo>
                    <a:pt x="174" y="215"/>
                  </a:lnTo>
                  <a:lnTo>
                    <a:pt x="170" y="215"/>
                  </a:lnTo>
                  <a:lnTo>
                    <a:pt x="166" y="211"/>
                  </a:lnTo>
                  <a:lnTo>
                    <a:pt x="163" y="211"/>
                  </a:lnTo>
                  <a:lnTo>
                    <a:pt x="159" y="207"/>
                  </a:lnTo>
                  <a:lnTo>
                    <a:pt x="163" y="204"/>
                  </a:lnTo>
                  <a:lnTo>
                    <a:pt x="159" y="204"/>
                  </a:lnTo>
                  <a:lnTo>
                    <a:pt x="159" y="204"/>
                  </a:lnTo>
                  <a:lnTo>
                    <a:pt x="155" y="204"/>
                  </a:lnTo>
                  <a:lnTo>
                    <a:pt x="152" y="200"/>
                  </a:lnTo>
                  <a:lnTo>
                    <a:pt x="148" y="200"/>
                  </a:lnTo>
                  <a:lnTo>
                    <a:pt x="144" y="200"/>
                  </a:lnTo>
                  <a:lnTo>
                    <a:pt x="140" y="200"/>
                  </a:lnTo>
                  <a:lnTo>
                    <a:pt x="137" y="196"/>
                  </a:lnTo>
                  <a:lnTo>
                    <a:pt x="129" y="189"/>
                  </a:lnTo>
                  <a:lnTo>
                    <a:pt x="129" y="185"/>
                  </a:lnTo>
                  <a:lnTo>
                    <a:pt x="129" y="185"/>
                  </a:lnTo>
                  <a:lnTo>
                    <a:pt x="126" y="185"/>
                  </a:lnTo>
                  <a:lnTo>
                    <a:pt x="126" y="182"/>
                  </a:lnTo>
                  <a:lnTo>
                    <a:pt x="129" y="182"/>
                  </a:lnTo>
                  <a:lnTo>
                    <a:pt x="129" y="182"/>
                  </a:lnTo>
                  <a:lnTo>
                    <a:pt x="126" y="182"/>
                  </a:lnTo>
                  <a:lnTo>
                    <a:pt x="126" y="182"/>
                  </a:lnTo>
                  <a:lnTo>
                    <a:pt x="122" y="182"/>
                  </a:lnTo>
                  <a:lnTo>
                    <a:pt x="122" y="174"/>
                  </a:lnTo>
                  <a:lnTo>
                    <a:pt x="118" y="170"/>
                  </a:lnTo>
                  <a:lnTo>
                    <a:pt x="114" y="167"/>
                  </a:lnTo>
                  <a:lnTo>
                    <a:pt x="114" y="163"/>
                  </a:lnTo>
                  <a:lnTo>
                    <a:pt x="111" y="159"/>
                  </a:lnTo>
                  <a:lnTo>
                    <a:pt x="107" y="167"/>
                  </a:lnTo>
                  <a:lnTo>
                    <a:pt x="103" y="163"/>
                  </a:lnTo>
                  <a:lnTo>
                    <a:pt x="103" y="163"/>
                  </a:lnTo>
                  <a:lnTo>
                    <a:pt x="100" y="163"/>
                  </a:lnTo>
                  <a:lnTo>
                    <a:pt x="96" y="159"/>
                  </a:lnTo>
                  <a:lnTo>
                    <a:pt x="100" y="159"/>
                  </a:lnTo>
                  <a:lnTo>
                    <a:pt x="100" y="159"/>
                  </a:lnTo>
                  <a:lnTo>
                    <a:pt x="96" y="159"/>
                  </a:lnTo>
                  <a:lnTo>
                    <a:pt x="96" y="159"/>
                  </a:lnTo>
                  <a:lnTo>
                    <a:pt x="92" y="159"/>
                  </a:lnTo>
                  <a:lnTo>
                    <a:pt x="96" y="159"/>
                  </a:lnTo>
                  <a:lnTo>
                    <a:pt x="96" y="163"/>
                  </a:lnTo>
                  <a:lnTo>
                    <a:pt x="92" y="163"/>
                  </a:lnTo>
                  <a:lnTo>
                    <a:pt x="92" y="163"/>
                  </a:lnTo>
                  <a:lnTo>
                    <a:pt x="89" y="163"/>
                  </a:lnTo>
                  <a:lnTo>
                    <a:pt x="89" y="159"/>
                  </a:lnTo>
                  <a:lnTo>
                    <a:pt x="89" y="163"/>
                  </a:lnTo>
                  <a:lnTo>
                    <a:pt x="89" y="159"/>
                  </a:lnTo>
                  <a:lnTo>
                    <a:pt x="85" y="159"/>
                  </a:lnTo>
                  <a:lnTo>
                    <a:pt x="81" y="156"/>
                  </a:lnTo>
                  <a:lnTo>
                    <a:pt x="81" y="148"/>
                  </a:lnTo>
                  <a:lnTo>
                    <a:pt x="74" y="148"/>
                  </a:lnTo>
                  <a:lnTo>
                    <a:pt x="74" y="144"/>
                  </a:lnTo>
                  <a:lnTo>
                    <a:pt x="74" y="141"/>
                  </a:lnTo>
                  <a:lnTo>
                    <a:pt x="77" y="137"/>
                  </a:lnTo>
                  <a:lnTo>
                    <a:pt x="74" y="130"/>
                  </a:lnTo>
                  <a:lnTo>
                    <a:pt x="70" y="130"/>
                  </a:lnTo>
                  <a:lnTo>
                    <a:pt x="66" y="122"/>
                  </a:lnTo>
                  <a:lnTo>
                    <a:pt x="66" y="122"/>
                  </a:lnTo>
                  <a:lnTo>
                    <a:pt x="63" y="122"/>
                  </a:lnTo>
                  <a:lnTo>
                    <a:pt x="52" y="115"/>
                  </a:lnTo>
                  <a:lnTo>
                    <a:pt x="48" y="115"/>
                  </a:lnTo>
                  <a:lnTo>
                    <a:pt x="48" y="118"/>
                  </a:lnTo>
                  <a:lnTo>
                    <a:pt x="44" y="115"/>
                  </a:lnTo>
                  <a:lnTo>
                    <a:pt x="44" y="111"/>
                  </a:lnTo>
                  <a:lnTo>
                    <a:pt x="44" y="111"/>
                  </a:lnTo>
                  <a:lnTo>
                    <a:pt x="44" y="107"/>
                  </a:lnTo>
                  <a:lnTo>
                    <a:pt x="40" y="107"/>
                  </a:lnTo>
                  <a:lnTo>
                    <a:pt x="40" y="104"/>
                  </a:lnTo>
                  <a:lnTo>
                    <a:pt x="37" y="104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96"/>
                  </a:lnTo>
                  <a:lnTo>
                    <a:pt x="33" y="96"/>
                  </a:lnTo>
                  <a:lnTo>
                    <a:pt x="33" y="92"/>
                  </a:lnTo>
                  <a:lnTo>
                    <a:pt x="33" y="89"/>
                  </a:lnTo>
                  <a:lnTo>
                    <a:pt x="37" y="85"/>
                  </a:lnTo>
                  <a:lnTo>
                    <a:pt x="37" y="81"/>
                  </a:lnTo>
                  <a:lnTo>
                    <a:pt x="37" y="81"/>
                  </a:lnTo>
                  <a:lnTo>
                    <a:pt x="40" y="81"/>
                  </a:lnTo>
                  <a:lnTo>
                    <a:pt x="40" y="78"/>
                  </a:lnTo>
                  <a:lnTo>
                    <a:pt x="40" y="74"/>
                  </a:lnTo>
                  <a:lnTo>
                    <a:pt x="40" y="70"/>
                  </a:lnTo>
                  <a:lnTo>
                    <a:pt x="40" y="70"/>
                  </a:lnTo>
                  <a:lnTo>
                    <a:pt x="44" y="70"/>
                  </a:lnTo>
                  <a:lnTo>
                    <a:pt x="44" y="70"/>
                  </a:lnTo>
                  <a:lnTo>
                    <a:pt x="44" y="70"/>
                  </a:lnTo>
                  <a:lnTo>
                    <a:pt x="40" y="67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29" y="63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22" y="59"/>
                  </a:lnTo>
                  <a:lnTo>
                    <a:pt x="22" y="55"/>
                  </a:lnTo>
                  <a:lnTo>
                    <a:pt x="18" y="55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15" y="48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5" y="44"/>
                  </a:lnTo>
                  <a:lnTo>
                    <a:pt x="11" y="41"/>
                  </a:lnTo>
                  <a:lnTo>
                    <a:pt x="7" y="37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3" y="29"/>
                  </a:lnTo>
                  <a:lnTo>
                    <a:pt x="7" y="22"/>
                  </a:lnTo>
                  <a:lnTo>
                    <a:pt x="3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5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3"/>
                  </a:lnTo>
                  <a:lnTo>
                    <a:pt x="3" y="3"/>
                  </a:lnTo>
                  <a:lnTo>
                    <a:pt x="3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0" name="Freeform 78"/>
            <p:cNvSpPr/>
            <p:nvPr/>
          </p:nvSpPr>
          <p:spPr bwMode="auto">
            <a:xfrm>
              <a:off x="5155064" y="2326793"/>
              <a:ext cx="75912" cy="57899"/>
            </a:xfrm>
            <a:custGeom>
              <a:avLst/>
              <a:gdLst>
                <a:gd name="T0" fmla="*/ 0 w 59"/>
                <a:gd name="T1" fmla="*/ 0 h 45"/>
                <a:gd name="T2" fmla="*/ 4 w 59"/>
                <a:gd name="T3" fmla="*/ 0 h 45"/>
                <a:gd name="T4" fmla="*/ 11 w 59"/>
                <a:gd name="T5" fmla="*/ 0 h 45"/>
                <a:gd name="T6" fmla="*/ 15 w 59"/>
                <a:gd name="T7" fmla="*/ 0 h 45"/>
                <a:gd name="T8" fmla="*/ 26 w 59"/>
                <a:gd name="T9" fmla="*/ 0 h 45"/>
                <a:gd name="T10" fmla="*/ 30 w 59"/>
                <a:gd name="T11" fmla="*/ 4 h 45"/>
                <a:gd name="T12" fmla="*/ 34 w 59"/>
                <a:gd name="T13" fmla="*/ 4 h 45"/>
                <a:gd name="T14" fmla="*/ 37 w 59"/>
                <a:gd name="T15" fmla="*/ 8 h 45"/>
                <a:gd name="T16" fmla="*/ 37 w 59"/>
                <a:gd name="T17" fmla="*/ 11 h 45"/>
                <a:gd name="T18" fmla="*/ 37 w 59"/>
                <a:gd name="T19" fmla="*/ 11 h 45"/>
                <a:gd name="T20" fmla="*/ 45 w 59"/>
                <a:gd name="T21" fmla="*/ 19 h 45"/>
                <a:gd name="T22" fmla="*/ 45 w 59"/>
                <a:gd name="T23" fmla="*/ 19 h 45"/>
                <a:gd name="T24" fmla="*/ 41 w 59"/>
                <a:gd name="T25" fmla="*/ 22 h 45"/>
                <a:gd name="T26" fmla="*/ 45 w 59"/>
                <a:gd name="T27" fmla="*/ 26 h 45"/>
                <a:gd name="T28" fmla="*/ 52 w 59"/>
                <a:gd name="T29" fmla="*/ 30 h 45"/>
                <a:gd name="T30" fmla="*/ 56 w 59"/>
                <a:gd name="T31" fmla="*/ 30 h 45"/>
                <a:gd name="T32" fmla="*/ 59 w 59"/>
                <a:gd name="T33" fmla="*/ 33 h 45"/>
                <a:gd name="T34" fmla="*/ 56 w 59"/>
                <a:gd name="T35" fmla="*/ 33 h 45"/>
                <a:gd name="T36" fmla="*/ 59 w 59"/>
                <a:gd name="T37" fmla="*/ 37 h 45"/>
                <a:gd name="T38" fmla="*/ 56 w 59"/>
                <a:gd name="T39" fmla="*/ 41 h 45"/>
                <a:gd name="T40" fmla="*/ 56 w 59"/>
                <a:gd name="T41" fmla="*/ 45 h 45"/>
                <a:gd name="T42" fmla="*/ 52 w 59"/>
                <a:gd name="T43" fmla="*/ 45 h 45"/>
                <a:gd name="T44" fmla="*/ 45 w 59"/>
                <a:gd name="T45" fmla="*/ 33 h 45"/>
                <a:gd name="T46" fmla="*/ 41 w 59"/>
                <a:gd name="T47" fmla="*/ 33 h 45"/>
                <a:gd name="T48" fmla="*/ 37 w 59"/>
                <a:gd name="T49" fmla="*/ 30 h 45"/>
                <a:gd name="T50" fmla="*/ 37 w 59"/>
                <a:gd name="T51" fmla="*/ 30 h 45"/>
                <a:gd name="T52" fmla="*/ 34 w 59"/>
                <a:gd name="T53" fmla="*/ 30 h 45"/>
                <a:gd name="T54" fmla="*/ 30 w 59"/>
                <a:gd name="T55" fmla="*/ 26 h 45"/>
                <a:gd name="T56" fmla="*/ 26 w 59"/>
                <a:gd name="T57" fmla="*/ 26 h 45"/>
                <a:gd name="T58" fmla="*/ 22 w 59"/>
                <a:gd name="T59" fmla="*/ 26 h 45"/>
                <a:gd name="T60" fmla="*/ 22 w 59"/>
                <a:gd name="T61" fmla="*/ 26 h 45"/>
                <a:gd name="T62" fmla="*/ 19 w 59"/>
                <a:gd name="T63" fmla="*/ 22 h 45"/>
                <a:gd name="T64" fmla="*/ 19 w 59"/>
                <a:gd name="T65" fmla="*/ 22 h 45"/>
                <a:gd name="T66" fmla="*/ 11 w 59"/>
                <a:gd name="T67" fmla="*/ 22 h 45"/>
                <a:gd name="T68" fmla="*/ 8 w 59"/>
                <a:gd name="T69" fmla="*/ 19 h 45"/>
                <a:gd name="T70" fmla="*/ 8 w 59"/>
                <a:gd name="T71" fmla="*/ 15 h 45"/>
                <a:gd name="T72" fmla="*/ 8 w 59"/>
                <a:gd name="T73" fmla="*/ 11 h 45"/>
                <a:gd name="T74" fmla="*/ 8 w 59"/>
                <a:gd name="T75" fmla="*/ 8 h 45"/>
                <a:gd name="T76" fmla="*/ 4 w 59"/>
                <a:gd name="T77" fmla="*/ 8 h 45"/>
                <a:gd name="T78" fmla="*/ 4 w 59"/>
                <a:gd name="T79" fmla="*/ 4 h 45"/>
                <a:gd name="T80" fmla="*/ 0 w 59"/>
                <a:gd name="T8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9" h="45">
                  <a:moveTo>
                    <a:pt x="0" y="0"/>
                  </a:moveTo>
                  <a:lnTo>
                    <a:pt x="4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26" y="0"/>
                  </a:lnTo>
                  <a:lnTo>
                    <a:pt x="30" y="4"/>
                  </a:lnTo>
                  <a:lnTo>
                    <a:pt x="34" y="4"/>
                  </a:lnTo>
                  <a:lnTo>
                    <a:pt x="37" y="8"/>
                  </a:lnTo>
                  <a:lnTo>
                    <a:pt x="37" y="11"/>
                  </a:lnTo>
                  <a:lnTo>
                    <a:pt x="37" y="11"/>
                  </a:lnTo>
                  <a:lnTo>
                    <a:pt x="45" y="19"/>
                  </a:lnTo>
                  <a:lnTo>
                    <a:pt x="45" y="19"/>
                  </a:lnTo>
                  <a:lnTo>
                    <a:pt x="41" y="22"/>
                  </a:lnTo>
                  <a:lnTo>
                    <a:pt x="45" y="26"/>
                  </a:lnTo>
                  <a:lnTo>
                    <a:pt x="52" y="30"/>
                  </a:lnTo>
                  <a:lnTo>
                    <a:pt x="56" y="30"/>
                  </a:lnTo>
                  <a:lnTo>
                    <a:pt x="59" y="33"/>
                  </a:lnTo>
                  <a:lnTo>
                    <a:pt x="56" y="33"/>
                  </a:lnTo>
                  <a:lnTo>
                    <a:pt x="59" y="37"/>
                  </a:lnTo>
                  <a:lnTo>
                    <a:pt x="56" y="41"/>
                  </a:lnTo>
                  <a:lnTo>
                    <a:pt x="56" y="45"/>
                  </a:lnTo>
                  <a:lnTo>
                    <a:pt x="52" y="45"/>
                  </a:lnTo>
                  <a:lnTo>
                    <a:pt x="45" y="33"/>
                  </a:lnTo>
                  <a:lnTo>
                    <a:pt x="41" y="33"/>
                  </a:lnTo>
                  <a:lnTo>
                    <a:pt x="37" y="30"/>
                  </a:lnTo>
                  <a:lnTo>
                    <a:pt x="37" y="30"/>
                  </a:lnTo>
                  <a:lnTo>
                    <a:pt x="34" y="30"/>
                  </a:lnTo>
                  <a:lnTo>
                    <a:pt x="30" y="26"/>
                  </a:lnTo>
                  <a:lnTo>
                    <a:pt x="26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11" y="22"/>
                  </a:lnTo>
                  <a:lnTo>
                    <a:pt x="8" y="19"/>
                  </a:lnTo>
                  <a:lnTo>
                    <a:pt x="8" y="15"/>
                  </a:lnTo>
                  <a:lnTo>
                    <a:pt x="8" y="11"/>
                  </a:lnTo>
                  <a:lnTo>
                    <a:pt x="8" y="8"/>
                  </a:lnTo>
                  <a:lnTo>
                    <a:pt x="4" y="8"/>
                  </a:lnTo>
                  <a:lnTo>
                    <a:pt x="4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1" name="Freeform 79"/>
            <p:cNvSpPr>
              <a:spLocks noEditPoints="1"/>
            </p:cNvSpPr>
            <p:nvPr/>
          </p:nvSpPr>
          <p:spPr bwMode="auto">
            <a:xfrm>
              <a:off x="4802526" y="2312640"/>
              <a:ext cx="396282" cy="142816"/>
            </a:xfrm>
            <a:custGeom>
              <a:avLst/>
              <a:gdLst>
                <a:gd name="T0" fmla="*/ 15 w 308"/>
                <a:gd name="T1" fmla="*/ 11 h 111"/>
                <a:gd name="T2" fmla="*/ 26 w 308"/>
                <a:gd name="T3" fmla="*/ 0 h 111"/>
                <a:gd name="T4" fmla="*/ 45 w 308"/>
                <a:gd name="T5" fmla="*/ 11 h 111"/>
                <a:gd name="T6" fmla="*/ 41 w 308"/>
                <a:gd name="T7" fmla="*/ 19 h 111"/>
                <a:gd name="T8" fmla="*/ 19 w 308"/>
                <a:gd name="T9" fmla="*/ 30 h 111"/>
                <a:gd name="T10" fmla="*/ 15 w 308"/>
                <a:gd name="T11" fmla="*/ 26 h 111"/>
                <a:gd name="T12" fmla="*/ 8 w 308"/>
                <a:gd name="T13" fmla="*/ 22 h 111"/>
                <a:gd name="T14" fmla="*/ 233 w 308"/>
                <a:gd name="T15" fmla="*/ 19 h 111"/>
                <a:gd name="T16" fmla="*/ 215 w 308"/>
                <a:gd name="T17" fmla="*/ 15 h 111"/>
                <a:gd name="T18" fmla="*/ 185 w 308"/>
                <a:gd name="T19" fmla="*/ 19 h 111"/>
                <a:gd name="T20" fmla="*/ 167 w 308"/>
                <a:gd name="T21" fmla="*/ 11 h 111"/>
                <a:gd name="T22" fmla="*/ 152 w 308"/>
                <a:gd name="T23" fmla="*/ 7 h 111"/>
                <a:gd name="T24" fmla="*/ 133 w 308"/>
                <a:gd name="T25" fmla="*/ 0 h 111"/>
                <a:gd name="T26" fmla="*/ 104 w 308"/>
                <a:gd name="T27" fmla="*/ 4 h 111"/>
                <a:gd name="T28" fmla="*/ 89 w 308"/>
                <a:gd name="T29" fmla="*/ 15 h 111"/>
                <a:gd name="T30" fmla="*/ 67 w 308"/>
                <a:gd name="T31" fmla="*/ 15 h 111"/>
                <a:gd name="T32" fmla="*/ 56 w 308"/>
                <a:gd name="T33" fmla="*/ 22 h 111"/>
                <a:gd name="T34" fmla="*/ 48 w 308"/>
                <a:gd name="T35" fmla="*/ 30 h 111"/>
                <a:gd name="T36" fmla="*/ 41 w 308"/>
                <a:gd name="T37" fmla="*/ 33 h 111"/>
                <a:gd name="T38" fmla="*/ 22 w 308"/>
                <a:gd name="T39" fmla="*/ 30 h 111"/>
                <a:gd name="T40" fmla="*/ 11 w 308"/>
                <a:gd name="T41" fmla="*/ 44 h 111"/>
                <a:gd name="T42" fmla="*/ 22 w 308"/>
                <a:gd name="T43" fmla="*/ 48 h 111"/>
                <a:gd name="T44" fmla="*/ 22 w 308"/>
                <a:gd name="T45" fmla="*/ 59 h 111"/>
                <a:gd name="T46" fmla="*/ 22 w 308"/>
                <a:gd name="T47" fmla="*/ 63 h 111"/>
                <a:gd name="T48" fmla="*/ 15 w 308"/>
                <a:gd name="T49" fmla="*/ 67 h 111"/>
                <a:gd name="T50" fmla="*/ 22 w 308"/>
                <a:gd name="T51" fmla="*/ 74 h 111"/>
                <a:gd name="T52" fmla="*/ 30 w 308"/>
                <a:gd name="T53" fmla="*/ 85 h 111"/>
                <a:gd name="T54" fmla="*/ 30 w 308"/>
                <a:gd name="T55" fmla="*/ 96 h 111"/>
                <a:gd name="T56" fmla="*/ 34 w 308"/>
                <a:gd name="T57" fmla="*/ 96 h 111"/>
                <a:gd name="T58" fmla="*/ 41 w 308"/>
                <a:gd name="T59" fmla="*/ 100 h 111"/>
                <a:gd name="T60" fmla="*/ 52 w 308"/>
                <a:gd name="T61" fmla="*/ 96 h 111"/>
                <a:gd name="T62" fmla="*/ 59 w 308"/>
                <a:gd name="T63" fmla="*/ 104 h 111"/>
                <a:gd name="T64" fmla="*/ 74 w 308"/>
                <a:gd name="T65" fmla="*/ 108 h 111"/>
                <a:gd name="T66" fmla="*/ 85 w 308"/>
                <a:gd name="T67" fmla="*/ 100 h 111"/>
                <a:gd name="T68" fmla="*/ 111 w 308"/>
                <a:gd name="T69" fmla="*/ 108 h 111"/>
                <a:gd name="T70" fmla="*/ 141 w 308"/>
                <a:gd name="T71" fmla="*/ 104 h 111"/>
                <a:gd name="T72" fmla="*/ 167 w 308"/>
                <a:gd name="T73" fmla="*/ 96 h 111"/>
                <a:gd name="T74" fmla="*/ 167 w 308"/>
                <a:gd name="T75" fmla="*/ 104 h 111"/>
                <a:gd name="T76" fmla="*/ 182 w 308"/>
                <a:gd name="T77" fmla="*/ 108 h 111"/>
                <a:gd name="T78" fmla="*/ 189 w 308"/>
                <a:gd name="T79" fmla="*/ 96 h 111"/>
                <a:gd name="T80" fmla="*/ 215 w 308"/>
                <a:gd name="T81" fmla="*/ 93 h 111"/>
                <a:gd name="T82" fmla="*/ 241 w 308"/>
                <a:gd name="T83" fmla="*/ 89 h 111"/>
                <a:gd name="T84" fmla="*/ 270 w 308"/>
                <a:gd name="T85" fmla="*/ 89 h 111"/>
                <a:gd name="T86" fmla="*/ 296 w 308"/>
                <a:gd name="T87" fmla="*/ 85 h 111"/>
                <a:gd name="T88" fmla="*/ 304 w 308"/>
                <a:gd name="T89" fmla="*/ 82 h 111"/>
                <a:gd name="T90" fmla="*/ 296 w 308"/>
                <a:gd name="T91" fmla="*/ 63 h 111"/>
                <a:gd name="T92" fmla="*/ 293 w 308"/>
                <a:gd name="T93" fmla="*/ 44 h 111"/>
                <a:gd name="T94" fmla="*/ 293 w 308"/>
                <a:gd name="T95" fmla="*/ 33 h 111"/>
                <a:gd name="T96" fmla="*/ 278 w 308"/>
                <a:gd name="T97" fmla="*/ 19 h 111"/>
                <a:gd name="T98" fmla="*/ 259 w 308"/>
                <a:gd name="T99" fmla="*/ 7 h 111"/>
                <a:gd name="T100" fmla="*/ 248 w 308"/>
                <a:gd name="T101" fmla="*/ 4 h 111"/>
                <a:gd name="T102" fmla="*/ 37 w 308"/>
                <a:gd name="T103" fmla="*/ 100 h 111"/>
                <a:gd name="T104" fmla="*/ 8 w 308"/>
                <a:gd name="T105" fmla="*/ 3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8" h="111">
                  <a:moveTo>
                    <a:pt x="8" y="22"/>
                  </a:moveTo>
                  <a:lnTo>
                    <a:pt x="11" y="22"/>
                  </a:lnTo>
                  <a:lnTo>
                    <a:pt x="11" y="19"/>
                  </a:lnTo>
                  <a:lnTo>
                    <a:pt x="11" y="15"/>
                  </a:lnTo>
                  <a:lnTo>
                    <a:pt x="15" y="15"/>
                  </a:lnTo>
                  <a:lnTo>
                    <a:pt x="15" y="11"/>
                  </a:lnTo>
                  <a:lnTo>
                    <a:pt x="11" y="7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6" y="0"/>
                  </a:lnTo>
                  <a:lnTo>
                    <a:pt x="30" y="4"/>
                  </a:lnTo>
                  <a:lnTo>
                    <a:pt x="30" y="0"/>
                  </a:lnTo>
                  <a:lnTo>
                    <a:pt x="34" y="4"/>
                  </a:lnTo>
                  <a:lnTo>
                    <a:pt x="37" y="7"/>
                  </a:lnTo>
                  <a:lnTo>
                    <a:pt x="41" y="11"/>
                  </a:lnTo>
                  <a:lnTo>
                    <a:pt x="45" y="11"/>
                  </a:lnTo>
                  <a:lnTo>
                    <a:pt x="48" y="15"/>
                  </a:lnTo>
                  <a:lnTo>
                    <a:pt x="52" y="19"/>
                  </a:lnTo>
                  <a:lnTo>
                    <a:pt x="52" y="19"/>
                  </a:lnTo>
                  <a:lnTo>
                    <a:pt x="48" y="22"/>
                  </a:lnTo>
                  <a:lnTo>
                    <a:pt x="45" y="22"/>
                  </a:lnTo>
                  <a:lnTo>
                    <a:pt x="41" y="19"/>
                  </a:lnTo>
                  <a:lnTo>
                    <a:pt x="37" y="19"/>
                  </a:lnTo>
                  <a:lnTo>
                    <a:pt x="37" y="22"/>
                  </a:lnTo>
                  <a:lnTo>
                    <a:pt x="30" y="22"/>
                  </a:lnTo>
                  <a:lnTo>
                    <a:pt x="26" y="22"/>
                  </a:lnTo>
                  <a:lnTo>
                    <a:pt x="26" y="26"/>
                  </a:lnTo>
                  <a:lnTo>
                    <a:pt x="19" y="30"/>
                  </a:lnTo>
                  <a:lnTo>
                    <a:pt x="11" y="37"/>
                  </a:lnTo>
                  <a:lnTo>
                    <a:pt x="11" y="33"/>
                  </a:lnTo>
                  <a:lnTo>
                    <a:pt x="11" y="30"/>
                  </a:lnTo>
                  <a:lnTo>
                    <a:pt x="15" y="30"/>
                  </a:lnTo>
                  <a:lnTo>
                    <a:pt x="19" y="26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11" y="26"/>
                  </a:lnTo>
                  <a:lnTo>
                    <a:pt x="8" y="26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8" y="22"/>
                  </a:lnTo>
                  <a:close/>
                  <a:moveTo>
                    <a:pt x="248" y="4"/>
                  </a:moveTo>
                  <a:lnTo>
                    <a:pt x="245" y="7"/>
                  </a:lnTo>
                  <a:lnTo>
                    <a:pt x="245" y="11"/>
                  </a:lnTo>
                  <a:lnTo>
                    <a:pt x="241" y="11"/>
                  </a:lnTo>
                  <a:lnTo>
                    <a:pt x="233" y="15"/>
                  </a:lnTo>
                  <a:lnTo>
                    <a:pt x="233" y="19"/>
                  </a:lnTo>
                  <a:lnTo>
                    <a:pt x="230" y="19"/>
                  </a:lnTo>
                  <a:lnTo>
                    <a:pt x="226" y="19"/>
                  </a:lnTo>
                  <a:lnTo>
                    <a:pt x="219" y="19"/>
                  </a:lnTo>
                  <a:lnTo>
                    <a:pt x="219" y="15"/>
                  </a:lnTo>
                  <a:lnTo>
                    <a:pt x="215" y="15"/>
                  </a:lnTo>
                  <a:lnTo>
                    <a:pt x="215" y="15"/>
                  </a:lnTo>
                  <a:lnTo>
                    <a:pt x="211" y="15"/>
                  </a:lnTo>
                  <a:lnTo>
                    <a:pt x="204" y="19"/>
                  </a:lnTo>
                  <a:lnTo>
                    <a:pt x="196" y="19"/>
                  </a:lnTo>
                  <a:lnTo>
                    <a:pt x="193" y="19"/>
                  </a:lnTo>
                  <a:lnTo>
                    <a:pt x="189" y="15"/>
                  </a:lnTo>
                  <a:lnTo>
                    <a:pt x="185" y="19"/>
                  </a:lnTo>
                  <a:lnTo>
                    <a:pt x="182" y="15"/>
                  </a:lnTo>
                  <a:lnTo>
                    <a:pt x="178" y="15"/>
                  </a:lnTo>
                  <a:lnTo>
                    <a:pt x="171" y="11"/>
                  </a:lnTo>
                  <a:lnTo>
                    <a:pt x="171" y="11"/>
                  </a:lnTo>
                  <a:lnTo>
                    <a:pt x="167" y="11"/>
                  </a:lnTo>
                  <a:lnTo>
                    <a:pt x="167" y="11"/>
                  </a:lnTo>
                  <a:lnTo>
                    <a:pt x="163" y="7"/>
                  </a:lnTo>
                  <a:lnTo>
                    <a:pt x="163" y="4"/>
                  </a:lnTo>
                  <a:lnTo>
                    <a:pt x="159" y="4"/>
                  </a:lnTo>
                  <a:lnTo>
                    <a:pt x="159" y="4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45" y="4"/>
                  </a:lnTo>
                  <a:lnTo>
                    <a:pt x="145" y="0"/>
                  </a:lnTo>
                  <a:lnTo>
                    <a:pt x="145" y="0"/>
                  </a:lnTo>
                  <a:lnTo>
                    <a:pt x="141" y="0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30" y="0"/>
                  </a:lnTo>
                  <a:lnTo>
                    <a:pt x="119" y="0"/>
                  </a:lnTo>
                  <a:lnTo>
                    <a:pt x="115" y="0"/>
                  </a:lnTo>
                  <a:lnTo>
                    <a:pt x="108" y="4"/>
                  </a:lnTo>
                  <a:lnTo>
                    <a:pt x="104" y="4"/>
                  </a:lnTo>
                  <a:lnTo>
                    <a:pt x="100" y="4"/>
                  </a:lnTo>
                  <a:lnTo>
                    <a:pt x="96" y="7"/>
                  </a:lnTo>
                  <a:lnTo>
                    <a:pt x="96" y="7"/>
                  </a:lnTo>
                  <a:lnTo>
                    <a:pt x="93" y="11"/>
                  </a:lnTo>
                  <a:lnTo>
                    <a:pt x="89" y="11"/>
                  </a:lnTo>
                  <a:lnTo>
                    <a:pt x="89" y="15"/>
                  </a:lnTo>
                  <a:lnTo>
                    <a:pt x="89" y="15"/>
                  </a:lnTo>
                  <a:lnTo>
                    <a:pt x="89" y="19"/>
                  </a:lnTo>
                  <a:lnTo>
                    <a:pt x="82" y="19"/>
                  </a:lnTo>
                  <a:lnTo>
                    <a:pt x="74" y="15"/>
                  </a:lnTo>
                  <a:lnTo>
                    <a:pt x="71" y="15"/>
                  </a:lnTo>
                  <a:lnTo>
                    <a:pt x="67" y="15"/>
                  </a:lnTo>
                  <a:lnTo>
                    <a:pt x="63" y="15"/>
                  </a:lnTo>
                  <a:lnTo>
                    <a:pt x="59" y="19"/>
                  </a:lnTo>
                  <a:lnTo>
                    <a:pt x="56" y="15"/>
                  </a:lnTo>
                  <a:lnTo>
                    <a:pt x="52" y="19"/>
                  </a:lnTo>
                  <a:lnTo>
                    <a:pt x="52" y="19"/>
                  </a:lnTo>
                  <a:lnTo>
                    <a:pt x="56" y="22"/>
                  </a:lnTo>
                  <a:lnTo>
                    <a:pt x="59" y="22"/>
                  </a:lnTo>
                  <a:lnTo>
                    <a:pt x="63" y="26"/>
                  </a:lnTo>
                  <a:lnTo>
                    <a:pt x="63" y="26"/>
                  </a:lnTo>
                  <a:lnTo>
                    <a:pt x="56" y="26"/>
                  </a:lnTo>
                  <a:lnTo>
                    <a:pt x="52" y="26"/>
                  </a:lnTo>
                  <a:lnTo>
                    <a:pt x="48" y="30"/>
                  </a:lnTo>
                  <a:lnTo>
                    <a:pt x="48" y="33"/>
                  </a:lnTo>
                  <a:lnTo>
                    <a:pt x="52" y="30"/>
                  </a:lnTo>
                  <a:lnTo>
                    <a:pt x="56" y="33"/>
                  </a:lnTo>
                  <a:lnTo>
                    <a:pt x="52" y="33"/>
                  </a:lnTo>
                  <a:lnTo>
                    <a:pt x="45" y="33"/>
                  </a:lnTo>
                  <a:lnTo>
                    <a:pt x="41" y="33"/>
                  </a:lnTo>
                  <a:lnTo>
                    <a:pt x="37" y="33"/>
                  </a:lnTo>
                  <a:lnTo>
                    <a:pt x="34" y="30"/>
                  </a:lnTo>
                  <a:lnTo>
                    <a:pt x="34" y="30"/>
                  </a:lnTo>
                  <a:lnTo>
                    <a:pt x="30" y="33"/>
                  </a:lnTo>
                  <a:lnTo>
                    <a:pt x="26" y="33"/>
                  </a:lnTo>
                  <a:lnTo>
                    <a:pt x="22" y="30"/>
                  </a:lnTo>
                  <a:lnTo>
                    <a:pt x="19" y="30"/>
                  </a:lnTo>
                  <a:lnTo>
                    <a:pt x="11" y="37"/>
                  </a:lnTo>
                  <a:lnTo>
                    <a:pt x="11" y="37"/>
                  </a:lnTo>
                  <a:lnTo>
                    <a:pt x="11" y="41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5" y="48"/>
                  </a:lnTo>
                  <a:lnTo>
                    <a:pt x="15" y="48"/>
                  </a:lnTo>
                  <a:lnTo>
                    <a:pt x="19" y="48"/>
                  </a:lnTo>
                  <a:lnTo>
                    <a:pt x="22" y="48"/>
                  </a:lnTo>
                  <a:lnTo>
                    <a:pt x="19" y="52"/>
                  </a:lnTo>
                  <a:lnTo>
                    <a:pt x="19" y="52"/>
                  </a:lnTo>
                  <a:lnTo>
                    <a:pt x="22" y="56"/>
                  </a:lnTo>
                  <a:lnTo>
                    <a:pt x="22" y="59"/>
                  </a:lnTo>
                  <a:lnTo>
                    <a:pt x="22" y="59"/>
                  </a:lnTo>
                  <a:lnTo>
                    <a:pt x="22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2" y="59"/>
                  </a:lnTo>
                  <a:lnTo>
                    <a:pt x="19" y="63"/>
                  </a:lnTo>
                  <a:lnTo>
                    <a:pt x="22" y="63"/>
                  </a:lnTo>
                  <a:lnTo>
                    <a:pt x="22" y="63"/>
                  </a:lnTo>
                  <a:lnTo>
                    <a:pt x="22" y="67"/>
                  </a:lnTo>
                  <a:lnTo>
                    <a:pt x="19" y="67"/>
                  </a:lnTo>
                  <a:lnTo>
                    <a:pt x="19" y="67"/>
                  </a:lnTo>
                  <a:lnTo>
                    <a:pt x="15" y="63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5" y="74"/>
                  </a:lnTo>
                  <a:lnTo>
                    <a:pt x="19" y="74"/>
                  </a:lnTo>
                  <a:lnTo>
                    <a:pt x="19" y="74"/>
                  </a:lnTo>
                  <a:lnTo>
                    <a:pt x="22" y="74"/>
                  </a:lnTo>
                  <a:lnTo>
                    <a:pt x="22" y="74"/>
                  </a:lnTo>
                  <a:lnTo>
                    <a:pt x="26" y="78"/>
                  </a:lnTo>
                  <a:lnTo>
                    <a:pt x="30" y="82"/>
                  </a:lnTo>
                  <a:lnTo>
                    <a:pt x="26" y="82"/>
                  </a:lnTo>
                  <a:lnTo>
                    <a:pt x="26" y="85"/>
                  </a:lnTo>
                  <a:lnTo>
                    <a:pt x="30" y="85"/>
                  </a:lnTo>
                  <a:lnTo>
                    <a:pt x="30" y="85"/>
                  </a:lnTo>
                  <a:lnTo>
                    <a:pt x="34" y="89"/>
                  </a:lnTo>
                  <a:lnTo>
                    <a:pt x="34" y="93"/>
                  </a:lnTo>
                  <a:lnTo>
                    <a:pt x="30" y="93"/>
                  </a:lnTo>
                  <a:lnTo>
                    <a:pt x="30" y="93"/>
                  </a:lnTo>
                  <a:lnTo>
                    <a:pt x="30" y="96"/>
                  </a:lnTo>
                  <a:lnTo>
                    <a:pt x="37" y="93"/>
                  </a:lnTo>
                  <a:lnTo>
                    <a:pt x="45" y="93"/>
                  </a:lnTo>
                  <a:lnTo>
                    <a:pt x="45" y="96"/>
                  </a:lnTo>
                  <a:lnTo>
                    <a:pt x="41" y="96"/>
                  </a:lnTo>
                  <a:lnTo>
                    <a:pt x="37" y="96"/>
                  </a:lnTo>
                  <a:lnTo>
                    <a:pt x="34" y="96"/>
                  </a:lnTo>
                  <a:lnTo>
                    <a:pt x="30" y="100"/>
                  </a:lnTo>
                  <a:lnTo>
                    <a:pt x="34" y="100"/>
                  </a:lnTo>
                  <a:lnTo>
                    <a:pt x="37" y="100"/>
                  </a:lnTo>
                  <a:lnTo>
                    <a:pt x="41" y="100"/>
                  </a:lnTo>
                  <a:lnTo>
                    <a:pt x="41" y="96"/>
                  </a:lnTo>
                  <a:lnTo>
                    <a:pt x="41" y="100"/>
                  </a:lnTo>
                  <a:lnTo>
                    <a:pt x="41" y="100"/>
                  </a:lnTo>
                  <a:lnTo>
                    <a:pt x="45" y="100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52" y="96"/>
                  </a:lnTo>
                  <a:lnTo>
                    <a:pt x="52" y="96"/>
                  </a:lnTo>
                  <a:lnTo>
                    <a:pt x="56" y="100"/>
                  </a:lnTo>
                  <a:lnTo>
                    <a:pt x="56" y="96"/>
                  </a:lnTo>
                  <a:lnTo>
                    <a:pt x="59" y="96"/>
                  </a:lnTo>
                  <a:lnTo>
                    <a:pt x="59" y="100"/>
                  </a:lnTo>
                  <a:lnTo>
                    <a:pt x="59" y="100"/>
                  </a:lnTo>
                  <a:lnTo>
                    <a:pt x="59" y="104"/>
                  </a:lnTo>
                  <a:lnTo>
                    <a:pt x="59" y="104"/>
                  </a:lnTo>
                  <a:lnTo>
                    <a:pt x="63" y="108"/>
                  </a:lnTo>
                  <a:lnTo>
                    <a:pt x="63" y="108"/>
                  </a:lnTo>
                  <a:lnTo>
                    <a:pt x="67" y="108"/>
                  </a:lnTo>
                  <a:lnTo>
                    <a:pt x="71" y="108"/>
                  </a:lnTo>
                  <a:lnTo>
                    <a:pt x="74" y="108"/>
                  </a:lnTo>
                  <a:lnTo>
                    <a:pt x="78" y="108"/>
                  </a:lnTo>
                  <a:lnTo>
                    <a:pt x="78" y="104"/>
                  </a:lnTo>
                  <a:lnTo>
                    <a:pt x="82" y="104"/>
                  </a:lnTo>
                  <a:lnTo>
                    <a:pt x="85" y="104"/>
                  </a:lnTo>
                  <a:lnTo>
                    <a:pt x="85" y="100"/>
                  </a:lnTo>
                  <a:lnTo>
                    <a:pt x="85" y="100"/>
                  </a:lnTo>
                  <a:lnTo>
                    <a:pt x="85" y="96"/>
                  </a:lnTo>
                  <a:lnTo>
                    <a:pt x="89" y="96"/>
                  </a:lnTo>
                  <a:lnTo>
                    <a:pt x="96" y="96"/>
                  </a:lnTo>
                  <a:lnTo>
                    <a:pt x="104" y="100"/>
                  </a:lnTo>
                  <a:lnTo>
                    <a:pt x="108" y="100"/>
                  </a:lnTo>
                  <a:lnTo>
                    <a:pt x="111" y="108"/>
                  </a:lnTo>
                  <a:lnTo>
                    <a:pt x="119" y="108"/>
                  </a:lnTo>
                  <a:lnTo>
                    <a:pt x="133" y="108"/>
                  </a:lnTo>
                  <a:lnTo>
                    <a:pt x="137" y="104"/>
                  </a:lnTo>
                  <a:lnTo>
                    <a:pt x="137" y="104"/>
                  </a:lnTo>
                  <a:lnTo>
                    <a:pt x="137" y="108"/>
                  </a:lnTo>
                  <a:lnTo>
                    <a:pt x="141" y="104"/>
                  </a:lnTo>
                  <a:lnTo>
                    <a:pt x="141" y="104"/>
                  </a:lnTo>
                  <a:lnTo>
                    <a:pt x="148" y="96"/>
                  </a:lnTo>
                  <a:lnTo>
                    <a:pt x="152" y="93"/>
                  </a:lnTo>
                  <a:lnTo>
                    <a:pt x="156" y="96"/>
                  </a:lnTo>
                  <a:lnTo>
                    <a:pt x="163" y="96"/>
                  </a:lnTo>
                  <a:lnTo>
                    <a:pt x="167" y="96"/>
                  </a:lnTo>
                  <a:lnTo>
                    <a:pt x="167" y="96"/>
                  </a:lnTo>
                  <a:lnTo>
                    <a:pt x="171" y="93"/>
                  </a:lnTo>
                  <a:lnTo>
                    <a:pt x="174" y="93"/>
                  </a:lnTo>
                  <a:lnTo>
                    <a:pt x="174" y="96"/>
                  </a:lnTo>
                  <a:lnTo>
                    <a:pt x="171" y="100"/>
                  </a:lnTo>
                  <a:lnTo>
                    <a:pt x="167" y="104"/>
                  </a:lnTo>
                  <a:lnTo>
                    <a:pt x="167" y="104"/>
                  </a:lnTo>
                  <a:lnTo>
                    <a:pt x="171" y="108"/>
                  </a:lnTo>
                  <a:lnTo>
                    <a:pt x="171" y="108"/>
                  </a:lnTo>
                  <a:lnTo>
                    <a:pt x="174" y="111"/>
                  </a:lnTo>
                  <a:lnTo>
                    <a:pt x="178" y="108"/>
                  </a:lnTo>
                  <a:lnTo>
                    <a:pt x="182" y="108"/>
                  </a:lnTo>
                  <a:lnTo>
                    <a:pt x="178" y="104"/>
                  </a:lnTo>
                  <a:lnTo>
                    <a:pt x="182" y="104"/>
                  </a:lnTo>
                  <a:lnTo>
                    <a:pt x="182" y="96"/>
                  </a:lnTo>
                  <a:lnTo>
                    <a:pt x="182" y="96"/>
                  </a:lnTo>
                  <a:lnTo>
                    <a:pt x="189" y="96"/>
                  </a:lnTo>
                  <a:lnTo>
                    <a:pt x="189" y="96"/>
                  </a:lnTo>
                  <a:lnTo>
                    <a:pt x="200" y="96"/>
                  </a:lnTo>
                  <a:lnTo>
                    <a:pt x="200" y="93"/>
                  </a:lnTo>
                  <a:lnTo>
                    <a:pt x="204" y="93"/>
                  </a:lnTo>
                  <a:lnTo>
                    <a:pt x="211" y="93"/>
                  </a:lnTo>
                  <a:lnTo>
                    <a:pt x="215" y="93"/>
                  </a:lnTo>
                  <a:lnTo>
                    <a:pt x="215" y="93"/>
                  </a:lnTo>
                  <a:lnTo>
                    <a:pt x="222" y="96"/>
                  </a:lnTo>
                  <a:lnTo>
                    <a:pt x="230" y="96"/>
                  </a:lnTo>
                  <a:lnTo>
                    <a:pt x="230" y="93"/>
                  </a:lnTo>
                  <a:lnTo>
                    <a:pt x="233" y="93"/>
                  </a:lnTo>
                  <a:lnTo>
                    <a:pt x="237" y="89"/>
                  </a:lnTo>
                  <a:lnTo>
                    <a:pt x="241" y="89"/>
                  </a:lnTo>
                  <a:lnTo>
                    <a:pt x="245" y="89"/>
                  </a:lnTo>
                  <a:lnTo>
                    <a:pt x="248" y="89"/>
                  </a:lnTo>
                  <a:lnTo>
                    <a:pt x="256" y="89"/>
                  </a:lnTo>
                  <a:lnTo>
                    <a:pt x="263" y="85"/>
                  </a:lnTo>
                  <a:lnTo>
                    <a:pt x="267" y="85"/>
                  </a:lnTo>
                  <a:lnTo>
                    <a:pt x="270" y="89"/>
                  </a:lnTo>
                  <a:lnTo>
                    <a:pt x="274" y="85"/>
                  </a:lnTo>
                  <a:lnTo>
                    <a:pt x="278" y="85"/>
                  </a:lnTo>
                  <a:lnTo>
                    <a:pt x="282" y="82"/>
                  </a:lnTo>
                  <a:lnTo>
                    <a:pt x="285" y="82"/>
                  </a:lnTo>
                  <a:lnTo>
                    <a:pt x="293" y="85"/>
                  </a:lnTo>
                  <a:lnTo>
                    <a:pt x="296" y="85"/>
                  </a:lnTo>
                  <a:lnTo>
                    <a:pt x="300" y="85"/>
                  </a:lnTo>
                  <a:lnTo>
                    <a:pt x="300" y="89"/>
                  </a:lnTo>
                  <a:lnTo>
                    <a:pt x="300" y="89"/>
                  </a:lnTo>
                  <a:lnTo>
                    <a:pt x="304" y="89"/>
                  </a:lnTo>
                  <a:lnTo>
                    <a:pt x="308" y="85"/>
                  </a:lnTo>
                  <a:lnTo>
                    <a:pt x="304" y="82"/>
                  </a:lnTo>
                  <a:lnTo>
                    <a:pt x="300" y="78"/>
                  </a:lnTo>
                  <a:lnTo>
                    <a:pt x="296" y="74"/>
                  </a:lnTo>
                  <a:lnTo>
                    <a:pt x="296" y="74"/>
                  </a:lnTo>
                  <a:lnTo>
                    <a:pt x="296" y="70"/>
                  </a:lnTo>
                  <a:lnTo>
                    <a:pt x="300" y="63"/>
                  </a:lnTo>
                  <a:lnTo>
                    <a:pt x="296" y="63"/>
                  </a:lnTo>
                  <a:lnTo>
                    <a:pt x="293" y="63"/>
                  </a:lnTo>
                  <a:lnTo>
                    <a:pt x="293" y="59"/>
                  </a:lnTo>
                  <a:lnTo>
                    <a:pt x="293" y="56"/>
                  </a:lnTo>
                  <a:lnTo>
                    <a:pt x="293" y="48"/>
                  </a:lnTo>
                  <a:lnTo>
                    <a:pt x="293" y="48"/>
                  </a:lnTo>
                  <a:lnTo>
                    <a:pt x="293" y="44"/>
                  </a:lnTo>
                  <a:lnTo>
                    <a:pt x="296" y="44"/>
                  </a:lnTo>
                  <a:lnTo>
                    <a:pt x="296" y="41"/>
                  </a:lnTo>
                  <a:lnTo>
                    <a:pt x="300" y="41"/>
                  </a:lnTo>
                  <a:lnTo>
                    <a:pt x="296" y="37"/>
                  </a:lnTo>
                  <a:lnTo>
                    <a:pt x="293" y="33"/>
                  </a:lnTo>
                  <a:lnTo>
                    <a:pt x="293" y="33"/>
                  </a:lnTo>
                  <a:lnTo>
                    <a:pt x="285" y="33"/>
                  </a:lnTo>
                  <a:lnTo>
                    <a:pt x="282" y="30"/>
                  </a:lnTo>
                  <a:lnTo>
                    <a:pt x="282" y="26"/>
                  </a:lnTo>
                  <a:lnTo>
                    <a:pt x="282" y="22"/>
                  </a:lnTo>
                  <a:lnTo>
                    <a:pt x="282" y="19"/>
                  </a:lnTo>
                  <a:lnTo>
                    <a:pt x="278" y="19"/>
                  </a:lnTo>
                  <a:lnTo>
                    <a:pt x="278" y="15"/>
                  </a:lnTo>
                  <a:lnTo>
                    <a:pt x="274" y="11"/>
                  </a:lnTo>
                  <a:lnTo>
                    <a:pt x="270" y="11"/>
                  </a:lnTo>
                  <a:lnTo>
                    <a:pt x="263" y="7"/>
                  </a:lnTo>
                  <a:lnTo>
                    <a:pt x="263" y="7"/>
                  </a:lnTo>
                  <a:lnTo>
                    <a:pt x="259" y="7"/>
                  </a:lnTo>
                  <a:lnTo>
                    <a:pt x="256" y="7"/>
                  </a:lnTo>
                  <a:lnTo>
                    <a:pt x="252" y="7"/>
                  </a:lnTo>
                  <a:lnTo>
                    <a:pt x="252" y="7"/>
                  </a:lnTo>
                  <a:lnTo>
                    <a:pt x="248" y="7"/>
                  </a:lnTo>
                  <a:lnTo>
                    <a:pt x="248" y="4"/>
                  </a:lnTo>
                  <a:lnTo>
                    <a:pt x="248" y="4"/>
                  </a:lnTo>
                  <a:lnTo>
                    <a:pt x="248" y="4"/>
                  </a:lnTo>
                  <a:close/>
                  <a:moveTo>
                    <a:pt x="37" y="100"/>
                  </a:moveTo>
                  <a:lnTo>
                    <a:pt x="37" y="100"/>
                  </a:lnTo>
                  <a:lnTo>
                    <a:pt x="41" y="100"/>
                  </a:lnTo>
                  <a:lnTo>
                    <a:pt x="41" y="100"/>
                  </a:lnTo>
                  <a:lnTo>
                    <a:pt x="37" y="100"/>
                  </a:lnTo>
                  <a:lnTo>
                    <a:pt x="37" y="100"/>
                  </a:lnTo>
                  <a:lnTo>
                    <a:pt x="37" y="100"/>
                  </a:lnTo>
                  <a:close/>
                  <a:moveTo>
                    <a:pt x="0" y="33"/>
                  </a:moveTo>
                  <a:lnTo>
                    <a:pt x="4" y="37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2" name="Freeform 80"/>
            <p:cNvSpPr/>
            <p:nvPr/>
          </p:nvSpPr>
          <p:spPr bwMode="auto">
            <a:xfrm>
              <a:off x="5088158" y="2418143"/>
              <a:ext cx="205861" cy="181415"/>
            </a:xfrm>
            <a:custGeom>
              <a:avLst/>
              <a:gdLst>
                <a:gd name="T0" fmla="*/ 160 w 160"/>
                <a:gd name="T1" fmla="*/ 118 h 141"/>
                <a:gd name="T2" fmla="*/ 152 w 160"/>
                <a:gd name="T3" fmla="*/ 115 h 141"/>
                <a:gd name="T4" fmla="*/ 145 w 160"/>
                <a:gd name="T5" fmla="*/ 107 h 141"/>
                <a:gd name="T6" fmla="*/ 145 w 160"/>
                <a:gd name="T7" fmla="*/ 100 h 141"/>
                <a:gd name="T8" fmla="*/ 145 w 160"/>
                <a:gd name="T9" fmla="*/ 89 h 141"/>
                <a:gd name="T10" fmla="*/ 137 w 160"/>
                <a:gd name="T11" fmla="*/ 81 h 141"/>
                <a:gd name="T12" fmla="*/ 134 w 160"/>
                <a:gd name="T13" fmla="*/ 81 h 141"/>
                <a:gd name="T14" fmla="*/ 119 w 160"/>
                <a:gd name="T15" fmla="*/ 74 h 141"/>
                <a:gd name="T16" fmla="*/ 115 w 160"/>
                <a:gd name="T17" fmla="*/ 74 h 141"/>
                <a:gd name="T18" fmla="*/ 115 w 160"/>
                <a:gd name="T19" fmla="*/ 70 h 141"/>
                <a:gd name="T20" fmla="*/ 111 w 160"/>
                <a:gd name="T21" fmla="*/ 66 h 141"/>
                <a:gd name="T22" fmla="*/ 108 w 160"/>
                <a:gd name="T23" fmla="*/ 63 h 141"/>
                <a:gd name="T24" fmla="*/ 104 w 160"/>
                <a:gd name="T25" fmla="*/ 59 h 141"/>
                <a:gd name="T26" fmla="*/ 104 w 160"/>
                <a:gd name="T27" fmla="*/ 55 h 141"/>
                <a:gd name="T28" fmla="*/ 104 w 160"/>
                <a:gd name="T29" fmla="*/ 51 h 141"/>
                <a:gd name="T30" fmla="*/ 108 w 160"/>
                <a:gd name="T31" fmla="*/ 44 h 141"/>
                <a:gd name="T32" fmla="*/ 108 w 160"/>
                <a:gd name="T33" fmla="*/ 40 h 141"/>
                <a:gd name="T34" fmla="*/ 111 w 160"/>
                <a:gd name="T35" fmla="*/ 37 h 141"/>
                <a:gd name="T36" fmla="*/ 111 w 160"/>
                <a:gd name="T37" fmla="*/ 29 h 141"/>
                <a:gd name="T38" fmla="*/ 115 w 160"/>
                <a:gd name="T39" fmla="*/ 29 h 141"/>
                <a:gd name="T40" fmla="*/ 115 w 160"/>
                <a:gd name="T41" fmla="*/ 29 h 141"/>
                <a:gd name="T42" fmla="*/ 108 w 160"/>
                <a:gd name="T43" fmla="*/ 26 h 141"/>
                <a:gd name="T44" fmla="*/ 100 w 160"/>
                <a:gd name="T45" fmla="*/ 22 h 141"/>
                <a:gd name="T46" fmla="*/ 97 w 160"/>
                <a:gd name="T47" fmla="*/ 22 h 141"/>
                <a:gd name="T48" fmla="*/ 93 w 160"/>
                <a:gd name="T49" fmla="*/ 14 h 141"/>
                <a:gd name="T50" fmla="*/ 89 w 160"/>
                <a:gd name="T51" fmla="*/ 11 h 141"/>
                <a:gd name="T52" fmla="*/ 86 w 160"/>
                <a:gd name="T53" fmla="*/ 7 h 141"/>
                <a:gd name="T54" fmla="*/ 78 w 160"/>
                <a:gd name="T55" fmla="*/ 7 h 141"/>
                <a:gd name="T56" fmla="*/ 78 w 160"/>
                <a:gd name="T57" fmla="*/ 3 h 141"/>
                <a:gd name="T58" fmla="*/ 71 w 160"/>
                <a:gd name="T59" fmla="*/ 3 h 141"/>
                <a:gd name="T60" fmla="*/ 60 w 160"/>
                <a:gd name="T61" fmla="*/ 0 h 141"/>
                <a:gd name="T62" fmla="*/ 52 w 160"/>
                <a:gd name="T63" fmla="*/ 3 h 141"/>
                <a:gd name="T64" fmla="*/ 48 w 160"/>
                <a:gd name="T65" fmla="*/ 7 h 141"/>
                <a:gd name="T66" fmla="*/ 45 w 160"/>
                <a:gd name="T67" fmla="*/ 11 h 141"/>
                <a:gd name="T68" fmla="*/ 34 w 160"/>
                <a:gd name="T69" fmla="*/ 14 h 141"/>
                <a:gd name="T70" fmla="*/ 34 w 160"/>
                <a:gd name="T71" fmla="*/ 22 h 141"/>
                <a:gd name="T72" fmla="*/ 34 w 160"/>
                <a:gd name="T73" fmla="*/ 33 h 141"/>
                <a:gd name="T74" fmla="*/ 34 w 160"/>
                <a:gd name="T75" fmla="*/ 40 h 141"/>
                <a:gd name="T76" fmla="*/ 30 w 160"/>
                <a:gd name="T77" fmla="*/ 48 h 141"/>
                <a:gd name="T78" fmla="*/ 0 w 160"/>
                <a:gd name="T79" fmla="*/ 70 h 141"/>
                <a:gd name="T80" fmla="*/ 0 w 160"/>
                <a:gd name="T81" fmla="*/ 70 h 141"/>
                <a:gd name="T82" fmla="*/ 23 w 160"/>
                <a:gd name="T83" fmla="*/ 92 h 141"/>
                <a:gd name="T84" fmla="*/ 130 w 160"/>
                <a:gd name="T85" fmla="*/ 141 h 141"/>
                <a:gd name="T86" fmla="*/ 137 w 160"/>
                <a:gd name="T87" fmla="*/ 126 h 141"/>
                <a:gd name="T88" fmla="*/ 152 w 160"/>
                <a:gd name="T89" fmla="*/ 126 h 141"/>
                <a:gd name="T90" fmla="*/ 156 w 160"/>
                <a:gd name="T91" fmla="*/ 126 h 141"/>
                <a:gd name="T92" fmla="*/ 160 w 160"/>
                <a:gd name="T93" fmla="*/ 12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0" h="141">
                  <a:moveTo>
                    <a:pt x="160" y="122"/>
                  </a:moveTo>
                  <a:lnTo>
                    <a:pt x="160" y="118"/>
                  </a:lnTo>
                  <a:lnTo>
                    <a:pt x="156" y="118"/>
                  </a:lnTo>
                  <a:lnTo>
                    <a:pt x="152" y="115"/>
                  </a:lnTo>
                  <a:lnTo>
                    <a:pt x="152" y="107"/>
                  </a:lnTo>
                  <a:lnTo>
                    <a:pt x="145" y="107"/>
                  </a:lnTo>
                  <a:lnTo>
                    <a:pt x="145" y="103"/>
                  </a:lnTo>
                  <a:lnTo>
                    <a:pt x="145" y="100"/>
                  </a:lnTo>
                  <a:lnTo>
                    <a:pt x="148" y="96"/>
                  </a:lnTo>
                  <a:lnTo>
                    <a:pt x="145" y="89"/>
                  </a:lnTo>
                  <a:lnTo>
                    <a:pt x="141" y="89"/>
                  </a:lnTo>
                  <a:lnTo>
                    <a:pt x="137" y="81"/>
                  </a:lnTo>
                  <a:lnTo>
                    <a:pt x="137" y="81"/>
                  </a:lnTo>
                  <a:lnTo>
                    <a:pt x="134" y="81"/>
                  </a:lnTo>
                  <a:lnTo>
                    <a:pt x="123" y="74"/>
                  </a:lnTo>
                  <a:lnTo>
                    <a:pt x="119" y="74"/>
                  </a:lnTo>
                  <a:lnTo>
                    <a:pt x="119" y="77"/>
                  </a:lnTo>
                  <a:lnTo>
                    <a:pt x="115" y="74"/>
                  </a:lnTo>
                  <a:lnTo>
                    <a:pt x="115" y="70"/>
                  </a:lnTo>
                  <a:lnTo>
                    <a:pt x="115" y="70"/>
                  </a:lnTo>
                  <a:lnTo>
                    <a:pt x="115" y="66"/>
                  </a:lnTo>
                  <a:lnTo>
                    <a:pt x="111" y="66"/>
                  </a:lnTo>
                  <a:lnTo>
                    <a:pt x="111" y="63"/>
                  </a:lnTo>
                  <a:lnTo>
                    <a:pt x="108" y="63"/>
                  </a:lnTo>
                  <a:lnTo>
                    <a:pt x="104" y="59"/>
                  </a:lnTo>
                  <a:lnTo>
                    <a:pt x="104" y="59"/>
                  </a:lnTo>
                  <a:lnTo>
                    <a:pt x="104" y="59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4" y="51"/>
                  </a:lnTo>
                  <a:lnTo>
                    <a:pt x="104" y="48"/>
                  </a:lnTo>
                  <a:lnTo>
                    <a:pt x="108" y="44"/>
                  </a:lnTo>
                  <a:lnTo>
                    <a:pt x="108" y="40"/>
                  </a:lnTo>
                  <a:lnTo>
                    <a:pt x="108" y="40"/>
                  </a:lnTo>
                  <a:lnTo>
                    <a:pt x="111" y="40"/>
                  </a:lnTo>
                  <a:lnTo>
                    <a:pt x="111" y="37"/>
                  </a:lnTo>
                  <a:lnTo>
                    <a:pt x="111" y="33"/>
                  </a:lnTo>
                  <a:lnTo>
                    <a:pt x="111" y="29"/>
                  </a:lnTo>
                  <a:lnTo>
                    <a:pt x="111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1" y="26"/>
                  </a:lnTo>
                  <a:lnTo>
                    <a:pt x="108" y="26"/>
                  </a:lnTo>
                  <a:lnTo>
                    <a:pt x="108" y="26"/>
                  </a:lnTo>
                  <a:lnTo>
                    <a:pt x="100" y="22"/>
                  </a:lnTo>
                  <a:lnTo>
                    <a:pt x="97" y="22"/>
                  </a:lnTo>
                  <a:lnTo>
                    <a:pt x="97" y="22"/>
                  </a:lnTo>
                  <a:lnTo>
                    <a:pt x="93" y="18"/>
                  </a:lnTo>
                  <a:lnTo>
                    <a:pt x="93" y="14"/>
                  </a:lnTo>
                  <a:lnTo>
                    <a:pt x="89" y="14"/>
                  </a:lnTo>
                  <a:lnTo>
                    <a:pt x="89" y="11"/>
                  </a:lnTo>
                  <a:lnTo>
                    <a:pt x="89" y="11"/>
                  </a:lnTo>
                  <a:lnTo>
                    <a:pt x="86" y="7"/>
                  </a:lnTo>
                  <a:lnTo>
                    <a:pt x="82" y="7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8" y="3"/>
                  </a:lnTo>
                  <a:lnTo>
                    <a:pt x="74" y="3"/>
                  </a:lnTo>
                  <a:lnTo>
                    <a:pt x="71" y="3"/>
                  </a:lnTo>
                  <a:lnTo>
                    <a:pt x="63" y="0"/>
                  </a:lnTo>
                  <a:lnTo>
                    <a:pt x="60" y="0"/>
                  </a:lnTo>
                  <a:lnTo>
                    <a:pt x="56" y="3"/>
                  </a:lnTo>
                  <a:lnTo>
                    <a:pt x="52" y="3"/>
                  </a:lnTo>
                  <a:lnTo>
                    <a:pt x="48" y="7"/>
                  </a:lnTo>
                  <a:lnTo>
                    <a:pt x="48" y="7"/>
                  </a:lnTo>
                  <a:lnTo>
                    <a:pt x="45" y="11"/>
                  </a:lnTo>
                  <a:lnTo>
                    <a:pt x="45" y="11"/>
                  </a:lnTo>
                  <a:lnTo>
                    <a:pt x="41" y="11"/>
                  </a:lnTo>
                  <a:lnTo>
                    <a:pt x="34" y="14"/>
                  </a:lnTo>
                  <a:lnTo>
                    <a:pt x="34" y="18"/>
                  </a:lnTo>
                  <a:lnTo>
                    <a:pt x="34" y="22"/>
                  </a:lnTo>
                  <a:lnTo>
                    <a:pt x="34" y="29"/>
                  </a:lnTo>
                  <a:lnTo>
                    <a:pt x="34" y="33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4" y="44"/>
                  </a:lnTo>
                  <a:lnTo>
                    <a:pt x="30" y="48"/>
                  </a:lnTo>
                  <a:lnTo>
                    <a:pt x="30" y="51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8" y="89"/>
                  </a:lnTo>
                  <a:lnTo>
                    <a:pt x="23" y="92"/>
                  </a:lnTo>
                  <a:lnTo>
                    <a:pt x="100" y="141"/>
                  </a:lnTo>
                  <a:lnTo>
                    <a:pt x="130" y="141"/>
                  </a:lnTo>
                  <a:lnTo>
                    <a:pt x="134" y="133"/>
                  </a:lnTo>
                  <a:lnTo>
                    <a:pt x="137" y="126"/>
                  </a:lnTo>
                  <a:lnTo>
                    <a:pt x="145" y="122"/>
                  </a:lnTo>
                  <a:lnTo>
                    <a:pt x="152" y="126"/>
                  </a:lnTo>
                  <a:lnTo>
                    <a:pt x="156" y="126"/>
                  </a:lnTo>
                  <a:lnTo>
                    <a:pt x="156" y="126"/>
                  </a:lnTo>
                  <a:lnTo>
                    <a:pt x="156" y="122"/>
                  </a:lnTo>
                  <a:lnTo>
                    <a:pt x="160" y="1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3" name="Freeform 81"/>
            <p:cNvSpPr/>
            <p:nvPr/>
          </p:nvSpPr>
          <p:spPr bwMode="auto">
            <a:xfrm>
              <a:off x="5255421" y="2575112"/>
              <a:ext cx="38599" cy="33452"/>
            </a:xfrm>
            <a:custGeom>
              <a:avLst/>
              <a:gdLst>
                <a:gd name="T0" fmla="*/ 0 w 30"/>
                <a:gd name="T1" fmla="*/ 19 h 26"/>
                <a:gd name="T2" fmla="*/ 4 w 30"/>
                <a:gd name="T3" fmla="*/ 11 h 26"/>
                <a:gd name="T4" fmla="*/ 7 w 30"/>
                <a:gd name="T5" fmla="*/ 4 h 26"/>
                <a:gd name="T6" fmla="*/ 15 w 30"/>
                <a:gd name="T7" fmla="*/ 0 h 26"/>
                <a:gd name="T8" fmla="*/ 22 w 30"/>
                <a:gd name="T9" fmla="*/ 4 h 26"/>
                <a:gd name="T10" fmla="*/ 26 w 30"/>
                <a:gd name="T11" fmla="*/ 4 h 26"/>
                <a:gd name="T12" fmla="*/ 26 w 30"/>
                <a:gd name="T13" fmla="*/ 4 h 26"/>
                <a:gd name="T14" fmla="*/ 26 w 30"/>
                <a:gd name="T15" fmla="*/ 4 h 26"/>
                <a:gd name="T16" fmla="*/ 26 w 30"/>
                <a:gd name="T17" fmla="*/ 11 h 26"/>
                <a:gd name="T18" fmla="*/ 18 w 30"/>
                <a:gd name="T19" fmla="*/ 11 h 26"/>
                <a:gd name="T20" fmla="*/ 26 w 30"/>
                <a:gd name="T21" fmla="*/ 15 h 26"/>
                <a:gd name="T22" fmla="*/ 26 w 30"/>
                <a:gd name="T23" fmla="*/ 15 h 26"/>
                <a:gd name="T24" fmla="*/ 26 w 30"/>
                <a:gd name="T25" fmla="*/ 15 h 26"/>
                <a:gd name="T26" fmla="*/ 26 w 30"/>
                <a:gd name="T27" fmla="*/ 19 h 26"/>
                <a:gd name="T28" fmla="*/ 30 w 30"/>
                <a:gd name="T29" fmla="*/ 22 h 26"/>
                <a:gd name="T30" fmla="*/ 26 w 30"/>
                <a:gd name="T31" fmla="*/ 22 h 26"/>
                <a:gd name="T32" fmla="*/ 26 w 30"/>
                <a:gd name="T33" fmla="*/ 22 h 26"/>
                <a:gd name="T34" fmla="*/ 30 w 30"/>
                <a:gd name="T35" fmla="*/ 22 h 26"/>
                <a:gd name="T36" fmla="*/ 18 w 30"/>
                <a:gd name="T37" fmla="*/ 26 h 26"/>
                <a:gd name="T38" fmla="*/ 18 w 30"/>
                <a:gd name="T39" fmla="*/ 22 h 26"/>
                <a:gd name="T40" fmla="*/ 4 w 30"/>
                <a:gd name="T41" fmla="*/ 19 h 26"/>
                <a:gd name="T42" fmla="*/ 0 w 30"/>
                <a:gd name="T43" fmla="*/ 19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0" h="26">
                  <a:moveTo>
                    <a:pt x="0" y="19"/>
                  </a:moveTo>
                  <a:lnTo>
                    <a:pt x="4" y="11"/>
                  </a:lnTo>
                  <a:lnTo>
                    <a:pt x="7" y="4"/>
                  </a:lnTo>
                  <a:lnTo>
                    <a:pt x="15" y="0"/>
                  </a:lnTo>
                  <a:lnTo>
                    <a:pt x="22" y="4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11"/>
                  </a:lnTo>
                  <a:lnTo>
                    <a:pt x="18" y="11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6" y="19"/>
                  </a:lnTo>
                  <a:lnTo>
                    <a:pt x="30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30" y="22"/>
                  </a:lnTo>
                  <a:lnTo>
                    <a:pt x="18" y="26"/>
                  </a:lnTo>
                  <a:lnTo>
                    <a:pt x="18" y="22"/>
                  </a:lnTo>
                  <a:lnTo>
                    <a:pt x="4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4" name="Freeform 82"/>
            <p:cNvSpPr/>
            <p:nvPr/>
          </p:nvSpPr>
          <p:spPr bwMode="auto">
            <a:xfrm>
              <a:off x="4950488" y="2460603"/>
              <a:ext cx="47606" cy="23159"/>
            </a:xfrm>
            <a:custGeom>
              <a:avLst/>
              <a:gdLst>
                <a:gd name="T0" fmla="*/ 4 w 37"/>
                <a:gd name="T1" fmla="*/ 18 h 18"/>
                <a:gd name="T2" fmla="*/ 0 w 37"/>
                <a:gd name="T3" fmla="*/ 15 h 18"/>
                <a:gd name="T4" fmla="*/ 0 w 37"/>
                <a:gd name="T5" fmla="*/ 15 h 18"/>
                <a:gd name="T6" fmla="*/ 0 w 37"/>
                <a:gd name="T7" fmla="*/ 11 h 18"/>
                <a:gd name="T8" fmla="*/ 0 w 37"/>
                <a:gd name="T9" fmla="*/ 11 h 18"/>
                <a:gd name="T10" fmla="*/ 4 w 37"/>
                <a:gd name="T11" fmla="*/ 7 h 18"/>
                <a:gd name="T12" fmla="*/ 7 w 37"/>
                <a:gd name="T13" fmla="*/ 7 h 18"/>
                <a:gd name="T14" fmla="*/ 7 w 37"/>
                <a:gd name="T15" fmla="*/ 7 h 18"/>
                <a:gd name="T16" fmla="*/ 7 w 37"/>
                <a:gd name="T17" fmla="*/ 7 h 18"/>
                <a:gd name="T18" fmla="*/ 11 w 37"/>
                <a:gd name="T19" fmla="*/ 4 h 18"/>
                <a:gd name="T20" fmla="*/ 11 w 37"/>
                <a:gd name="T21" fmla="*/ 4 h 18"/>
                <a:gd name="T22" fmla="*/ 15 w 37"/>
                <a:gd name="T23" fmla="*/ 7 h 18"/>
                <a:gd name="T24" fmla="*/ 18 w 37"/>
                <a:gd name="T25" fmla="*/ 7 h 18"/>
                <a:gd name="T26" fmla="*/ 26 w 37"/>
                <a:gd name="T27" fmla="*/ 4 h 18"/>
                <a:gd name="T28" fmla="*/ 33 w 37"/>
                <a:gd name="T29" fmla="*/ 0 h 18"/>
                <a:gd name="T30" fmla="*/ 33 w 37"/>
                <a:gd name="T31" fmla="*/ 0 h 18"/>
                <a:gd name="T32" fmla="*/ 37 w 37"/>
                <a:gd name="T33" fmla="*/ 0 h 18"/>
                <a:gd name="T34" fmla="*/ 33 w 37"/>
                <a:gd name="T35" fmla="*/ 4 h 18"/>
                <a:gd name="T36" fmla="*/ 30 w 37"/>
                <a:gd name="T37" fmla="*/ 4 h 18"/>
                <a:gd name="T38" fmla="*/ 26 w 37"/>
                <a:gd name="T39" fmla="*/ 7 h 18"/>
                <a:gd name="T40" fmla="*/ 26 w 37"/>
                <a:gd name="T41" fmla="*/ 11 h 18"/>
                <a:gd name="T42" fmla="*/ 26 w 37"/>
                <a:gd name="T43" fmla="*/ 15 h 18"/>
                <a:gd name="T44" fmla="*/ 22 w 37"/>
                <a:gd name="T45" fmla="*/ 15 h 18"/>
                <a:gd name="T46" fmla="*/ 18 w 37"/>
                <a:gd name="T47" fmla="*/ 15 h 18"/>
                <a:gd name="T48" fmla="*/ 18 w 37"/>
                <a:gd name="T49" fmla="*/ 18 h 18"/>
                <a:gd name="T50" fmla="*/ 15 w 37"/>
                <a:gd name="T51" fmla="*/ 18 h 18"/>
                <a:gd name="T52" fmla="*/ 11 w 37"/>
                <a:gd name="T53" fmla="*/ 18 h 18"/>
                <a:gd name="T54" fmla="*/ 11 w 37"/>
                <a:gd name="T55" fmla="*/ 18 h 18"/>
                <a:gd name="T56" fmla="*/ 4 w 37"/>
                <a:gd name="T5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7" h="18">
                  <a:moveTo>
                    <a:pt x="4" y="18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5" y="7"/>
                  </a:lnTo>
                  <a:lnTo>
                    <a:pt x="18" y="7"/>
                  </a:lnTo>
                  <a:lnTo>
                    <a:pt x="26" y="4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3" y="4"/>
                  </a:lnTo>
                  <a:lnTo>
                    <a:pt x="30" y="4"/>
                  </a:lnTo>
                  <a:lnTo>
                    <a:pt x="26" y="7"/>
                  </a:lnTo>
                  <a:lnTo>
                    <a:pt x="26" y="11"/>
                  </a:lnTo>
                  <a:lnTo>
                    <a:pt x="26" y="15"/>
                  </a:lnTo>
                  <a:lnTo>
                    <a:pt x="22" y="15"/>
                  </a:lnTo>
                  <a:lnTo>
                    <a:pt x="18" y="15"/>
                  </a:lnTo>
                  <a:lnTo>
                    <a:pt x="18" y="18"/>
                  </a:lnTo>
                  <a:lnTo>
                    <a:pt x="15" y="18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4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5" name="Freeform 83"/>
            <p:cNvSpPr/>
            <p:nvPr/>
          </p:nvSpPr>
          <p:spPr bwMode="auto">
            <a:xfrm>
              <a:off x="5017394" y="2422004"/>
              <a:ext cx="132523" cy="110650"/>
            </a:xfrm>
            <a:custGeom>
              <a:avLst/>
              <a:gdLst>
                <a:gd name="T0" fmla="*/ 85 w 103"/>
                <a:gd name="T1" fmla="*/ 48 h 86"/>
                <a:gd name="T2" fmla="*/ 89 w 103"/>
                <a:gd name="T3" fmla="*/ 41 h 86"/>
                <a:gd name="T4" fmla="*/ 89 w 103"/>
                <a:gd name="T5" fmla="*/ 37 h 86"/>
                <a:gd name="T6" fmla="*/ 89 w 103"/>
                <a:gd name="T7" fmla="*/ 26 h 86"/>
                <a:gd name="T8" fmla="*/ 89 w 103"/>
                <a:gd name="T9" fmla="*/ 15 h 86"/>
                <a:gd name="T10" fmla="*/ 96 w 103"/>
                <a:gd name="T11" fmla="*/ 8 h 86"/>
                <a:gd name="T12" fmla="*/ 100 w 103"/>
                <a:gd name="T13" fmla="*/ 8 h 86"/>
                <a:gd name="T14" fmla="*/ 100 w 103"/>
                <a:gd name="T15" fmla="*/ 0 h 86"/>
                <a:gd name="T16" fmla="*/ 89 w 103"/>
                <a:gd name="T17" fmla="*/ 4 h 86"/>
                <a:gd name="T18" fmla="*/ 78 w 103"/>
                <a:gd name="T19" fmla="*/ 4 h 86"/>
                <a:gd name="T20" fmla="*/ 70 w 103"/>
                <a:gd name="T21" fmla="*/ 4 h 86"/>
                <a:gd name="T22" fmla="*/ 63 w 103"/>
                <a:gd name="T23" fmla="*/ 8 h 86"/>
                <a:gd name="T24" fmla="*/ 55 w 103"/>
                <a:gd name="T25" fmla="*/ 11 h 86"/>
                <a:gd name="T26" fmla="*/ 48 w 103"/>
                <a:gd name="T27" fmla="*/ 8 h 86"/>
                <a:gd name="T28" fmla="*/ 37 w 103"/>
                <a:gd name="T29" fmla="*/ 8 h 86"/>
                <a:gd name="T30" fmla="*/ 33 w 103"/>
                <a:gd name="T31" fmla="*/ 11 h 86"/>
                <a:gd name="T32" fmla="*/ 22 w 103"/>
                <a:gd name="T33" fmla="*/ 11 h 86"/>
                <a:gd name="T34" fmla="*/ 15 w 103"/>
                <a:gd name="T35" fmla="*/ 11 h 86"/>
                <a:gd name="T36" fmla="*/ 11 w 103"/>
                <a:gd name="T37" fmla="*/ 19 h 86"/>
                <a:gd name="T38" fmla="*/ 11 w 103"/>
                <a:gd name="T39" fmla="*/ 23 h 86"/>
                <a:gd name="T40" fmla="*/ 4 w 103"/>
                <a:gd name="T41" fmla="*/ 23 h 86"/>
                <a:gd name="T42" fmla="*/ 0 w 103"/>
                <a:gd name="T43" fmla="*/ 26 h 86"/>
                <a:gd name="T44" fmla="*/ 4 w 103"/>
                <a:gd name="T45" fmla="*/ 34 h 86"/>
                <a:gd name="T46" fmla="*/ 4 w 103"/>
                <a:gd name="T47" fmla="*/ 41 h 86"/>
                <a:gd name="T48" fmla="*/ 11 w 103"/>
                <a:gd name="T49" fmla="*/ 48 h 86"/>
                <a:gd name="T50" fmla="*/ 15 w 103"/>
                <a:gd name="T51" fmla="*/ 52 h 86"/>
                <a:gd name="T52" fmla="*/ 15 w 103"/>
                <a:gd name="T53" fmla="*/ 60 h 86"/>
                <a:gd name="T54" fmla="*/ 15 w 103"/>
                <a:gd name="T55" fmla="*/ 60 h 86"/>
                <a:gd name="T56" fmla="*/ 7 w 103"/>
                <a:gd name="T57" fmla="*/ 63 h 86"/>
                <a:gd name="T58" fmla="*/ 7 w 103"/>
                <a:gd name="T59" fmla="*/ 67 h 86"/>
                <a:gd name="T60" fmla="*/ 7 w 103"/>
                <a:gd name="T61" fmla="*/ 71 h 86"/>
                <a:gd name="T62" fmla="*/ 7 w 103"/>
                <a:gd name="T63" fmla="*/ 78 h 86"/>
                <a:gd name="T64" fmla="*/ 15 w 103"/>
                <a:gd name="T65" fmla="*/ 82 h 86"/>
                <a:gd name="T66" fmla="*/ 18 w 103"/>
                <a:gd name="T67" fmla="*/ 86 h 86"/>
                <a:gd name="T68" fmla="*/ 55 w 103"/>
                <a:gd name="T69" fmla="*/ 6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" h="86">
                  <a:moveTo>
                    <a:pt x="55" y="67"/>
                  </a:moveTo>
                  <a:lnTo>
                    <a:pt x="85" y="48"/>
                  </a:lnTo>
                  <a:lnTo>
                    <a:pt x="85" y="45"/>
                  </a:lnTo>
                  <a:lnTo>
                    <a:pt x="89" y="41"/>
                  </a:lnTo>
                  <a:lnTo>
                    <a:pt x="89" y="37"/>
                  </a:lnTo>
                  <a:lnTo>
                    <a:pt x="89" y="37"/>
                  </a:lnTo>
                  <a:lnTo>
                    <a:pt x="89" y="30"/>
                  </a:lnTo>
                  <a:lnTo>
                    <a:pt x="89" y="26"/>
                  </a:lnTo>
                  <a:lnTo>
                    <a:pt x="89" y="19"/>
                  </a:lnTo>
                  <a:lnTo>
                    <a:pt x="89" y="15"/>
                  </a:lnTo>
                  <a:lnTo>
                    <a:pt x="89" y="11"/>
                  </a:lnTo>
                  <a:lnTo>
                    <a:pt x="96" y="8"/>
                  </a:lnTo>
                  <a:lnTo>
                    <a:pt x="100" y="8"/>
                  </a:lnTo>
                  <a:lnTo>
                    <a:pt x="100" y="8"/>
                  </a:lnTo>
                  <a:lnTo>
                    <a:pt x="103" y="4"/>
                  </a:lnTo>
                  <a:lnTo>
                    <a:pt x="100" y="0"/>
                  </a:lnTo>
                  <a:lnTo>
                    <a:pt x="96" y="0"/>
                  </a:lnTo>
                  <a:lnTo>
                    <a:pt x="89" y="4"/>
                  </a:lnTo>
                  <a:lnTo>
                    <a:pt x="81" y="4"/>
                  </a:lnTo>
                  <a:lnTo>
                    <a:pt x="78" y="4"/>
                  </a:lnTo>
                  <a:lnTo>
                    <a:pt x="74" y="4"/>
                  </a:lnTo>
                  <a:lnTo>
                    <a:pt x="70" y="4"/>
                  </a:lnTo>
                  <a:lnTo>
                    <a:pt x="66" y="8"/>
                  </a:lnTo>
                  <a:lnTo>
                    <a:pt x="63" y="8"/>
                  </a:lnTo>
                  <a:lnTo>
                    <a:pt x="63" y="11"/>
                  </a:lnTo>
                  <a:lnTo>
                    <a:pt x="55" y="11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4" y="8"/>
                  </a:lnTo>
                  <a:lnTo>
                    <a:pt x="37" y="8"/>
                  </a:lnTo>
                  <a:lnTo>
                    <a:pt x="33" y="8"/>
                  </a:lnTo>
                  <a:lnTo>
                    <a:pt x="33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5" y="19"/>
                  </a:lnTo>
                  <a:lnTo>
                    <a:pt x="11" y="19"/>
                  </a:lnTo>
                  <a:lnTo>
                    <a:pt x="15" y="23"/>
                  </a:lnTo>
                  <a:lnTo>
                    <a:pt x="11" y="23"/>
                  </a:lnTo>
                  <a:lnTo>
                    <a:pt x="7" y="26"/>
                  </a:lnTo>
                  <a:lnTo>
                    <a:pt x="4" y="23"/>
                  </a:lnTo>
                  <a:lnTo>
                    <a:pt x="4" y="26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4" y="34"/>
                  </a:lnTo>
                  <a:lnTo>
                    <a:pt x="7" y="37"/>
                  </a:lnTo>
                  <a:lnTo>
                    <a:pt x="4" y="41"/>
                  </a:lnTo>
                  <a:lnTo>
                    <a:pt x="4" y="48"/>
                  </a:lnTo>
                  <a:lnTo>
                    <a:pt x="11" y="48"/>
                  </a:lnTo>
                  <a:lnTo>
                    <a:pt x="11" y="52"/>
                  </a:lnTo>
                  <a:lnTo>
                    <a:pt x="15" y="52"/>
                  </a:lnTo>
                  <a:lnTo>
                    <a:pt x="15" y="56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1" y="60"/>
                  </a:lnTo>
                  <a:lnTo>
                    <a:pt x="7" y="63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11" y="78"/>
                  </a:lnTo>
                  <a:lnTo>
                    <a:pt x="7" y="78"/>
                  </a:lnTo>
                  <a:lnTo>
                    <a:pt x="11" y="78"/>
                  </a:lnTo>
                  <a:lnTo>
                    <a:pt x="15" y="82"/>
                  </a:lnTo>
                  <a:lnTo>
                    <a:pt x="18" y="86"/>
                  </a:lnTo>
                  <a:lnTo>
                    <a:pt x="18" y="86"/>
                  </a:lnTo>
                  <a:lnTo>
                    <a:pt x="22" y="86"/>
                  </a:lnTo>
                  <a:lnTo>
                    <a:pt x="55" y="67"/>
                  </a:lnTo>
                  <a:lnTo>
                    <a:pt x="55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6" name="Freeform 84"/>
            <p:cNvSpPr/>
            <p:nvPr/>
          </p:nvSpPr>
          <p:spPr bwMode="auto">
            <a:xfrm>
              <a:off x="4992949" y="2508208"/>
              <a:ext cx="33452" cy="86205"/>
            </a:xfrm>
            <a:custGeom>
              <a:avLst/>
              <a:gdLst>
                <a:gd name="T0" fmla="*/ 15 w 26"/>
                <a:gd name="T1" fmla="*/ 67 h 67"/>
                <a:gd name="T2" fmla="*/ 19 w 26"/>
                <a:gd name="T3" fmla="*/ 63 h 67"/>
                <a:gd name="T4" fmla="*/ 19 w 26"/>
                <a:gd name="T5" fmla="*/ 63 h 67"/>
                <a:gd name="T6" fmla="*/ 19 w 26"/>
                <a:gd name="T7" fmla="*/ 63 h 67"/>
                <a:gd name="T8" fmla="*/ 19 w 26"/>
                <a:gd name="T9" fmla="*/ 59 h 67"/>
                <a:gd name="T10" fmla="*/ 19 w 26"/>
                <a:gd name="T11" fmla="*/ 56 h 67"/>
                <a:gd name="T12" fmla="*/ 19 w 26"/>
                <a:gd name="T13" fmla="*/ 52 h 67"/>
                <a:gd name="T14" fmla="*/ 19 w 26"/>
                <a:gd name="T15" fmla="*/ 48 h 67"/>
                <a:gd name="T16" fmla="*/ 23 w 26"/>
                <a:gd name="T17" fmla="*/ 48 h 67"/>
                <a:gd name="T18" fmla="*/ 23 w 26"/>
                <a:gd name="T19" fmla="*/ 45 h 67"/>
                <a:gd name="T20" fmla="*/ 23 w 26"/>
                <a:gd name="T21" fmla="*/ 41 h 67"/>
                <a:gd name="T22" fmla="*/ 23 w 26"/>
                <a:gd name="T23" fmla="*/ 41 h 67"/>
                <a:gd name="T24" fmla="*/ 23 w 26"/>
                <a:gd name="T25" fmla="*/ 33 h 67"/>
                <a:gd name="T26" fmla="*/ 23 w 26"/>
                <a:gd name="T27" fmla="*/ 33 h 67"/>
                <a:gd name="T28" fmla="*/ 19 w 26"/>
                <a:gd name="T29" fmla="*/ 33 h 67"/>
                <a:gd name="T30" fmla="*/ 15 w 26"/>
                <a:gd name="T31" fmla="*/ 33 h 67"/>
                <a:gd name="T32" fmla="*/ 15 w 26"/>
                <a:gd name="T33" fmla="*/ 33 h 67"/>
                <a:gd name="T34" fmla="*/ 15 w 26"/>
                <a:gd name="T35" fmla="*/ 30 h 67"/>
                <a:gd name="T36" fmla="*/ 15 w 26"/>
                <a:gd name="T37" fmla="*/ 22 h 67"/>
                <a:gd name="T38" fmla="*/ 15 w 26"/>
                <a:gd name="T39" fmla="*/ 19 h 67"/>
                <a:gd name="T40" fmla="*/ 15 w 26"/>
                <a:gd name="T41" fmla="*/ 15 h 67"/>
                <a:gd name="T42" fmla="*/ 19 w 26"/>
                <a:gd name="T43" fmla="*/ 15 h 67"/>
                <a:gd name="T44" fmla="*/ 19 w 26"/>
                <a:gd name="T45" fmla="*/ 19 h 67"/>
                <a:gd name="T46" fmla="*/ 23 w 26"/>
                <a:gd name="T47" fmla="*/ 19 h 67"/>
                <a:gd name="T48" fmla="*/ 23 w 26"/>
                <a:gd name="T49" fmla="*/ 19 h 67"/>
                <a:gd name="T50" fmla="*/ 23 w 26"/>
                <a:gd name="T51" fmla="*/ 15 h 67"/>
                <a:gd name="T52" fmla="*/ 23 w 26"/>
                <a:gd name="T53" fmla="*/ 15 h 67"/>
                <a:gd name="T54" fmla="*/ 23 w 26"/>
                <a:gd name="T55" fmla="*/ 15 h 67"/>
                <a:gd name="T56" fmla="*/ 23 w 26"/>
                <a:gd name="T57" fmla="*/ 11 h 67"/>
                <a:gd name="T58" fmla="*/ 23 w 26"/>
                <a:gd name="T59" fmla="*/ 7 h 67"/>
                <a:gd name="T60" fmla="*/ 23 w 26"/>
                <a:gd name="T61" fmla="*/ 4 h 67"/>
                <a:gd name="T62" fmla="*/ 26 w 26"/>
                <a:gd name="T63" fmla="*/ 0 h 67"/>
                <a:gd name="T64" fmla="*/ 23 w 26"/>
                <a:gd name="T65" fmla="*/ 0 h 67"/>
                <a:gd name="T66" fmla="*/ 23 w 26"/>
                <a:gd name="T67" fmla="*/ 4 h 67"/>
                <a:gd name="T68" fmla="*/ 15 w 26"/>
                <a:gd name="T69" fmla="*/ 4 h 67"/>
                <a:gd name="T70" fmla="*/ 15 w 26"/>
                <a:gd name="T71" fmla="*/ 4 h 67"/>
                <a:gd name="T72" fmla="*/ 11 w 26"/>
                <a:gd name="T73" fmla="*/ 7 h 67"/>
                <a:gd name="T74" fmla="*/ 8 w 26"/>
                <a:gd name="T75" fmla="*/ 19 h 67"/>
                <a:gd name="T76" fmla="*/ 4 w 26"/>
                <a:gd name="T77" fmla="*/ 26 h 67"/>
                <a:gd name="T78" fmla="*/ 0 w 26"/>
                <a:gd name="T79" fmla="*/ 33 h 67"/>
                <a:gd name="T80" fmla="*/ 0 w 26"/>
                <a:gd name="T81" fmla="*/ 33 h 67"/>
                <a:gd name="T82" fmla="*/ 4 w 26"/>
                <a:gd name="T83" fmla="*/ 37 h 67"/>
                <a:gd name="T84" fmla="*/ 8 w 26"/>
                <a:gd name="T85" fmla="*/ 45 h 67"/>
                <a:gd name="T86" fmla="*/ 11 w 26"/>
                <a:gd name="T87" fmla="*/ 52 h 67"/>
                <a:gd name="T88" fmla="*/ 15 w 26"/>
                <a:gd name="T89" fmla="*/ 59 h 67"/>
                <a:gd name="T90" fmla="*/ 11 w 26"/>
                <a:gd name="T91" fmla="*/ 63 h 67"/>
                <a:gd name="T92" fmla="*/ 15 w 26"/>
                <a:gd name="T93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6" h="67">
                  <a:moveTo>
                    <a:pt x="15" y="67"/>
                  </a:moveTo>
                  <a:lnTo>
                    <a:pt x="19" y="63"/>
                  </a:lnTo>
                  <a:lnTo>
                    <a:pt x="19" y="63"/>
                  </a:lnTo>
                  <a:lnTo>
                    <a:pt x="19" y="63"/>
                  </a:lnTo>
                  <a:lnTo>
                    <a:pt x="19" y="59"/>
                  </a:lnTo>
                  <a:lnTo>
                    <a:pt x="19" y="56"/>
                  </a:lnTo>
                  <a:lnTo>
                    <a:pt x="19" y="52"/>
                  </a:lnTo>
                  <a:lnTo>
                    <a:pt x="19" y="48"/>
                  </a:lnTo>
                  <a:lnTo>
                    <a:pt x="23" y="48"/>
                  </a:lnTo>
                  <a:lnTo>
                    <a:pt x="23" y="45"/>
                  </a:lnTo>
                  <a:lnTo>
                    <a:pt x="23" y="41"/>
                  </a:lnTo>
                  <a:lnTo>
                    <a:pt x="23" y="41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19" y="33"/>
                  </a:lnTo>
                  <a:lnTo>
                    <a:pt x="15" y="33"/>
                  </a:lnTo>
                  <a:lnTo>
                    <a:pt x="15" y="33"/>
                  </a:lnTo>
                  <a:lnTo>
                    <a:pt x="15" y="30"/>
                  </a:lnTo>
                  <a:lnTo>
                    <a:pt x="15" y="22"/>
                  </a:lnTo>
                  <a:lnTo>
                    <a:pt x="15" y="19"/>
                  </a:lnTo>
                  <a:lnTo>
                    <a:pt x="15" y="15"/>
                  </a:lnTo>
                  <a:lnTo>
                    <a:pt x="19" y="15"/>
                  </a:lnTo>
                  <a:lnTo>
                    <a:pt x="19" y="19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23" y="15"/>
                  </a:lnTo>
                  <a:lnTo>
                    <a:pt x="23" y="15"/>
                  </a:lnTo>
                  <a:lnTo>
                    <a:pt x="23" y="15"/>
                  </a:lnTo>
                  <a:lnTo>
                    <a:pt x="23" y="11"/>
                  </a:lnTo>
                  <a:lnTo>
                    <a:pt x="23" y="7"/>
                  </a:lnTo>
                  <a:lnTo>
                    <a:pt x="23" y="4"/>
                  </a:lnTo>
                  <a:lnTo>
                    <a:pt x="26" y="0"/>
                  </a:lnTo>
                  <a:lnTo>
                    <a:pt x="23" y="0"/>
                  </a:lnTo>
                  <a:lnTo>
                    <a:pt x="23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1" y="7"/>
                  </a:lnTo>
                  <a:lnTo>
                    <a:pt x="8" y="19"/>
                  </a:lnTo>
                  <a:lnTo>
                    <a:pt x="4" y="26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4" y="37"/>
                  </a:lnTo>
                  <a:lnTo>
                    <a:pt x="8" y="45"/>
                  </a:lnTo>
                  <a:lnTo>
                    <a:pt x="11" y="52"/>
                  </a:lnTo>
                  <a:lnTo>
                    <a:pt x="15" y="59"/>
                  </a:lnTo>
                  <a:lnTo>
                    <a:pt x="11" y="63"/>
                  </a:lnTo>
                  <a:lnTo>
                    <a:pt x="15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7" name="Freeform 85"/>
            <p:cNvSpPr/>
            <p:nvPr/>
          </p:nvSpPr>
          <p:spPr bwMode="auto">
            <a:xfrm>
              <a:off x="5022541" y="2508208"/>
              <a:ext cx="9007" cy="19300"/>
            </a:xfrm>
            <a:custGeom>
              <a:avLst/>
              <a:gdLst>
                <a:gd name="T0" fmla="*/ 0 w 7"/>
                <a:gd name="T1" fmla="*/ 15 h 15"/>
                <a:gd name="T2" fmla="*/ 0 w 7"/>
                <a:gd name="T3" fmla="*/ 15 h 15"/>
                <a:gd name="T4" fmla="*/ 0 w 7"/>
                <a:gd name="T5" fmla="*/ 11 h 15"/>
                <a:gd name="T6" fmla="*/ 0 w 7"/>
                <a:gd name="T7" fmla="*/ 7 h 15"/>
                <a:gd name="T8" fmla="*/ 0 w 7"/>
                <a:gd name="T9" fmla="*/ 4 h 15"/>
                <a:gd name="T10" fmla="*/ 3 w 7"/>
                <a:gd name="T11" fmla="*/ 0 h 15"/>
                <a:gd name="T12" fmla="*/ 3 w 7"/>
                <a:gd name="T13" fmla="*/ 0 h 15"/>
                <a:gd name="T14" fmla="*/ 3 w 7"/>
                <a:gd name="T15" fmla="*/ 4 h 15"/>
                <a:gd name="T16" fmla="*/ 3 w 7"/>
                <a:gd name="T17" fmla="*/ 4 h 15"/>
                <a:gd name="T18" fmla="*/ 7 w 7"/>
                <a:gd name="T19" fmla="*/ 11 h 15"/>
                <a:gd name="T20" fmla="*/ 3 w 7"/>
                <a:gd name="T21" fmla="*/ 11 h 15"/>
                <a:gd name="T22" fmla="*/ 3 w 7"/>
                <a:gd name="T23" fmla="*/ 11 h 15"/>
                <a:gd name="T24" fmla="*/ 3 w 7"/>
                <a:gd name="T25" fmla="*/ 15 h 15"/>
                <a:gd name="T26" fmla="*/ 0 w 7"/>
                <a:gd name="T27" fmla="*/ 15 h 15"/>
                <a:gd name="T28" fmla="*/ 0 w 7"/>
                <a:gd name="T2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" h="15">
                  <a:moveTo>
                    <a:pt x="0" y="15"/>
                  </a:moveTo>
                  <a:lnTo>
                    <a:pt x="0" y="15"/>
                  </a:lnTo>
                  <a:lnTo>
                    <a:pt x="0" y="11"/>
                  </a:lnTo>
                  <a:lnTo>
                    <a:pt x="0" y="7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7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5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8" name="Freeform 86"/>
            <p:cNvSpPr/>
            <p:nvPr/>
          </p:nvSpPr>
          <p:spPr bwMode="auto">
            <a:xfrm>
              <a:off x="5012246" y="2527507"/>
              <a:ext cx="10293" cy="23159"/>
            </a:xfrm>
            <a:custGeom>
              <a:avLst/>
              <a:gdLst>
                <a:gd name="T0" fmla="*/ 8 w 8"/>
                <a:gd name="T1" fmla="*/ 18 h 18"/>
                <a:gd name="T2" fmla="*/ 4 w 8"/>
                <a:gd name="T3" fmla="*/ 18 h 18"/>
                <a:gd name="T4" fmla="*/ 0 w 8"/>
                <a:gd name="T5" fmla="*/ 18 h 18"/>
                <a:gd name="T6" fmla="*/ 0 w 8"/>
                <a:gd name="T7" fmla="*/ 18 h 18"/>
                <a:gd name="T8" fmla="*/ 0 w 8"/>
                <a:gd name="T9" fmla="*/ 15 h 18"/>
                <a:gd name="T10" fmla="*/ 0 w 8"/>
                <a:gd name="T11" fmla="*/ 7 h 18"/>
                <a:gd name="T12" fmla="*/ 0 w 8"/>
                <a:gd name="T13" fmla="*/ 4 h 18"/>
                <a:gd name="T14" fmla="*/ 0 w 8"/>
                <a:gd name="T15" fmla="*/ 0 h 18"/>
                <a:gd name="T16" fmla="*/ 4 w 8"/>
                <a:gd name="T17" fmla="*/ 0 h 18"/>
                <a:gd name="T18" fmla="*/ 4 w 8"/>
                <a:gd name="T19" fmla="*/ 4 h 18"/>
                <a:gd name="T20" fmla="*/ 8 w 8"/>
                <a:gd name="T21" fmla="*/ 4 h 18"/>
                <a:gd name="T22" fmla="*/ 8 w 8"/>
                <a:gd name="T23" fmla="*/ 4 h 18"/>
                <a:gd name="T24" fmla="*/ 8 w 8"/>
                <a:gd name="T25" fmla="*/ 4 h 18"/>
                <a:gd name="T26" fmla="*/ 8 w 8"/>
                <a:gd name="T27" fmla="*/ 4 h 18"/>
                <a:gd name="T28" fmla="*/ 8 w 8"/>
                <a:gd name="T29" fmla="*/ 7 h 18"/>
                <a:gd name="T30" fmla="*/ 8 w 8"/>
                <a:gd name="T31" fmla="*/ 11 h 18"/>
                <a:gd name="T32" fmla="*/ 8 w 8"/>
                <a:gd name="T33" fmla="*/ 11 h 18"/>
                <a:gd name="T34" fmla="*/ 8 w 8"/>
                <a:gd name="T35" fmla="*/ 18 h 18"/>
                <a:gd name="T36" fmla="*/ 8 w 8"/>
                <a:gd name="T3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18">
                  <a:moveTo>
                    <a:pt x="8" y="18"/>
                  </a:moveTo>
                  <a:lnTo>
                    <a:pt x="4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5"/>
                  </a:lnTo>
                  <a:lnTo>
                    <a:pt x="0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8" y="18"/>
                  </a:lnTo>
                  <a:lnTo>
                    <a:pt x="8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29" name="Freeform 87"/>
            <p:cNvSpPr/>
            <p:nvPr/>
          </p:nvSpPr>
          <p:spPr bwMode="auto">
            <a:xfrm>
              <a:off x="5012248" y="2483762"/>
              <a:ext cx="24446" cy="29593"/>
            </a:xfrm>
            <a:custGeom>
              <a:avLst/>
              <a:gdLst>
                <a:gd name="T0" fmla="*/ 0 w 19"/>
                <a:gd name="T1" fmla="*/ 23 h 23"/>
                <a:gd name="T2" fmla="*/ 0 w 19"/>
                <a:gd name="T3" fmla="*/ 23 h 23"/>
                <a:gd name="T4" fmla="*/ 8 w 19"/>
                <a:gd name="T5" fmla="*/ 23 h 23"/>
                <a:gd name="T6" fmla="*/ 8 w 19"/>
                <a:gd name="T7" fmla="*/ 19 h 23"/>
                <a:gd name="T8" fmla="*/ 11 w 19"/>
                <a:gd name="T9" fmla="*/ 19 h 23"/>
                <a:gd name="T10" fmla="*/ 11 w 19"/>
                <a:gd name="T11" fmla="*/ 15 h 23"/>
                <a:gd name="T12" fmla="*/ 15 w 19"/>
                <a:gd name="T13" fmla="*/ 12 h 23"/>
                <a:gd name="T14" fmla="*/ 19 w 19"/>
                <a:gd name="T15" fmla="*/ 12 h 23"/>
                <a:gd name="T16" fmla="*/ 19 w 19"/>
                <a:gd name="T17" fmla="*/ 12 h 23"/>
                <a:gd name="T18" fmla="*/ 19 w 19"/>
                <a:gd name="T19" fmla="*/ 12 h 23"/>
                <a:gd name="T20" fmla="*/ 19 w 19"/>
                <a:gd name="T21" fmla="*/ 8 h 23"/>
                <a:gd name="T22" fmla="*/ 19 w 19"/>
                <a:gd name="T23" fmla="*/ 4 h 23"/>
                <a:gd name="T24" fmla="*/ 15 w 19"/>
                <a:gd name="T25" fmla="*/ 4 h 23"/>
                <a:gd name="T26" fmla="*/ 15 w 19"/>
                <a:gd name="T27" fmla="*/ 0 h 23"/>
                <a:gd name="T28" fmla="*/ 8 w 19"/>
                <a:gd name="T29" fmla="*/ 0 h 23"/>
                <a:gd name="T30" fmla="*/ 8 w 19"/>
                <a:gd name="T31" fmla="*/ 0 h 23"/>
                <a:gd name="T32" fmla="*/ 8 w 19"/>
                <a:gd name="T33" fmla="*/ 0 h 23"/>
                <a:gd name="T34" fmla="*/ 4 w 19"/>
                <a:gd name="T35" fmla="*/ 12 h 23"/>
                <a:gd name="T36" fmla="*/ 4 w 19"/>
                <a:gd name="T37" fmla="*/ 15 h 23"/>
                <a:gd name="T38" fmla="*/ 0 w 19"/>
                <a:gd name="T39" fmla="*/ 19 h 23"/>
                <a:gd name="T40" fmla="*/ 0 w 19"/>
                <a:gd name="T41" fmla="*/ 23 h 23"/>
                <a:gd name="T42" fmla="*/ 0 w 19"/>
                <a:gd name="T43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" h="23">
                  <a:moveTo>
                    <a:pt x="0" y="23"/>
                  </a:moveTo>
                  <a:lnTo>
                    <a:pt x="0" y="23"/>
                  </a:lnTo>
                  <a:lnTo>
                    <a:pt x="8" y="23"/>
                  </a:lnTo>
                  <a:lnTo>
                    <a:pt x="8" y="19"/>
                  </a:lnTo>
                  <a:lnTo>
                    <a:pt x="11" y="19"/>
                  </a:lnTo>
                  <a:lnTo>
                    <a:pt x="11" y="15"/>
                  </a:lnTo>
                  <a:lnTo>
                    <a:pt x="15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9" y="8"/>
                  </a:lnTo>
                  <a:lnTo>
                    <a:pt x="19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4" y="12"/>
                  </a:lnTo>
                  <a:lnTo>
                    <a:pt x="4" y="15"/>
                  </a:lnTo>
                  <a:lnTo>
                    <a:pt x="0" y="19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0" name="Freeform 88"/>
            <p:cNvSpPr/>
            <p:nvPr/>
          </p:nvSpPr>
          <p:spPr bwMode="auto">
            <a:xfrm>
              <a:off x="5012247" y="2508208"/>
              <a:ext cx="86205" cy="95211"/>
            </a:xfrm>
            <a:custGeom>
              <a:avLst/>
              <a:gdLst>
                <a:gd name="T0" fmla="*/ 4 w 67"/>
                <a:gd name="T1" fmla="*/ 63 h 74"/>
                <a:gd name="T2" fmla="*/ 4 w 67"/>
                <a:gd name="T3" fmla="*/ 63 h 74"/>
                <a:gd name="T4" fmla="*/ 4 w 67"/>
                <a:gd name="T5" fmla="*/ 63 h 74"/>
                <a:gd name="T6" fmla="*/ 4 w 67"/>
                <a:gd name="T7" fmla="*/ 59 h 74"/>
                <a:gd name="T8" fmla="*/ 4 w 67"/>
                <a:gd name="T9" fmla="*/ 56 h 74"/>
                <a:gd name="T10" fmla="*/ 4 w 67"/>
                <a:gd name="T11" fmla="*/ 52 h 74"/>
                <a:gd name="T12" fmla="*/ 4 w 67"/>
                <a:gd name="T13" fmla="*/ 48 h 74"/>
                <a:gd name="T14" fmla="*/ 8 w 67"/>
                <a:gd name="T15" fmla="*/ 48 h 74"/>
                <a:gd name="T16" fmla="*/ 8 w 67"/>
                <a:gd name="T17" fmla="*/ 45 h 74"/>
                <a:gd name="T18" fmla="*/ 8 w 67"/>
                <a:gd name="T19" fmla="*/ 41 h 74"/>
                <a:gd name="T20" fmla="*/ 8 w 67"/>
                <a:gd name="T21" fmla="*/ 41 h 74"/>
                <a:gd name="T22" fmla="*/ 8 w 67"/>
                <a:gd name="T23" fmla="*/ 26 h 74"/>
                <a:gd name="T24" fmla="*/ 8 w 67"/>
                <a:gd name="T25" fmla="*/ 26 h 74"/>
                <a:gd name="T26" fmla="*/ 8 w 67"/>
                <a:gd name="T27" fmla="*/ 22 h 74"/>
                <a:gd name="T28" fmla="*/ 8 w 67"/>
                <a:gd name="T29" fmla="*/ 19 h 74"/>
                <a:gd name="T30" fmla="*/ 8 w 67"/>
                <a:gd name="T31" fmla="*/ 19 h 74"/>
                <a:gd name="T32" fmla="*/ 8 w 67"/>
                <a:gd name="T33" fmla="*/ 15 h 74"/>
                <a:gd name="T34" fmla="*/ 8 w 67"/>
                <a:gd name="T35" fmla="*/ 15 h 74"/>
                <a:gd name="T36" fmla="*/ 11 w 67"/>
                <a:gd name="T37" fmla="*/ 15 h 74"/>
                <a:gd name="T38" fmla="*/ 11 w 67"/>
                <a:gd name="T39" fmla="*/ 11 h 74"/>
                <a:gd name="T40" fmla="*/ 15 w 67"/>
                <a:gd name="T41" fmla="*/ 11 h 74"/>
                <a:gd name="T42" fmla="*/ 19 w 67"/>
                <a:gd name="T43" fmla="*/ 15 h 74"/>
                <a:gd name="T44" fmla="*/ 22 w 67"/>
                <a:gd name="T45" fmla="*/ 19 h 74"/>
                <a:gd name="T46" fmla="*/ 22 w 67"/>
                <a:gd name="T47" fmla="*/ 19 h 74"/>
                <a:gd name="T48" fmla="*/ 26 w 67"/>
                <a:gd name="T49" fmla="*/ 19 h 74"/>
                <a:gd name="T50" fmla="*/ 59 w 67"/>
                <a:gd name="T51" fmla="*/ 0 h 74"/>
                <a:gd name="T52" fmla="*/ 67 w 67"/>
                <a:gd name="T53" fmla="*/ 19 h 74"/>
                <a:gd name="T54" fmla="*/ 67 w 67"/>
                <a:gd name="T55" fmla="*/ 19 h 74"/>
                <a:gd name="T56" fmla="*/ 59 w 67"/>
                <a:gd name="T57" fmla="*/ 26 h 74"/>
                <a:gd name="T58" fmla="*/ 37 w 67"/>
                <a:gd name="T59" fmla="*/ 30 h 74"/>
                <a:gd name="T60" fmla="*/ 56 w 67"/>
                <a:gd name="T61" fmla="*/ 48 h 74"/>
                <a:gd name="T62" fmla="*/ 48 w 67"/>
                <a:gd name="T63" fmla="*/ 56 h 74"/>
                <a:gd name="T64" fmla="*/ 48 w 67"/>
                <a:gd name="T65" fmla="*/ 63 h 74"/>
                <a:gd name="T66" fmla="*/ 33 w 67"/>
                <a:gd name="T67" fmla="*/ 63 h 74"/>
                <a:gd name="T68" fmla="*/ 22 w 67"/>
                <a:gd name="T69" fmla="*/ 74 h 74"/>
                <a:gd name="T70" fmla="*/ 8 w 67"/>
                <a:gd name="T71" fmla="*/ 71 h 74"/>
                <a:gd name="T72" fmla="*/ 0 w 67"/>
                <a:gd name="T73" fmla="*/ 71 h 74"/>
                <a:gd name="T74" fmla="*/ 0 w 67"/>
                <a:gd name="T75" fmla="*/ 71 h 74"/>
                <a:gd name="T76" fmla="*/ 4 w 67"/>
                <a:gd name="T77" fmla="*/ 67 h 74"/>
                <a:gd name="T78" fmla="*/ 4 w 67"/>
                <a:gd name="T79" fmla="*/ 63 h 74"/>
                <a:gd name="T80" fmla="*/ 4 w 67"/>
                <a:gd name="T81" fmla="*/ 6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7" h="74">
                  <a:moveTo>
                    <a:pt x="4" y="63"/>
                  </a:moveTo>
                  <a:lnTo>
                    <a:pt x="4" y="63"/>
                  </a:lnTo>
                  <a:lnTo>
                    <a:pt x="4" y="63"/>
                  </a:lnTo>
                  <a:lnTo>
                    <a:pt x="4" y="59"/>
                  </a:lnTo>
                  <a:lnTo>
                    <a:pt x="4" y="56"/>
                  </a:lnTo>
                  <a:lnTo>
                    <a:pt x="4" y="52"/>
                  </a:lnTo>
                  <a:lnTo>
                    <a:pt x="4" y="48"/>
                  </a:lnTo>
                  <a:lnTo>
                    <a:pt x="8" y="48"/>
                  </a:lnTo>
                  <a:lnTo>
                    <a:pt x="8" y="45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8" y="22"/>
                  </a:lnTo>
                  <a:lnTo>
                    <a:pt x="8" y="19"/>
                  </a:lnTo>
                  <a:lnTo>
                    <a:pt x="8" y="19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11" y="15"/>
                  </a:lnTo>
                  <a:lnTo>
                    <a:pt x="11" y="11"/>
                  </a:lnTo>
                  <a:lnTo>
                    <a:pt x="15" y="11"/>
                  </a:lnTo>
                  <a:lnTo>
                    <a:pt x="19" y="15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6" y="19"/>
                  </a:lnTo>
                  <a:lnTo>
                    <a:pt x="59" y="0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59" y="26"/>
                  </a:lnTo>
                  <a:lnTo>
                    <a:pt x="37" y="30"/>
                  </a:lnTo>
                  <a:lnTo>
                    <a:pt x="56" y="48"/>
                  </a:lnTo>
                  <a:lnTo>
                    <a:pt x="48" y="56"/>
                  </a:lnTo>
                  <a:lnTo>
                    <a:pt x="48" y="63"/>
                  </a:lnTo>
                  <a:lnTo>
                    <a:pt x="33" y="63"/>
                  </a:lnTo>
                  <a:lnTo>
                    <a:pt x="22" y="74"/>
                  </a:lnTo>
                  <a:lnTo>
                    <a:pt x="8" y="71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4" y="67"/>
                  </a:lnTo>
                  <a:lnTo>
                    <a:pt x="4" y="63"/>
                  </a:lnTo>
                  <a:lnTo>
                    <a:pt x="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1" name="Freeform 89"/>
            <p:cNvSpPr/>
            <p:nvPr/>
          </p:nvSpPr>
          <p:spPr bwMode="auto">
            <a:xfrm>
              <a:off x="5012246" y="2532654"/>
              <a:ext cx="438742" cy="333238"/>
            </a:xfrm>
            <a:custGeom>
              <a:avLst/>
              <a:gdLst>
                <a:gd name="T0" fmla="*/ 207 w 341"/>
                <a:gd name="T1" fmla="*/ 55 h 259"/>
                <a:gd name="T2" fmla="*/ 82 w 341"/>
                <a:gd name="T3" fmla="*/ 3 h 259"/>
                <a:gd name="T4" fmla="*/ 37 w 341"/>
                <a:gd name="T5" fmla="*/ 11 h 259"/>
                <a:gd name="T6" fmla="*/ 48 w 341"/>
                <a:gd name="T7" fmla="*/ 44 h 259"/>
                <a:gd name="T8" fmla="*/ 8 w 341"/>
                <a:gd name="T9" fmla="*/ 52 h 259"/>
                <a:gd name="T10" fmla="*/ 0 w 341"/>
                <a:gd name="T11" fmla="*/ 63 h 259"/>
                <a:gd name="T12" fmla="*/ 0 w 341"/>
                <a:gd name="T13" fmla="*/ 66 h 259"/>
                <a:gd name="T14" fmla="*/ 8 w 341"/>
                <a:gd name="T15" fmla="*/ 70 h 259"/>
                <a:gd name="T16" fmla="*/ 15 w 341"/>
                <a:gd name="T17" fmla="*/ 81 h 259"/>
                <a:gd name="T18" fmla="*/ 22 w 341"/>
                <a:gd name="T19" fmla="*/ 89 h 259"/>
                <a:gd name="T20" fmla="*/ 26 w 341"/>
                <a:gd name="T21" fmla="*/ 96 h 259"/>
                <a:gd name="T22" fmla="*/ 33 w 341"/>
                <a:gd name="T23" fmla="*/ 103 h 259"/>
                <a:gd name="T24" fmla="*/ 41 w 341"/>
                <a:gd name="T25" fmla="*/ 115 h 259"/>
                <a:gd name="T26" fmla="*/ 45 w 341"/>
                <a:gd name="T27" fmla="*/ 122 h 259"/>
                <a:gd name="T28" fmla="*/ 48 w 341"/>
                <a:gd name="T29" fmla="*/ 129 h 259"/>
                <a:gd name="T30" fmla="*/ 56 w 341"/>
                <a:gd name="T31" fmla="*/ 129 h 259"/>
                <a:gd name="T32" fmla="*/ 67 w 341"/>
                <a:gd name="T33" fmla="*/ 141 h 259"/>
                <a:gd name="T34" fmla="*/ 67 w 341"/>
                <a:gd name="T35" fmla="*/ 144 h 259"/>
                <a:gd name="T36" fmla="*/ 74 w 341"/>
                <a:gd name="T37" fmla="*/ 159 h 259"/>
                <a:gd name="T38" fmla="*/ 74 w 341"/>
                <a:gd name="T39" fmla="*/ 167 h 259"/>
                <a:gd name="T40" fmla="*/ 78 w 341"/>
                <a:gd name="T41" fmla="*/ 178 h 259"/>
                <a:gd name="T42" fmla="*/ 89 w 341"/>
                <a:gd name="T43" fmla="*/ 192 h 259"/>
                <a:gd name="T44" fmla="*/ 96 w 341"/>
                <a:gd name="T45" fmla="*/ 196 h 259"/>
                <a:gd name="T46" fmla="*/ 104 w 341"/>
                <a:gd name="T47" fmla="*/ 200 h 259"/>
                <a:gd name="T48" fmla="*/ 107 w 341"/>
                <a:gd name="T49" fmla="*/ 204 h 259"/>
                <a:gd name="T50" fmla="*/ 115 w 341"/>
                <a:gd name="T51" fmla="*/ 222 h 259"/>
                <a:gd name="T52" fmla="*/ 133 w 341"/>
                <a:gd name="T53" fmla="*/ 241 h 259"/>
                <a:gd name="T54" fmla="*/ 141 w 341"/>
                <a:gd name="T55" fmla="*/ 252 h 259"/>
                <a:gd name="T56" fmla="*/ 152 w 341"/>
                <a:gd name="T57" fmla="*/ 244 h 259"/>
                <a:gd name="T58" fmla="*/ 156 w 341"/>
                <a:gd name="T59" fmla="*/ 233 h 259"/>
                <a:gd name="T60" fmla="*/ 185 w 341"/>
                <a:gd name="T61" fmla="*/ 241 h 259"/>
                <a:gd name="T62" fmla="*/ 230 w 341"/>
                <a:gd name="T63" fmla="*/ 226 h 259"/>
                <a:gd name="T64" fmla="*/ 337 w 341"/>
                <a:gd name="T65" fmla="*/ 152 h 259"/>
                <a:gd name="T66" fmla="*/ 282 w 341"/>
                <a:gd name="T67" fmla="*/ 148 h 259"/>
                <a:gd name="T68" fmla="*/ 274 w 341"/>
                <a:gd name="T69" fmla="*/ 126 h 259"/>
                <a:gd name="T70" fmla="*/ 274 w 341"/>
                <a:gd name="T71" fmla="*/ 126 h 259"/>
                <a:gd name="T72" fmla="*/ 270 w 341"/>
                <a:gd name="T73" fmla="*/ 122 h 259"/>
                <a:gd name="T74" fmla="*/ 263 w 341"/>
                <a:gd name="T75" fmla="*/ 118 h 259"/>
                <a:gd name="T76" fmla="*/ 259 w 341"/>
                <a:gd name="T77" fmla="*/ 115 h 259"/>
                <a:gd name="T78" fmla="*/ 248 w 341"/>
                <a:gd name="T79" fmla="*/ 100 h 259"/>
                <a:gd name="T80" fmla="*/ 248 w 341"/>
                <a:gd name="T81" fmla="*/ 89 h 259"/>
                <a:gd name="T82" fmla="*/ 244 w 341"/>
                <a:gd name="T83" fmla="*/ 85 h 259"/>
                <a:gd name="T84" fmla="*/ 233 w 341"/>
                <a:gd name="T85" fmla="*/ 74 h 259"/>
                <a:gd name="T86" fmla="*/ 237 w 341"/>
                <a:gd name="T87" fmla="*/ 74 h 259"/>
                <a:gd name="T88" fmla="*/ 226 w 341"/>
                <a:gd name="T89" fmla="*/ 70 h 259"/>
                <a:gd name="T90" fmla="*/ 219 w 341"/>
                <a:gd name="T91" fmla="*/ 59 h 259"/>
                <a:gd name="T92" fmla="*/ 219 w 341"/>
                <a:gd name="T93" fmla="*/ 55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1" h="259">
                  <a:moveTo>
                    <a:pt x="219" y="55"/>
                  </a:moveTo>
                  <a:lnTo>
                    <a:pt x="207" y="59"/>
                  </a:lnTo>
                  <a:lnTo>
                    <a:pt x="207" y="55"/>
                  </a:lnTo>
                  <a:lnTo>
                    <a:pt x="193" y="52"/>
                  </a:lnTo>
                  <a:lnTo>
                    <a:pt x="159" y="52"/>
                  </a:lnTo>
                  <a:lnTo>
                    <a:pt x="82" y="3"/>
                  </a:lnTo>
                  <a:lnTo>
                    <a:pt x="67" y="0"/>
                  </a:lnTo>
                  <a:lnTo>
                    <a:pt x="59" y="7"/>
                  </a:lnTo>
                  <a:lnTo>
                    <a:pt x="37" y="11"/>
                  </a:lnTo>
                  <a:lnTo>
                    <a:pt x="56" y="29"/>
                  </a:lnTo>
                  <a:lnTo>
                    <a:pt x="48" y="37"/>
                  </a:lnTo>
                  <a:lnTo>
                    <a:pt x="48" y="44"/>
                  </a:lnTo>
                  <a:lnTo>
                    <a:pt x="33" y="44"/>
                  </a:lnTo>
                  <a:lnTo>
                    <a:pt x="22" y="55"/>
                  </a:lnTo>
                  <a:lnTo>
                    <a:pt x="8" y="52"/>
                  </a:lnTo>
                  <a:lnTo>
                    <a:pt x="0" y="52"/>
                  </a:lnTo>
                  <a:lnTo>
                    <a:pt x="0" y="55"/>
                  </a:lnTo>
                  <a:lnTo>
                    <a:pt x="0" y="63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66"/>
                  </a:lnTo>
                  <a:lnTo>
                    <a:pt x="4" y="70"/>
                  </a:lnTo>
                  <a:lnTo>
                    <a:pt x="4" y="66"/>
                  </a:lnTo>
                  <a:lnTo>
                    <a:pt x="8" y="70"/>
                  </a:lnTo>
                  <a:lnTo>
                    <a:pt x="8" y="70"/>
                  </a:lnTo>
                  <a:lnTo>
                    <a:pt x="15" y="77"/>
                  </a:lnTo>
                  <a:lnTo>
                    <a:pt x="15" y="81"/>
                  </a:lnTo>
                  <a:lnTo>
                    <a:pt x="15" y="81"/>
                  </a:lnTo>
                  <a:lnTo>
                    <a:pt x="19" y="85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6" y="96"/>
                  </a:lnTo>
                  <a:lnTo>
                    <a:pt x="26" y="96"/>
                  </a:lnTo>
                  <a:lnTo>
                    <a:pt x="30" y="100"/>
                  </a:lnTo>
                  <a:lnTo>
                    <a:pt x="30" y="100"/>
                  </a:lnTo>
                  <a:lnTo>
                    <a:pt x="33" y="103"/>
                  </a:lnTo>
                  <a:lnTo>
                    <a:pt x="33" y="107"/>
                  </a:lnTo>
                  <a:lnTo>
                    <a:pt x="37" y="107"/>
                  </a:lnTo>
                  <a:lnTo>
                    <a:pt x="41" y="115"/>
                  </a:lnTo>
                  <a:lnTo>
                    <a:pt x="45" y="115"/>
                  </a:lnTo>
                  <a:lnTo>
                    <a:pt x="45" y="118"/>
                  </a:lnTo>
                  <a:lnTo>
                    <a:pt x="45" y="122"/>
                  </a:lnTo>
                  <a:lnTo>
                    <a:pt x="45" y="126"/>
                  </a:lnTo>
                  <a:lnTo>
                    <a:pt x="45" y="126"/>
                  </a:lnTo>
                  <a:lnTo>
                    <a:pt x="48" y="129"/>
                  </a:lnTo>
                  <a:lnTo>
                    <a:pt x="48" y="129"/>
                  </a:lnTo>
                  <a:lnTo>
                    <a:pt x="52" y="129"/>
                  </a:lnTo>
                  <a:lnTo>
                    <a:pt x="56" y="129"/>
                  </a:lnTo>
                  <a:lnTo>
                    <a:pt x="59" y="133"/>
                  </a:lnTo>
                  <a:lnTo>
                    <a:pt x="63" y="137"/>
                  </a:lnTo>
                  <a:lnTo>
                    <a:pt x="67" y="141"/>
                  </a:lnTo>
                  <a:lnTo>
                    <a:pt x="67" y="141"/>
                  </a:lnTo>
                  <a:lnTo>
                    <a:pt x="67" y="144"/>
                  </a:lnTo>
                  <a:lnTo>
                    <a:pt x="67" y="144"/>
                  </a:lnTo>
                  <a:lnTo>
                    <a:pt x="70" y="148"/>
                  </a:lnTo>
                  <a:lnTo>
                    <a:pt x="74" y="152"/>
                  </a:lnTo>
                  <a:lnTo>
                    <a:pt x="74" y="159"/>
                  </a:lnTo>
                  <a:lnTo>
                    <a:pt x="74" y="159"/>
                  </a:lnTo>
                  <a:lnTo>
                    <a:pt x="74" y="163"/>
                  </a:lnTo>
                  <a:lnTo>
                    <a:pt x="74" y="167"/>
                  </a:lnTo>
                  <a:lnTo>
                    <a:pt x="74" y="167"/>
                  </a:lnTo>
                  <a:lnTo>
                    <a:pt x="74" y="174"/>
                  </a:lnTo>
                  <a:lnTo>
                    <a:pt x="78" y="178"/>
                  </a:lnTo>
                  <a:lnTo>
                    <a:pt x="78" y="181"/>
                  </a:lnTo>
                  <a:lnTo>
                    <a:pt x="78" y="181"/>
                  </a:lnTo>
                  <a:lnTo>
                    <a:pt x="89" y="192"/>
                  </a:lnTo>
                  <a:lnTo>
                    <a:pt x="89" y="192"/>
                  </a:lnTo>
                  <a:lnTo>
                    <a:pt x="93" y="192"/>
                  </a:lnTo>
                  <a:lnTo>
                    <a:pt x="96" y="196"/>
                  </a:lnTo>
                  <a:lnTo>
                    <a:pt x="96" y="196"/>
                  </a:lnTo>
                  <a:lnTo>
                    <a:pt x="104" y="200"/>
                  </a:lnTo>
                  <a:lnTo>
                    <a:pt x="104" y="200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11" y="218"/>
                  </a:lnTo>
                  <a:lnTo>
                    <a:pt x="115" y="218"/>
                  </a:lnTo>
                  <a:lnTo>
                    <a:pt x="115" y="222"/>
                  </a:lnTo>
                  <a:lnTo>
                    <a:pt x="130" y="233"/>
                  </a:lnTo>
                  <a:lnTo>
                    <a:pt x="130" y="233"/>
                  </a:lnTo>
                  <a:lnTo>
                    <a:pt x="133" y="241"/>
                  </a:lnTo>
                  <a:lnTo>
                    <a:pt x="137" y="241"/>
                  </a:lnTo>
                  <a:lnTo>
                    <a:pt x="141" y="252"/>
                  </a:lnTo>
                  <a:lnTo>
                    <a:pt x="141" y="252"/>
                  </a:lnTo>
                  <a:lnTo>
                    <a:pt x="145" y="252"/>
                  </a:lnTo>
                  <a:lnTo>
                    <a:pt x="148" y="248"/>
                  </a:lnTo>
                  <a:lnTo>
                    <a:pt x="152" y="244"/>
                  </a:lnTo>
                  <a:lnTo>
                    <a:pt x="148" y="241"/>
                  </a:lnTo>
                  <a:lnTo>
                    <a:pt x="152" y="233"/>
                  </a:lnTo>
                  <a:lnTo>
                    <a:pt x="156" y="233"/>
                  </a:lnTo>
                  <a:lnTo>
                    <a:pt x="159" y="237"/>
                  </a:lnTo>
                  <a:lnTo>
                    <a:pt x="170" y="237"/>
                  </a:lnTo>
                  <a:lnTo>
                    <a:pt x="185" y="241"/>
                  </a:lnTo>
                  <a:lnTo>
                    <a:pt x="200" y="248"/>
                  </a:lnTo>
                  <a:lnTo>
                    <a:pt x="200" y="259"/>
                  </a:lnTo>
                  <a:lnTo>
                    <a:pt x="230" y="226"/>
                  </a:lnTo>
                  <a:lnTo>
                    <a:pt x="337" y="196"/>
                  </a:lnTo>
                  <a:lnTo>
                    <a:pt x="341" y="163"/>
                  </a:lnTo>
                  <a:lnTo>
                    <a:pt x="337" y="152"/>
                  </a:lnTo>
                  <a:lnTo>
                    <a:pt x="337" y="152"/>
                  </a:lnTo>
                  <a:lnTo>
                    <a:pt x="330" y="155"/>
                  </a:lnTo>
                  <a:lnTo>
                    <a:pt x="282" y="148"/>
                  </a:lnTo>
                  <a:lnTo>
                    <a:pt x="278" y="137"/>
                  </a:lnTo>
                  <a:lnTo>
                    <a:pt x="274" y="133"/>
                  </a:lnTo>
                  <a:lnTo>
                    <a:pt x="274" y="126"/>
                  </a:lnTo>
                  <a:lnTo>
                    <a:pt x="274" y="126"/>
                  </a:lnTo>
                  <a:lnTo>
                    <a:pt x="274" y="129"/>
                  </a:lnTo>
                  <a:lnTo>
                    <a:pt x="274" y="126"/>
                  </a:lnTo>
                  <a:lnTo>
                    <a:pt x="274" y="126"/>
                  </a:lnTo>
                  <a:lnTo>
                    <a:pt x="274" y="122"/>
                  </a:lnTo>
                  <a:lnTo>
                    <a:pt x="270" y="122"/>
                  </a:lnTo>
                  <a:lnTo>
                    <a:pt x="270" y="122"/>
                  </a:lnTo>
                  <a:lnTo>
                    <a:pt x="270" y="122"/>
                  </a:lnTo>
                  <a:lnTo>
                    <a:pt x="263" y="118"/>
                  </a:lnTo>
                  <a:lnTo>
                    <a:pt x="263" y="118"/>
                  </a:lnTo>
                  <a:lnTo>
                    <a:pt x="263" y="118"/>
                  </a:lnTo>
                  <a:lnTo>
                    <a:pt x="259" y="115"/>
                  </a:lnTo>
                  <a:lnTo>
                    <a:pt x="259" y="111"/>
                  </a:lnTo>
                  <a:lnTo>
                    <a:pt x="252" y="100"/>
                  </a:lnTo>
                  <a:lnTo>
                    <a:pt x="248" y="100"/>
                  </a:lnTo>
                  <a:lnTo>
                    <a:pt x="248" y="100"/>
                  </a:lnTo>
                  <a:lnTo>
                    <a:pt x="248" y="96"/>
                  </a:lnTo>
                  <a:lnTo>
                    <a:pt x="248" y="89"/>
                  </a:lnTo>
                  <a:lnTo>
                    <a:pt x="248" y="89"/>
                  </a:lnTo>
                  <a:lnTo>
                    <a:pt x="244" y="85"/>
                  </a:lnTo>
                  <a:lnTo>
                    <a:pt x="244" y="85"/>
                  </a:lnTo>
                  <a:lnTo>
                    <a:pt x="237" y="77"/>
                  </a:lnTo>
                  <a:lnTo>
                    <a:pt x="237" y="77"/>
                  </a:lnTo>
                  <a:lnTo>
                    <a:pt x="233" y="74"/>
                  </a:lnTo>
                  <a:lnTo>
                    <a:pt x="233" y="74"/>
                  </a:lnTo>
                  <a:lnTo>
                    <a:pt x="233" y="74"/>
                  </a:lnTo>
                  <a:lnTo>
                    <a:pt x="237" y="74"/>
                  </a:lnTo>
                  <a:lnTo>
                    <a:pt x="233" y="74"/>
                  </a:lnTo>
                  <a:lnTo>
                    <a:pt x="233" y="74"/>
                  </a:lnTo>
                  <a:lnTo>
                    <a:pt x="226" y="70"/>
                  </a:lnTo>
                  <a:lnTo>
                    <a:pt x="222" y="63"/>
                  </a:lnTo>
                  <a:lnTo>
                    <a:pt x="222" y="59"/>
                  </a:lnTo>
                  <a:lnTo>
                    <a:pt x="219" y="59"/>
                  </a:lnTo>
                  <a:lnTo>
                    <a:pt x="219" y="55"/>
                  </a:lnTo>
                  <a:lnTo>
                    <a:pt x="219" y="59"/>
                  </a:lnTo>
                  <a:lnTo>
                    <a:pt x="219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2" name="Freeform 90"/>
            <p:cNvSpPr/>
            <p:nvPr/>
          </p:nvSpPr>
          <p:spPr bwMode="auto">
            <a:xfrm>
              <a:off x="5350632" y="2656170"/>
              <a:ext cx="14153" cy="33452"/>
            </a:xfrm>
            <a:custGeom>
              <a:avLst/>
              <a:gdLst>
                <a:gd name="T0" fmla="*/ 7 w 11"/>
                <a:gd name="T1" fmla="*/ 26 h 26"/>
                <a:gd name="T2" fmla="*/ 7 w 11"/>
                <a:gd name="T3" fmla="*/ 26 h 26"/>
                <a:gd name="T4" fmla="*/ 0 w 11"/>
                <a:gd name="T5" fmla="*/ 22 h 26"/>
                <a:gd name="T6" fmla="*/ 0 w 11"/>
                <a:gd name="T7" fmla="*/ 22 h 26"/>
                <a:gd name="T8" fmla="*/ 0 w 11"/>
                <a:gd name="T9" fmla="*/ 22 h 26"/>
                <a:gd name="T10" fmla="*/ 0 w 11"/>
                <a:gd name="T11" fmla="*/ 19 h 26"/>
                <a:gd name="T12" fmla="*/ 0 w 11"/>
                <a:gd name="T13" fmla="*/ 19 h 26"/>
                <a:gd name="T14" fmla="*/ 0 w 11"/>
                <a:gd name="T15" fmla="*/ 15 h 26"/>
                <a:gd name="T16" fmla="*/ 0 w 11"/>
                <a:gd name="T17" fmla="*/ 11 h 26"/>
                <a:gd name="T18" fmla="*/ 0 w 11"/>
                <a:gd name="T19" fmla="*/ 11 h 26"/>
                <a:gd name="T20" fmla="*/ 0 w 11"/>
                <a:gd name="T21" fmla="*/ 11 h 26"/>
                <a:gd name="T22" fmla="*/ 0 w 11"/>
                <a:gd name="T23" fmla="*/ 7 h 26"/>
                <a:gd name="T24" fmla="*/ 0 w 11"/>
                <a:gd name="T25" fmla="*/ 7 h 26"/>
                <a:gd name="T26" fmla="*/ 0 w 11"/>
                <a:gd name="T27" fmla="*/ 4 h 26"/>
                <a:gd name="T28" fmla="*/ 4 w 11"/>
                <a:gd name="T29" fmla="*/ 4 h 26"/>
                <a:gd name="T30" fmla="*/ 4 w 11"/>
                <a:gd name="T31" fmla="*/ 4 h 26"/>
                <a:gd name="T32" fmla="*/ 4 w 11"/>
                <a:gd name="T33" fmla="*/ 4 h 26"/>
                <a:gd name="T34" fmla="*/ 4 w 11"/>
                <a:gd name="T35" fmla="*/ 0 h 26"/>
                <a:gd name="T36" fmla="*/ 4 w 11"/>
                <a:gd name="T37" fmla="*/ 0 h 26"/>
                <a:gd name="T38" fmla="*/ 7 w 11"/>
                <a:gd name="T39" fmla="*/ 4 h 26"/>
                <a:gd name="T40" fmla="*/ 7 w 11"/>
                <a:gd name="T41" fmla="*/ 4 h 26"/>
                <a:gd name="T42" fmla="*/ 11 w 11"/>
                <a:gd name="T43" fmla="*/ 4 h 26"/>
                <a:gd name="T44" fmla="*/ 11 w 11"/>
                <a:gd name="T45" fmla="*/ 4 h 26"/>
                <a:gd name="T46" fmla="*/ 7 w 11"/>
                <a:gd name="T47" fmla="*/ 11 h 26"/>
                <a:gd name="T48" fmla="*/ 7 w 11"/>
                <a:gd name="T49" fmla="*/ 11 h 26"/>
                <a:gd name="T50" fmla="*/ 7 w 11"/>
                <a:gd name="T51" fmla="*/ 15 h 26"/>
                <a:gd name="T52" fmla="*/ 11 w 11"/>
                <a:gd name="T53" fmla="*/ 15 h 26"/>
                <a:gd name="T54" fmla="*/ 11 w 11"/>
                <a:gd name="T55" fmla="*/ 19 h 26"/>
                <a:gd name="T56" fmla="*/ 11 w 11"/>
                <a:gd name="T57" fmla="*/ 26 h 26"/>
                <a:gd name="T58" fmla="*/ 7 w 11"/>
                <a:gd name="T59" fmla="*/ 26 h 26"/>
                <a:gd name="T60" fmla="*/ 7 w 11"/>
                <a:gd name="T61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" h="26">
                  <a:moveTo>
                    <a:pt x="7" y="26"/>
                  </a:moveTo>
                  <a:lnTo>
                    <a:pt x="7" y="2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4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7" y="15"/>
                  </a:lnTo>
                  <a:lnTo>
                    <a:pt x="11" y="15"/>
                  </a:lnTo>
                  <a:lnTo>
                    <a:pt x="11" y="19"/>
                  </a:lnTo>
                  <a:lnTo>
                    <a:pt x="11" y="26"/>
                  </a:lnTo>
                  <a:lnTo>
                    <a:pt x="7" y="26"/>
                  </a:lnTo>
                  <a:lnTo>
                    <a:pt x="7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3" name="Freeform 91"/>
            <p:cNvSpPr/>
            <p:nvPr/>
          </p:nvSpPr>
          <p:spPr bwMode="auto">
            <a:xfrm>
              <a:off x="5364785" y="2661317"/>
              <a:ext cx="105504" cy="70765"/>
            </a:xfrm>
            <a:custGeom>
              <a:avLst/>
              <a:gdLst>
                <a:gd name="T0" fmla="*/ 0 w 82"/>
                <a:gd name="T1" fmla="*/ 26 h 55"/>
                <a:gd name="T2" fmla="*/ 0 w 82"/>
                <a:gd name="T3" fmla="*/ 33 h 55"/>
                <a:gd name="T4" fmla="*/ 4 w 82"/>
                <a:gd name="T5" fmla="*/ 37 h 55"/>
                <a:gd name="T6" fmla="*/ 8 w 82"/>
                <a:gd name="T7" fmla="*/ 48 h 55"/>
                <a:gd name="T8" fmla="*/ 56 w 82"/>
                <a:gd name="T9" fmla="*/ 55 h 55"/>
                <a:gd name="T10" fmla="*/ 63 w 82"/>
                <a:gd name="T11" fmla="*/ 52 h 55"/>
                <a:gd name="T12" fmla="*/ 78 w 82"/>
                <a:gd name="T13" fmla="*/ 11 h 55"/>
                <a:gd name="T14" fmla="*/ 82 w 82"/>
                <a:gd name="T15" fmla="*/ 11 h 55"/>
                <a:gd name="T16" fmla="*/ 78 w 82"/>
                <a:gd name="T17" fmla="*/ 7 h 55"/>
                <a:gd name="T18" fmla="*/ 78 w 82"/>
                <a:gd name="T19" fmla="*/ 3 h 55"/>
                <a:gd name="T20" fmla="*/ 78 w 82"/>
                <a:gd name="T21" fmla="*/ 7 h 55"/>
                <a:gd name="T22" fmla="*/ 78 w 82"/>
                <a:gd name="T23" fmla="*/ 3 h 55"/>
                <a:gd name="T24" fmla="*/ 78 w 82"/>
                <a:gd name="T25" fmla="*/ 3 h 55"/>
                <a:gd name="T26" fmla="*/ 74 w 82"/>
                <a:gd name="T27" fmla="*/ 3 h 55"/>
                <a:gd name="T28" fmla="*/ 74 w 82"/>
                <a:gd name="T29" fmla="*/ 0 h 55"/>
                <a:gd name="T30" fmla="*/ 74 w 82"/>
                <a:gd name="T31" fmla="*/ 0 h 55"/>
                <a:gd name="T32" fmla="*/ 74 w 82"/>
                <a:gd name="T33" fmla="*/ 0 h 55"/>
                <a:gd name="T34" fmla="*/ 70 w 82"/>
                <a:gd name="T35" fmla="*/ 3 h 55"/>
                <a:gd name="T36" fmla="*/ 63 w 82"/>
                <a:gd name="T37" fmla="*/ 7 h 55"/>
                <a:gd name="T38" fmla="*/ 63 w 82"/>
                <a:gd name="T39" fmla="*/ 11 h 55"/>
                <a:gd name="T40" fmla="*/ 52 w 82"/>
                <a:gd name="T41" fmla="*/ 18 h 55"/>
                <a:gd name="T42" fmla="*/ 52 w 82"/>
                <a:gd name="T43" fmla="*/ 22 h 55"/>
                <a:gd name="T44" fmla="*/ 52 w 82"/>
                <a:gd name="T45" fmla="*/ 22 h 55"/>
                <a:gd name="T46" fmla="*/ 52 w 82"/>
                <a:gd name="T47" fmla="*/ 22 h 55"/>
                <a:gd name="T48" fmla="*/ 48 w 82"/>
                <a:gd name="T49" fmla="*/ 26 h 55"/>
                <a:gd name="T50" fmla="*/ 48 w 82"/>
                <a:gd name="T51" fmla="*/ 26 h 55"/>
                <a:gd name="T52" fmla="*/ 45 w 82"/>
                <a:gd name="T53" fmla="*/ 26 h 55"/>
                <a:gd name="T54" fmla="*/ 45 w 82"/>
                <a:gd name="T55" fmla="*/ 26 h 55"/>
                <a:gd name="T56" fmla="*/ 45 w 82"/>
                <a:gd name="T57" fmla="*/ 29 h 55"/>
                <a:gd name="T58" fmla="*/ 45 w 82"/>
                <a:gd name="T59" fmla="*/ 29 h 55"/>
                <a:gd name="T60" fmla="*/ 41 w 82"/>
                <a:gd name="T61" fmla="*/ 29 h 55"/>
                <a:gd name="T62" fmla="*/ 37 w 82"/>
                <a:gd name="T63" fmla="*/ 29 h 55"/>
                <a:gd name="T64" fmla="*/ 33 w 82"/>
                <a:gd name="T65" fmla="*/ 33 h 55"/>
                <a:gd name="T66" fmla="*/ 33 w 82"/>
                <a:gd name="T67" fmla="*/ 29 h 55"/>
                <a:gd name="T68" fmla="*/ 30 w 82"/>
                <a:gd name="T69" fmla="*/ 29 h 55"/>
                <a:gd name="T70" fmla="*/ 26 w 82"/>
                <a:gd name="T71" fmla="*/ 29 h 55"/>
                <a:gd name="T72" fmla="*/ 26 w 82"/>
                <a:gd name="T73" fmla="*/ 29 h 55"/>
                <a:gd name="T74" fmla="*/ 19 w 82"/>
                <a:gd name="T75" fmla="*/ 29 h 55"/>
                <a:gd name="T76" fmla="*/ 11 w 82"/>
                <a:gd name="T77" fmla="*/ 33 h 55"/>
                <a:gd name="T78" fmla="*/ 11 w 82"/>
                <a:gd name="T79" fmla="*/ 33 h 55"/>
                <a:gd name="T80" fmla="*/ 8 w 82"/>
                <a:gd name="T81" fmla="*/ 33 h 55"/>
                <a:gd name="T82" fmla="*/ 4 w 82"/>
                <a:gd name="T83" fmla="*/ 33 h 55"/>
                <a:gd name="T84" fmla="*/ 4 w 82"/>
                <a:gd name="T85" fmla="*/ 26 h 55"/>
                <a:gd name="T86" fmla="*/ 4 w 82"/>
                <a:gd name="T87" fmla="*/ 29 h 55"/>
                <a:gd name="T88" fmla="*/ 0 w 82"/>
                <a:gd name="T89" fmla="*/ 2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2" h="55">
                  <a:moveTo>
                    <a:pt x="0" y="26"/>
                  </a:moveTo>
                  <a:lnTo>
                    <a:pt x="0" y="33"/>
                  </a:lnTo>
                  <a:lnTo>
                    <a:pt x="4" y="37"/>
                  </a:lnTo>
                  <a:lnTo>
                    <a:pt x="8" y="48"/>
                  </a:lnTo>
                  <a:lnTo>
                    <a:pt x="56" y="55"/>
                  </a:lnTo>
                  <a:lnTo>
                    <a:pt x="63" y="52"/>
                  </a:lnTo>
                  <a:lnTo>
                    <a:pt x="78" y="11"/>
                  </a:lnTo>
                  <a:lnTo>
                    <a:pt x="82" y="11"/>
                  </a:lnTo>
                  <a:lnTo>
                    <a:pt x="78" y="7"/>
                  </a:lnTo>
                  <a:lnTo>
                    <a:pt x="78" y="3"/>
                  </a:lnTo>
                  <a:lnTo>
                    <a:pt x="78" y="7"/>
                  </a:lnTo>
                  <a:lnTo>
                    <a:pt x="78" y="3"/>
                  </a:lnTo>
                  <a:lnTo>
                    <a:pt x="78" y="3"/>
                  </a:lnTo>
                  <a:lnTo>
                    <a:pt x="74" y="3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0" y="3"/>
                  </a:lnTo>
                  <a:lnTo>
                    <a:pt x="63" y="7"/>
                  </a:lnTo>
                  <a:lnTo>
                    <a:pt x="63" y="11"/>
                  </a:lnTo>
                  <a:lnTo>
                    <a:pt x="52" y="18"/>
                  </a:lnTo>
                  <a:lnTo>
                    <a:pt x="52" y="22"/>
                  </a:lnTo>
                  <a:lnTo>
                    <a:pt x="52" y="22"/>
                  </a:lnTo>
                  <a:lnTo>
                    <a:pt x="52" y="22"/>
                  </a:lnTo>
                  <a:lnTo>
                    <a:pt x="48" y="26"/>
                  </a:lnTo>
                  <a:lnTo>
                    <a:pt x="48" y="26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5" y="29"/>
                  </a:lnTo>
                  <a:lnTo>
                    <a:pt x="45" y="29"/>
                  </a:lnTo>
                  <a:lnTo>
                    <a:pt x="41" y="29"/>
                  </a:lnTo>
                  <a:lnTo>
                    <a:pt x="37" y="29"/>
                  </a:lnTo>
                  <a:lnTo>
                    <a:pt x="33" y="33"/>
                  </a:lnTo>
                  <a:lnTo>
                    <a:pt x="33" y="29"/>
                  </a:lnTo>
                  <a:lnTo>
                    <a:pt x="30" y="29"/>
                  </a:lnTo>
                  <a:lnTo>
                    <a:pt x="26" y="29"/>
                  </a:lnTo>
                  <a:lnTo>
                    <a:pt x="26" y="29"/>
                  </a:lnTo>
                  <a:lnTo>
                    <a:pt x="19" y="29"/>
                  </a:lnTo>
                  <a:lnTo>
                    <a:pt x="11" y="33"/>
                  </a:lnTo>
                  <a:lnTo>
                    <a:pt x="11" y="33"/>
                  </a:lnTo>
                  <a:lnTo>
                    <a:pt x="8" y="33"/>
                  </a:lnTo>
                  <a:lnTo>
                    <a:pt x="4" y="33"/>
                  </a:lnTo>
                  <a:lnTo>
                    <a:pt x="4" y="26"/>
                  </a:lnTo>
                  <a:lnTo>
                    <a:pt x="4" y="29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4" name="Freeform 92"/>
            <p:cNvSpPr>
              <a:spLocks noEditPoints="1"/>
            </p:cNvSpPr>
            <p:nvPr/>
          </p:nvSpPr>
          <p:spPr bwMode="auto">
            <a:xfrm>
              <a:off x="3721756" y="2388551"/>
              <a:ext cx="61758" cy="24446"/>
            </a:xfrm>
            <a:custGeom>
              <a:avLst/>
              <a:gdLst>
                <a:gd name="T0" fmla="*/ 18 w 48"/>
                <a:gd name="T1" fmla="*/ 0 h 19"/>
                <a:gd name="T2" fmla="*/ 22 w 48"/>
                <a:gd name="T3" fmla="*/ 4 h 19"/>
                <a:gd name="T4" fmla="*/ 22 w 48"/>
                <a:gd name="T5" fmla="*/ 0 h 19"/>
                <a:gd name="T6" fmla="*/ 18 w 48"/>
                <a:gd name="T7" fmla="*/ 0 h 19"/>
                <a:gd name="T8" fmla="*/ 18 w 48"/>
                <a:gd name="T9" fmla="*/ 0 h 19"/>
                <a:gd name="T10" fmla="*/ 18 w 48"/>
                <a:gd name="T11" fmla="*/ 0 h 19"/>
                <a:gd name="T12" fmla="*/ 3 w 48"/>
                <a:gd name="T13" fmla="*/ 0 h 19"/>
                <a:gd name="T14" fmla="*/ 7 w 48"/>
                <a:gd name="T15" fmla="*/ 4 h 19"/>
                <a:gd name="T16" fmla="*/ 7 w 48"/>
                <a:gd name="T17" fmla="*/ 0 h 19"/>
                <a:gd name="T18" fmla="*/ 3 w 48"/>
                <a:gd name="T19" fmla="*/ 0 h 19"/>
                <a:gd name="T20" fmla="*/ 3 w 48"/>
                <a:gd name="T21" fmla="*/ 0 h 19"/>
                <a:gd name="T22" fmla="*/ 0 w 48"/>
                <a:gd name="T23" fmla="*/ 4 h 19"/>
                <a:gd name="T24" fmla="*/ 0 w 48"/>
                <a:gd name="T25" fmla="*/ 8 h 19"/>
                <a:gd name="T26" fmla="*/ 3 w 48"/>
                <a:gd name="T27" fmla="*/ 8 h 19"/>
                <a:gd name="T28" fmla="*/ 3 w 48"/>
                <a:gd name="T29" fmla="*/ 8 h 19"/>
                <a:gd name="T30" fmla="*/ 3 w 48"/>
                <a:gd name="T31" fmla="*/ 4 h 19"/>
                <a:gd name="T32" fmla="*/ 0 w 48"/>
                <a:gd name="T33" fmla="*/ 4 h 19"/>
                <a:gd name="T34" fmla="*/ 0 w 48"/>
                <a:gd name="T35" fmla="*/ 4 h 19"/>
                <a:gd name="T36" fmla="*/ 44 w 48"/>
                <a:gd name="T37" fmla="*/ 19 h 19"/>
                <a:gd name="T38" fmla="*/ 40 w 48"/>
                <a:gd name="T39" fmla="*/ 19 h 19"/>
                <a:gd name="T40" fmla="*/ 40 w 48"/>
                <a:gd name="T41" fmla="*/ 19 h 19"/>
                <a:gd name="T42" fmla="*/ 48 w 48"/>
                <a:gd name="T43" fmla="*/ 19 h 19"/>
                <a:gd name="T44" fmla="*/ 48 w 48"/>
                <a:gd name="T45" fmla="*/ 19 h 19"/>
                <a:gd name="T46" fmla="*/ 48 w 48"/>
                <a:gd name="T47" fmla="*/ 19 h 19"/>
                <a:gd name="T48" fmla="*/ 44 w 48"/>
                <a:gd name="T49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" h="19">
                  <a:moveTo>
                    <a:pt x="18" y="0"/>
                  </a:moveTo>
                  <a:lnTo>
                    <a:pt x="22" y="4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3" y="0"/>
                  </a:moveTo>
                  <a:lnTo>
                    <a:pt x="7" y="4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  <a:moveTo>
                    <a:pt x="0" y="4"/>
                  </a:moveTo>
                  <a:lnTo>
                    <a:pt x="0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4"/>
                  </a:lnTo>
                  <a:lnTo>
                    <a:pt x="0" y="4"/>
                  </a:lnTo>
                  <a:lnTo>
                    <a:pt x="0" y="4"/>
                  </a:lnTo>
                  <a:close/>
                  <a:moveTo>
                    <a:pt x="44" y="19"/>
                  </a:moveTo>
                  <a:lnTo>
                    <a:pt x="40" y="19"/>
                  </a:lnTo>
                  <a:lnTo>
                    <a:pt x="40" y="19"/>
                  </a:lnTo>
                  <a:lnTo>
                    <a:pt x="48" y="19"/>
                  </a:lnTo>
                  <a:lnTo>
                    <a:pt x="48" y="19"/>
                  </a:lnTo>
                  <a:lnTo>
                    <a:pt x="48" y="19"/>
                  </a:lnTo>
                  <a:lnTo>
                    <a:pt x="44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5" name="Freeform 93"/>
            <p:cNvSpPr/>
            <p:nvPr/>
          </p:nvSpPr>
          <p:spPr bwMode="auto">
            <a:xfrm>
              <a:off x="3945630" y="2522360"/>
              <a:ext cx="9007" cy="5147"/>
            </a:xfrm>
            <a:custGeom>
              <a:avLst/>
              <a:gdLst>
                <a:gd name="T0" fmla="*/ 1 w 2"/>
                <a:gd name="T1" fmla="*/ 1 h 1"/>
                <a:gd name="T2" fmla="*/ 1 w 2"/>
                <a:gd name="T3" fmla="*/ 1 h 1"/>
                <a:gd name="T4" fmla="*/ 0 w 2"/>
                <a:gd name="T5" fmla="*/ 0 h 1"/>
                <a:gd name="T6" fmla="*/ 2 w 2"/>
                <a:gd name="T7" fmla="*/ 0 h 1"/>
                <a:gd name="T8" fmla="*/ 2 w 2"/>
                <a:gd name="T9" fmla="*/ 1 h 1"/>
                <a:gd name="T10" fmla="*/ 1 w 2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1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6" name="Freeform 94"/>
            <p:cNvSpPr>
              <a:spLocks noEditPoints="1"/>
            </p:cNvSpPr>
            <p:nvPr/>
          </p:nvSpPr>
          <p:spPr bwMode="auto">
            <a:xfrm>
              <a:off x="3926331" y="2603418"/>
              <a:ext cx="95211" cy="28306"/>
            </a:xfrm>
            <a:custGeom>
              <a:avLst/>
              <a:gdLst>
                <a:gd name="T0" fmla="*/ 3 w 20"/>
                <a:gd name="T1" fmla="*/ 4 h 6"/>
                <a:gd name="T2" fmla="*/ 3 w 20"/>
                <a:gd name="T3" fmla="*/ 4 h 6"/>
                <a:gd name="T4" fmla="*/ 3 w 20"/>
                <a:gd name="T5" fmla="*/ 4 h 6"/>
                <a:gd name="T6" fmla="*/ 4 w 20"/>
                <a:gd name="T7" fmla="*/ 4 h 6"/>
                <a:gd name="T8" fmla="*/ 4 w 20"/>
                <a:gd name="T9" fmla="*/ 4 h 6"/>
                <a:gd name="T10" fmla="*/ 3 w 20"/>
                <a:gd name="T11" fmla="*/ 4 h 6"/>
                <a:gd name="T12" fmla="*/ 0 w 20"/>
                <a:gd name="T13" fmla="*/ 6 h 6"/>
                <a:gd name="T14" fmla="*/ 0 w 20"/>
                <a:gd name="T15" fmla="*/ 6 h 6"/>
                <a:gd name="T16" fmla="*/ 0 w 20"/>
                <a:gd name="T17" fmla="*/ 5 h 6"/>
                <a:gd name="T18" fmla="*/ 1 w 20"/>
                <a:gd name="T19" fmla="*/ 5 h 6"/>
                <a:gd name="T20" fmla="*/ 1 w 20"/>
                <a:gd name="T21" fmla="*/ 6 h 6"/>
                <a:gd name="T22" fmla="*/ 0 w 20"/>
                <a:gd name="T23" fmla="*/ 6 h 6"/>
                <a:gd name="T24" fmla="*/ 0 w 20"/>
                <a:gd name="T25" fmla="*/ 6 h 6"/>
                <a:gd name="T26" fmla="*/ 1 w 20"/>
                <a:gd name="T27" fmla="*/ 3 h 6"/>
                <a:gd name="T28" fmla="*/ 1 w 20"/>
                <a:gd name="T29" fmla="*/ 2 h 6"/>
                <a:gd name="T30" fmla="*/ 1 w 20"/>
                <a:gd name="T31" fmla="*/ 1 h 6"/>
                <a:gd name="T32" fmla="*/ 1 w 20"/>
                <a:gd name="T33" fmla="*/ 1 h 6"/>
                <a:gd name="T34" fmla="*/ 2 w 20"/>
                <a:gd name="T35" fmla="*/ 1 h 6"/>
                <a:gd name="T36" fmla="*/ 2 w 20"/>
                <a:gd name="T37" fmla="*/ 2 h 6"/>
                <a:gd name="T38" fmla="*/ 1 w 20"/>
                <a:gd name="T39" fmla="*/ 3 h 6"/>
                <a:gd name="T40" fmla="*/ 8 w 20"/>
                <a:gd name="T41" fmla="*/ 4 h 6"/>
                <a:gd name="T42" fmla="*/ 7 w 20"/>
                <a:gd name="T43" fmla="*/ 4 h 6"/>
                <a:gd name="T44" fmla="*/ 6 w 20"/>
                <a:gd name="T45" fmla="*/ 5 h 6"/>
                <a:gd name="T46" fmla="*/ 5 w 20"/>
                <a:gd name="T47" fmla="*/ 4 h 6"/>
                <a:gd name="T48" fmla="*/ 4 w 20"/>
                <a:gd name="T49" fmla="*/ 4 h 6"/>
                <a:gd name="T50" fmla="*/ 5 w 20"/>
                <a:gd name="T51" fmla="*/ 3 h 6"/>
                <a:gd name="T52" fmla="*/ 6 w 20"/>
                <a:gd name="T53" fmla="*/ 3 h 6"/>
                <a:gd name="T54" fmla="*/ 7 w 20"/>
                <a:gd name="T55" fmla="*/ 3 h 6"/>
                <a:gd name="T56" fmla="*/ 7 w 20"/>
                <a:gd name="T57" fmla="*/ 3 h 6"/>
                <a:gd name="T58" fmla="*/ 8 w 20"/>
                <a:gd name="T59" fmla="*/ 3 h 6"/>
                <a:gd name="T60" fmla="*/ 8 w 20"/>
                <a:gd name="T61" fmla="*/ 4 h 6"/>
                <a:gd name="T62" fmla="*/ 10 w 20"/>
                <a:gd name="T63" fmla="*/ 4 h 6"/>
                <a:gd name="T64" fmla="*/ 9 w 20"/>
                <a:gd name="T65" fmla="*/ 5 h 6"/>
                <a:gd name="T66" fmla="*/ 10 w 20"/>
                <a:gd name="T67" fmla="*/ 6 h 6"/>
                <a:gd name="T68" fmla="*/ 11 w 20"/>
                <a:gd name="T69" fmla="*/ 5 h 6"/>
                <a:gd name="T70" fmla="*/ 12 w 20"/>
                <a:gd name="T71" fmla="*/ 5 h 6"/>
                <a:gd name="T72" fmla="*/ 11 w 20"/>
                <a:gd name="T73" fmla="*/ 4 h 6"/>
                <a:gd name="T74" fmla="*/ 11 w 20"/>
                <a:gd name="T75" fmla="*/ 4 h 6"/>
                <a:gd name="T76" fmla="*/ 10 w 20"/>
                <a:gd name="T77" fmla="*/ 4 h 6"/>
                <a:gd name="T78" fmla="*/ 18 w 20"/>
                <a:gd name="T79" fmla="*/ 1 h 6"/>
                <a:gd name="T80" fmla="*/ 19 w 20"/>
                <a:gd name="T81" fmla="*/ 0 h 6"/>
                <a:gd name="T82" fmla="*/ 19 w 20"/>
                <a:gd name="T83" fmla="*/ 0 h 6"/>
                <a:gd name="T84" fmla="*/ 20 w 20"/>
                <a:gd name="T85" fmla="*/ 0 h 6"/>
                <a:gd name="T86" fmla="*/ 19 w 20"/>
                <a:gd name="T87" fmla="*/ 0 h 6"/>
                <a:gd name="T88" fmla="*/ 18 w 20"/>
                <a:gd name="T89" fmla="*/ 1 h 6"/>
                <a:gd name="T90" fmla="*/ 15 w 20"/>
                <a:gd name="T91" fmla="*/ 4 h 6"/>
                <a:gd name="T92" fmla="*/ 16 w 20"/>
                <a:gd name="T93" fmla="*/ 3 h 6"/>
                <a:gd name="T94" fmla="*/ 16 w 20"/>
                <a:gd name="T95" fmla="*/ 3 h 6"/>
                <a:gd name="T96" fmla="*/ 18 w 20"/>
                <a:gd name="T97" fmla="*/ 2 h 6"/>
                <a:gd name="T98" fmla="*/ 18 w 20"/>
                <a:gd name="T99" fmla="*/ 3 h 6"/>
                <a:gd name="T100" fmla="*/ 17 w 20"/>
                <a:gd name="T101" fmla="*/ 4 h 6"/>
                <a:gd name="T102" fmla="*/ 16 w 20"/>
                <a:gd name="T103" fmla="*/ 4 h 6"/>
                <a:gd name="T104" fmla="*/ 15 w 20"/>
                <a:gd name="T10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" h="6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3" y="4"/>
                    <a:pt x="3" y="4"/>
                  </a:cubicBezTo>
                  <a:close/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lose/>
                  <a:moveTo>
                    <a:pt x="1" y="3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1" y="3"/>
                    <a:pt x="1" y="3"/>
                  </a:cubicBezTo>
                  <a:close/>
                  <a:moveTo>
                    <a:pt x="8" y="4"/>
                  </a:moveTo>
                  <a:cubicBezTo>
                    <a:pt x="7" y="4"/>
                    <a:pt x="7" y="4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4"/>
                    <a:pt x="8" y="4"/>
                    <a:pt x="8" y="4"/>
                  </a:cubicBezTo>
                  <a:close/>
                  <a:moveTo>
                    <a:pt x="10" y="4"/>
                  </a:moveTo>
                  <a:cubicBezTo>
                    <a:pt x="9" y="5"/>
                    <a:pt x="9" y="5"/>
                    <a:pt x="9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lose/>
                  <a:moveTo>
                    <a:pt x="18" y="1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lose/>
                  <a:moveTo>
                    <a:pt x="15" y="4"/>
                  </a:moveTo>
                  <a:cubicBezTo>
                    <a:pt x="16" y="3"/>
                    <a:pt x="16" y="3"/>
                    <a:pt x="16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6" y="4"/>
                    <a:pt x="16" y="4"/>
                    <a:pt x="16" y="4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7" name="Freeform 95"/>
            <p:cNvSpPr>
              <a:spLocks noEditPoints="1"/>
            </p:cNvSpPr>
            <p:nvPr/>
          </p:nvSpPr>
          <p:spPr bwMode="auto">
            <a:xfrm>
              <a:off x="3769361" y="2842732"/>
              <a:ext cx="51465" cy="42459"/>
            </a:xfrm>
            <a:custGeom>
              <a:avLst/>
              <a:gdLst>
                <a:gd name="T0" fmla="*/ 1 w 11"/>
                <a:gd name="T1" fmla="*/ 1 h 9"/>
                <a:gd name="T2" fmla="*/ 2 w 11"/>
                <a:gd name="T3" fmla="*/ 0 h 9"/>
                <a:gd name="T4" fmla="*/ 1 w 11"/>
                <a:gd name="T5" fmla="*/ 0 h 9"/>
                <a:gd name="T6" fmla="*/ 1 w 11"/>
                <a:gd name="T7" fmla="*/ 0 h 9"/>
                <a:gd name="T8" fmla="*/ 0 w 11"/>
                <a:gd name="T9" fmla="*/ 0 h 9"/>
                <a:gd name="T10" fmla="*/ 0 w 11"/>
                <a:gd name="T11" fmla="*/ 0 h 9"/>
                <a:gd name="T12" fmla="*/ 0 w 11"/>
                <a:gd name="T13" fmla="*/ 0 h 9"/>
                <a:gd name="T14" fmla="*/ 1 w 11"/>
                <a:gd name="T15" fmla="*/ 1 h 9"/>
                <a:gd name="T16" fmla="*/ 2 w 11"/>
                <a:gd name="T17" fmla="*/ 1 h 9"/>
                <a:gd name="T18" fmla="*/ 2 w 11"/>
                <a:gd name="T19" fmla="*/ 1 h 9"/>
                <a:gd name="T20" fmla="*/ 2 w 11"/>
                <a:gd name="T21" fmla="*/ 0 h 9"/>
                <a:gd name="T22" fmla="*/ 2 w 11"/>
                <a:gd name="T23" fmla="*/ 0 h 9"/>
                <a:gd name="T24" fmla="*/ 2 w 11"/>
                <a:gd name="T25" fmla="*/ 1 h 9"/>
                <a:gd name="T26" fmla="*/ 2 w 11"/>
                <a:gd name="T27" fmla="*/ 1 h 9"/>
                <a:gd name="T28" fmla="*/ 5 w 11"/>
                <a:gd name="T29" fmla="*/ 2 h 9"/>
                <a:gd name="T30" fmla="*/ 5 w 11"/>
                <a:gd name="T31" fmla="*/ 2 h 9"/>
                <a:gd name="T32" fmla="*/ 5 w 11"/>
                <a:gd name="T33" fmla="*/ 2 h 9"/>
                <a:gd name="T34" fmla="*/ 4 w 11"/>
                <a:gd name="T35" fmla="*/ 2 h 9"/>
                <a:gd name="T36" fmla="*/ 4 w 11"/>
                <a:gd name="T37" fmla="*/ 2 h 9"/>
                <a:gd name="T38" fmla="*/ 5 w 11"/>
                <a:gd name="T39" fmla="*/ 2 h 9"/>
                <a:gd name="T40" fmla="*/ 5 w 11"/>
                <a:gd name="T41" fmla="*/ 2 h 9"/>
                <a:gd name="T42" fmla="*/ 5 w 11"/>
                <a:gd name="T43" fmla="*/ 2 h 9"/>
                <a:gd name="T44" fmla="*/ 5 w 11"/>
                <a:gd name="T45" fmla="*/ 2 h 9"/>
                <a:gd name="T46" fmla="*/ 7 w 11"/>
                <a:gd name="T47" fmla="*/ 2 h 9"/>
                <a:gd name="T48" fmla="*/ 6 w 11"/>
                <a:gd name="T49" fmla="*/ 2 h 9"/>
                <a:gd name="T50" fmla="*/ 6 w 11"/>
                <a:gd name="T51" fmla="*/ 2 h 9"/>
                <a:gd name="T52" fmla="*/ 6 w 11"/>
                <a:gd name="T53" fmla="*/ 2 h 9"/>
                <a:gd name="T54" fmla="*/ 7 w 11"/>
                <a:gd name="T55" fmla="*/ 2 h 9"/>
                <a:gd name="T56" fmla="*/ 11 w 11"/>
                <a:gd name="T57" fmla="*/ 2 h 9"/>
                <a:gd name="T58" fmla="*/ 10 w 11"/>
                <a:gd name="T59" fmla="*/ 1 h 9"/>
                <a:gd name="T60" fmla="*/ 11 w 11"/>
                <a:gd name="T61" fmla="*/ 1 h 9"/>
                <a:gd name="T62" fmla="*/ 11 w 11"/>
                <a:gd name="T63" fmla="*/ 1 h 9"/>
                <a:gd name="T64" fmla="*/ 11 w 11"/>
                <a:gd name="T65" fmla="*/ 2 h 9"/>
                <a:gd name="T66" fmla="*/ 10 w 11"/>
                <a:gd name="T67" fmla="*/ 4 h 9"/>
                <a:gd name="T68" fmla="*/ 10 w 11"/>
                <a:gd name="T69" fmla="*/ 4 h 9"/>
                <a:gd name="T70" fmla="*/ 10 w 11"/>
                <a:gd name="T71" fmla="*/ 3 h 9"/>
                <a:gd name="T72" fmla="*/ 11 w 11"/>
                <a:gd name="T73" fmla="*/ 4 h 9"/>
                <a:gd name="T74" fmla="*/ 11 w 11"/>
                <a:gd name="T75" fmla="*/ 4 h 9"/>
                <a:gd name="T76" fmla="*/ 11 w 11"/>
                <a:gd name="T77" fmla="*/ 4 h 9"/>
                <a:gd name="T78" fmla="*/ 10 w 11"/>
                <a:gd name="T79" fmla="*/ 4 h 9"/>
                <a:gd name="T80" fmla="*/ 9 w 11"/>
                <a:gd name="T81" fmla="*/ 8 h 9"/>
                <a:gd name="T82" fmla="*/ 9 w 11"/>
                <a:gd name="T83" fmla="*/ 8 h 9"/>
                <a:gd name="T84" fmla="*/ 9 w 11"/>
                <a:gd name="T85" fmla="*/ 7 h 9"/>
                <a:gd name="T86" fmla="*/ 10 w 11"/>
                <a:gd name="T87" fmla="*/ 8 h 9"/>
                <a:gd name="T88" fmla="*/ 9 w 11"/>
                <a:gd name="T89" fmla="*/ 8 h 9"/>
                <a:gd name="T90" fmla="*/ 7 w 11"/>
                <a:gd name="T91" fmla="*/ 9 h 9"/>
                <a:gd name="T92" fmla="*/ 7 w 11"/>
                <a:gd name="T93" fmla="*/ 8 h 9"/>
                <a:gd name="T94" fmla="*/ 7 w 11"/>
                <a:gd name="T95" fmla="*/ 7 h 9"/>
                <a:gd name="T96" fmla="*/ 7 w 11"/>
                <a:gd name="T97" fmla="*/ 8 h 9"/>
                <a:gd name="T98" fmla="*/ 8 w 11"/>
                <a:gd name="T99" fmla="*/ 9 h 9"/>
                <a:gd name="T100" fmla="*/ 8 w 11"/>
                <a:gd name="T101" fmla="*/ 9 h 9"/>
                <a:gd name="T102" fmla="*/ 7 w 11"/>
                <a:gd name="T10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" h="9">
                  <a:moveTo>
                    <a:pt x="1" y="1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  <a:moveTo>
                    <a:pt x="5" y="2"/>
                  </a:move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lose/>
                  <a:moveTo>
                    <a:pt x="7" y="2"/>
                  </a:move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7" y="2"/>
                    <a:pt x="7" y="2"/>
                  </a:cubicBezTo>
                  <a:close/>
                  <a:moveTo>
                    <a:pt x="11" y="2"/>
                  </a:moveTo>
                  <a:cubicBezTo>
                    <a:pt x="10" y="1"/>
                    <a:pt x="10" y="1"/>
                    <a:pt x="10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2"/>
                    <a:pt x="11" y="2"/>
                    <a:pt x="11" y="2"/>
                  </a:cubicBezTo>
                  <a:close/>
                  <a:moveTo>
                    <a:pt x="10" y="4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lose/>
                  <a:moveTo>
                    <a:pt x="9" y="8"/>
                  </a:moveTo>
                  <a:cubicBezTo>
                    <a:pt x="9" y="8"/>
                    <a:pt x="9" y="8"/>
                    <a:pt x="9" y="8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8"/>
                    <a:pt x="9" y="8"/>
                    <a:pt x="9" y="8"/>
                  </a:cubicBezTo>
                  <a:close/>
                  <a:moveTo>
                    <a:pt x="7" y="9"/>
                  </a:moveTo>
                  <a:cubicBezTo>
                    <a:pt x="7" y="8"/>
                    <a:pt x="7" y="8"/>
                    <a:pt x="7" y="8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lnTo>
                    <a:pt x="7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8" name="Freeform 96"/>
            <p:cNvSpPr>
              <a:spLocks noEditPoints="1"/>
            </p:cNvSpPr>
            <p:nvPr/>
          </p:nvSpPr>
          <p:spPr bwMode="auto">
            <a:xfrm>
              <a:off x="5384084" y="2651023"/>
              <a:ext cx="162115" cy="200714"/>
            </a:xfrm>
            <a:custGeom>
              <a:avLst/>
              <a:gdLst>
                <a:gd name="T0" fmla="*/ 48 w 126"/>
                <a:gd name="T1" fmla="*/ 104 h 156"/>
                <a:gd name="T2" fmla="*/ 48 w 126"/>
                <a:gd name="T3" fmla="*/ 60 h 156"/>
                <a:gd name="T4" fmla="*/ 67 w 126"/>
                <a:gd name="T5" fmla="*/ 19 h 156"/>
                <a:gd name="T6" fmla="*/ 70 w 126"/>
                <a:gd name="T7" fmla="*/ 34 h 156"/>
                <a:gd name="T8" fmla="*/ 81 w 126"/>
                <a:gd name="T9" fmla="*/ 41 h 156"/>
                <a:gd name="T10" fmla="*/ 89 w 126"/>
                <a:gd name="T11" fmla="*/ 41 h 156"/>
                <a:gd name="T12" fmla="*/ 96 w 126"/>
                <a:gd name="T13" fmla="*/ 45 h 156"/>
                <a:gd name="T14" fmla="*/ 104 w 126"/>
                <a:gd name="T15" fmla="*/ 45 h 156"/>
                <a:gd name="T16" fmla="*/ 111 w 126"/>
                <a:gd name="T17" fmla="*/ 52 h 156"/>
                <a:gd name="T18" fmla="*/ 115 w 126"/>
                <a:gd name="T19" fmla="*/ 56 h 156"/>
                <a:gd name="T20" fmla="*/ 122 w 126"/>
                <a:gd name="T21" fmla="*/ 63 h 156"/>
                <a:gd name="T22" fmla="*/ 122 w 126"/>
                <a:gd name="T23" fmla="*/ 67 h 156"/>
                <a:gd name="T24" fmla="*/ 122 w 126"/>
                <a:gd name="T25" fmla="*/ 71 h 156"/>
                <a:gd name="T26" fmla="*/ 115 w 126"/>
                <a:gd name="T27" fmla="*/ 82 h 156"/>
                <a:gd name="T28" fmla="*/ 111 w 126"/>
                <a:gd name="T29" fmla="*/ 89 h 156"/>
                <a:gd name="T30" fmla="*/ 107 w 126"/>
                <a:gd name="T31" fmla="*/ 97 h 156"/>
                <a:gd name="T32" fmla="*/ 104 w 126"/>
                <a:gd name="T33" fmla="*/ 97 h 156"/>
                <a:gd name="T34" fmla="*/ 104 w 126"/>
                <a:gd name="T35" fmla="*/ 93 h 156"/>
                <a:gd name="T36" fmla="*/ 100 w 126"/>
                <a:gd name="T37" fmla="*/ 93 h 156"/>
                <a:gd name="T38" fmla="*/ 96 w 126"/>
                <a:gd name="T39" fmla="*/ 97 h 156"/>
                <a:gd name="T40" fmla="*/ 96 w 126"/>
                <a:gd name="T41" fmla="*/ 100 h 156"/>
                <a:gd name="T42" fmla="*/ 92 w 126"/>
                <a:gd name="T43" fmla="*/ 108 h 156"/>
                <a:gd name="T44" fmla="*/ 92 w 126"/>
                <a:gd name="T45" fmla="*/ 108 h 156"/>
                <a:gd name="T46" fmla="*/ 96 w 126"/>
                <a:gd name="T47" fmla="*/ 112 h 156"/>
                <a:gd name="T48" fmla="*/ 96 w 126"/>
                <a:gd name="T49" fmla="*/ 119 h 156"/>
                <a:gd name="T50" fmla="*/ 89 w 126"/>
                <a:gd name="T51" fmla="*/ 119 h 156"/>
                <a:gd name="T52" fmla="*/ 85 w 126"/>
                <a:gd name="T53" fmla="*/ 119 h 156"/>
                <a:gd name="T54" fmla="*/ 74 w 126"/>
                <a:gd name="T55" fmla="*/ 126 h 156"/>
                <a:gd name="T56" fmla="*/ 74 w 126"/>
                <a:gd name="T57" fmla="*/ 134 h 156"/>
                <a:gd name="T58" fmla="*/ 70 w 126"/>
                <a:gd name="T59" fmla="*/ 138 h 156"/>
                <a:gd name="T60" fmla="*/ 59 w 126"/>
                <a:gd name="T61" fmla="*/ 138 h 156"/>
                <a:gd name="T62" fmla="*/ 55 w 126"/>
                <a:gd name="T63" fmla="*/ 141 h 156"/>
                <a:gd name="T64" fmla="*/ 55 w 126"/>
                <a:gd name="T65" fmla="*/ 145 h 156"/>
                <a:gd name="T66" fmla="*/ 55 w 126"/>
                <a:gd name="T67" fmla="*/ 145 h 156"/>
                <a:gd name="T68" fmla="*/ 55 w 126"/>
                <a:gd name="T69" fmla="*/ 145 h 156"/>
                <a:gd name="T70" fmla="*/ 52 w 126"/>
                <a:gd name="T71" fmla="*/ 152 h 156"/>
                <a:gd name="T72" fmla="*/ 44 w 126"/>
                <a:gd name="T73" fmla="*/ 152 h 156"/>
                <a:gd name="T74" fmla="*/ 37 w 126"/>
                <a:gd name="T75" fmla="*/ 152 h 156"/>
                <a:gd name="T76" fmla="*/ 30 w 126"/>
                <a:gd name="T77" fmla="*/ 156 h 156"/>
                <a:gd name="T78" fmla="*/ 26 w 126"/>
                <a:gd name="T79" fmla="*/ 156 h 156"/>
                <a:gd name="T80" fmla="*/ 15 w 126"/>
                <a:gd name="T81" fmla="*/ 145 h 156"/>
                <a:gd name="T82" fmla="*/ 0 w 126"/>
                <a:gd name="T83" fmla="*/ 123 h 156"/>
                <a:gd name="T84" fmla="*/ 4 w 126"/>
                <a:gd name="T85" fmla="*/ 115 h 156"/>
                <a:gd name="T86" fmla="*/ 63 w 126"/>
                <a:gd name="T87" fmla="*/ 11 h 156"/>
                <a:gd name="T88" fmla="*/ 63 w 126"/>
                <a:gd name="T89" fmla="*/ 4 h 156"/>
                <a:gd name="T90" fmla="*/ 63 w 126"/>
                <a:gd name="T91" fmla="*/ 0 h 156"/>
                <a:gd name="T92" fmla="*/ 63 w 126"/>
                <a:gd name="T93" fmla="*/ 0 h 156"/>
                <a:gd name="T94" fmla="*/ 63 w 126"/>
                <a:gd name="T95" fmla="*/ 0 h 156"/>
                <a:gd name="T96" fmla="*/ 59 w 126"/>
                <a:gd name="T97" fmla="*/ 0 h 156"/>
                <a:gd name="T98" fmla="*/ 59 w 126"/>
                <a:gd name="T99" fmla="*/ 4 h 156"/>
                <a:gd name="T100" fmla="*/ 59 w 126"/>
                <a:gd name="T101" fmla="*/ 4 h 156"/>
                <a:gd name="T102" fmla="*/ 59 w 126"/>
                <a:gd name="T103" fmla="*/ 8 h 156"/>
                <a:gd name="T104" fmla="*/ 63 w 126"/>
                <a:gd name="T105" fmla="*/ 11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6" h="156">
                  <a:moveTo>
                    <a:pt x="4" y="115"/>
                  </a:moveTo>
                  <a:lnTo>
                    <a:pt x="48" y="104"/>
                  </a:lnTo>
                  <a:lnTo>
                    <a:pt x="52" y="71"/>
                  </a:lnTo>
                  <a:lnTo>
                    <a:pt x="48" y="60"/>
                  </a:lnTo>
                  <a:lnTo>
                    <a:pt x="63" y="19"/>
                  </a:lnTo>
                  <a:lnTo>
                    <a:pt x="67" y="19"/>
                  </a:lnTo>
                  <a:lnTo>
                    <a:pt x="67" y="26"/>
                  </a:lnTo>
                  <a:lnTo>
                    <a:pt x="70" y="34"/>
                  </a:lnTo>
                  <a:lnTo>
                    <a:pt x="70" y="37"/>
                  </a:lnTo>
                  <a:lnTo>
                    <a:pt x="81" y="41"/>
                  </a:lnTo>
                  <a:lnTo>
                    <a:pt x="85" y="45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96" y="45"/>
                  </a:lnTo>
                  <a:lnTo>
                    <a:pt x="100" y="45"/>
                  </a:lnTo>
                  <a:lnTo>
                    <a:pt x="104" y="45"/>
                  </a:lnTo>
                  <a:lnTo>
                    <a:pt x="107" y="49"/>
                  </a:lnTo>
                  <a:lnTo>
                    <a:pt x="111" y="52"/>
                  </a:lnTo>
                  <a:lnTo>
                    <a:pt x="111" y="56"/>
                  </a:lnTo>
                  <a:lnTo>
                    <a:pt x="115" y="56"/>
                  </a:lnTo>
                  <a:lnTo>
                    <a:pt x="118" y="63"/>
                  </a:lnTo>
                  <a:lnTo>
                    <a:pt x="122" y="63"/>
                  </a:lnTo>
                  <a:lnTo>
                    <a:pt x="126" y="63"/>
                  </a:lnTo>
                  <a:lnTo>
                    <a:pt x="122" y="67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22" y="75"/>
                  </a:lnTo>
                  <a:lnTo>
                    <a:pt x="115" y="82"/>
                  </a:lnTo>
                  <a:lnTo>
                    <a:pt x="111" y="86"/>
                  </a:lnTo>
                  <a:lnTo>
                    <a:pt x="111" y="89"/>
                  </a:lnTo>
                  <a:lnTo>
                    <a:pt x="107" y="89"/>
                  </a:lnTo>
                  <a:lnTo>
                    <a:pt x="107" y="97"/>
                  </a:lnTo>
                  <a:lnTo>
                    <a:pt x="104" y="97"/>
                  </a:lnTo>
                  <a:lnTo>
                    <a:pt x="104" y="97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0" y="93"/>
                  </a:lnTo>
                  <a:lnTo>
                    <a:pt x="100" y="97"/>
                  </a:lnTo>
                  <a:lnTo>
                    <a:pt x="96" y="97"/>
                  </a:lnTo>
                  <a:lnTo>
                    <a:pt x="100" y="97"/>
                  </a:lnTo>
                  <a:lnTo>
                    <a:pt x="96" y="100"/>
                  </a:lnTo>
                  <a:lnTo>
                    <a:pt x="92" y="104"/>
                  </a:lnTo>
                  <a:lnTo>
                    <a:pt x="92" y="108"/>
                  </a:lnTo>
                  <a:lnTo>
                    <a:pt x="92" y="108"/>
                  </a:lnTo>
                  <a:lnTo>
                    <a:pt x="92" y="108"/>
                  </a:lnTo>
                  <a:lnTo>
                    <a:pt x="96" y="112"/>
                  </a:lnTo>
                  <a:lnTo>
                    <a:pt x="96" y="112"/>
                  </a:lnTo>
                  <a:lnTo>
                    <a:pt x="96" y="119"/>
                  </a:lnTo>
                  <a:lnTo>
                    <a:pt x="96" y="119"/>
                  </a:lnTo>
                  <a:lnTo>
                    <a:pt x="96" y="119"/>
                  </a:lnTo>
                  <a:lnTo>
                    <a:pt x="89" y="119"/>
                  </a:lnTo>
                  <a:lnTo>
                    <a:pt x="89" y="123"/>
                  </a:lnTo>
                  <a:lnTo>
                    <a:pt x="85" y="119"/>
                  </a:lnTo>
                  <a:lnTo>
                    <a:pt x="81" y="123"/>
                  </a:lnTo>
                  <a:lnTo>
                    <a:pt x="74" y="126"/>
                  </a:lnTo>
                  <a:lnTo>
                    <a:pt x="74" y="134"/>
                  </a:lnTo>
                  <a:lnTo>
                    <a:pt x="74" y="134"/>
                  </a:lnTo>
                  <a:lnTo>
                    <a:pt x="70" y="138"/>
                  </a:lnTo>
                  <a:lnTo>
                    <a:pt x="70" y="138"/>
                  </a:lnTo>
                  <a:lnTo>
                    <a:pt x="63" y="138"/>
                  </a:lnTo>
                  <a:lnTo>
                    <a:pt x="59" y="138"/>
                  </a:lnTo>
                  <a:lnTo>
                    <a:pt x="59" y="138"/>
                  </a:lnTo>
                  <a:lnTo>
                    <a:pt x="55" y="141"/>
                  </a:lnTo>
                  <a:lnTo>
                    <a:pt x="55" y="141"/>
                  </a:lnTo>
                  <a:lnTo>
                    <a:pt x="55" y="145"/>
                  </a:lnTo>
                  <a:lnTo>
                    <a:pt x="55" y="145"/>
                  </a:lnTo>
                  <a:lnTo>
                    <a:pt x="55" y="145"/>
                  </a:lnTo>
                  <a:lnTo>
                    <a:pt x="55" y="145"/>
                  </a:lnTo>
                  <a:lnTo>
                    <a:pt x="55" y="145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48" y="149"/>
                  </a:lnTo>
                  <a:lnTo>
                    <a:pt x="44" y="152"/>
                  </a:lnTo>
                  <a:lnTo>
                    <a:pt x="41" y="152"/>
                  </a:lnTo>
                  <a:lnTo>
                    <a:pt x="37" y="152"/>
                  </a:lnTo>
                  <a:lnTo>
                    <a:pt x="33" y="152"/>
                  </a:lnTo>
                  <a:lnTo>
                    <a:pt x="30" y="156"/>
                  </a:lnTo>
                  <a:lnTo>
                    <a:pt x="26" y="156"/>
                  </a:lnTo>
                  <a:lnTo>
                    <a:pt x="26" y="156"/>
                  </a:lnTo>
                  <a:lnTo>
                    <a:pt x="22" y="156"/>
                  </a:lnTo>
                  <a:lnTo>
                    <a:pt x="15" y="145"/>
                  </a:lnTo>
                  <a:lnTo>
                    <a:pt x="15" y="141"/>
                  </a:lnTo>
                  <a:lnTo>
                    <a:pt x="0" y="123"/>
                  </a:lnTo>
                  <a:lnTo>
                    <a:pt x="4" y="115"/>
                  </a:lnTo>
                  <a:lnTo>
                    <a:pt x="4" y="115"/>
                  </a:lnTo>
                  <a:close/>
                  <a:moveTo>
                    <a:pt x="63" y="11"/>
                  </a:moveTo>
                  <a:lnTo>
                    <a:pt x="63" y="11"/>
                  </a:lnTo>
                  <a:lnTo>
                    <a:pt x="63" y="8"/>
                  </a:lnTo>
                  <a:lnTo>
                    <a:pt x="63" y="4"/>
                  </a:lnTo>
                  <a:lnTo>
                    <a:pt x="63" y="4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59" y="0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59" y="11"/>
                  </a:lnTo>
                  <a:lnTo>
                    <a:pt x="63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39" name="Freeform 97"/>
            <p:cNvSpPr>
              <a:spLocks noEditPoints="1"/>
            </p:cNvSpPr>
            <p:nvPr/>
          </p:nvSpPr>
          <p:spPr bwMode="auto">
            <a:xfrm>
              <a:off x="5188515" y="2798985"/>
              <a:ext cx="257326" cy="144103"/>
            </a:xfrm>
            <a:custGeom>
              <a:avLst/>
              <a:gdLst>
                <a:gd name="T0" fmla="*/ 4 w 200"/>
                <a:gd name="T1" fmla="*/ 45 h 112"/>
                <a:gd name="T2" fmla="*/ 11 w 200"/>
                <a:gd name="T3" fmla="*/ 41 h 112"/>
                <a:gd name="T4" fmla="*/ 11 w 200"/>
                <a:gd name="T5" fmla="*/ 34 h 112"/>
                <a:gd name="T6" fmla="*/ 19 w 200"/>
                <a:gd name="T7" fmla="*/ 26 h 112"/>
                <a:gd name="T8" fmla="*/ 33 w 200"/>
                <a:gd name="T9" fmla="*/ 30 h 112"/>
                <a:gd name="T10" fmla="*/ 63 w 200"/>
                <a:gd name="T11" fmla="*/ 41 h 112"/>
                <a:gd name="T12" fmla="*/ 93 w 200"/>
                <a:gd name="T13" fmla="*/ 19 h 112"/>
                <a:gd name="T14" fmla="*/ 152 w 200"/>
                <a:gd name="T15" fmla="*/ 8 h 112"/>
                <a:gd name="T16" fmla="*/ 167 w 200"/>
                <a:gd name="T17" fmla="*/ 30 h 112"/>
                <a:gd name="T18" fmla="*/ 170 w 200"/>
                <a:gd name="T19" fmla="*/ 41 h 112"/>
                <a:gd name="T20" fmla="*/ 159 w 200"/>
                <a:gd name="T21" fmla="*/ 49 h 112"/>
                <a:gd name="T22" fmla="*/ 159 w 200"/>
                <a:gd name="T23" fmla="*/ 56 h 112"/>
                <a:gd name="T24" fmla="*/ 159 w 200"/>
                <a:gd name="T25" fmla="*/ 56 h 112"/>
                <a:gd name="T26" fmla="*/ 152 w 200"/>
                <a:gd name="T27" fmla="*/ 60 h 112"/>
                <a:gd name="T28" fmla="*/ 133 w 200"/>
                <a:gd name="T29" fmla="*/ 67 h 112"/>
                <a:gd name="T30" fmla="*/ 115 w 200"/>
                <a:gd name="T31" fmla="*/ 71 h 112"/>
                <a:gd name="T32" fmla="*/ 111 w 200"/>
                <a:gd name="T33" fmla="*/ 75 h 112"/>
                <a:gd name="T34" fmla="*/ 100 w 200"/>
                <a:gd name="T35" fmla="*/ 82 h 112"/>
                <a:gd name="T36" fmla="*/ 96 w 200"/>
                <a:gd name="T37" fmla="*/ 82 h 112"/>
                <a:gd name="T38" fmla="*/ 93 w 200"/>
                <a:gd name="T39" fmla="*/ 82 h 112"/>
                <a:gd name="T40" fmla="*/ 89 w 200"/>
                <a:gd name="T41" fmla="*/ 82 h 112"/>
                <a:gd name="T42" fmla="*/ 85 w 200"/>
                <a:gd name="T43" fmla="*/ 89 h 112"/>
                <a:gd name="T44" fmla="*/ 74 w 200"/>
                <a:gd name="T45" fmla="*/ 89 h 112"/>
                <a:gd name="T46" fmla="*/ 63 w 200"/>
                <a:gd name="T47" fmla="*/ 93 h 112"/>
                <a:gd name="T48" fmla="*/ 59 w 200"/>
                <a:gd name="T49" fmla="*/ 89 h 112"/>
                <a:gd name="T50" fmla="*/ 56 w 200"/>
                <a:gd name="T51" fmla="*/ 89 h 112"/>
                <a:gd name="T52" fmla="*/ 48 w 200"/>
                <a:gd name="T53" fmla="*/ 93 h 112"/>
                <a:gd name="T54" fmla="*/ 45 w 200"/>
                <a:gd name="T55" fmla="*/ 97 h 112"/>
                <a:gd name="T56" fmla="*/ 41 w 200"/>
                <a:gd name="T57" fmla="*/ 100 h 112"/>
                <a:gd name="T58" fmla="*/ 33 w 200"/>
                <a:gd name="T59" fmla="*/ 100 h 112"/>
                <a:gd name="T60" fmla="*/ 30 w 200"/>
                <a:gd name="T61" fmla="*/ 104 h 112"/>
                <a:gd name="T62" fmla="*/ 22 w 200"/>
                <a:gd name="T63" fmla="*/ 104 h 112"/>
                <a:gd name="T64" fmla="*/ 19 w 200"/>
                <a:gd name="T65" fmla="*/ 100 h 112"/>
                <a:gd name="T66" fmla="*/ 15 w 200"/>
                <a:gd name="T67" fmla="*/ 93 h 112"/>
                <a:gd name="T68" fmla="*/ 15 w 200"/>
                <a:gd name="T69" fmla="*/ 89 h 112"/>
                <a:gd name="T70" fmla="*/ 11 w 200"/>
                <a:gd name="T71" fmla="*/ 82 h 112"/>
                <a:gd name="T72" fmla="*/ 4 w 200"/>
                <a:gd name="T73" fmla="*/ 63 h 112"/>
                <a:gd name="T74" fmla="*/ 0 w 200"/>
                <a:gd name="T75" fmla="*/ 60 h 112"/>
                <a:gd name="T76" fmla="*/ 4 w 200"/>
                <a:gd name="T77" fmla="*/ 60 h 112"/>
                <a:gd name="T78" fmla="*/ 4 w 200"/>
                <a:gd name="T79" fmla="*/ 56 h 112"/>
                <a:gd name="T80" fmla="*/ 4 w 200"/>
                <a:gd name="T81" fmla="*/ 45 h 112"/>
                <a:gd name="T82" fmla="*/ 4 w 200"/>
                <a:gd name="T83" fmla="*/ 45 h 112"/>
                <a:gd name="T84" fmla="*/ 163 w 200"/>
                <a:gd name="T85" fmla="*/ 112 h 112"/>
                <a:gd name="T86" fmla="*/ 163 w 200"/>
                <a:gd name="T87" fmla="*/ 112 h 112"/>
                <a:gd name="T88" fmla="*/ 159 w 200"/>
                <a:gd name="T89" fmla="*/ 112 h 112"/>
                <a:gd name="T90" fmla="*/ 182 w 200"/>
                <a:gd name="T91" fmla="*/ 104 h 112"/>
                <a:gd name="T92" fmla="*/ 185 w 200"/>
                <a:gd name="T93" fmla="*/ 100 h 112"/>
                <a:gd name="T94" fmla="*/ 189 w 200"/>
                <a:gd name="T95" fmla="*/ 104 h 112"/>
                <a:gd name="T96" fmla="*/ 193 w 200"/>
                <a:gd name="T97" fmla="*/ 104 h 112"/>
                <a:gd name="T98" fmla="*/ 196 w 200"/>
                <a:gd name="T99" fmla="*/ 104 h 112"/>
                <a:gd name="T100" fmla="*/ 200 w 200"/>
                <a:gd name="T101" fmla="*/ 104 h 112"/>
                <a:gd name="T102" fmla="*/ 196 w 200"/>
                <a:gd name="T103" fmla="*/ 108 h 112"/>
                <a:gd name="T104" fmla="*/ 189 w 200"/>
                <a:gd name="T105" fmla="*/ 108 h 112"/>
                <a:gd name="T106" fmla="*/ 182 w 200"/>
                <a:gd name="T107" fmla="*/ 10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0" h="112">
                  <a:moveTo>
                    <a:pt x="4" y="45"/>
                  </a:moveTo>
                  <a:lnTo>
                    <a:pt x="4" y="45"/>
                  </a:lnTo>
                  <a:lnTo>
                    <a:pt x="8" y="45"/>
                  </a:lnTo>
                  <a:lnTo>
                    <a:pt x="11" y="41"/>
                  </a:lnTo>
                  <a:lnTo>
                    <a:pt x="15" y="37"/>
                  </a:lnTo>
                  <a:lnTo>
                    <a:pt x="11" y="34"/>
                  </a:lnTo>
                  <a:lnTo>
                    <a:pt x="15" y="26"/>
                  </a:lnTo>
                  <a:lnTo>
                    <a:pt x="19" y="26"/>
                  </a:lnTo>
                  <a:lnTo>
                    <a:pt x="22" y="30"/>
                  </a:lnTo>
                  <a:lnTo>
                    <a:pt x="33" y="30"/>
                  </a:lnTo>
                  <a:lnTo>
                    <a:pt x="48" y="34"/>
                  </a:lnTo>
                  <a:lnTo>
                    <a:pt x="63" y="41"/>
                  </a:lnTo>
                  <a:lnTo>
                    <a:pt x="63" y="52"/>
                  </a:lnTo>
                  <a:lnTo>
                    <a:pt x="93" y="19"/>
                  </a:lnTo>
                  <a:lnTo>
                    <a:pt x="156" y="0"/>
                  </a:lnTo>
                  <a:lnTo>
                    <a:pt x="152" y="8"/>
                  </a:lnTo>
                  <a:lnTo>
                    <a:pt x="167" y="26"/>
                  </a:lnTo>
                  <a:lnTo>
                    <a:pt x="167" y="30"/>
                  </a:lnTo>
                  <a:lnTo>
                    <a:pt x="174" y="41"/>
                  </a:lnTo>
                  <a:lnTo>
                    <a:pt x="170" y="41"/>
                  </a:lnTo>
                  <a:lnTo>
                    <a:pt x="167" y="45"/>
                  </a:lnTo>
                  <a:lnTo>
                    <a:pt x="159" y="49"/>
                  </a:lnTo>
                  <a:lnTo>
                    <a:pt x="159" y="52"/>
                  </a:lnTo>
                  <a:lnTo>
                    <a:pt x="159" y="56"/>
                  </a:lnTo>
                  <a:lnTo>
                    <a:pt x="159" y="56"/>
                  </a:lnTo>
                  <a:lnTo>
                    <a:pt x="159" y="56"/>
                  </a:lnTo>
                  <a:lnTo>
                    <a:pt x="156" y="60"/>
                  </a:lnTo>
                  <a:lnTo>
                    <a:pt x="152" y="60"/>
                  </a:lnTo>
                  <a:lnTo>
                    <a:pt x="145" y="63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15" y="71"/>
                  </a:lnTo>
                  <a:lnTo>
                    <a:pt x="111" y="71"/>
                  </a:lnTo>
                  <a:lnTo>
                    <a:pt x="111" y="75"/>
                  </a:lnTo>
                  <a:lnTo>
                    <a:pt x="107" y="78"/>
                  </a:lnTo>
                  <a:lnTo>
                    <a:pt x="100" y="82"/>
                  </a:lnTo>
                  <a:lnTo>
                    <a:pt x="100" y="82"/>
                  </a:lnTo>
                  <a:lnTo>
                    <a:pt x="96" y="82"/>
                  </a:lnTo>
                  <a:lnTo>
                    <a:pt x="96" y="82"/>
                  </a:lnTo>
                  <a:lnTo>
                    <a:pt x="93" y="82"/>
                  </a:lnTo>
                  <a:lnTo>
                    <a:pt x="93" y="82"/>
                  </a:lnTo>
                  <a:lnTo>
                    <a:pt x="89" y="82"/>
                  </a:lnTo>
                  <a:lnTo>
                    <a:pt x="85" y="86"/>
                  </a:lnTo>
                  <a:lnTo>
                    <a:pt x="85" y="89"/>
                  </a:lnTo>
                  <a:lnTo>
                    <a:pt x="82" y="89"/>
                  </a:lnTo>
                  <a:lnTo>
                    <a:pt x="74" y="89"/>
                  </a:lnTo>
                  <a:lnTo>
                    <a:pt x="67" y="93"/>
                  </a:lnTo>
                  <a:lnTo>
                    <a:pt x="63" y="93"/>
                  </a:lnTo>
                  <a:lnTo>
                    <a:pt x="63" y="89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6" y="89"/>
                  </a:lnTo>
                  <a:lnTo>
                    <a:pt x="52" y="89"/>
                  </a:lnTo>
                  <a:lnTo>
                    <a:pt x="48" y="93"/>
                  </a:lnTo>
                  <a:lnTo>
                    <a:pt x="48" y="97"/>
                  </a:lnTo>
                  <a:lnTo>
                    <a:pt x="45" y="97"/>
                  </a:lnTo>
                  <a:lnTo>
                    <a:pt x="41" y="100"/>
                  </a:lnTo>
                  <a:lnTo>
                    <a:pt x="41" y="100"/>
                  </a:lnTo>
                  <a:lnTo>
                    <a:pt x="37" y="100"/>
                  </a:lnTo>
                  <a:lnTo>
                    <a:pt x="33" y="100"/>
                  </a:lnTo>
                  <a:lnTo>
                    <a:pt x="30" y="104"/>
                  </a:lnTo>
                  <a:lnTo>
                    <a:pt x="30" y="104"/>
                  </a:lnTo>
                  <a:lnTo>
                    <a:pt x="22" y="100"/>
                  </a:lnTo>
                  <a:lnTo>
                    <a:pt x="22" y="104"/>
                  </a:lnTo>
                  <a:lnTo>
                    <a:pt x="19" y="104"/>
                  </a:lnTo>
                  <a:lnTo>
                    <a:pt x="19" y="100"/>
                  </a:lnTo>
                  <a:lnTo>
                    <a:pt x="19" y="97"/>
                  </a:lnTo>
                  <a:lnTo>
                    <a:pt x="15" y="93"/>
                  </a:lnTo>
                  <a:lnTo>
                    <a:pt x="11" y="89"/>
                  </a:lnTo>
                  <a:lnTo>
                    <a:pt x="15" y="89"/>
                  </a:lnTo>
                  <a:lnTo>
                    <a:pt x="15" y="86"/>
                  </a:lnTo>
                  <a:lnTo>
                    <a:pt x="11" y="82"/>
                  </a:lnTo>
                  <a:lnTo>
                    <a:pt x="8" y="67"/>
                  </a:lnTo>
                  <a:lnTo>
                    <a:pt x="4" y="63"/>
                  </a:lnTo>
                  <a:lnTo>
                    <a:pt x="4" y="60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4" y="60"/>
                  </a:lnTo>
                  <a:lnTo>
                    <a:pt x="4" y="56"/>
                  </a:lnTo>
                  <a:lnTo>
                    <a:pt x="4" y="56"/>
                  </a:lnTo>
                  <a:lnTo>
                    <a:pt x="4" y="52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5"/>
                  </a:lnTo>
                  <a:close/>
                  <a:moveTo>
                    <a:pt x="159" y="112"/>
                  </a:moveTo>
                  <a:lnTo>
                    <a:pt x="163" y="112"/>
                  </a:lnTo>
                  <a:lnTo>
                    <a:pt x="167" y="112"/>
                  </a:lnTo>
                  <a:lnTo>
                    <a:pt x="163" y="112"/>
                  </a:lnTo>
                  <a:lnTo>
                    <a:pt x="159" y="112"/>
                  </a:lnTo>
                  <a:lnTo>
                    <a:pt x="159" y="112"/>
                  </a:lnTo>
                  <a:close/>
                  <a:moveTo>
                    <a:pt x="182" y="10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85" y="100"/>
                  </a:lnTo>
                  <a:lnTo>
                    <a:pt x="185" y="100"/>
                  </a:lnTo>
                  <a:lnTo>
                    <a:pt x="189" y="104"/>
                  </a:lnTo>
                  <a:lnTo>
                    <a:pt x="189" y="104"/>
                  </a:lnTo>
                  <a:lnTo>
                    <a:pt x="193" y="104"/>
                  </a:lnTo>
                  <a:lnTo>
                    <a:pt x="196" y="104"/>
                  </a:lnTo>
                  <a:lnTo>
                    <a:pt x="196" y="104"/>
                  </a:lnTo>
                  <a:lnTo>
                    <a:pt x="200" y="104"/>
                  </a:lnTo>
                  <a:lnTo>
                    <a:pt x="200" y="104"/>
                  </a:lnTo>
                  <a:lnTo>
                    <a:pt x="200" y="108"/>
                  </a:lnTo>
                  <a:lnTo>
                    <a:pt x="196" y="108"/>
                  </a:lnTo>
                  <a:lnTo>
                    <a:pt x="193" y="108"/>
                  </a:lnTo>
                  <a:lnTo>
                    <a:pt x="189" y="108"/>
                  </a:lnTo>
                  <a:lnTo>
                    <a:pt x="185" y="108"/>
                  </a:lnTo>
                  <a:lnTo>
                    <a:pt x="182" y="108"/>
                  </a:lnTo>
                  <a:lnTo>
                    <a:pt x="182" y="1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0" name="Freeform 98"/>
            <p:cNvSpPr/>
            <p:nvPr/>
          </p:nvSpPr>
          <p:spPr bwMode="auto">
            <a:xfrm>
              <a:off x="4802526" y="2546806"/>
              <a:ext cx="262473" cy="200714"/>
            </a:xfrm>
            <a:custGeom>
              <a:avLst/>
              <a:gdLst>
                <a:gd name="T0" fmla="*/ 163 w 204"/>
                <a:gd name="T1" fmla="*/ 29 h 156"/>
                <a:gd name="T2" fmla="*/ 152 w 204"/>
                <a:gd name="T3" fmla="*/ 7 h 156"/>
                <a:gd name="T4" fmla="*/ 145 w 204"/>
                <a:gd name="T5" fmla="*/ 7 h 156"/>
                <a:gd name="T6" fmla="*/ 122 w 204"/>
                <a:gd name="T7" fmla="*/ 7 h 156"/>
                <a:gd name="T8" fmla="*/ 119 w 204"/>
                <a:gd name="T9" fmla="*/ 11 h 156"/>
                <a:gd name="T10" fmla="*/ 111 w 204"/>
                <a:gd name="T11" fmla="*/ 7 h 156"/>
                <a:gd name="T12" fmla="*/ 111 w 204"/>
                <a:gd name="T13" fmla="*/ 3 h 156"/>
                <a:gd name="T14" fmla="*/ 100 w 204"/>
                <a:gd name="T15" fmla="*/ 0 h 156"/>
                <a:gd name="T16" fmla="*/ 100 w 204"/>
                <a:gd name="T17" fmla="*/ 3 h 156"/>
                <a:gd name="T18" fmla="*/ 93 w 204"/>
                <a:gd name="T19" fmla="*/ 3 h 156"/>
                <a:gd name="T20" fmla="*/ 93 w 204"/>
                <a:gd name="T21" fmla="*/ 3 h 156"/>
                <a:gd name="T22" fmla="*/ 89 w 204"/>
                <a:gd name="T23" fmla="*/ 3 h 156"/>
                <a:gd name="T24" fmla="*/ 82 w 204"/>
                <a:gd name="T25" fmla="*/ 7 h 156"/>
                <a:gd name="T26" fmla="*/ 71 w 204"/>
                <a:gd name="T27" fmla="*/ 11 h 156"/>
                <a:gd name="T28" fmla="*/ 56 w 204"/>
                <a:gd name="T29" fmla="*/ 7 h 156"/>
                <a:gd name="T30" fmla="*/ 45 w 204"/>
                <a:gd name="T31" fmla="*/ 7 h 156"/>
                <a:gd name="T32" fmla="*/ 34 w 204"/>
                <a:gd name="T33" fmla="*/ 3 h 156"/>
                <a:gd name="T34" fmla="*/ 4 w 204"/>
                <a:gd name="T35" fmla="*/ 0 h 156"/>
                <a:gd name="T36" fmla="*/ 4 w 204"/>
                <a:gd name="T37" fmla="*/ 3 h 156"/>
                <a:gd name="T38" fmla="*/ 4 w 204"/>
                <a:gd name="T39" fmla="*/ 18 h 156"/>
                <a:gd name="T40" fmla="*/ 0 w 204"/>
                <a:gd name="T41" fmla="*/ 29 h 156"/>
                <a:gd name="T42" fmla="*/ 204 w 204"/>
                <a:gd name="T43" fmla="*/ 156 h 156"/>
                <a:gd name="T44" fmla="*/ 196 w 204"/>
                <a:gd name="T45" fmla="*/ 152 h 156"/>
                <a:gd name="T46" fmla="*/ 193 w 204"/>
                <a:gd name="T47" fmla="*/ 144 h 156"/>
                <a:gd name="T48" fmla="*/ 182 w 204"/>
                <a:gd name="T49" fmla="*/ 141 h 156"/>
                <a:gd name="T50" fmla="*/ 178 w 204"/>
                <a:gd name="T51" fmla="*/ 126 h 156"/>
                <a:gd name="T52" fmla="*/ 178 w 204"/>
                <a:gd name="T53" fmla="*/ 126 h 156"/>
                <a:gd name="T54" fmla="*/ 182 w 204"/>
                <a:gd name="T55" fmla="*/ 122 h 156"/>
                <a:gd name="T56" fmla="*/ 178 w 204"/>
                <a:gd name="T57" fmla="*/ 118 h 156"/>
                <a:gd name="T58" fmla="*/ 167 w 204"/>
                <a:gd name="T59" fmla="*/ 104 h 156"/>
                <a:gd name="T60" fmla="*/ 152 w 204"/>
                <a:gd name="T61" fmla="*/ 85 h 156"/>
                <a:gd name="T62" fmla="*/ 152 w 204"/>
                <a:gd name="T63" fmla="*/ 74 h 156"/>
                <a:gd name="T64" fmla="*/ 145 w 204"/>
                <a:gd name="T65" fmla="*/ 66 h 156"/>
                <a:gd name="T66" fmla="*/ 145 w 204"/>
                <a:gd name="T67" fmla="*/ 59 h 156"/>
                <a:gd name="T68" fmla="*/ 126 w 204"/>
                <a:gd name="T69" fmla="*/ 44 h 156"/>
                <a:gd name="T70" fmla="*/ 122 w 204"/>
                <a:gd name="T71" fmla="*/ 33 h 156"/>
                <a:gd name="T72" fmla="*/ 126 w 204"/>
                <a:gd name="T73" fmla="*/ 29 h 156"/>
                <a:gd name="T74" fmla="*/ 130 w 204"/>
                <a:gd name="T75" fmla="*/ 37 h 156"/>
                <a:gd name="T76" fmla="*/ 137 w 204"/>
                <a:gd name="T77" fmla="*/ 44 h 156"/>
                <a:gd name="T78" fmla="*/ 141 w 204"/>
                <a:gd name="T79" fmla="*/ 52 h 156"/>
                <a:gd name="T80" fmla="*/ 156 w 204"/>
                <a:gd name="T81" fmla="*/ 63 h 156"/>
                <a:gd name="T82" fmla="*/ 159 w 204"/>
                <a:gd name="T83" fmla="*/ 55 h 156"/>
                <a:gd name="T84" fmla="*/ 159 w 204"/>
                <a:gd name="T85" fmla="*/ 44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4" h="156">
                  <a:moveTo>
                    <a:pt x="163" y="37"/>
                  </a:moveTo>
                  <a:lnTo>
                    <a:pt x="159" y="33"/>
                  </a:lnTo>
                  <a:lnTo>
                    <a:pt x="163" y="29"/>
                  </a:lnTo>
                  <a:lnTo>
                    <a:pt x="159" y="22"/>
                  </a:lnTo>
                  <a:lnTo>
                    <a:pt x="156" y="15"/>
                  </a:lnTo>
                  <a:lnTo>
                    <a:pt x="152" y="7"/>
                  </a:lnTo>
                  <a:lnTo>
                    <a:pt x="148" y="3"/>
                  </a:lnTo>
                  <a:lnTo>
                    <a:pt x="148" y="3"/>
                  </a:lnTo>
                  <a:lnTo>
                    <a:pt x="145" y="7"/>
                  </a:lnTo>
                  <a:lnTo>
                    <a:pt x="141" y="7"/>
                  </a:lnTo>
                  <a:lnTo>
                    <a:pt x="130" y="7"/>
                  </a:lnTo>
                  <a:lnTo>
                    <a:pt x="122" y="7"/>
                  </a:lnTo>
                  <a:lnTo>
                    <a:pt x="115" y="3"/>
                  </a:lnTo>
                  <a:lnTo>
                    <a:pt x="115" y="7"/>
                  </a:lnTo>
                  <a:lnTo>
                    <a:pt x="119" y="11"/>
                  </a:lnTo>
                  <a:lnTo>
                    <a:pt x="119" y="11"/>
                  </a:lnTo>
                  <a:lnTo>
                    <a:pt x="115" y="7"/>
                  </a:lnTo>
                  <a:lnTo>
                    <a:pt x="111" y="7"/>
                  </a:lnTo>
                  <a:lnTo>
                    <a:pt x="111" y="3"/>
                  </a:lnTo>
                  <a:lnTo>
                    <a:pt x="111" y="3"/>
                  </a:lnTo>
                  <a:lnTo>
                    <a:pt x="111" y="3"/>
                  </a:lnTo>
                  <a:lnTo>
                    <a:pt x="108" y="3"/>
                  </a:lnTo>
                  <a:lnTo>
                    <a:pt x="104" y="3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100" y="3"/>
                  </a:lnTo>
                  <a:lnTo>
                    <a:pt x="100" y="3"/>
                  </a:lnTo>
                  <a:lnTo>
                    <a:pt x="100" y="3"/>
                  </a:lnTo>
                  <a:lnTo>
                    <a:pt x="96" y="3"/>
                  </a:lnTo>
                  <a:lnTo>
                    <a:pt x="93" y="3"/>
                  </a:lnTo>
                  <a:lnTo>
                    <a:pt x="89" y="3"/>
                  </a:lnTo>
                  <a:lnTo>
                    <a:pt x="93" y="3"/>
                  </a:lnTo>
                  <a:lnTo>
                    <a:pt x="93" y="3"/>
                  </a:lnTo>
                  <a:lnTo>
                    <a:pt x="96" y="0"/>
                  </a:lnTo>
                  <a:lnTo>
                    <a:pt x="93" y="3"/>
                  </a:lnTo>
                  <a:lnTo>
                    <a:pt x="89" y="3"/>
                  </a:lnTo>
                  <a:lnTo>
                    <a:pt x="85" y="3"/>
                  </a:lnTo>
                  <a:lnTo>
                    <a:pt x="82" y="3"/>
                  </a:lnTo>
                  <a:lnTo>
                    <a:pt x="82" y="7"/>
                  </a:lnTo>
                  <a:lnTo>
                    <a:pt x="78" y="7"/>
                  </a:lnTo>
                  <a:lnTo>
                    <a:pt x="74" y="11"/>
                  </a:lnTo>
                  <a:lnTo>
                    <a:pt x="71" y="11"/>
                  </a:lnTo>
                  <a:lnTo>
                    <a:pt x="67" y="11"/>
                  </a:lnTo>
                  <a:lnTo>
                    <a:pt x="59" y="7"/>
                  </a:lnTo>
                  <a:lnTo>
                    <a:pt x="56" y="7"/>
                  </a:lnTo>
                  <a:lnTo>
                    <a:pt x="52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1" y="7"/>
                  </a:lnTo>
                  <a:lnTo>
                    <a:pt x="37" y="3"/>
                  </a:lnTo>
                  <a:lnTo>
                    <a:pt x="34" y="3"/>
                  </a:lnTo>
                  <a:lnTo>
                    <a:pt x="19" y="3"/>
                  </a:lnTo>
                  <a:lnTo>
                    <a:pt x="15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3"/>
                  </a:lnTo>
                  <a:lnTo>
                    <a:pt x="0" y="11"/>
                  </a:lnTo>
                  <a:lnTo>
                    <a:pt x="4" y="15"/>
                  </a:lnTo>
                  <a:lnTo>
                    <a:pt x="4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0" y="29"/>
                  </a:lnTo>
                  <a:lnTo>
                    <a:pt x="4" y="37"/>
                  </a:lnTo>
                  <a:lnTo>
                    <a:pt x="8" y="156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00" y="152"/>
                  </a:lnTo>
                  <a:lnTo>
                    <a:pt x="196" y="152"/>
                  </a:lnTo>
                  <a:lnTo>
                    <a:pt x="196" y="148"/>
                  </a:lnTo>
                  <a:lnTo>
                    <a:pt x="193" y="148"/>
                  </a:lnTo>
                  <a:lnTo>
                    <a:pt x="193" y="144"/>
                  </a:lnTo>
                  <a:lnTo>
                    <a:pt x="189" y="144"/>
                  </a:lnTo>
                  <a:lnTo>
                    <a:pt x="185" y="144"/>
                  </a:lnTo>
                  <a:lnTo>
                    <a:pt x="182" y="141"/>
                  </a:lnTo>
                  <a:lnTo>
                    <a:pt x="178" y="133"/>
                  </a:lnTo>
                  <a:lnTo>
                    <a:pt x="178" y="130"/>
                  </a:lnTo>
                  <a:lnTo>
                    <a:pt x="178" y="126"/>
                  </a:lnTo>
                  <a:lnTo>
                    <a:pt x="178" y="126"/>
                  </a:lnTo>
                  <a:lnTo>
                    <a:pt x="178" y="126"/>
                  </a:lnTo>
                  <a:lnTo>
                    <a:pt x="178" y="126"/>
                  </a:lnTo>
                  <a:lnTo>
                    <a:pt x="185" y="126"/>
                  </a:lnTo>
                  <a:lnTo>
                    <a:pt x="182" y="122"/>
                  </a:lnTo>
                  <a:lnTo>
                    <a:pt x="182" y="122"/>
                  </a:lnTo>
                  <a:lnTo>
                    <a:pt x="178" y="118"/>
                  </a:lnTo>
                  <a:lnTo>
                    <a:pt x="178" y="118"/>
                  </a:lnTo>
                  <a:lnTo>
                    <a:pt x="178" y="118"/>
                  </a:lnTo>
                  <a:lnTo>
                    <a:pt x="174" y="118"/>
                  </a:lnTo>
                  <a:lnTo>
                    <a:pt x="174" y="115"/>
                  </a:lnTo>
                  <a:lnTo>
                    <a:pt x="167" y="104"/>
                  </a:lnTo>
                  <a:lnTo>
                    <a:pt x="163" y="104"/>
                  </a:lnTo>
                  <a:lnTo>
                    <a:pt x="163" y="100"/>
                  </a:lnTo>
                  <a:lnTo>
                    <a:pt x="152" y="85"/>
                  </a:lnTo>
                  <a:lnTo>
                    <a:pt x="152" y="81"/>
                  </a:lnTo>
                  <a:lnTo>
                    <a:pt x="152" y="81"/>
                  </a:lnTo>
                  <a:lnTo>
                    <a:pt x="152" y="74"/>
                  </a:lnTo>
                  <a:lnTo>
                    <a:pt x="148" y="74"/>
                  </a:lnTo>
                  <a:lnTo>
                    <a:pt x="148" y="70"/>
                  </a:lnTo>
                  <a:lnTo>
                    <a:pt x="145" y="66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45" y="59"/>
                  </a:lnTo>
                  <a:lnTo>
                    <a:pt x="133" y="52"/>
                  </a:lnTo>
                  <a:lnTo>
                    <a:pt x="133" y="48"/>
                  </a:lnTo>
                  <a:lnTo>
                    <a:pt x="126" y="44"/>
                  </a:lnTo>
                  <a:lnTo>
                    <a:pt x="126" y="41"/>
                  </a:lnTo>
                  <a:lnTo>
                    <a:pt x="122" y="37"/>
                  </a:lnTo>
                  <a:lnTo>
                    <a:pt x="122" y="33"/>
                  </a:lnTo>
                  <a:lnTo>
                    <a:pt x="122" y="29"/>
                  </a:lnTo>
                  <a:lnTo>
                    <a:pt x="122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33"/>
                  </a:lnTo>
                  <a:lnTo>
                    <a:pt x="130" y="37"/>
                  </a:lnTo>
                  <a:lnTo>
                    <a:pt x="130" y="37"/>
                  </a:lnTo>
                  <a:lnTo>
                    <a:pt x="137" y="44"/>
                  </a:lnTo>
                  <a:lnTo>
                    <a:pt x="137" y="44"/>
                  </a:lnTo>
                  <a:lnTo>
                    <a:pt x="137" y="48"/>
                  </a:lnTo>
                  <a:lnTo>
                    <a:pt x="141" y="52"/>
                  </a:lnTo>
                  <a:lnTo>
                    <a:pt x="141" y="52"/>
                  </a:lnTo>
                  <a:lnTo>
                    <a:pt x="152" y="63"/>
                  </a:lnTo>
                  <a:lnTo>
                    <a:pt x="156" y="63"/>
                  </a:lnTo>
                  <a:lnTo>
                    <a:pt x="156" y="63"/>
                  </a:lnTo>
                  <a:lnTo>
                    <a:pt x="156" y="63"/>
                  </a:lnTo>
                  <a:lnTo>
                    <a:pt x="159" y="59"/>
                  </a:lnTo>
                  <a:lnTo>
                    <a:pt x="159" y="55"/>
                  </a:lnTo>
                  <a:lnTo>
                    <a:pt x="159" y="55"/>
                  </a:lnTo>
                  <a:lnTo>
                    <a:pt x="159" y="48"/>
                  </a:lnTo>
                  <a:lnTo>
                    <a:pt x="159" y="44"/>
                  </a:lnTo>
                  <a:lnTo>
                    <a:pt x="163" y="37"/>
                  </a:lnTo>
                  <a:lnTo>
                    <a:pt x="163" y="3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1" name="Freeform 99"/>
            <p:cNvSpPr/>
            <p:nvPr/>
          </p:nvSpPr>
          <p:spPr bwMode="auto">
            <a:xfrm>
              <a:off x="4754921" y="2747520"/>
              <a:ext cx="347390" cy="361544"/>
            </a:xfrm>
            <a:custGeom>
              <a:avLst/>
              <a:gdLst>
                <a:gd name="T0" fmla="*/ 241 w 270"/>
                <a:gd name="T1" fmla="*/ 3 h 281"/>
                <a:gd name="T2" fmla="*/ 245 w 270"/>
                <a:gd name="T3" fmla="*/ 11 h 281"/>
                <a:gd name="T4" fmla="*/ 245 w 270"/>
                <a:gd name="T5" fmla="*/ 11 h 281"/>
                <a:gd name="T6" fmla="*/ 248 w 270"/>
                <a:gd name="T7" fmla="*/ 37 h 281"/>
                <a:gd name="T8" fmla="*/ 263 w 270"/>
                <a:gd name="T9" fmla="*/ 55 h 281"/>
                <a:gd name="T10" fmla="*/ 270 w 270"/>
                <a:gd name="T11" fmla="*/ 63 h 281"/>
                <a:gd name="T12" fmla="*/ 256 w 270"/>
                <a:gd name="T13" fmla="*/ 70 h 281"/>
                <a:gd name="T14" fmla="*/ 248 w 270"/>
                <a:gd name="T15" fmla="*/ 74 h 281"/>
                <a:gd name="T16" fmla="*/ 248 w 270"/>
                <a:gd name="T17" fmla="*/ 85 h 281"/>
                <a:gd name="T18" fmla="*/ 241 w 270"/>
                <a:gd name="T19" fmla="*/ 103 h 281"/>
                <a:gd name="T20" fmla="*/ 241 w 270"/>
                <a:gd name="T21" fmla="*/ 118 h 281"/>
                <a:gd name="T22" fmla="*/ 233 w 270"/>
                <a:gd name="T23" fmla="*/ 140 h 281"/>
                <a:gd name="T24" fmla="*/ 226 w 270"/>
                <a:gd name="T25" fmla="*/ 152 h 281"/>
                <a:gd name="T26" fmla="*/ 211 w 270"/>
                <a:gd name="T27" fmla="*/ 170 h 281"/>
                <a:gd name="T28" fmla="*/ 208 w 270"/>
                <a:gd name="T29" fmla="*/ 185 h 281"/>
                <a:gd name="T30" fmla="*/ 200 w 270"/>
                <a:gd name="T31" fmla="*/ 207 h 281"/>
                <a:gd name="T32" fmla="*/ 189 w 270"/>
                <a:gd name="T33" fmla="*/ 207 h 281"/>
                <a:gd name="T34" fmla="*/ 189 w 270"/>
                <a:gd name="T35" fmla="*/ 218 h 281"/>
                <a:gd name="T36" fmla="*/ 204 w 270"/>
                <a:gd name="T37" fmla="*/ 222 h 281"/>
                <a:gd name="T38" fmla="*/ 211 w 270"/>
                <a:gd name="T39" fmla="*/ 233 h 281"/>
                <a:gd name="T40" fmla="*/ 222 w 270"/>
                <a:gd name="T41" fmla="*/ 248 h 281"/>
                <a:gd name="T42" fmla="*/ 208 w 270"/>
                <a:gd name="T43" fmla="*/ 267 h 281"/>
                <a:gd name="T44" fmla="*/ 200 w 270"/>
                <a:gd name="T45" fmla="*/ 274 h 281"/>
                <a:gd name="T46" fmla="*/ 182 w 270"/>
                <a:gd name="T47" fmla="*/ 278 h 281"/>
                <a:gd name="T48" fmla="*/ 174 w 270"/>
                <a:gd name="T49" fmla="*/ 281 h 281"/>
                <a:gd name="T50" fmla="*/ 159 w 270"/>
                <a:gd name="T51" fmla="*/ 278 h 281"/>
                <a:gd name="T52" fmla="*/ 152 w 270"/>
                <a:gd name="T53" fmla="*/ 281 h 281"/>
                <a:gd name="T54" fmla="*/ 145 w 270"/>
                <a:gd name="T55" fmla="*/ 278 h 281"/>
                <a:gd name="T56" fmla="*/ 137 w 270"/>
                <a:gd name="T57" fmla="*/ 270 h 281"/>
                <a:gd name="T58" fmla="*/ 126 w 270"/>
                <a:gd name="T59" fmla="*/ 263 h 281"/>
                <a:gd name="T60" fmla="*/ 119 w 270"/>
                <a:gd name="T61" fmla="*/ 267 h 281"/>
                <a:gd name="T62" fmla="*/ 108 w 270"/>
                <a:gd name="T63" fmla="*/ 270 h 281"/>
                <a:gd name="T64" fmla="*/ 96 w 270"/>
                <a:gd name="T65" fmla="*/ 263 h 281"/>
                <a:gd name="T66" fmla="*/ 89 w 270"/>
                <a:gd name="T67" fmla="*/ 255 h 281"/>
                <a:gd name="T68" fmla="*/ 78 w 270"/>
                <a:gd name="T69" fmla="*/ 244 h 281"/>
                <a:gd name="T70" fmla="*/ 74 w 270"/>
                <a:gd name="T71" fmla="*/ 237 h 281"/>
                <a:gd name="T72" fmla="*/ 63 w 270"/>
                <a:gd name="T73" fmla="*/ 226 h 281"/>
                <a:gd name="T74" fmla="*/ 56 w 270"/>
                <a:gd name="T75" fmla="*/ 222 h 281"/>
                <a:gd name="T76" fmla="*/ 52 w 270"/>
                <a:gd name="T77" fmla="*/ 215 h 281"/>
                <a:gd name="T78" fmla="*/ 37 w 270"/>
                <a:gd name="T79" fmla="*/ 207 h 281"/>
                <a:gd name="T80" fmla="*/ 33 w 270"/>
                <a:gd name="T81" fmla="*/ 204 h 281"/>
                <a:gd name="T82" fmla="*/ 26 w 270"/>
                <a:gd name="T83" fmla="*/ 192 h 281"/>
                <a:gd name="T84" fmla="*/ 19 w 270"/>
                <a:gd name="T85" fmla="*/ 174 h 281"/>
                <a:gd name="T86" fmla="*/ 15 w 270"/>
                <a:gd name="T87" fmla="*/ 166 h 281"/>
                <a:gd name="T88" fmla="*/ 8 w 270"/>
                <a:gd name="T89" fmla="*/ 155 h 281"/>
                <a:gd name="T90" fmla="*/ 8 w 270"/>
                <a:gd name="T91" fmla="*/ 144 h 281"/>
                <a:gd name="T92" fmla="*/ 0 w 270"/>
                <a:gd name="T93" fmla="*/ 140 h 281"/>
                <a:gd name="T94" fmla="*/ 4 w 270"/>
                <a:gd name="T95" fmla="*/ 126 h 281"/>
                <a:gd name="T96" fmla="*/ 8 w 270"/>
                <a:gd name="T97" fmla="*/ 115 h 281"/>
                <a:gd name="T98" fmla="*/ 15 w 270"/>
                <a:gd name="T99" fmla="*/ 100 h 281"/>
                <a:gd name="T100" fmla="*/ 33 w 270"/>
                <a:gd name="T101" fmla="*/ 96 h 281"/>
                <a:gd name="T102" fmla="*/ 45 w 270"/>
                <a:gd name="T103" fmla="*/ 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70" h="281">
                  <a:moveTo>
                    <a:pt x="45" y="0"/>
                  </a:moveTo>
                  <a:lnTo>
                    <a:pt x="241" y="0"/>
                  </a:lnTo>
                  <a:lnTo>
                    <a:pt x="241" y="0"/>
                  </a:lnTo>
                  <a:lnTo>
                    <a:pt x="241" y="3"/>
                  </a:lnTo>
                  <a:lnTo>
                    <a:pt x="241" y="3"/>
                  </a:lnTo>
                  <a:lnTo>
                    <a:pt x="241" y="3"/>
                  </a:lnTo>
                  <a:lnTo>
                    <a:pt x="241" y="3"/>
                  </a:lnTo>
                  <a:lnTo>
                    <a:pt x="241" y="3"/>
                  </a:lnTo>
                  <a:lnTo>
                    <a:pt x="241" y="7"/>
                  </a:lnTo>
                  <a:lnTo>
                    <a:pt x="245" y="11"/>
                  </a:lnTo>
                  <a:lnTo>
                    <a:pt x="248" y="14"/>
                  </a:lnTo>
                  <a:lnTo>
                    <a:pt x="248" y="14"/>
                  </a:lnTo>
                  <a:lnTo>
                    <a:pt x="245" y="14"/>
                  </a:lnTo>
                  <a:lnTo>
                    <a:pt x="245" y="14"/>
                  </a:lnTo>
                  <a:lnTo>
                    <a:pt x="245" y="11"/>
                  </a:lnTo>
                  <a:lnTo>
                    <a:pt x="245" y="14"/>
                  </a:lnTo>
                  <a:lnTo>
                    <a:pt x="245" y="14"/>
                  </a:lnTo>
                  <a:lnTo>
                    <a:pt x="248" y="25"/>
                  </a:lnTo>
                  <a:lnTo>
                    <a:pt x="248" y="33"/>
                  </a:lnTo>
                  <a:lnTo>
                    <a:pt x="248" y="37"/>
                  </a:lnTo>
                  <a:lnTo>
                    <a:pt x="252" y="44"/>
                  </a:lnTo>
                  <a:lnTo>
                    <a:pt x="252" y="48"/>
                  </a:lnTo>
                  <a:lnTo>
                    <a:pt x="256" y="48"/>
                  </a:lnTo>
                  <a:lnTo>
                    <a:pt x="263" y="55"/>
                  </a:lnTo>
                  <a:lnTo>
                    <a:pt x="263" y="55"/>
                  </a:lnTo>
                  <a:lnTo>
                    <a:pt x="267" y="55"/>
                  </a:lnTo>
                  <a:lnTo>
                    <a:pt x="270" y="59"/>
                  </a:lnTo>
                  <a:lnTo>
                    <a:pt x="270" y="59"/>
                  </a:lnTo>
                  <a:lnTo>
                    <a:pt x="270" y="59"/>
                  </a:lnTo>
                  <a:lnTo>
                    <a:pt x="270" y="63"/>
                  </a:lnTo>
                  <a:lnTo>
                    <a:pt x="267" y="66"/>
                  </a:lnTo>
                  <a:lnTo>
                    <a:pt x="263" y="66"/>
                  </a:lnTo>
                  <a:lnTo>
                    <a:pt x="263" y="66"/>
                  </a:lnTo>
                  <a:lnTo>
                    <a:pt x="259" y="66"/>
                  </a:lnTo>
                  <a:lnTo>
                    <a:pt x="256" y="70"/>
                  </a:lnTo>
                  <a:lnTo>
                    <a:pt x="252" y="70"/>
                  </a:lnTo>
                  <a:lnTo>
                    <a:pt x="252" y="70"/>
                  </a:lnTo>
                  <a:lnTo>
                    <a:pt x="256" y="74"/>
                  </a:lnTo>
                  <a:lnTo>
                    <a:pt x="252" y="74"/>
                  </a:lnTo>
                  <a:lnTo>
                    <a:pt x="248" y="74"/>
                  </a:lnTo>
                  <a:lnTo>
                    <a:pt x="248" y="74"/>
                  </a:lnTo>
                  <a:lnTo>
                    <a:pt x="248" y="77"/>
                  </a:lnTo>
                  <a:lnTo>
                    <a:pt x="245" y="81"/>
                  </a:lnTo>
                  <a:lnTo>
                    <a:pt x="248" y="81"/>
                  </a:lnTo>
                  <a:lnTo>
                    <a:pt x="248" y="85"/>
                  </a:lnTo>
                  <a:lnTo>
                    <a:pt x="248" y="85"/>
                  </a:lnTo>
                  <a:lnTo>
                    <a:pt x="245" y="89"/>
                  </a:lnTo>
                  <a:lnTo>
                    <a:pt x="245" y="96"/>
                  </a:lnTo>
                  <a:lnTo>
                    <a:pt x="241" y="100"/>
                  </a:lnTo>
                  <a:lnTo>
                    <a:pt x="241" y="103"/>
                  </a:lnTo>
                  <a:lnTo>
                    <a:pt x="241" y="103"/>
                  </a:lnTo>
                  <a:lnTo>
                    <a:pt x="237" y="107"/>
                  </a:lnTo>
                  <a:lnTo>
                    <a:pt x="241" y="115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22"/>
                  </a:lnTo>
                  <a:lnTo>
                    <a:pt x="241" y="129"/>
                  </a:lnTo>
                  <a:lnTo>
                    <a:pt x="233" y="137"/>
                  </a:lnTo>
                  <a:lnTo>
                    <a:pt x="233" y="140"/>
                  </a:lnTo>
                  <a:lnTo>
                    <a:pt x="233" y="140"/>
                  </a:lnTo>
                  <a:lnTo>
                    <a:pt x="230" y="140"/>
                  </a:lnTo>
                  <a:lnTo>
                    <a:pt x="230" y="144"/>
                  </a:lnTo>
                  <a:lnTo>
                    <a:pt x="226" y="148"/>
                  </a:lnTo>
                  <a:lnTo>
                    <a:pt x="226" y="152"/>
                  </a:lnTo>
                  <a:lnTo>
                    <a:pt x="219" y="155"/>
                  </a:lnTo>
                  <a:lnTo>
                    <a:pt x="219" y="159"/>
                  </a:lnTo>
                  <a:lnTo>
                    <a:pt x="215" y="170"/>
                  </a:lnTo>
                  <a:lnTo>
                    <a:pt x="211" y="170"/>
                  </a:lnTo>
                  <a:lnTo>
                    <a:pt x="211" y="170"/>
                  </a:lnTo>
                  <a:lnTo>
                    <a:pt x="211" y="170"/>
                  </a:lnTo>
                  <a:lnTo>
                    <a:pt x="208" y="178"/>
                  </a:lnTo>
                  <a:lnTo>
                    <a:pt x="208" y="178"/>
                  </a:lnTo>
                  <a:lnTo>
                    <a:pt x="208" y="181"/>
                  </a:lnTo>
                  <a:lnTo>
                    <a:pt x="208" y="185"/>
                  </a:lnTo>
                  <a:lnTo>
                    <a:pt x="204" y="189"/>
                  </a:lnTo>
                  <a:lnTo>
                    <a:pt x="204" y="192"/>
                  </a:lnTo>
                  <a:lnTo>
                    <a:pt x="204" y="196"/>
                  </a:lnTo>
                  <a:lnTo>
                    <a:pt x="204" y="204"/>
                  </a:lnTo>
                  <a:lnTo>
                    <a:pt x="200" y="207"/>
                  </a:lnTo>
                  <a:lnTo>
                    <a:pt x="200" y="207"/>
                  </a:lnTo>
                  <a:lnTo>
                    <a:pt x="196" y="207"/>
                  </a:lnTo>
                  <a:lnTo>
                    <a:pt x="196" y="207"/>
                  </a:lnTo>
                  <a:lnTo>
                    <a:pt x="193" y="207"/>
                  </a:lnTo>
                  <a:lnTo>
                    <a:pt x="189" y="207"/>
                  </a:lnTo>
                  <a:lnTo>
                    <a:pt x="189" y="211"/>
                  </a:lnTo>
                  <a:lnTo>
                    <a:pt x="189" y="211"/>
                  </a:lnTo>
                  <a:lnTo>
                    <a:pt x="185" y="215"/>
                  </a:lnTo>
                  <a:lnTo>
                    <a:pt x="185" y="215"/>
                  </a:lnTo>
                  <a:lnTo>
                    <a:pt x="189" y="218"/>
                  </a:lnTo>
                  <a:lnTo>
                    <a:pt x="196" y="215"/>
                  </a:lnTo>
                  <a:lnTo>
                    <a:pt x="196" y="218"/>
                  </a:lnTo>
                  <a:lnTo>
                    <a:pt x="200" y="222"/>
                  </a:lnTo>
                  <a:lnTo>
                    <a:pt x="200" y="222"/>
                  </a:lnTo>
                  <a:lnTo>
                    <a:pt x="204" y="222"/>
                  </a:lnTo>
                  <a:lnTo>
                    <a:pt x="204" y="230"/>
                  </a:lnTo>
                  <a:lnTo>
                    <a:pt x="208" y="230"/>
                  </a:lnTo>
                  <a:lnTo>
                    <a:pt x="208" y="230"/>
                  </a:lnTo>
                  <a:lnTo>
                    <a:pt x="211" y="233"/>
                  </a:lnTo>
                  <a:lnTo>
                    <a:pt x="211" y="233"/>
                  </a:lnTo>
                  <a:lnTo>
                    <a:pt x="215" y="233"/>
                  </a:lnTo>
                  <a:lnTo>
                    <a:pt x="215" y="237"/>
                  </a:lnTo>
                  <a:lnTo>
                    <a:pt x="219" y="241"/>
                  </a:lnTo>
                  <a:lnTo>
                    <a:pt x="219" y="244"/>
                  </a:lnTo>
                  <a:lnTo>
                    <a:pt x="222" y="248"/>
                  </a:lnTo>
                  <a:lnTo>
                    <a:pt x="222" y="252"/>
                  </a:lnTo>
                  <a:lnTo>
                    <a:pt x="215" y="259"/>
                  </a:lnTo>
                  <a:lnTo>
                    <a:pt x="211" y="263"/>
                  </a:lnTo>
                  <a:lnTo>
                    <a:pt x="211" y="263"/>
                  </a:lnTo>
                  <a:lnTo>
                    <a:pt x="208" y="267"/>
                  </a:lnTo>
                  <a:lnTo>
                    <a:pt x="208" y="267"/>
                  </a:lnTo>
                  <a:lnTo>
                    <a:pt x="204" y="267"/>
                  </a:lnTo>
                  <a:lnTo>
                    <a:pt x="204" y="270"/>
                  </a:lnTo>
                  <a:lnTo>
                    <a:pt x="204" y="270"/>
                  </a:lnTo>
                  <a:lnTo>
                    <a:pt x="200" y="274"/>
                  </a:lnTo>
                  <a:lnTo>
                    <a:pt x="196" y="274"/>
                  </a:lnTo>
                  <a:lnTo>
                    <a:pt x="193" y="278"/>
                  </a:lnTo>
                  <a:lnTo>
                    <a:pt x="189" y="274"/>
                  </a:lnTo>
                  <a:lnTo>
                    <a:pt x="185" y="274"/>
                  </a:lnTo>
                  <a:lnTo>
                    <a:pt x="182" y="278"/>
                  </a:lnTo>
                  <a:lnTo>
                    <a:pt x="178" y="278"/>
                  </a:lnTo>
                  <a:lnTo>
                    <a:pt x="178" y="278"/>
                  </a:lnTo>
                  <a:lnTo>
                    <a:pt x="174" y="278"/>
                  </a:lnTo>
                  <a:lnTo>
                    <a:pt x="174" y="278"/>
                  </a:lnTo>
                  <a:lnTo>
                    <a:pt x="174" y="281"/>
                  </a:lnTo>
                  <a:lnTo>
                    <a:pt x="170" y="281"/>
                  </a:lnTo>
                  <a:lnTo>
                    <a:pt x="167" y="281"/>
                  </a:lnTo>
                  <a:lnTo>
                    <a:pt x="167" y="278"/>
                  </a:lnTo>
                  <a:lnTo>
                    <a:pt x="163" y="278"/>
                  </a:lnTo>
                  <a:lnTo>
                    <a:pt x="159" y="278"/>
                  </a:lnTo>
                  <a:lnTo>
                    <a:pt x="156" y="278"/>
                  </a:lnTo>
                  <a:lnTo>
                    <a:pt x="152" y="274"/>
                  </a:lnTo>
                  <a:lnTo>
                    <a:pt x="152" y="278"/>
                  </a:lnTo>
                  <a:lnTo>
                    <a:pt x="152" y="278"/>
                  </a:lnTo>
                  <a:lnTo>
                    <a:pt x="152" y="281"/>
                  </a:lnTo>
                  <a:lnTo>
                    <a:pt x="152" y="281"/>
                  </a:lnTo>
                  <a:lnTo>
                    <a:pt x="152" y="281"/>
                  </a:lnTo>
                  <a:lnTo>
                    <a:pt x="148" y="281"/>
                  </a:lnTo>
                  <a:lnTo>
                    <a:pt x="145" y="281"/>
                  </a:lnTo>
                  <a:lnTo>
                    <a:pt x="145" y="278"/>
                  </a:lnTo>
                  <a:lnTo>
                    <a:pt x="145" y="278"/>
                  </a:lnTo>
                  <a:lnTo>
                    <a:pt x="145" y="274"/>
                  </a:lnTo>
                  <a:lnTo>
                    <a:pt x="141" y="274"/>
                  </a:lnTo>
                  <a:lnTo>
                    <a:pt x="141" y="270"/>
                  </a:lnTo>
                  <a:lnTo>
                    <a:pt x="137" y="270"/>
                  </a:lnTo>
                  <a:lnTo>
                    <a:pt x="137" y="270"/>
                  </a:lnTo>
                  <a:lnTo>
                    <a:pt x="133" y="267"/>
                  </a:lnTo>
                  <a:lnTo>
                    <a:pt x="130" y="263"/>
                  </a:lnTo>
                  <a:lnTo>
                    <a:pt x="130" y="263"/>
                  </a:lnTo>
                  <a:lnTo>
                    <a:pt x="126" y="263"/>
                  </a:lnTo>
                  <a:lnTo>
                    <a:pt x="126" y="263"/>
                  </a:lnTo>
                  <a:lnTo>
                    <a:pt x="122" y="267"/>
                  </a:lnTo>
                  <a:lnTo>
                    <a:pt x="119" y="267"/>
                  </a:lnTo>
                  <a:lnTo>
                    <a:pt x="119" y="267"/>
                  </a:lnTo>
                  <a:lnTo>
                    <a:pt x="119" y="267"/>
                  </a:lnTo>
                  <a:lnTo>
                    <a:pt x="115" y="267"/>
                  </a:lnTo>
                  <a:lnTo>
                    <a:pt x="111" y="267"/>
                  </a:lnTo>
                  <a:lnTo>
                    <a:pt x="111" y="267"/>
                  </a:lnTo>
                  <a:lnTo>
                    <a:pt x="108" y="270"/>
                  </a:lnTo>
                  <a:lnTo>
                    <a:pt x="108" y="270"/>
                  </a:lnTo>
                  <a:lnTo>
                    <a:pt x="104" y="267"/>
                  </a:lnTo>
                  <a:lnTo>
                    <a:pt x="100" y="267"/>
                  </a:lnTo>
                  <a:lnTo>
                    <a:pt x="100" y="263"/>
                  </a:lnTo>
                  <a:lnTo>
                    <a:pt x="96" y="263"/>
                  </a:lnTo>
                  <a:lnTo>
                    <a:pt x="96" y="263"/>
                  </a:lnTo>
                  <a:lnTo>
                    <a:pt x="93" y="259"/>
                  </a:lnTo>
                  <a:lnTo>
                    <a:pt x="93" y="259"/>
                  </a:lnTo>
                  <a:lnTo>
                    <a:pt x="93" y="259"/>
                  </a:lnTo>
                  <a:lnTo>
                    <a:pt x="93" y="255"/>
                  </a:lnTo>
                  <a:lnTo>
                    <a:pt x="89" y="255"/>
                  </a:lnTo>
                  <a:lnTo>
                    <a:pt x="89" y="252"/>
                  </a:lnTo>
                  <a:lnTo>
                    <a:pt x="85" y="248"/>
                  </a:lnTo>
                  <a:lnTo>
                    <a:pt x="89" y="248"/>
                  </a:lnTo>
                  <a:lnTo>
                    <a:pt x="85" y="244"/>
                  </a:lnTo>
                  <a:lnTo>
                    <a:pt x="78" y="244"/>
                  </a:lnTo>
                  <a:lnTo>
                    <a:pt x="78" y="244"/>
                  </a:lnTo>
                  <a:lnTo>
                    <a:pt x="78" y="241"/>
                  </a:lnTo>
                  <a:lnTo>
                    <a:pt x="78" y="241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1" y="233"/>
                  </a:lnTo>
                  <a:lnTo>
                    <a:pt x="71" y="230"/>
                  </a:lnTo>
                  <a:lnTo>
                    <a:pt x="67" y="226"/>
                  </a:lnTo>
                  <a:lnTo>
                    <a:pt x="63" y="230"/>
                  </a:lnTo>
                  <a:lnTo>
                    <a:pt x="63" y="226"/>
                  </a:lnTo>
                  <a:lnTo>
                    <a:pt x="59" y="226"/>
                  </a:lnTo>
                  <a:lnTo>
                    <a:pt x="59" y="226"/>
                  </a:lnTo>
                  <a:lnTo>
                    <a:pt x="56" y="222"/>
                  </a:lnTo>
                  <a:lnTo>
                    <a:pt x="56" y="222"/>
                  </a:lnTo>
                  <a:lnTo>
                    <a:pt x="56" y="222"/>
                  </a:lnTo>
                  <a:lnTo>
                    <a:pt x="59" y="218"/>
                  </a:lnTo>
                  <a:lnTo>
                    <a:pt x="59" y="218"/>
                  </a:lnTo>
                  <a:lnTo>
                    <a:pt x="56" y="215"/>
                  </a:lnTo>
                  <a:lnTo>
                    <a:pt x="56" y="215"/>
                  </a:lnTo>
                  <a:lnTo>
                    <a:pt x="52" y="215"/>
                  </a:lnTo>
                  <a:lnTo>
                    <a:pt x="52" y="211"/>
                  </a:lnTo>
                  <a:lnTo>
                    <a:pt x="48" y="211"/>
                  </a:lnTo>
                  <a:lnTo>
                    <a:pt x="45" y="211"/>
                  </a:lnTo>
                  <a:lnTo>
                    <a:pt x="41" y="211"/>
                  </a:lnTo>
                  <a:lnTo>
                    <a:pt x="37" y="207"/>
                  </a:lnTo>
                  <a:lnTo>
                    <a:pt x="37" y="204"/>
                  </a:lnTo>
                  <a:lnTo>
                    <a:pt x="41" y="204"/>
                  </a:lnTo>
                  <a:lnTo>
                    <a:pt x="37" y="200"/>
                  </a:lnTo>
                  <a:lnTo>
                    <a:pt x="33" y="200"/>
                  </a:lnTo>
                  <a:lnTo>
                    <a:pt x="33" y="204"/>
                  </a:lnTo>
                  <a:lnTo>
                    <a:pt x="26" y="204"/>
                  </a:lnTo>
                  <a:lnTo>
                    <a:pt x="26" y="200"/>
                  </a:lnTo>
                  <a:lnTo>
                    <a:pt x="26" y="196"/>
                  </a:lnTo>
                  <a:lnTo>
                    <a:pt x="26" y="192"/>
                  </a:lnTo>
                  <a:lnTo>
                    <a:pt x="26" y="192"/>
                  </a:lnTo>
                  <a:lnTo>
                    <a:pt x="30" y="189"/>
                  </a:lnTo>
                  <a:lnTo>
                    <a:pt x="26" y="185"/>
                  </a:lnTo>
                  <a:lnTo>
                    <a:pt x="22" y="181"/>
                  </a:lnTo>
                  <a:lnTo>
                    <a:pt x="19" y="174"/>
                  </a:lnTo>
                  <a:lnTo>
                    <a:pt x="19" y="174"/>
                  </a:lnTo>
                  <a:lnTo>
                    <a:pt x="15" y="170"/>
                  </a:lnTo>
                  <a:lnTo>
                    <a:pt x="15" y="170"/>
                  </a:lnTo>
                  <a:lnTo>
                    <a:pt x="15" y="170"/>
                  </a:lnTo>
                  <a:lnTo>
                    <a:pt x="15" y="166"/>
                  </a:lnTo>
                  <a:lnTo>
                    <a:pt x="15" y="166"/>
                  </a:lnTo>
                  <a:lnTo>
                    <a:pt x="15" y="163"/>
                  </a:lnTo>
                  <a:lnTo>
                    <a:pt x="15" y="163"/>
                  </a:lnTo>
                  <a:lnTo>
                    <a:pt x="15" y="159"/>
                  </a:lnTo>
                  <a:lnTo>
                    <a:pt x="8" y="159"/>
                  </a:lnTo>
                  <a:lnTo>
                    <a:pt x="8" y="155"/>
                  </a:lnTo>
                  <a:lnTo>
                    <a:pt x="8" y="152"/>
                  </a:lnTo>
                  <a:lnTo>
                    <a:pt x="8" y="148"/>
                  </a:lnTo>
                  <a:lnTo>
                    <a:pt x="8" y="148"/>
                  </a:lnTo>
                  <a:lnTo>
                    <a:pt x="4" y="144"/>
                  </a:lnTo>
                  <a:lnTo>
                    <a:pt x="8" y="144"/>
                  </a:lnTo>
                  <a:lnTo>
                    <a:pt x="8" y="140"/>
                  </a:lnTo>
                  <a:lnTo>
                    <a:pt x="4" y="140"/>
                  </a:lnTo>
                  <a:lnTo>
                    <a:pt x="0" y="144"/>
                  </a:lnTo>
                  <a:lnTo>
                    <a:pt x="0" y="144"/>
                  </a:lnTo>
                  <a:lnTo>
                    <a:pt x="0" y="140"/>
                  </a:lnTo>
                  <a:lnTo>
                    <a:pt x="4" y="133"/>
                  </a:lnTo>
                  <a:lnTo>
                    <a:pt x="8" y="133"/>
                  </a:lnTo>
                  <a:lnTo>
                    <a:pt x="8" y="129"/>
                  </a:lnTo>
                  <a:lnTo>
                    <a:pt x="4" y="126"/>
                  </a:lnTo>
                  <a:lnTo>
                    <a:pt x="4" y="126"/>
                  </a:lnTo>
                  <a:lnTo>
                    <a:pt x="8" y="122"/>
                  </a:lnTo>
                  <a:lnTo>
                    <a:pt x="8" y="118"/>
                  </a:lnTo>
                  <a:lnTo>
                    <a:pt x="8" y="118"/>
                  </a:lnTo>
                  <a:lnTo>
                    <a:pt x="8" y="115"/>
                  </a:lnTo>
                  <a:lnTo>
                    <a:pt x="8" y="115"/>
                  </a:lnTo>
                  <a:lnTo>
                    <a:pt x="11" y="115"/>
                  </a:lnTo>
                  <a:lnTo>
                    <a:pt x="15" y="107"/>
                  </a:lnTo>
                  <a:lnTo>
                    <a:pt x="19" y="103"/>
                  </a:lnTo>
                  <a:lnTo>
                    <a:pt x="15" y="103"/>
                  </a:lnTo>
                  <a:lnTo>
                    <a:pt x="15" y="100"/>
                  </a:lnTo>
                  <a:lnTo>
                    <a:pt x="19" y="96"/>
                  </a:lnTo>
                  <a:lnTo>
                    <a:pt x="22" y="96"/>
                  </a:lnTo>
                  <a:lnTo>
                    <a:pt x="26" y="96"/>
                  </a:lnTo>
                  <a:lnTo>
                    <a:pt x="30" y="96"/>
                  </a:lnTo>
                  <a:lnTo>
                    <a:pt x="33" y="96"/>
                  </a:lnTo>
                  <a:lnTo>
                    <a:pt x="30" y="37"/>
                  </a:lnTo>
                  <a:lnTo>
                    <a:pt x="30" y="37"/>
                  </a:lnTo>
                  <a:lnTo>
                    <a:pt x="30" y="29"/>
                  </a:lnTo>
                  <a:lnTo>
                    <a:pt x="48" y="29"/>
                  </a:lnTo>
                  <a:lnTo>
                    <a:pt x="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2" name="Freeform 100"/>
            <p:cNvSpPr/>
            <p:nvPr/>
          </p:nvSpPr>
          <p:spPr bwMode="auto">
            <a:xfrm>
              <a:off x="4992947" y="2885191"/>
              <a:ext cx="324231" cy="223874"/>
            </a:xfrm>
            <a:custGeom>
              <a:avLst/>
              <a:gdLst>
                <a:gd name="T0" fmla="*/ 34 w 252"/>
                <a:gd name="T1" fmla="*/ 137 h 174"/>
                <a:gd name="T2" fmla="*/ 30 w 252"/>
                <a:gd name="T3" fmla="*/ 126 h 174"/>
                <a:gd name="T4" fmla="*/ 23 w 252"/>
                <a:gd name="T5" fmla="*/ 123 h 174"/>
                <a:gd name="T6" fmla="*/ 19 w 252"/>
                <a:gd name="T7" fmla="*/ 115 h 174"/>
                <a:gd name="T8" fmla="*/ 11 w 252"/>
                <a:gd name="T9" fmla="*/ 111 h 174"/>
                <a:gd name="T10" fmla="*/ 0 w 252"/>
                <a:gd name="T11" fmla="*/ 108 h 174"/>
                <a:gd name="T12" fmla="*/ 4 w 252"/>
                <a:gd name="T13" fmla="*/ 104 h 174"/>
                <a:gd name="T14" fmla="*/ 11 w 252"/>
                <a:gd name="T15" fmla="*/ 100 h 174"/>
                <a:gd name="T16" fmla="*/ 15 w 252"/>
                <a:gd name="T17" fmla="*/ 100 h 174"/>
                <a:gd name="T18" fmla="*/ 19 w 252"/>
                <a:gd name="T19" fmla="*/ 85 h 174"/>
                <a:gd name="T20" fmla="*/ 23 w 252"/>
                <a:gd name="T21" fmla="*/ 74 h 174"/>
                <a:gd name="T22" fmla="*/ 26 w 252"/>
                <a:gd name="T23" fmla="*/ 63 h 174"/>
                <a:gd name="T24" fmla="*/ 30 w 252"/>
                <a:gd name="T25" fmla="*/ 63 h 174"/>
                <a:gd name="T26" fmla="*/ 41 w 252"/>
                <a:gd name="T27" fmla="*/ 45 h 174"/>
                <a:gd name="T28" fmla="*/ 45 w 252"/>
                <a:gd name="T29" fmla="*/ 33 h 174"/>
                <a:gd name="T30" fmla="*/ 48 w 252"/>
                <a:gd name="T31" fmla="*/ 30 h 174"/>
                <a:gd name="T32" fmla="*/ 56 w 252"/>
                <a:gd name="T33" fmla="*/ 11 h 174"/>
                <a:gd name="T34" fmla="*/ 63 w 252"/>
                <a:gd name="T35" fmla="*/ 11 h 174"/>
                <a:gd name="T36" fmla="*/ 71 w 252"/>
                <a:gd name="T37" fmla="*/ 0 h 174"/>
                <a:gd name="T38" fmla="*/ 82 w 252"/>
                <a:gd name="T39" fmla="*/ 8 h 174"/>
                <a:gd name="T40" fmla="*/ 89 w 252"/>
                <a:gd name="T41" fmla="*/ 4 h 174"/>
                <a:gd name="T42" fmla="*/ 97 w 252"/>
                <a:gd name="T43" fmla="*/ 4 h 174"/>
                <a:gd name="T44" fmla="*/ 104 w 252"/>
                <a:gd name="T45" fmla="*/ 8 h 174"/>
                <a:gd name="T46" fmla="*/ 115 w 252"/>
                <a:gd name="T47" fmla="*/ 11 h 174"/>
                <a:gd name="T48" fmla="*/ 126 w 252"/>
                <a:gd name="T49" fmla="*/ 19 h 174"/>
                <a:gd name="T50" fmla="*/ 130 w 252"/>
                <a:gd name="T51" fmla="*/ 22 h 174"/>
                <a:gd name="T52" fmla="*/ 141 w 252"/>
                <a:gd name="T53" fmla="*/ 26 h 174"/>
                <a:gd name="T54" fmla="*/ 145 w 252"/>
                <a:gd name="T55" fmla="*/ 37 h 174"/>
                <a:gd name="T56" fmla="*/ 148 w 252"/>
                <a:gd name="T57" fmla="*/ 41 h 174"/>
                <a:gd name="T58" fmla="*/ 148 w 252"/>
                <a:gd name="T59" fmla="*/ 52 h 174"/>
                <a:gd name="T60" fmla="*/ 145 w 252"/>
                <a:gd name="T61" fmla="*/ 63 h 174"/>
                <a:gd name="T62" fmla="*/ 156 w 252"/>
                <a:gd name="T63" fmla="*/ 59 h 174"/>
                <a:gd name="T64" fmla="*/ 160 w 252"/>
                <a:gd name="T65" fmla="*/ 63 h 174"/>
                <a:gd name="T66" fmla="*/ 171 w 252"/>
                <a:gd name="T67" fmla="*/ 78 h 174"/>
                <a:gd name="T68" fmla="*/ 178 w 252"/>
                <a:gd name="T69" fmla="*/ 89 h 174"/>
                <a:gd name="T70" fmla="*/ 252 w 252"/>
                <a:gd name="T71" fmla="*/ 104 h 174"/>
                <a:gd name="T72" fmla="*/ 178 w 252"/>
                <a:gd name="T73" fmla="*/ 152 h 174"/>
                <a:gd name="T74" fmla="*/ 171 w 252"/>
                <a:gd name="T75" fmla="*/ 156 h 174"/>
                <a:gd name="T76" fmla="*/ 160 w 252"/>
                <a:gd name="T77" fmla="*/ 163 h 174"/>
                <a:gd name="T78" fmla="*/ 148 w 252"/>
                <a:gd name="T79" fmla="*/ 167 h 174"/>
                <a:gd name="T80" fmla="*/ 137 w 252"/>
                <a:gd name="T81" fmla="*/ 167 h 174"/>
                <a:gd name="T82" fmla="*/ 130 w 252"/>
                <a:gd name="T83" fmla="*/ 163 h 174"/>
                <a:gd name="T84" fmla="*/ 119 w 252"/>
                <a:gd name="T85" fmla="*/ 163 h 174"/>
                <a:gd name="T86" fmla="*/ 108 w 252"/>
                <a:gd name="T87" fmla="*/ 174 h 174"/>
                <a:gd name="T88" fmla="*/ 100 w 252"/>
                <a:gd name="T89" fmla="*/ 174 h 174"/>
                <a:gd name="T90" fmla="*/ 85 w 252"/>
                <a:gd name="T91" fmla="*/ 171 h 174"/>
                <a:gd name="T92" fmla="*/ 78 w 252"/>
                <a:gd name="T93" fmla="*/ 167 h 174"/>
                <a:gd name="T94" fmla="*/ 60 w 252"/>
                <a:gd name="T95" fmla="*/ 160 h 174"/>
                <a:gd name="T96" fmla="*/ 48 w 252"/>
                <a:gd name="T97" fmla="*/ 160 h 174"/>
                <a:gd name="T98" fmla="*/ 45 w 252"/>
                <a:gd name="T99" fmla="*/ 145 h 174"/>
                <a:gd name="T100" fmla="*/ 37 w 252"/>
                <a:gd name="T101" fmla="*/ 145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52" h="174">
                  <a:moveTo>
                    <a:pt x="37" y="145"/>
                  </a:moveTo>
                  <a:lnTo>
                    <a:pt x="37" y="141"/>
                  </a:lnTo>
                  <a:lnTo>
                    <a:pt x="34" y="137"/>
                  </a:lnTo>
                  <a:lnTo>
                    <a:pt x="34" y="134"/>
                  </a:lnTo>
                  <a:lnTo>
                    <a:pt x="30" y="130"/>
                  </a:lnTo>
                  <a:lnTo>
                    <a:pt x="30" y="126"/>
                  </a:lnTo>
                  <a:lnTo>
                    <a:pt x="26" y="126"/>
                  </a:lnTo>
                  <a:lnTo>
                    <a:pt x="26" y="126"/>
                  </a:lnTo>
                  <a:lnTo>
                    <a:pt x="23" y="123"/>
                  </a:lnTo>
                  <a:lnTo>
                    <a:pt x="23" y="123"/>
                  </a:lnTo>
                  <a:lnTo>
                    <a:pt x="19" y="123"/>
                  </a:lnTo>
                  <a:lnTo>
                    <a:pt x="19" y="115"/>
                  </a:lnTo>
                  <a:lnTo>
                    <a:pt x="15" y="115"/>
                  </a:lnTo>
                  <a:lnTo>
                    <a:pt x="15" y="115"/>
                  </a:lnTo>
                  <a:lnTo>
                    <a:pt x="11" y="111"/>
                  </a:lnTo>
                  <a:lnTo>
                    <a:pt x="11" y="108"/>
                  </a:lnTo>
                  <a:lnTo>
                    <a:pt x="4" y="111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4" y="104"/>
                  </a:lnTo>
                  <a:lnTo>
                    <a:pt x="4" y="104"/>
                  </a:lnTo>
                  <a:lnTo>
                    <a:pt x="4" y="100"/>
                  </a:lnTo>
                  <a:lnTo>
                    <a:pt x="8" y="100"/>
                  </a:lnTo>
                  <a:lnTo>
                    <a:pt x="11" y="100"/>
                  </a:lnTo>
                  <a:lnTo>
                    <a:pt x="11" y="100"/>
                  </a:lnTo>
                  <a:lnTo>
                    <a:pt x="15" y="100"/>
                  </a:lnTo>
                  <a:lnTo>
                    <a:pt x="15" y="100"/>
                  </a:lnTo>
                  <a:lnTo>
                    <a:pt x="19" y="97"/>
                  </a:lnTo>
                  <a:lnTo>
                    <a:pt x="19" y="89"/>
                  </a:lnTo>
                  <a:lnTo>
                    <a:pt x="19" y="85"/>
                  </a:lnTo>
                  <a:lnTo>
                    <a:pt x="19" y="82"/>
                  </a:lnTo>
                  <a:lnTo>
                    <a:pt x="23" y="78"/>
                  </a:lnTo>
                  <a:lnTo>
                    <a:pt x="23" y="74"/>
                  </a:lnTo>
                  <a:lnTo>
                    <a:pt x="23" y="71"/>
                  </a:lnTo>
                  <a:lnTo>
                    <a:pt x="23" y="71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30" y="63"/>
                  </a:lnTo>
                  <a:lnTo>
                    <a:pt x="34" y="52"/>
                  </a:lnTo>
                  <a:lnTo>
                    <a:pt x="34" y="48"/>
                  </a:lnTo>
                  <a:lnTo>
                    <a:pt x="41" y="45"/>
                  </a:lnTo>
                  <a:lnTo>
                    <a:pt x="41" y="41"/>
                  </a:lnTo>
                  <a:lnTo>
                    <a:pt x="45" y="37"/>
                  </a:lnTo>
                  <a:lnTo>
                    <a:pt x="45" y="33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48" y="30"/>
                  </a:lnTo>
                  <a:lnTo>
                    <a:pt x="56" y="22"/>
                  </a:lnTo>
                  <a:lnTo>
                    <a:pt x="56" y="15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1"/>
                  </a:lnTo>
                  <a:lnTo>
                    <a:pt x="63" y="11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71" y="0"/>
                  </a:lnTo>
                  <a:lnTo>
                    <a:pt x="74" y="4"/>
                  </a:lnTo>
                  <a:lnTo>
                    <a:pt x="74" y="4"/>
                  </a:lnTo>
                  <a:lnTo>
                    <a:pt x="82" y="8"/>
                  </a:lnTo>
                  <a:lnTo>
                    <a:pt x="82" y="8"/>
                  </a:lnTo>
                  <a:lnTo>
                    <a:pt x="85" y="4"/>
                  </a:lnTo>
                  <a:lnTo>
                    <a:pt x="89" y="4"/>
                  </a:lnTo>
                  <a:lnTo>
                    <a:pt x="93" y="4"/>
                  </a:lnTo>
                  <a:lnTo>
                    <a:pt x="93" y="4"/>
                  </a:lnTo>
                  <a:lnTo>
                    <a:pt x="97" y="4"/>
                  </a:lnTo>
                  <a:lnTo>
                    <a:pt x="100" y="8"/>
                  </a:lnTo>
                  <a:lnTo>
                    <a:pt x="100" y="8"/>
                  </a:lnTo>
                  <a:lnTo>
                    <a:pt x="104" y="8"/>
                  </a:lnTo>
                  <a:lnTo>
                    <a:pt x="108" y="8"/>
                  </a:lnTo>
                  <a:lnTo>
                    <a:pt x="111" y="11"/>
                  </a:lnTo>
                  <a:lnTo>
                    <a:pt x="115" y="11"/>
                  </a:lnTo>
                  <a:lnTo>
                    <a:pt x="119" y="15"/>
                  </a:lnTo>
                  <a:lnTo>
                    <a:pt x="119" y="19"/>
                  </a:lnTo>
                  <a:lnTo>
                    <a:pt x="126" y="19"/>
                  </a:lnTo>
                  <a:lnTo>
                    <a:pt x="126" y="19"/>
                  </a:lnTo>
                  <a:lnTo>
                    <a:pt x="130" y="19"/>
                  </a:lnTo>
                  <a:lnTo>
                    <a:pt x="130" y="22"/>
                  </a:lnTo>
                  <a:lnTo>
                    <a:pt x="134" y="22"/>
                  </a:lnTo>
                  <a:lnTo>
                    <a:pt x="137" y="26"/>
                  </a:lnTo>
                  <a:lnTo>
                    <a:pt x="141" y="26"/>
                  </a:lnTo>
                  <a:lnTo>
                    <a:pt x="145" y="33"/>
                  </a:lnTo>
                  <a:lnTo>
                    <a:pt x="145" y="33"/>
                  </a:lnTo>
                  <a:lnTo>
                    <a:pt x="145" y="37"/>
                  </a:lnTo>
                  <a:lnTo>
                    <a:pt x="148" y="37"/>
                  </a:lnTo>
                  <a:lnTo>
                    <a:pt x="152" y="41"/>
                  </a:lnTo>
                  <a:lnTo>
                    <a:pt x="148" y="41"/>
                  </a:lnTo>
                  <a:lnTo>
                    <a:pt x="148" y="45"/>
                  </a:lnTo>
                  <a:lnTo>
                    <a:pt x="148" y="48"/>
                  </a:lnTo>
                  <a:lnTo>
                    <a:pt x="148" y="52"/>
                  </a:lnTo>
                  <a:lnTo>
                    <a:pt x="145" y="56"/>
                  </a:lnTo>
                  <a:lnTo>
                    <a:pt x="145" y="59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52" y="63"/>
                  </a:lnTo>
                  <a:lnTo>
                    <a:pt x="156" y="59"/>
                  </a:lnTo>
                  <a:lnTo>
                    <a:pt x="160" y="59"/>
                  </a:lnTo>
                  <a:lnTo>
                    <a:pt x="163" y="63"/>
                  </a:lnTo>
                  <a:lnTo>
                    <a:pt x="160" y="63"/>
                  </a:lnTo>
                  <a:lnTo>
                    <a:pt x="163" y="71"/>
                  </a:lnTo>
                  <a:lnTo>
                    <a:pt x="167" y="78"/>
                  </a:lnTo>
                  <a:lnTo>
                    <a:pt x="171" y="78"/>
                  </a:lnTo>
                  <a:lnTo>
                    <a:pt x="171" y="82"/>
                  </a:lnTo>
                  <a:lnTo>
                    <a:pt x="171" y="89"/>
                  </a:lnTo>
                  <a:lnTo>
                    <a:pt x="178" y="89"/>
                  </a:lnTo>
                  <a:lnTo>
                    <a:pt x="182" y="93"/>
                  </a:lnTo>
                  <a:lnTo>
                    <a:pt x="230" y="104"/>
                  </a:lnTo>
                  <a:lnTo>
                    <a:pt x="252" y="104"/>
                  </a:lnTo>
                  <a:lnTo>
                    <a:pt x="200" y="152"/>
                  </a:lnTo>
                  <a:lnTo>
                    <a:pt x="189" y="152"/>
                  </a:lnTo>
                  <a:lnTo>
                    <a:pt x="178" y="152"/>
                  </a:lnTo>
                  <a:lnTo>
                    <a:pt x="174" y="152"/>
                  </a:lnTo>
                  <a:lnTo>
                    <a:pt x="174" y="152"/>
                  </a:lnTo>
                  <a:lnTo>
                    <a:pt x="171" y="156"/>
                  </a:lnTo>
                  <a:lnTo>
                    <a:pt x="167" y="160"/>
                  </a:lnTo>
                  <a:lnTo>
                    <a:pt x="163" y="160"/>
                  </a:lnTo>
                  <a:lnTo>
                    <a:pt x="160" y="163"/>
                  </a:lnTo>
                  <a:lnTo>
                    <a:pt x="156" y="163"/>
                  </a:lnTo>
                  <a:lnTo>
                    <a:pt x="148" y="163"/>
                  </a:lnTo>
                  <a:lnTo>
                    <a:pt x="148" y="167"/>
                  </a:lnTo>
                  <a:lnTo>
                    <a:pt x="148" y="167"/>
                  </a:lnTo>
                  <a:lnTo>
                    <a:pt x="145" y="167"/>
                  </a:lnTo>
                  <a:lnTo>
                    <a:pt x="137" y="167"/>
                  </a:lnTo>
                  <a:lnTo>
                    <a:pt x="134" y="167"/>
                  </a:lnTo>
                  <a:lnTo>
                    <a:pt x="134" y="163"/>
                  </a:lnTo>
                  <a:lnTo>
                    <a:pt x="130" y="163"/>
                  </a:lnTo>
                  <a:lnTo>
                    <a:pt x="122" y="163"/>
                  </a:lnTo>
                  <a:lnTo>
                    <a:pt x="122" y="163"/>
                  </a:lnTo>
                  <a:lnTo>
                    <a:pt x="119" y="163"/>
                  </a:lnTo>
                  <a:lnTo>
                    <a:pt x="115" y="167"/>
                  </a:lnTo>
                  <a:lnTo>
                    <a:pt x="115" y="167"/>
                  </a:lnTo>
                  <a:lnTo>
                    <a:pt x="108" y="174"/>
                  </a:lnTo>
                  <a:lnTo>
                    <a:pt x="108" y="174"/>
                  </a:lnTo>
                  <a:lnTo>
                    <a:pt x="104" y="174"/>
                  </a:lnTo>
                  <a:lnTo>
                    <a:pt x="100" y="174"/>
                  </a:lnTo>
                  <a:lnTo>
                    <a:pt x="97" y="174"/>
                  </a:lnTo>
                  <a:lnTo>
                    <a:pt x="93" y="171"/>
                  </a:lnTo>
                  <a:lnTo>
                    <a:pt x="85" y="171"/>
                  </a:lnTo>
                  <a:lnTo>
                    <a:pt x="85" y="171"/>
                  </a:lnTo>
                  <a:lnTo>
                    <a:pt x="82" y="167"/>
                  </a:lnTo>
                  <a:lnTo>
                    <a:pt x="78" y="167"/>
                  </a:lnTo>
                  <a:lnTo>
                    <a:pt x="71" y="160"/>
                  </a:lnTo>
                  <a:lnTo>
                    <a:pt x="67" y="160"/>
                  </a:lnTo>
                  <a:lnTo>
                    <a:pt x="60" y="160"/>
                  </a:lnTo>
                  <a:lnTo>
                    <a:pt x="56" y="156"/>
                  </a:lnTo>
                  <a:lnTo>
                    <a:pt x="52" y="160"/>
                  </a:lnTo>
                  <a:lnTo>
                    <a:pt x="48" y="160"/>
                  </a:lnTo>
                  <a:lnTo>
                    <a:pt x="45" y="156"/>
                  </a:lnTo>
                  <a:lnTo>
                    <a:pt x="45" y="145"/>
                  </a:lnTo>
                  <a:lnTo>
                    <a:pt x="45" y="145"/>
                  </a:lnTo>
                  <a:lnTo>
                    <a:pt x="41" y="148"/>
                  </a:lnTo>
                  <a:lnTo>
                    <a:pt x="37" y="145"/>
                  </a:lnTo>
                  <a:lnTo>
                    <a:pt x="37" y="1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3" name="Freeform 101"/>
            <p:cNvSpPr/>
            <p:nvPr/>
          </p:nvSpPr>
          <p:spPr bwMode="auto">
            <a:xfrm>
              <a:off x="5059853" y="2823432"/>
              <a:ext cx="142816" cy="114511"/>
            </a:xfrm>
            <a:custGeom>
              <a:avLst/>
              <a:gdLst>
                <a:gd name="T0" fmla="*/ 96 w 111"/>
                <a:gd name="T1" fmla="*/ 85 h 89"/>
                <a:gd name="T2" fmla="*/ 93 w 111"/>
                <a:gd name="T3" fmla="*/ 81 h 89"/>
                <a:gd name="T4" fmla="*/ 89 w 111"/>
                <a:gd name="T5" fmla="*/ 74 h 89"/>
                <a:gd name="T6" fmla="*/ 82 w 111"/>
                <a:gd name="T7" fmla="*/ 70 h 89"/>
                <a:gd name="T8" fmla="*/ 78 w 111"/>
                <a:gd name="T9" fmla="*/ 67 h 89"/>
                <a:gd name="T10" fmla="*/ 74 w 111"/>
                <a:gd name="T11" fmla="*/ 67 h 89"/>
                <a:gd name="T12" fmla="*/ 67 w 111"/>
                <a:gd name="T13" fmla="*/ 63 h 89"/>
                <a:gd name="T14" fmla="*/ 59 w 111"/>
                <a:gd name="T15" fmla="*/ 59 h 89"/>
                <a:gd name="T16" fmla="*/ 52 w 111"/>
                <a:gd name="T17" fmla="*/ 56 h 89"/>
                <a:gd name="T18" fmla="*/ 48 w 111"/>
                <a:gd name="T19" fmla="*/ 56 h 89"/>
                <a:gd name="T20" fmla="*/ 41 w 111"/>
                <a:gd name="T21" fmla="*/ 52 h 89"/>
                <a:gd name="T22" fmla="*/ 37 w 111"/>
                <a:gd name="T23" fmla="*/ 52 h 89"/>
                <a:gd name="T24" fmla="*/ 30 w 111"/>
                <a:gd name="T25" fmla="*/ 56 h 89"/>
                <a:gd name="T26" fmla="*/ 22 w 111"/>
                <a:gd name="T27" fmla="*/ 52 h 89"/>
                <a:gd name="T28" fmla="*/ 19 w 111"/>
                <a:gd name="T29" fmla="*/ 48 h 89"/>
                <a:gd name="T30" fmla="*/ 11 w 111"/>
                <a:gd name="T31" fmla="*/ 59 h 89"/>
                <a:gd name="T32" fmla="*/ 8 w 111"/>
                <a:gd name="T33" fmla="*/ 59 h 89"/>
                <a:gd name="T34" fmla="*/ 4 w 111"/>
                <a:gd name="T35" fmla="*/ 56 h 89"/>
                <a:gd name="T36" fmla="*/ 4 w 111"/>
                <a:gd name="T37" fmla="*/ 44 h 89"/>
                <a:gd name="T38" fmla="*/ 4 w 111"/>
                <a:gd name="T39" fmla="*/ 41 h 89"/>
                <a:gd name="T40" fmla="*/ 8 w 111"/>
                <a:gd name="T41" fmla="*/ 30 h 89"/>
                <a:gd name="T42" fmla="*/ 11 w 111"/>
                <a:gd name="T43" fmla="*/ 26 h 89"/>
                <a:gd name="T44" fmla="*/ 8 w 111"/>
                <a:gd name="T45" fmla="*/ 22 h 89"/>
                <a:gd name="T46" fmla="*/ 11 w 111"/>
                <a:gd name="T47" fmla="*/ 15 h 89"/>
                <a:gd name="T48" fmla="*/ 15 w 111"/>
                <a:gd name="T49" fmla="*/ 15 h 89"/>
                <a:gd name="T50" fmla="*/ 15 w 111"/>
                <a:gd name="T51" fmla="*/ 11 h 89"/>
                <a:gd name="T52" fmla="*/ 19 w 111"/>
                <a:gd name="T53" fmla="*/ 11 h 89"/>
                <a:gd name="T54" fmla="*/ 26 w 111"/>
                <a:gd name="T55" fmla="*/ 7 h 89"/>
                <a:gd name="T56" fmla="*/ 30 w 111"/>
                <a:gd name="T57" fmla="*/ 7 h 89"/>
                <a:gd name="T58" fmla="*/ 33 w 111"/>
                <a:gd name="T59" fmla="*/ 0 h 89"/>
                <a:gd name="T60" fmla="*/ 37 w 111"/>
                <a:gd name="T61" fmla="*/ 4 h 89"/>
                <a:gd name="T62" fmla="*/ 48 w 111"/>
                <a:gd name="T63" fmla="*/ 33 h 89"/>
                <a:gd name="T64" fmla="*/ 48 w 111"/>
                <a:gd name="T65" fmla="*/ 37 h 89"/>
                <a:gd name="T66" fmla="*/ 52 w 111"/>
                <a:gd name="T67" fmla="*/ 37 h 89"/>
                <a:gd name="T68" fmla="*/ 56 w 111"/>
                <a:gd name="T69" fmla="*/ 44 h 89"/>
                <a:gd name="T70" fmla="*/ 56 w 111"/>
                <a:gd name="T71" fmla="*/ 44 h 89"/>
                <a:gd name="T72" fmla="*/ 56 w 111"/>
                <a:gd name="T73" fmla="*/ 41 h 89"/>
                <a:gd name="T74" fmla="*/ 59 w 111"/>
                <a:gd name="T75" fmla="*/ 44 h 89"/>
                <a:gd name="T76" fmla="*/ 63 w 111"/>
                <a:gd name="T77" fmla="*/ 48 h 89"/>
                <a:gd name="T78" fmla="*/ 67 w 111"/>
                <a:gd name="T79" fmla="*/ 48 h 89"/>
                <a:gd name="T80" fmla="*/ 70 w 111"/>
                <a:gd name="T81" fmla="*/ 48 h 89"/>
                <a:gd name="T82" fmla="*/ 74 w 111"/>
                <a:gd name="T83" fmla="*/ 52 h 89"/>
                <a:gd name="T84" fmla="*/ 82 w 111"/>
                <a:gd name="T85" fmla="*/ 56 h 89"/>
                <a:gd name="T86" fmla="*/ 85 w 111"/>
                <a:gd name="T87" fmla="*/ 63 h 89"/>
                <a:gd name="T88" fmla="*/ 93 w 111"/>
                <a:gd name="T89" fmla="*/ 67 h 89"/>
                <a:gd name="T90" fmla="*/ 96 w 111"/>
                <a:gd name="T91" fmla="*/ 70 h 89"/>
                <a:gd name="T92" fmla="*/ 96 w 111"/>
                <a:gd name="T93" fmla="*/ 70 h 89"/>
                <a:gd name="T94" fmla="*/ 104 w 111"/>
                <a:gd name="T95" fmla="*/ 78 h 89"/>
                <a:gd name="T96" fmla="*/ 104 w 111"/>
                <a:gd name="T97" fmla="*/ 81 h 89"/>
                <a:gd name="T98" fmla="*/ 108 w 111"/>
                <a:gd name="T99" fmla="*/ 81 h 89"/>
                <a:gd name="T100" fmla="*/ 111 w 111"/>
                <a:gd name="T101" fmla="*/ 81 h 89"/>
                <a:gd name="T102" fmla="*/ 111 w 111"/>
                <a:gd name="T103" fmla="*/ 85 h 89"/>
                <a:gd name="T104" fmla="*/ 108 w 111"/>
                <a:gd name="T105" fmla="*/ 89 h 89"/>
                <a:gd name="T106" fmla="*/ 100 w 111"/>
                <a:gd name="T10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1" h="89">
                  <a:moveTo>
                    <a:pt x="100" y="89"/>
                  </a:moveTo>
                  <a:lnTo>
                    <a:pt x="96" y="85"/>
                  </a:lnTo>
                  <a:lnTo>
                    <a:pt x="93" y="85"/>
                  </a:lnTo>
                  <a:lnTo>
                    <a:pt x="93" y="81"/>
                  </a:lnTo>
                  <a:lnTo>
                    <a:pt x="93" y="81"/>
                  </a:lnTo>
                  <a:lnTo>
                    <a:pt x="89" y="74"/>
                  </a:lnTo>
                  <a:lnTo>
                    <a:pt x="85" y="74"/>
                  </a:lnTo>
                  <a:lnTo>
                    <a:pt x="82" y="70"/>
                  </a:lnTo>
                  <a:lnTo>
                    <a:pt x="78" y="70"/>
                  </a:lnTo>
                  <a:lnTo>
                    <a:pt x="78" y="67"/>
                  </a:lnTo>
                  <a:lnTo>
                    <a:pt x="74" y="67"/>
                  </a:lnTo>
                  <a:lnTo>
                    <a:pt x="74" y="67"/>
                  </a:lnTo>
                  <a:lnTo>
                    <a:pt x="67" y="67"/>
                  </a:lnTo>
                  <a:lnTo>
                    <a:pt x="67" y="63"/>
                  </a:lnTo>
                  <a:lnTo>
                    <a:pt x="63" y="59"/>
                  </a:lnTo>
                  <a:lnTo>
                    <a:pt x="59" y="59"/>
                  </a:lnTo>
                  <a:lnTo>
                    <a:pt x="56" y="56"/>
                  </a:lnTo>
                  <a:lnTo>
                    <a:pt x="52" y="56"/>
                  </a:lnTo>
                  <a:lnTo>
                    <a:pt x="48" y="56"/>
                  </a:lnTo>
                  <a:lnTo>
                    <a:pt x="48" y="56"/>
                  </a:lnTo>
                  <a:lnTo>
                    <a:pt x="45" y="52"/>
                  </a:lnTo>
                  <a:lnTo>
                    <a:pt x="41" y="52"/>
                  </a:lnTo>
                  <a:lnTo>
                    <a:pt x="41" y="52"/>
                  </a:lnTo>
                  <a:lnTo>
                    <a:pt x="37" y="52"/>
                  </a:lnTo>
                  <a:lnTo>
                    <a:pt x="33" y="52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22" y="52"/>
                  </a:lnTo>
                  <a:lnTo>
                    <a:pt x="22" y="52"/>
                  </a:lnTo>
                  <a:lnTo>
                    <a:pt x="19" y="48"/>
                  </a:lnTo>
                  <a:lnTo>
                    <a:pt x="15" y="59"/>
                  </a:lnTo>
                  <a:lnTo>
                    <a:pt x="11" y="59"/>
                  </a:lnTo>
                  <a:lnTo>
                    <a:pt x="11" y="59"/>
                  </a:lnTo>
                  <a:lnTo>
                    <a:pt x="8" y="59"/>
                  </a:lnTo>
                  <a:lnTo>
                    <a:pt x="4" y="59"/>
                  </a:lnTo>
                  <a:lnTo>
                    <a:pt x="4" y="56"/>
                  </a:lnTo>
                  <a:lnTo>
                    <a:pt x="0" y="48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4" y="41"/>
                  </a:lnTo>
                  <a:lnTo>
                    <a:pt x="8" y="37"/>
                  </a:lnTo>
                  <a:lnTo>
                    <a:pt x="8" y="30"/>
                  </a:lnTo>
                  <a:lnTo>
                    <a:pt x="11" y="26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8" y="22"/>
                  </a:lnTo>
                  <a:lnTo>
                    <a:pt x="11" y="18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5" y="15"/>
                  </a:lnTo>
                  <a:lnTo>
                    <a:pt x="19" y="15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9" y="11"/>
                  </a:lnTo>
                  <a:lnTo>
                    <a:pt x="22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30" y="7"/>
                  </a:lnTo>
                  <a:lnTo>
                    <a:pt x="33" y="4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7" y="4"/>
                  </a:lnTo>
                  <a:lnTo>
                    <a:pt x="45" y="22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48" y="37"/>
                  </a:lnTo>
                  <a:lnTo>
                    <a:pt x="48" y="37"/>
                  </a:lnTo>
                  <a:lnTo>
                    <a:pt x="52" y="37"/>
                  </a:lnTo>
                  <a:lnTo>
                    <a:pt x="52" y="41"/>
                  </a:lnTo>
                  <a:lnTo>
                    <a:pt x="56" y="44"/>
                  </a:lnTo>
                  <a:lnTo>
                    <a:pt x="56" y="4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9" y="44"/>
                  </a:lnTo>
                  <a:lnTo>
                    <a:pt x="59" y="44"/>
                  </a:lnTo>
                  <a:lnTo>
                    <a:pt x="63" y="48"/>
                  </a:lnTo>
                  <a:lnTo>
                    <a:pt x="63" y="48"/>
                  </a:lnTo>
                  <a:lnTo>
                    <a:pt x="67" y="48"/>
                  </a:lnTo>
                  <a:lnTo>
                    <a:pt x="67" y="48"/>
                  </a:lnTo>
                  <a:lnTo>
                    <a:pt x="70" y="48"/>
                  </a:lnTo>
                  <a:lnTo>
                    <a:pt x="70" y="48"/>
                  </a:lnTo>
                  <a:lnTo>
                    <a:pt x="74" y="52"/>
                  </a:lnTo>
                  <a:lnTo>
                    <a:pt x="74" y="52"/>
                  </a:lnTo>
                  <a:lnTo>
                    <a:pt x="82" y="56"/>
                  </a:lnTo>
                  <a:lnTo>
                    <a:pt x="82" y="56"/>
                  </a:lnTo>
                  <a:lnTo>
                    <a:pt x="85" y="63"/>
                  </a:lnTo>
                  <a:lnTo>
                    <a:pt x="89" y="67"/>
                  </a:lnTo>
                  <a:lnTo>
                    <a:pt x="93" y="67"/>
                  </a:lnTo>
                  <a:lnTo>
                    <a:pt x="96" y="70"/>
                  </a:lnTo>
                  <a:lnTo>
                    <a:pt x="96" y="70"/>
                  </a:lnTo>
                  <a:lnTo>
                    <a:pt x="96" y="67"/>
                  </a:lnTo>
                  <a:lnTo>
                    <a:pt x="96" y="70"/>
                  </a:lnTo>
                  <a:lnTo>
                    <a:pt x="100" y="74"/>
                  </a:lnTo>
                  <a:lnTo>
                    <a:pt x="104" y="78"/>
                  </a:lnTo>
                  <a:lnTo>
                    <a:pt x="104" y="78"/>
                  </a:lnTo>
                  <a:lnTo>
                    <a:pt x="104" y="81"/>
                  </a:lnTo>
                  <a:lnTo>
                    <a:pt x="104" y="81"/>
                  </a:lnTo>
                  <a:lnTo>
                    <a:pt x="108" y="81"/>
                  </a:lnTo>
                  <a:lnTo>
                    <a:pt x="108" y="85"/>
                  </a:lnTo>
                  <a:lnTo>
                    <a:pt x="111" y="81"/>
                  </a:lnTo>
                  <a:lnTo>
                    <a:pt x="111" y="85"/>
                  </a:lnTo>
                  <a:lnTo>
                    <a:pt x="111" y="85"/>
                  </a:lnTo>
                  <a:lnTo>
                    <a:pt x="108" y="85"/>
                  </a:lnTo>
                  <a:lnTo>
                    <a:pt x="108" y="89"/>
                  </a:lnTo>
                  <a:lnTo>
                    <a:pt x="104" y="89"/>
                  </a:lnTo>
                  <a:lnTo>
                    <a:pt x="100" y="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4" name="Freeform 102"/>
            <p:cNvSpPr/>
            <p:nvPr/>
          </p:nvSpPr>
          <p:spPr bwMode="auto">
            <a:xfrm>
              <a:off x="5179510" y="2932796"/>
              <a:ext cx="28306" cy="33452"/>
            </a:xfrm>
            <a:custGeom>
              <a:avLst/>
              <a:gdLst>
                <a:gd name="T0" fmla="*/ 18 w 22"/>
                <a:gd name="T1" fmla="*/ 26 h 26"/>
                <a:gd name="T2" fmla="*/ 15 w 22"/>
                <a:gd name="T3" fmla="*/ 22 h 26"/>
                <a:gd name="T4" fmla="*/ 11 w 22"/>
                <a:gd name="T5" fmla="*/ 22 h 26"/>
                <a:gd name="T6" fmla="*/ 7 w 22"/>
                <a:gd name="T7" fmla="*/ 26 h 26"/>
                <a:gd name="T8" fmla="*/ 0 w 22"/>
                <a:gd name="T9" fmla="*/ 26 h 26"/>
                <a:gd name="T10" fmla="*/ 0 w 22"/>
                <a:gd name="T11" fmla="*/ 26 h 26"/>
                <a:gd name="T12" fmla="*/ 0 w 22"/>
                <a:gd name="T13" fmla="*/ 22 h 26"/>
                <a:gd name="T14" fmla="*/ 0 w 22"/>
                <a:gd name="T15" fmla="*/ 19 h 26"/>
                <a:gd name="T16" fmla="*/ 3 w 22"/>
                <a:gd name="T17" fmla="*/ 15 h 26"/>
                <a:gd name="T18" fmla="*/ 3 w 22"/>
                <a:gd name="T19" fmla="*/ 11 h 26"/>
                <a:gd name="T20" fmla="*/ 3 w 22"/>
                <a:gd name="T21" fmla="*/ 8 h 26"/>
                <a:gd name="T22" fmla="*/ 3 w 22"/>
                <a:gd name="T23" fmla="*/ 4 h 26"/>
                <a:gd name="T24" fmla="*/ 11 w 22"/>
                <a:gd name="T25" fmla="*/ 4 h 26"/>
                <a:gd name="T26" fmla="*/ 15 w 22"/>
                <a:gd name="T27" fmla="*/ 4 h 26"/>
                <a:gd name="T28" fmla="*/ 15 w 22"/>
                <a:gd name="T29" fmla="*/ 0 h 26"/>
                <a:gd name="T30" fmla="*/ 18 w 22"/>
                <a:gd name="T31" fmla="*/ 0 h 26"/>
                <a:gd name="T32" fmla="*/ 18 w 22"/>
                <a:gd name="T33" fmla="*/ 0 h 26"/>
                <a:gd name="T34" fmla="*/ 18 w 22"/>
                <a:gd name="T35" fmla="*/ 0 h 26"/>
                <a:gd name="T36" fmla="*/ 22 w 22"/>
                <a:gd name="T37" fmla="*/ 4 h 26"/>
                <a:gd name="T38" fmla="*/ 22 w 22"/>
                <a:gd name="T39" fmla="*/ 4 h 26"/>
                <a:gd name="T40" fmla="*/ 22 w 22"/>
                <a:gd name="T41" fmla="*/ 4 h 26"/>
                <a:gd name="T42" fmla="*/ 22 w 22"/>
                <a:gd name="T43" fmla="*/ 8 h 26"/>
                <a:gd name="T44" fmla="*/ 22 w 22"/>
                <a:gd name="T45" fmla="*/ 11 h 26"/>
                <a:gd name="T46" fmla="*/ 18 w 22"/>
                <a:gd name="T47" fmla="*/ 11 h 26"/>
                <a:gd name="T48" fmla="*/ 18 w 22"/>
                <a:gd name="T49" fmla="*/ 11 h 26"/>
                <a:gd name="T50" fmla="*/ 15 w 22"/>
                <a:gd name="T51" fmla="*/ 15 h 26"/>
                <a:gd name="T52" fmla="*/ 11 w 22"/>
                <a:gd name="T53" fmla="*/ 15 h 26"/>
                <a:gd name="T54" fmla="*/ 15 w 22"/>
                <a:gd name="T55" fmla="*/ 19 h 26"/>
                <a:gd name="T56" fmla="*/ 15 w 22"/>
                <a:gd name="T57" fmla="*/ 19 h 26"/>
                <a:gd name="T58" fmla="*/ 18 w 22"/>
                <a:gd name="T59" fmla="*/ 15 h 26"/>
                <a:gd name="T60" fmla="*/ 22 w 22"/>
                <a:gd name="T61" fmla="*/ 15 h 26"/>
                <a:gd name="T62" fmla="*/ 22 w 22"/>
                <a:gd name="T63" fmla="*/ 19 h 26"/>
                <a:gd name="T64" fmla="*/ 18 w 22"/>
                <a:gd name="T65" fmla="*/ 22 h 26"/>
                <a:gd name="T66" fmla="*/ 18 w 22"/>
                <a:gd name="T6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" h="26">
                  <a:moveTo>
                    <a:pt x="18" y="26"/>
                  </a:moveTo>
                  <a:lnTo>
                    <a:pt x="15" y="22"/>
                  </a:lnTo>
                  <a:lnTo>
                    <a:pt x="11" y="22"/>
                  </a:lnTo>
                  <a:lnTo>
                    <a:pt x="7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2"/>
                  </a:lnTo>
                  <a:lnTo>
                    <a:pt x="0" y="19"/>
                  </a:lnTo>
                  <a:lnTo>
                    <a:pt x="3" y="15"/>
                  </a:lnTo>
                  <a:lnTo>
                    <a:pt x="3" y="11"/>
                  </a:lnTo>
                  <a:lnTo>
                    <a:pt x="3" y="8"/>
                  </a:lnTo>
                  <a:lnTo>
                    <a:pt x="3" y="4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2" y="8"/>
                  </a:lnTo>
                  <a:lnTo>
                    <a:pt x="22" y="11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5" y="15"/>
                  </a:lnTo>
                  <a:lnTo>
                    <a:pt x="11" y="15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8" y="15"/>
                  </a:lnTo>
                  <a:lnTo>
                    <a:pt x="22" y="15"/>
                  </a:lnTo>
                  <a:lnTo>
                    <a:pt x="22" y="19"/>
                  </a:lnTo>
                  <a:lnTo>
                    <a:pt x="18" y="22"/>
                  </a:lnTo>
                  <a:lnTo>
                    <a:pt x="18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5" name="Freeform 103"/>
            <p:cNvSpPr/>
            <p:nvPr/>
          </p:nvSpPr>
          <p:spPr bwMode="auto">
            <a:xfrm>
              <a:off x="5165357" y="2946948"/>
              <a:ext cx="213581" cy="258613"/>
            </a:xfrm>
            <a:custGeom>
              <a:avLst/>
              <a:gdLst>
                <a:gd name="T0" fmla="*/ 14 w 166"/>
                <a:gd name="T1" fmla="*/ 115 h 201"/>
                <a:gd name="T2" fmla="*/ 29 w 166"/>
                <a:gd name="T3" fmla="*/ 112 h 201"/>
                <a:gd name="T4" fmla="*/ 40 w 166"/>
                <a:gd name="T5" fmla="*/ 104 h 201"/>
                <a:gd name="T6" fmla="*/ 55 w 166"/>
                <a:gd name="T7" fmla="*/ 104 h 201"/>
                <a:gd name="T8" fmla="*/ 96 w 166"/>
                <a:gd name="T9" fmla="*/ 56 h 201"/>
                <a:gd name="T10" fmla="*/ 37 w 166"/>
                <a:gd name="T11" fmla="*/ 41 h 201"/>
                <a:gd name="T12" fmla="*/ 33 w 166"/>
                <a:gd name="T13" fmla="*/ 30 h 201"/>
                <a:gd name="T14" fmla="*/ 29 w 166"/>
                <a:gd name="T15" fmla="*/ 11 h 201"/>
                <a:gd name="T16" fmla="*/ 33 w 166"/>
                <a:gd name="T17" fmla="*/ 8 h 201"/>
                <a:gd name="T18" fmla="*/ 48 w 166"/>
                <a:gd name="T19" fmla="*/ 23 h 201"/>
                <a:gd name="T20" fmla="*/ 59 w 166"/>
                <a:gd name="T21" fmla="*/ 26 h 201"/>
                <a:gd name="T22" fmla="*/ 70 w 166"/>
                <a:gd name="T23" fmla="*/ 23 h 201"/>
                <a:gd name="T24" fmla="*/ 77 w 166"/>
                <a:gd name="T25" fmla="*/ 19 h 201"/>
                <a:gd name="T26" fmla="*/ 85 w 166"/>
                <a:gd name="T27" fmla="*/ 19 h 201"/>
                <a:gd name="T28" fmla="*/ 103 w 166"/>
                <a:gd name="T29" fmla="*/ 11 h 201"/>
                <a:gd name="T30" fmla="*/ 114 w 166"/>
                <a:gd name="T31" fmla="*/ 11 h 201"/>
                <a:gd name="T32" fmla="*/ 125 w 166"/>
                <a:gd name="T33" fmla="*/ 11 h 201"/>
                <a:gd name="T34" fmla="*/ 137 w 166"/>
                <a:gd name="T35" fmla="*/ 8 h 201"/>
                <a:gd name="T36" fmla="*/ 144 w 166"/>
                <a:gd name="T37" fmla="*/ 8 h 201"/>
                <a:gd name="T38" fmla="*/ 155 w 166"/>
                <a:gd name="T39" fmla="*/ 4 h 201"/>
                <a:gd name="T40" fmla="*/ 155 w 166"/>
                <a:gd name="T41" fmla="*/ 0 h 201"/>
                <a:gd name="T42" fmla="*/ 159 w 166"/>
                <a:gd name="T43" fmla="*/ 0 h 201"/>
                <a:gd name="T44" fmla="*/ 166 w 166"/>
                <a:gd name="T45" fmla="*/ 0 h 201"/>
                <a:gd name="T46" fmla="*/ 163 w 166"/>
                <a:gd name="T47" fmla="*/ 8 h 201"/>
                <a:gd name="T48" fmla="*/ 166 w 166"/>
                <a:gd name="T49" fmla="*/ 11 h 201"/>
                <a:gd name="T50" fmla="*/ 163 w 166"/>
                <a:gd name="T51" fmla="*/ 15 h 201"/>
                <a:gd name="T52" fmla="*/ 163 w 166"/>
                <a:gd name="T53" fmla="*/ 23 h 201"/>
                <a:gd name="T54" fmla="*/ 166 w 166"/>
                <a:gd name="T55" fmla="*/ 23 h 201"/>
                <a:gd name="T56" fmla="*/ 166 w 166"/>
                <a:gd name="T57" fmla="*/ 26 h 201"/>
                <a:gd name="T58" fmla="*/ 159 w 166"/>
                <a:gd name="T59" fmla="*/ 30 h 201"/>
                <a:gd name="T60" fmla="*/ 159 w 166"/>
                <a:gd name="T61" fmla="*/ 37 h 201"/>
                <a:gd name="T62" fmla="*/ 151 w 166"/>
                <a:gd name="T63" fmla="*/ 56 h 201"/>
                <a:gd name="T64" fmla="*/ 144 w 166"/>
                <a:gd name="T65" fmla="*/ 60 h 201"/>
                <a:gd name="T66" fmla="*/ 140 w 166"/>
                <a:gd name="T67" fmla="*/ 67 h 201"/>
                <a:gd name="T68" fmla="*/ 125 w 166"/>
                <a:gd name="T69" fmla="*/ 93 h 201"/>
                <a:gd name="T70" fmla="*/ 114 w 166"/>
                <a:gd name="T71" fmla="*/ 112 h 201"/>
                <a:gd name="T72" fmla="*/ 81 w 166"/>
                <a:gd name="T73" fmla="*/ 141 h 201"/>
                <a:gd name="T74" fmla="*/ 63 w 166"/>
                <a:gd name="T75" fmla="*/ 152 h 201"/>
                <a:gd name="T76" fmla="*/ 44 w 166"/>
                <a:gd name="T77" fmla="*/ 167 h 201"/>
                <a:gd name="T78" fmla="*/ 33 w 166"/>
                <a:gd name="T79" fmla="*/ 178 h 201"/>
                <a:gd name="T80" fmla="*/ 26 w 166"/>
                <a:gd name="T81" fmla="*/ 186 h 201"/>
                <a:gd name="T82" fmla="*/ 0 w 166"/>
                <a:gd name="T83" fmla="*/ 190 h 201"/>
                <a:gd name="T84" fmla="*/ 14 w 166"/>
                <a:gd name="T85" fmla="*/ 119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66" h="201">
                  <a:moveTo>
                    <a:pt x="14" y="119"/>
                  </a:moveTo>
                  <a:lnTo>
                    <a:pt x="14" y="119"/>
                  </a:lnTo>
                  <a:lnTo>
                    <a:pt x="14" y="115"/>
                  </a:lnTo>
                  <a:lnTo>
                    <a:pt x="22" y="115"/>
                  </a:lnTo>
                  <a:lnTo>
                    <a:pt x="26" y="115"/>
                  </a:lnTo>
                  <a:lnTo>
                    <a:pt x="29" y="112"/>
                  </a:lnTo>
                  <a:lnTo>
                    <a:pt x="33" y="112"/>
                  </a:lnTo>
                  <a:lnTo>
                    <a:pt x="37" y="108"/>
                  </a:lnTo>
                  <a:lnTo>
                    <a:pt x="40" y="104"/>
                  </a:lnTo>
                  <a:lnTo>
                    <a:pt x="40" y="104"/>
                  </a:lnTo>
                  <a:lnTo>
                    <a:pt x="44" y="104"/>
                  </a:lnTo>
                  <a:lnTo>
                    <a:pt x="55" y="104"/>
                  </a:lnTo>
                  <a:lnTo>
                    <a:pt x="66" y="104"/>
                  </a:lnTo>
                  <a:lnTo>
                    <a:pt x="118" y="56"/>
                  </a:lnTo>
                  <a:lnTo>
                    <a:pt x="96" y="56"/>
                  </a:lnTo>
                  <a:lnTo>
                    <a:pt x="48" y="45"/>
                  </a:lnTo>
                  <a:lnTo>
                    <a:pt x="44" y="41"/>
                  </a:lnTo>
                  <a:lnTo>
                    <a:pt x="37" y="41"/>
                  </a:lnTo>
                  <a:lnTo>
                    <a:pt x="37" y="34"/>
                  </a:lnTo>
                  <a:lnTo>
                    <a:pt x="37" y="30"/>
                  </a:lnTo>
                  <a:lnTo>
                    <a:pt x="33" y="30"/>
                  </a:lnTo>
                  <a:lnTo>
                    <a:pt x="29" y="23"/>
                  </a:lnTo>
                  <a:lnTo>
                    <a:pt x="26" y="15"/>
                  </a:lnTo>
                  <a:lnTo>
                    <a:pt x="29" y="11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44" y="19"/>
                  </a:lnTo>
                  <a:lnTo>
                    <a:pt x="44" y="23"/>
                  </a:lnTo>
                  <a:lnTo>
                    <a:pt x="48" y="23"/>
                  </a:lnTo>
                  <a:lnTo>
                    <a:pt x="51" y="26"/>
                  </a:lnTo>
                  <a:lnTo>
                    <a:pt x="55" y="26"/>
                  </a:lnTo>
                  <a:lnTo>
                    <a:pt x="59" y="26"/>
                  </a:lnTo>
                  <a:lnTo>
                    <a:pt x="63" y="23"/>
                  </a:lnTo>
                  <a:lnTo>
                    <a:pt x="66" y="23"/>
                  </a:lnTo>
                  <a:lnTo>
                    <a:pt x="70" y="23"/>
                  </a:lnTo>
                  <a:lnTo>
                    <a:pt x="74" y="15"/>
                  </a:lnTo>
                  <a:lnTo>
                    <a:pt x="77" y="15"/>
                  </a:lnTo>
                  <a:lnTo>
                    <a:pt x="77" y="19"/>
                  </a:lnTo>
                  <a:lnTo>
                    <a:pt x="81" y="19"/>
                  </a:lnTo>
                  <a:lnTo>
                    <a:pt x="81" y="15"/>
                  </a:lnTo>
                  <a:lnTo>
                    <a:pt x="85" y="19"/>
                  </a:lnTo>
                  <a:lnTo>
                    <a:pt x="92" y="19"/>
                  </a:lnTo>
                  <a:lnTo>
                    <a:pt x="100" y="11"/>
                  </a:lnTo>
                  <a:lnTo>
                    <a:pt x="103" y="11"/>
                  </a:lnTo>
                  <a:lnTo>
                    <a:pt x="107" y="11"/>
                  </a:lnTo>
                  <a:lnTo>
                    <a:pt x="111" y="11"/>
                  </a:lnTo>
                  <a:lnTo>
                    <a:pt x="114" y="11"/>
                  </a:lnTo>
                  <a:lnTo>
                    <a:pt x="118" y="11"/>
                  </a:lnTo>
                  <a:lnTo>
                    <a:pt x="125" y="11"/>
                  </a:lnTo>
                  <a:lnTo>
                    <a:pt x="125" y="11"/>
                  </a:lnTo>
                  <a:lnTo>
                    <a:pt x="125" y="11"/>
                  </a:lnTo>
                  <a:lnTo>
                    <a:pt x="137" y="8"/>
                  </a:lnTo>
                  <a:lnTo>
                    <a:pt x="137" y="8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51" y="8"/>
                  </a:lnTo>
                  <a:lnTo>
                    <a:pt x="151" y="4"/>
                  </a:lnTo>
                  <a:lnTo>
                    <a:pt x="155" y="4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63" y="0"/>
                  </a:lnTo>
                  <a:lnTo>
                    <a:pt x="166" y="0"/>
                  </a:lnTo>
                  <a:lnTo>
                    <a:pt x="166" y="0"/>
                  </a:lnTo>
                  <a:lnTo>
                    <a:pt x="166" y="4"/>
                  </a:lnTo>
                  <a:lnTo>
                    <a:pt x="163" y="8"/>
                  </a:lnTo>
                  <a:lnTo>
                    <a:pt x="163" y="8"/>
                  </a:lnTo>
                  <a:lnTo>
                    <a:pt x="163" y="11"/>
                  </a:lnTo>
                  <a:lnTo>
                    <a:pt x="163" y="11"/>
                  </a:lnTo>
                  <a:lnTo>
                    <a:pt x="166" y="11"/>
                  </a:lnTo>
                  <a:lnTo>
                    <a:pt x="166" y="11"/>
                  </a:lnTo>
                  <a:lnTo>
                    <a:pt x="163" y="15"/>
                  </a:lnTo>
                  <a:lnTo>
                    <a:pt x="163" y="15"/>
                  </a:lnTo>
                  <a:lnTo>
                    <a:pt x="163" y="19"/>
                  </a:lnTo>
                  <a:lnTo>
                    <a:pt x="163" y="23"/>
                  </a:lnTo>
                  <a:lnTo>
                    <a:pt x="163" y="23"/>
                  </a:lnTo>
                  <a:lnTo>
                    <a:pt x="166" y="23"/>
                  </a:lnTo>
                  <a:lnTo>
                    <a:pt x="166" y="23"/>
                  </a:lnTo>
                  <a:lnTo>
                    <a:pt x="166" y="23"/>
                  </a:lnTo>
                  <a:lnTo>
                    <a:pt x="166" y="26"/>
                  </a:lnTo>
                  <a:lnTo>
                    <a:pt x="166" y="26"/>
                  </a:lnTo>
                  <a:lnTo>
                    <a:pt x="166" y="26"/>
                  </a:lnTo>
                  <a:lnTo>
                    <a:pt x="163" y="26"/>
                  </a:lnTo>
                  <a:lnTo>
                    <a:pt x="163" y="26"/>
                  </a:lnTo>
                  <a:lnTo>
                    <a:pt x="159" y="30"/>
                  </a:lnTo>
                  <a:lnTo>
                    <a:pt x="163" y="30"/>
                  </a:lnTo>
                  <a:lnTo>
                    <a:pt x="159" y="34"/>
                  </a:lnTo>
                  <a:lnTo>
                    <a:pt x="159" y="37"/>
                  </a:lnTo>
                  <a:lnTo>
                    <a:pt x="159" y="41"/>
                  </a:lnTo>
                  <a:lnTo>
                    <a:pt x="155" y="49"/>
                  </a:lnTo>
                  <a:lnTo>
                    <a:pt x="151" y="56"/>
                  </a:lnTo>
                  <a:lnTo>
                    <a:pt x="148" y="56"/>
                  </a:lnTo>
                  <a:lnTo>
                    <a:pt x="148" y="56"/>
                  </a:lnTo>
                  <a:lnTo>
                    <a:pt x="144" y="60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0" y="67"/>
                  </a:lnTo>
                  <a:lnTo>
                    <a:pt x="133" y="82"/>
                  </a:lnTo>
                  <a:lnTo>
                    <a:pt x="133" y="86"/>
                  </a:lnTo>
                  <a:lnTo>
                    <a:pt x="125" y="93"/>
                  </a:lnTo>
                  <a:lnTo>
                    <a:pt x="125" y="97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07" y="119"/>
                  </a:lnTo>
                  <a:lnTo>
                    <a:pt x="100" y="126"/>
                  </a:lnTo>
                  <a:lnTo>
                    <a:pt x="81" y="141"/>
                  </a:lnTo>
                  <a:lnTo>
                    <a:pt x="74" y="149"/>
                  </a:lnTo>
                  <a:lnTo>
                    <a:pt x="70" y="149"/>
                  </a:lnTo>
                  <a:lnTo>
                    <a:pt x="63" y="152"/>
                  </a:lnTo>
                  <a:lnTo>
                    <a:pt x="59" y="156"/>
                  </a:lnTo>
                  <a:lnTo>
                    <a:pt x="48" y="167"/>
                  </a:lnTo>
                  <a:lnTo>
                    <a:pt x="44" y="167"/>
                  </a:lnTo>
                  <a:lnTo>
                    <a:pt x="37" y="178"/>
                  </a:lnTo>
                  <a:lnTo>
                    <a:pt x="33" y="178"/>
                  </a:lnTo>
                  <a:lnTo>
                    <a:pt x="33" y="178"/>
                  </a:lnTo>
                  <a:lnTo>
                    <a:pt x="29" y="182"/>
                  </a:lnTo>
                  <a:lnTo>
                    <a:pt x="26" y="182"/>
                  </a:lnTo>
                  <a:lnTo>
                    <a:pt x="26" y="186"/>
                  </a:lnTo>
                  <a:lnTo>
                    <a:pt x="11" y="201"/>
                  </a:lnTo>
                  <a:lnTo>
                    <a:pt x="11" y="201"/>
                  </a:lnTo>
                  <a:lnTo>
                    <a:pt x="0" y="190"/>
                  </a:lnTo>
                  <a:lnTo>
                    <a:pt x="0" y="134"/>
                  </a:lnTo>
                  <a:lnTo>
                    <a:pt x="14" y="119"/>
                  </a:lnTo>
                  <a:lnTo>
                    <a:pt x="14" y="1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6" name="Freeform 104"/>
            <p:cNvSpPr/>
            <p:nvPr/>
          </p:nvSpPr>
          <p:spPr bwMode="auto">
            <a:xfrm>
              <a:off x="6579362" y="2770679"/>
              <a:ext cx="47606" cy="42459"/>
            </a:xfrm>
            <a:custGeom>
              <a:avLst/>
              <a:gdLst>
                <a:gd name="T0" fmla="*/ 9 w 10"/>
                <a:gd name="T1" fmla="*/ 0 h 9"/>
                <a:gd name="T2" fmla="*/ 8 w 10"/>
                <a:gd name="T3" fmla="*/ 0 h 9"/>
                <a:gd name="T4" fmla="*/ 8 w 10"/>
                <a:gd name="T5" fmla="*/ 1 h 9"/>
                <a:gd name="T6" fmla="*/ 7 w 10"/>
                <a:gd name="T7" fmla="*/ 0 h 9"/>
                <a:gd name="T8" fmla="*/ 6 w 10"/>
                <a:gd name="T9" fmla="*/ 0 h 9"/>
                <a:gd name="T10" fmla="*/ 6 w 10"/>
                <a:gd name="T11" fmla="*/ 0 h 9"/>
                <a:gd name="T12" fmla="*/ 5 w 10"/>
                <a:gd name="T13" fmla="*/ 1 h 9"/>
                <a:gd name="T14" fmla="*/ 4 w 10"/>
                <a:gd name="T15" fmla="*/ 1 h 9"/>
                <a:gd name="T16" fmla="*/ 3 w 10"/>
                <a:gd name="T17" fmla="*/ 1 h 9"/>
                <a:gd name="T18" fmla="*/ 3 w 10"/>
                <a:gd name="T19" fmla="*/ 1 h 9"/>
                <a:gd name="T20" fmla="*/ 2 w 10"/>
                <a:gd name="T21" fmla="*/ 2 h 9"/>
                <a:gd name="T22" fmla="*/ 1 w 10"/>
                <a:gd name="T23" fmla="*/ 3 h 9"/>
                <a:gd name="T24" fmla="*/ 0 w 10"/>
                <a:gd name="T25" fmla="*/ 4 h 9"/>
                <a:gd name="T26" fmla="*/ 0 w 10"/>
                <a:gd name="T27" fmla="*/ 4 h 9"/>
                <a:gd name="T28" fmla="*/ 0 w 10"/>
                <a:gd name="T29" fmla="*/ 6 h 9"/>
                <a:gd name="T30" fmla="*/ 1 w 10"/>
                <a:gd name="T31" fmla="*/ 7 h 9"/>
                <a:gd name="T32" fmla="*/ 1 w 10"/>
                <a:gd name="T33" fmla="*/ 7 h 9"/>
                <a:gd name="T34" fmla="*/ 2 w 10"/>
                <a:gd name="T35" fmla="*/ 8 h 9"/>
                <a:gd name="T36" fmla="*/ 3 w 10"/>
                <a:gd name="T37" fmla="*/ 8 h 9"/>
                <a:gd name="T38" fmla="*/ 3 w 10"/>
                <a:gd name="T39" fmla="*/ 8 h 9"/>
                <a:gd name="T40" fmla="*/ 4 w 10"/>
                <a:gd name="T41" fmla="*/ 8 h 9"/>
                <a:gd name="T42" fmla="*/ 5 w 10"/>
                <a:gd name="T43" fmla="*/ 9 h 9"/>
                <a:gd name="T44" fmla="*/ 5 w 10"/>
                <a:gd name="T45" fmla="*/ 8 h 9"/>
                <a:gd name="T46" fmla="*/ 5 w 10"/>
                <a:gd name="T47" fmla="*/ 8 h 9"/>
                <a:gd name="T48" fmla="*/ 6 w 10"/>
                <a:gd name="T49" fmla="*/ 7 h 9"/>
                <a:gd name="T50" fmla="*/ 7 w 10"/>
                <a:gd name="T51" fmla="*/ 8 h 9"/>
                <a:gd name="T52" fmla="*/ 7 w 10"/>
                <a:gd name="T53" fmla="*/ 7 h 9"/>
                <a:gd name="T54" fmla="*/ 7 w 10"/>
                <a:gd name="T55" fmla="*/ 7 h 9"/>
                <a:gd name="T56" fmla="*/ 8 w 10"/>
                <a:gd name="T57" fmla="*/ 6 h 9"/>
                <a:gd name="T58" fmla="*/ 9 w 10"/>
                <a:gd name="T59" fmla="*/ 6 h 9"/>
                <a:gd name="T60" fmla="*/ 9 w 10"/>
                <a:gd name="T61" fmla="*/ 5 h 9"/>
                <a:gd name="T62" fmla="*/ 9 w 10"/>
                <a:gd name="T63" fmla="*/ 4 h 9"/>
                <a:gd name="T64" fmla="*/ 10 w 10"/>
                <a:gd name="T65" fmla="*/ 4 h 9"/>
                <a:gd name="T66" fmla="*/ 10 w 10"/>
                <a:gd name="T67" fmla="*/ 3 h 9"/>
                <a:gd name="T68" fmla="*/ 10 w 10"/>
                <a:gd name="T69" fmla="*/ 2 h 9"/>
                <a:gd name="T70" fmla="*/ 10 w 10"/>
                <a:gd name="T71" fmla="*/ 1 h 9"/>
                <a:gd name="T72" fmla="*/ 9 w 10"/>
                <a:gd name="T7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7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1"/>
                    <a:pt x="10" y="1"/>
                    <a:pt x="10" y="1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7" name="Freeform 105"/>
            <p:cNvSpPr/>
            <p:nvPr/>
          </p:nvSpPr>
          <p:spPr bwMode="auto">
            <a:xfrm>
              <a:off x="5655563" y="1893197"/>
              <a:ext cx="1295638" cy="872336"/>
            </a:xfrm>
            <a:custGeom>
              <a:avLst/>
              <a:gdLst>
                <a:gd name="T0" fmla="*/ 970 w 1007"/>
                <a:gd name="T1" fmla="*/ 118 h 678"/>
                <a:gd name="T2" fmla="*/ 937 w 1007"/>
                <a:gd name="T3" fmla="*/ 103 h 678"/>
                <a:gd name="T4" fmla="*/ 911 w 1007"/>
                <a:gd name="T5" fmla="*/ 85 h 678"/>
                <a:gd name="T6" fmla="*/ 874 w 1007"/>
                <a:gd name="T7" fmla="*/ 77 h 678"/>
                <a:gd name="T8" fmla="*/ 840 w 1007"/>
                <a:gd name="T9" fmla="*/ 33 h 678"/>
                <a:gd name="T10" fmla="*/ 815 w 1007"/>
                <a:gd name="T11" fmla="*/ 7 h 678"/>
                <a:gd name="T12" fmla="*/ 774 w 1007"/>
                <a:gd name="T13" fmla="*/ 0 h 678"/>
                <a:gd name="T14" fmla="*/ 733 w 1007"/>
                <a:gd name="T15" fmla="*/ 25 h 678"/>
                <a:gd name="T16" fmla="*/ 741 w 1007"/>
                <a:gd name="T17" fmla="*/ 66 h 678"/>
                <a:gd name="T18" fmla="*/ 711 w 1007"/>
                <a:gd name="T19" fmla="*/ 100 h 678"/>
                <a:gd name="T20" fmla="*/ 778 w 1007"/>
                <a:gd name="T21" fmla="*/ 159 h 678"/>
                <a:gd name="T22" fmla="*/ 733 w 1007"/>
                <a:gd name="T23" fmla="*/ 192 h 678"/>
                <a:gd name="T24" fmla="*/ 663 w 1007"/>
                <a:gd name="T25" fmla="*/ 226 h 678"/>
                <a:gd name="T26" fmla="*/ 578 w 1007"/>
                <a:gd name="T27" fmla="*/ 289 h 678"/>
                <a:gd name="T28" fmla="*/ 437 w 1007"/>
                <a:gd name="T29" fmla="*/ 274 h 678"/>
                <a:gd name="T30" fmla="*/ 374 w 1007"/>
                <a:gd name="T31" fmla="*/ 230 h 678"/>
                <a:gd name="T32" fmla="*/ 326 w 1007"/>
                <a:gd name="T33" fmla="*/ 185 h 678"/>
                <a:gd name="T34" fmla="*/ 281 w 1007"/>
                <a:gd name="T35" fmla="*/ 163 h 678"/>
                <a:gd name="T36" fmla="*/ 248 w 1007"/>
                <a:gd name="T37" fmla="*/ 166 h 678"/>
                <a:gd name="T38" fmla="*/ 204 w 1007"/>
                <a:gd name="T39" fmla="*/ 226 h 678"/>
                <a:gd name="T40" fmla="*/ 181 w 1007"/>
                <a:gd name="T41" fmla="*/ 252 h 678"/>
                <a:gd name="T42" fmla="*/ 137 w 1007"/>
                <a:gd name="T43" fmla="*/ 281 h 678"/>
                <a:gd name="T44" fmla="*/ 44 w 1007"/>
                <a:gd name="T45" fmla="*/ 296 h 678"/>
                <a:gd name="T46" fmla="*/ 30 w 1007"/>
                <a:gd name="T47" fmla="*/ 333 h 678"/>
                <a:gd name="T48" fmla="*/ 15 w 1007"/>
                <a:gd name="T49" fmla="*/ 382 h 678"/>
                <a:gd name="T50" fmla="*/ 48 w 1007"/>
                <a:gd name="T51" fmla="*/ 385 h 678"/>
                <a:gd name="T52" fmla="*/ 89 w 1007"/>
                <a:gd name="T53" fmla="*/ 400 h 678"/>
                <a:gd name="T54" fmla="*/ 148 w 1007"/>
                <a:gd name="T55" fmla="*/ 411 h 678"/>
                <a:gd name="T56" fmla="*/ 200 w 1007"/>
                <a:gd name="T57" fmla="*/ 482 h 678"/>
                <a:gd name="T58" fmla="*/ 237 w 1007"/>
                <a:gd name="T59" fmla="*/ 519 h 678"/>
                <a:gd name="T60" fmla="*/ 300 w 1007"/>
                <a:gd name="T61" fmla="*/ 534 h 678"/>
                <a:gd name="T62" fmla="*/ 370 w 1007"/>
                <a:gd name="T63" fmla="*/ 556 h 678"/>
                <a:gd name="T64" fmla="*/ 441 w 1007"/>
                <a:gd name="T65" fmla="*/ 549 h 678"/>
                <a:gd name="T66" fmla="*/ 500 w 1007"/>
                <a:gd name="T67" fmla="*/ 537 h 678"/>
                <a:gd name="T68" fmla="*/ 541 w 1007"/>
                <a:gd name="T69" fmla="*/ 589 h 678"/>
                <a:gd name="T70" fmla="*/ 548 w 1007"/>
                <a:gd name="T71" fmla="*/ 626 h 678"/>
                <a:gd name="T72" fmla="*/ 570 w 1007"/>
                <a:gd name="T73" fmla="*/ 660 h 678"/>
                <a:gd name="T74" fmla="*/ 611 w 1007"/>
                <a:gd name="T75" fmla="*/ 645 h 678"/>
                <a:gd name="T76" fmla="*/ 663 w 1007"/>
                <a:gd name="T77" fmla="*/ 634 h 678"/>
                <a:gd name="T78" fmla="*/ 711 w 1007"/>
                <a:gd name="T79" fmla="*/ 660 h 678"/>
                <a:gd name="T80" fmla="*/ 737 w 1007"/>
                <a:gd name="T81" fmla="*/ 678 h 678"/>
                <a:gd name="T82" fmla="*/ 748 w 1007"/>
                <a:gd name="T83" fmla="*/ 664 h 678"/>
                <a:gd name="T84" fmla="*/ 789 w 1007"/>
                <a:gd name="T85" fmla="*/ 641 h 678"/>
                <a:gd name="T86" fmla="*/ 822 w 1007"/>
                <a:gd name="T87" fmla="*/ 638 h 678"/>
                <a:gd name="T88" fmla="*/ 852 w 1007"/>
                <a:gd name="T89" fmla="*/ 619 h 678"/>
                <a:gd name="T90" fmla="*/ 874 w 1007"/>
                <a:gd name="T91" fmla="*/ 600 h 678"/>
                <a:gd name="T92" fmla="*/ 881 w 1007"/>
                <a:gd name="T93" fmla="*/ 586 h 678"/>
                <a:gd name="T94" fmla="*/ 889 w 1007"/>
                <a:gd name="T95" fmla="*/ 563 h 678"/>
                <a:gd name="T96" fmla="*/ 907 w 1007"/>
                <a:gd name="T97" fmla="*/ 537 h 678"/>
                <a:gd name="T98" fmla="*/ 907 w 1007"/>
                <a:gd name="T99" fmla="*/ 511 h 678"/>
                <a:gd name="T100" fmla="*/ 874 w 1007"/>
                <a:gd name="T101" fmla="*/ 500 h 678"/>
                <a:gd name="T102" fmla="*/ 852 w 1007"/>
                <a:gd name="T103" fmla="*/ 467 h 678"/>
                <a:gd name="T104" fmla="*/ 892 w 1007"/>
                <a:gd name="T105" fmla="*/ 459 h 678"/>
                <a:gd name="T106" fmla="*/ 848 w 1007"/>
                <a:gd name="T107" fmla="*/ 396 h 678"/>
                <a:gd name="T108" fmla="*/ 889 w 1007"/>
                <a:gd name="T109" fmla="*/ 370 h 678"/>
                <a:gd name="T110" fmla="*/ 844 w 1007"/>
                <a:gd name="T111" fmla="*/ 356 h 678"/>
                <a:gd name="T112" fmla="*/ 803 w 1007"/>
                <a:gd name="T113" fmla="*/ 345 h 678"/>
                <a:gd name="T114" fmla="*/ 837 w 1007"/>
                <a:gd name="T115" fmla="*/ 304 h 678"/>
                <a:gd name="T116" fmla="*/ 855 w 1007"/>
                <a:gd name="T117" fmla="*/ 319 h 678"/>
                <a:gd name="T118" fmla="*/ 870 w 1007"/>
                <a:gd name="T119" fmla="*/ 319 h 678"/>
                <a:gd name="T120" fmla="*/ 985 w 1007"/>
                <a:gd name="T121" fmla="*/ 233 h 678"/>
                <a:gd name="T122" fmla="*/ 985 w 1007"/>
                <a:gd name="T123" fmla="*/ 178 h 678"/>
                <a:gd name="T124" fmla="*/ 1003 w 1007"/>
                <a:gd name="T125" fmla="*/ 155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07" h="678">
                  <a:moveTo>
                    <a:pt x="1003" y="118"/>
                  </a:moveTo>
                  <a:lnTo>
                    <a:pt x="1003" y="115"/>
                  </a:lnTo>
                  <a:lnTo>
                    <a:pt x="1003" y="115"/>
                  </a:lnTo>
                  <a:lnTo>
                    <a:pt x="1000" y="111"/>
                  </a:lnTo>
                  <a:lnTo>
                    <a:pt x="1000" y="111"/>
                  </a:lnTo>
                  <a:lnTo>
                    <a:pt x="1000" y="107"/>
                  </a:lnTo>
                  <a:lnTo>
                    <a:pt x="1000" y="107"/>
                  </a:lnTo>
                  <a:lnTo>
                    <a:pt x="1000" y="103"/>
                  </a:lnTo>
                  <a:lnTo>
                    <a:pt x="996" y="103"/>
                  </a:lnTo>
                  <a:lnTo>
                    <a:pt x="992" y="103"/>
                  </a:lnTo>
                  <a:lnTo>
                    <a:pt x="992" y="103"/>
                  </a:lnTo>
                  <a:lnTo>
                    <a:pt x="989" y="103"/>
                  </a:lnTo>
                  <a:lnTo>
                    <a:pt x="985" y="103"/>
                  </a:lnTo>
                  <a:lnTo>
                    <a:pt x="985" y="103"/>
                  </a:lnTo>
                  <a:lnTo>
                    <a:pt x="985" y="107"/>
                  </a:lnTo>
                  <a:lnTo>
                    <a:pt x="981" y="107"/>
                  </a:lnTo>
                  <a:lnTo>
                    <a:pt x="981" y="107"/>
                  </a:lnTo>
                  <a:lnTo>
                    <a:pt x="981" y="111"/>
                  </a:lnTo>
                  <a:lnTo>
                    <a:pt x="977" y="111"/>
                  </a:lnTo>
                  <a:lnTo>
                    <a:pt x="974" y="111"/>
                  </a:lnTo>
                  <a:lnTo>
                    <a:pt x="974" y="115"/>
                  </a:lnTo>
                  <a:lnTo>
                    <a:pt x="974" y="115"/>
                  </a:lnTo>
                  <a:lnTo>
                    <a:pt x="970" y="118"/>
                  </a:lnTo>
                  <a:lnTo>
                    <a:pt x="970" y="118"/>
                  </a:lnTo>
                  <a:lnTo>
                    <a:pt x="970" y="122"/>
                  </a:lnTo>
                  <a:lnTo>
                    <a:pt x="970" y="122"/>
                  </a:lnTo>
                  <a:lnTo>
                    <a:pt x="966" y="122"/>
                  </a:lnTo>
                  <a:lnTo>
                    <a:pt x="963" y="126"/>
                  </a:lnTo>
                  <a:lnTo>
                    <a:pt x="963" y="126"/>
                  </a:lnTo>
                  <a:lnTo>
                    <a:pt x="959" y="126"/>
                  </a:lnTo>
                  <a:lnTo>
                    <a:pt x="959" y="126"/>
                  </a:lnTo>
                  <a:lnTo>
                    <a:pt x="955" y="126"/>
                  </a:lnTo>
                  <a:lnTo>
                    <a:pt x="955" y="126"/>
                  </a:lnTo>
                  <a:lnTo>
                    <a:pt x="952" y="122"/>
                  </a:lnTo>
                  <a:lnTo>
                    <a:pt x="952" y="122"/>
                  </a:lnTo>
                  <a:lnTo>
                    <a:pt x="948" y="126"/>
                  </a:lnTo>
                  <a:lnTo>
                    <a:pt x="944" y="126"/>
                  </a:lnTo>
                  <a:lnTo>
                    <a:pt x="944" y="122"/>
                  </a:lnTo>
                  <a:lnTo>
                    <a:pt x="944" y="118"/>
                  </a:lnTo>
                  <a:lnTo>
                    <a:pt x="940" y="118"/>
                  </a:lnTo>
                  <a:lnTo>
                    <a:pt x="937" y="115"/>
                  </a:lnTo>
                  <a:lnTo>
                    <a:pt x="937" y="115"/>
                  </a:lnTo>
                  <a:lnTo>
                    <a:pt x="940" y="111"/>
                  </a:lnTo>
                  <a:lnTo>
                    <a:pt x="940" y="111"/>
                  </a:lnTo>
                  <a:lnTo>
                    <a:pt x="937" y="107"/>
                  </a:lnTo>
                  <a:lnTo>
                    <a:pt x="937" y="103"/>
                  </a:lnTo>
                  <a:lnTo>
                    <a:pt x="937" y="103"/>
                  </a:lnTo>
                  <a:lnTo>
                    <a:pt x="933" y="103"/>
                  </a:lnTo>
                  <a:lnTo>
                    <a:pt x="933" y="100"/>
                  </a:lnTo>
                  <a:lnTo>
                    <a:pt x="937" y="100"/>
                  </a:lnTo>
                  <a:lnTo>
                    <a:pt x="937" y="96"/>
                  </a:lnTo>
                  <a:lnTo>
                    <a:pt x="937" y="96"/>
                  </a:lnTo>
                  <a:lnTo>
                    <a:pt x="933" y="96"/>
                  </a:lnTo>
                  <a:lnTo>
                    <a:pt x="933" y="100"/>
                  </a:lnTo>
                  <a:lnTo>
                    <a:pt x="929" y="100"/>
                  </a:lnTo>
                  <a:lnTo>
                    <a:pt x="929" y="100"/>
                  </a:lnTo>
                  <a:lnTo>
                    <a:pt x="926" y="100"/>
                  </a:lnTo>
                  <a:lnTo>
                    <a:pt x="926" y="96"/>
                  </a:lnTo>
                  <a:lnTo>
                    <a:pt x="922" y="96"/>
                  </a:lnTo>
                  <a:lnTo>
                    <a:pt x="922" y="96"/>
                  </a:lnTo>
                  <a:lnTo>
                    <a:pt x="918" y="96"/>
                  </a:lnTo>
                  <a:lnTo>
                    <a:pt x="918" y="92"/>
                  </a:lnTo>
                  <a:lnTo>
                    <a:pt x="918" y="92"/>
                  </a:lnTo>
                  <a:lnTo>
                    <a:pt x="915" y="92"/>
                  </a:lnTo>
                  <a:lnTo>
                    <a:pt x="915" y="92"/>
                  </a:lnTo>
                  <a:lnTo>
                    <a:pt x="915" y="89"/>
                  </a:lnTo>
                  <a:lnTo>
                    <a:pt x="911" y="89"/>
                  </a:lnTo>
                  <a:lnTo>
                    <a:pt x="911" y="89"/>
                  </a:lnTo>
                  <a:lnTo>
                    <a:pt x="911" y="85"/>
                  </a:lnTo>
                  <a:lnTo>
                    <a:pt x="907" y="85"/>
                  </a:lnTo>
                  <a:lnTo>
                    <a:pt x="907" y="85"/>
                  </a:lnTo>
                  <a:lnTo>
                    <a:pt x="907" y="89"/>
                  </a:lnTo>
                  <a:lnTo>
                    <a:pt x="903" y="85"/>
                  </a:lnTo>
                  <a:lnTo>
                    <a:pt x="903" y="89"/>
                  </a:lnTo>
                  <a:lnTo>
                    <a:pt x="903" y="89"/>
                  </a:lnTo>
                  <a:lnTo>
                    <a:pt x="900" y="89"/>
                  </a:lnTo>
                  <a:lnTo>
                    <a:pt x="900" y="85"/>
                  </a:lnTo>
                  <a:lnTo>
                    <a:pt x="896" y="85"/>
                  </a:lnTo>
                  <a:lnTo>
                    <a:pt x="892" y="85"/>
                  </a:lnTo>
                  <a:lnTo>
                    <a:pt x="892" y="85"/>
                  </a:lnTo>
                  <a:lnTo>
                    <a:pt x="892" y="81"/>
                  </a:lnTo>
                  <a:lnTo>
                    <a:pt x="892" y="81"/>
                  </a:lnTo>
                  <a:lnTo>
                    <a:pt x="892" y="81"/>
                  </a:lnTo>
                  <a:lnTo>
                    <a:pt x="889" y="85"/>
                  </a:lnTo>
                  <a:lnTo>
                    <a:pt x="885" y="81"/>
                  </a:lnTo>
                  <a:lnTo>
                    <a:pt x="885" y="85"/>
                  </a:lnTo>
                  <a:lnTo>
                    <a:pt x="885" y="81"/>
                  </a:lnTo>
                  <a:lnTo>
                    <a:pt x="881" y="85"/>
                  </a:lnTo>
                  <a:lnTo>
                    <a:pt x="881" y="81"/>
                  </a:lnTo>
                  <a:lnTo>
                    <a:pt x="878" y="81"/>
                  </a:lnTo>
                  <a:lnTo>
                    <a:pt x="878" y="81"/>
                  </a:lnTo>
                  <a:lnTo>
                    <a:pt x="874" y="77"/>
                  </a:lnTo>
                  <a:lnTo>
                    <a:pt x="870" y="74"/>
                  </a:lnTo>
                  <a:lnTo>
                    <a:pt x="870" y="70"/>
                  </a:lnTo>
                  <a:lnTo>
                    <a:pt x="870" y="70"/>
                  </a:lnTo>
                  <a:lnTo>
                    <a:pt x="866" y="70"/>
                  </a:lnTo>
                  <a:lnTo>
                    <a:pt x="866" y="66"/>
                  </a:lnTo>
                  <a:lnTo>
                    <a:pt x="866" y="66"/>
                  </a:lnTo>
                  <a:lnTo>
                    <a:pt x="866" y="63"/>
                  </a:lnTo>
                  <a:lnTo>
                    <a:pt x="863" y="63"/>
                  </a:lnTo>
                  <a:lnTo>
                    <a:pt x="863" y="59"/>
                  </a:lnTo>
                  <a:lnTo>
                    <a:pt x="859" y="55"/>
                  </a:lnTo>
                  <a:lnTo>
                    <a:pt x="855" y="51"/>
                  </a:lnTo>
                  <a:lnTo>
                    <a:pt x="855" y="48"/>
                  </a:lnTo>
                  <a:lnTo>
                    <a:pt x="852" y="48"/>
                  </a:lnTo>
                  <a:lnTo>
                    <a:pt x="852" y="48"/>
                  </a:lnTo>
                  <a:lnTo>
                    <a:pt x="848" y="48"/>
                  </a:lnTo>
                  <a:lnTo>
                    <a:pt x="852" y="44"/>
                  </a:lnTo>
                  <a:lnTo>
                    <a:pt x="852" y="44"/>
                  </a:lnTo>
                  <a:lnTo>
                    <a:pt x="848" y="44"/>
                  </a:lnTo>
                  <a:lnTo>
                    <a:pt x="848" y="40"/>
                  </a:lnTo>
                  <a:lnTo>
                    <a:pt x="844" y="40"/>
                  </a:lnTo>
                  <a:lnTo>
                    <a:pt x="844" y="37"/>
                  </a:lnTo>
                  <a:lnTo>
                    <a:pt x="844" y="33"/>
                  </a:lnTo>
                  <a:lnTo>
                    <a:pt x="840" y="33"/>
                  </a:lnTo>
                  <a:lnTo>
                    <a:pt x="837" y="29"/>
                  </a:lnTo>
                  <a:lnTo>
                    <a:pt x="837" y="29"/>
                  </a:lnTo>
                  <a:lnTo>
                    <a:pt x="837" y="25"/>
                  </a:lnTo>
                  <a:lnTo>
                    <a:pt x="837" y="25"/>
                  </a:lnTo>
                  <a:lnTo>
                    <a:pt x="833" y="25"/>
                  </a:lnTo>
                  <a:lnTo>
                    <a:pt x="833" y="25"/>
                  </a:lnTo>
                  <a:lnTo>
                    <a:pt x="833" y="22"/>
                  </a:lnTo>
                  <a:lnTo>
                    <a:pt x="833" y="22"/>
                  </a:lnTo>
                  <a:lnTo>
                    <a:pt x="833" y="18"/>
                  </a:lnTo>
                  <a:lnTo>
                    <a:pt x="829" y="18"/>
                  </a:lnTo>
                  <a:lnTo>
                    <a:pt x="829" y="14"/>
                  </a:lnTo>
                  <a:lnTo>
                    <a:pt x="829" y="14"/>
                  </a:lnTo>
                  <a:lnTo>
                    <a:pt x="829" y="14"/>
                  </a:lnTo>
                  <a:lnTo>
                    <a:pt x="826" y="14"/>
                  </a:lnTo>
                  <a:lnTo>
                    <a:pt x="822" y="14"/>
                  </a:lnTo>
                  <a:lnTo>
                    <a:pt x="822" y="11"/>
                  </a:lnTo>
                  <a:lnTo>
                    <a:pt x="822" y="11"/>
                  </a:lnTo>
                  <a:lnTo>
                    <a:pt x="822" y="11"/>
                  </a:lnTo>
                  <a:lnTo>
                    <a:pt x="822" y="7"/>
                  </a:lnTo>
                  <a:lnTo>
                    <a:pt x="818" y="11"/>
                  </a:lnTo>
                  <a:lnTo>
                    <a:pt x="818" y="7"/>
                  </a:lnTo>
                  <a:lnTo>
                    <a:pt x="818" y="7"/>
                  </a:lnTo>
                  <a:lnTo>
                    <a:pt x="815" y="7"/>
                  </a:lnTo>
                  <a:lnTo>
                    <a:pt x="818" y="7"/>
                  </a:lnTo>
                  <a:lnTo>
                    <a:pt x="815" y="3"/>
                  </a:lnTo>
                  <a:lnTo>
                    <a:pt x="815" y="3"/>
                  </a:lnTo>
                  <a:lnTo>
                    <a:pt x="811" y="3"/>
                  </a:lnTo>
                  <a:lnTo>
                    <a:pt x="811" y="3"/>
                  </a:lnTo>
                  <a:lnTo>
                    <a:pt x="807" y="3"/>
                  </a:lnTo>
                  <a:lnTo>
                    <a:pt x="807" y="3"/>
                  </a:lnTo>
                  <a:lnTo>
                    <a:pt x="803" y="3"/>
                  </a:lnTo>
                  <a:lnTo>
                    <a:pt x="803" y="3"/>
                  </a:lnTo>
                  <a:lnTo>
                    <a:pt x="803" y="3"/>
                  </a:lnTo>
                  <a:lnTo>
                    <a:pt x="803" y="7"/>
                  </a:lnTo>
                  <a:lnTo>
                    <a:pt x="800" y="3"/>
                  </a:lnTo>
                  <a:lnTo>
                    <a:pt x="800" y="3"/>
                  </a:lnTo>
                  <a:lnTo>
                    <a:pt x="796" y="3"/>
                  </a:lnTo>
                  <a:lnTo>
                    <a:pt x="792" y="3"/>
                  </a:lnTo>
                  <a:lnTo>
                    <a:pt x="792" y="3"/>
                  </a:lnTo>
                  <a:lnTo>
                    <a:pt x="789" y="0"/>
                  </a:lnTo>
                  <a:lnTo>
                    <a:pt x="785" y="0"/>
                  </a:lnTo>
                  <a:lnTo>
                    <a:pt x="781" y="0"/>
                  </a:lnTo>
                  <a:lnTo>
                    <a:pt x="781" y="0"/>
                  </a:lnTo>
                  <a:lnTo>
                    <a:pt x="778" y="0"/>
                  </a:lnTo>
                  <a:lnTo>
                    <a:pt x="778" y="0"/>
                  </a:lnTo>
                  <a:lnTo>
                    <a:pt x="774" y="0"/>
                  </a:lnTo>
                  <a:lnTo>
                    <a:pt x="770" y="0"/>
                  </a:lnTo>
                  <a:lnTo>
                    <a:pt x="770" y="0"/>
                  </a:lnTo>
                  <a:lnTo>
                    <a:pt x="770" y="3"/>
                  </a:lnTo>
                  <a:lnTo>
                    <a:pt x="766" y="3"/>
                  </a:lnTo>
                  <a:lnTo>
                    <a:pt x="763" y="3"/>
                  </a:lnTo>
                  <a:lnTo>
                    <a:pt x="759" y="3"/>
                  </a:lnTo>
                  <a:lnTo>
                    <a:pt x="759" y="3"/>
                  </a:lnTo>
                  <a:lnTo>
                    <a:pt x="755" y="3"/>
                  </a:lnTo>
                  <a:lnTo>
                    <a:pt x="755" y="7"/>
                  </a:lnTo>
                  <a:lnTo>
                    <a:pt x="752" y="7"/>
                  </a:lnTo>
                  <a:lnTo>
                    <a:pt x="748" y="7"/>
                  </a:lnTo>
                  <a:lnTo>
                    <a:pt x="748" y="7"/>
                  </a:lnTo>
                  <a:lnTo>
                    <a:pt x="748" y="7"/>
                  </a:lnTo>
                  <a:lnTo>
                    <a:pt x="744" y="7"/>
                  </a:lnTo>
                  <a:lnTo>
                    <a:pt x="741" y="7"/>
                  </a:lnTo>
                  <a:lnTo>
                    <a:pt x="737" y="11"/>
                  </a:lnTo>
                  <a:lnTo>
                    <a:pt x="737" y="11"/>
                  </a:lnTo>
                  <a:lnTo>
                    <a:pt x="737" y="14"/>
                  </a:lnTo>
                  <a:lnTo>
                    <a:pt x="733" y="18"/>
                  </a:lnTo>
                  <a:lnTo>
                    <a:pt x="733" y="18"/>
                  </a:lnTo>
                  <a:lnTo>
                    <a:pt x="733" y="22"/>
                  </a:lnTo>
                  <a:lnTo>
                    <a:pt x="733" y="22"/>
                  </a:lnTo>
                  <a:lnTo>
                    <a:pt x="733" y="25"/>
                  </a:lnTo>
                  <a:lnTo>
                    <a:pt x="733" y="25"/>
                  </a:lnTo>
                  <a:lnTo>
                    <a:pt x="737" y="25"/>
                  </a:lnTo>
                  <a:lnTo>
                    <a:pt x="741" y="25"/>
                  </a:lnTo>
                  <a:lnTo>
                    <a:pt x="741" y="25"/>
                  </a:lnTo>
                  <a:lnTo>
                    <a:pt x="744" y="25"/>
                  </a:lnTo>
                  <a:lnTo>
                    <a:pt x="744" y="29"/>
                  </a:lnTo>
                  <a:lnTo>
                    <a:pt x="748" y="29"/>
                  </a:lnTo>
                  <a:lnTo>
                    <a:pt x="748" y="33"/>
                  </a:lnTo>
                  <a:lnTo>
                    <a:pt x="748" y="33"/>
                  </a:lnTo>
                  <a:lnTo>
                    <a:pt x="752" y="37"/>
                  </a:lnTo>
                  <a:lnTo>
                    <a:pt x="748" y="40"/>
                  </a:lnTo>
                  <a:lnTo>
                    <a:pt x="748" y="40"/>
                  </a:lnTo>
                  <a:lnTo>
                    <a:pt x="744" y="44"/>
                  </a:lnTo>
                  <a:lnTo>
                    <a:pt x="744" y="48"/>
                  </a:lnTo>
                  <a:lnTo>
                    <a:pt x="744" y="48"/>
                  </a:lnTo>
                  <a:lnTo>
                    <a:pt x="741" y="51"/>
                  </a:lnTo>
                  <a:lnTo>
                    <a:pt x="741" y="55"/>
                  </a:lnTo>
                  <a:lnTo>
                    <a:pt x="741" y="55"/>
                  </a:lnTo>
                  <a:lnTo>
                    <a:pt x="741" y="59"/>
                  </a:lnTo>
                  <a:lnTo>
                    <a:pt x="741" y="63"/>
                  </a:lnTo>
                  <a:lnTo>
                    <a:pt x="744" y="63"/>
                  </a:lnTo>
                  <a:lnTo>
                    <a:pt x="744" y="66"/>
                  </a:lnTo>
                  <a:lnTo>
                    <a:pt x="741" y="66"/>
                  </a:lnTo>
                  <a:lnTo>
                    <a:pt x="741" y="70"/>
                  </a:lnTo>
                  <a:lnTo>
                    <a:pt x="744" y="70"/>
                  </a:lnTo>
                  <a:lnTo>
                    <a:pt x="744" y="77"/>
                  </a:lnTo>
                  <a:lnTo>
                    <a:pt x="741" y="77"/>
                  </a:lnTo>
                  <a:lnTo>
                    <a:pt x="741" y="81"/>
                  </a:lnTo>
                  <a:lnTo>
                    <a:pt x="744" y="81"/>
                  </a:lnTo>
                  <a:lnTo>
                    <a:pt x="744" y="81"/>
                  </a:lnTo>
                  <a:lnTo>
                    <a:pt x="744" y="81"/>
                  </a:lnTo>
                  <a:lnTo>
                    <a:pt x="748" y="81"/>
                  </a:lnTo>
                  <a:lnTo>
                    <a:pt x="748" y="85"/>
                  </a:lnTo>
                  <a:lnTo>
                    <a:pt x="748" y="89"/>
                  </a:lnTo>
                  <a:lnTo>
                    <a:pt x="744" y="92"/>
                  </a:lnTo>
                  <a:lnTo>
                    <a:pt x="737" y="92"/>
                  </a:lnTo>
                  <a:lnTo>
                    <a:pt x="733" y="92"/>
                  </a:lnTo>
                  <a:lnTo>
                    <a:pt x="726" y="100"/>
                  </a:lnTo>
                  <a:lnTo>
                    <a:pt x="726" y="100"/>
                  </a:lnTo>
                  <a:lnTo>
                    <a:pt x="722" y="100"/>
                  </a:lnTo>
                  <a:lnTo>
                    <a:pt x="718" y="100"/>
                  </a:lnTo>
                  <a:lnTo>
                    <a:pt x="715" y="100"/>
                  </a:lnTo>
                  <a:lnTo>
                    <a:pt x="715" y="96"/>
                  </a:lnTo>
                  <a:lnTo>
                    <a:pt x="711" y="96"/>
                  </a:lnTo>
                  <a:lnTo>
                    <a:pt x="711" y="100"/>
                  </a:lnTo>
                  <a:lnTo>
                    <a:pt x="711" y="100"/>
                  </a:lnTo>
                  <a:lnTo>
                    <a:pt x="707" y="122"/>
                  </a:lnTo>
                  <a:lnTo>
                    <a:pt x="707" y="126"/>
                  </a:lnTo>
                  <a:lnTo>
                    <a:pt x="707" y="129"/>
                  </a:lnTo>
                  <a:lnTo>
                    <a:pt x="707" y="133"/>
                  </a:lnTo>
                  <a:lnTo>
                    <a:pt x="703" y="140"/>
                  </a:lnTo>
                  <a:lnTo>
                    <a:pt x="707" y="144"/>
                  </a:lnTo>
                  <a:lnTo>
                    <a:pt x="715" y="148"/>
                  </a:lnTo>
                  <a:lnTo>
                    <a:pt x="722" y="144"/>
                  </a:lnTo>
                  <a:lnTo>
                    <a:pt x="726" y="144"/>
                  </a:lnTo>
                  <a:lnTo>
                    <a:pt x="733" y="144"/>
                  </a:lnTo>
                  <a:lnTo>
                    <a:pt x="737" y="148"/>
                  </a:lnTo>
                  <a:lnTo>
                    <a:pt x="741" y="144"/>
                  </a:lnTo>
                  <a:lnTo>
                    <a:pt x="741" y="140"/>
                  </a:lnTo>
                  <a:lnTo>
                    <a:pt x="741" y="137"/>
                  </a:lnTo>
                  <a:lnTo>
                    <a:pt x="744" y="137"/>
                  </a:lnTo>
                  <a:lnTo>
                    <a:pt x="748" y="133"/>
                  </a:lnTo>
                  <a:lnTo>
                    <a:pt x="755" y="137"/>
                  </a:lnTo>
                  <a:lnTo>
                    <a:pt x="759" y="140"/>
                  </a:lnTo>
                  <a:lnTo>
                    <a:pt x="766" y="144"/>
                  </a:lnTo>
                  <a:lnTo>
                    <a:pt x="770" y="152"/>
                  </a:lnTo>
                  <a:lnTo>
                    <a:pt x="774" y="155"/>
                  </a:lnTo>
                  <a:lnTo>
                    <a:pt x="778" y="159"/>
                  </a:lnTo>
                  <a:lnTo>
                    <a:pt x="778" y="159"/>
                  </a:lnTo>
                  <a:lnTo>
                    <a:pt x="778" y="163"/>
                  </a:lnTo>
                  <a:lnTo>
                    <a:pt x="774" y="163"/>
                  </a:lnTo>
                  <a:lnTo>
                    <a:pt x="774" y="166"/>
                  </a:lnTo>
                  <a:lnTo>
                    <a:pt x="774" y="166"/>
                  </a:lnTo>
                  <a:lnTo>
                    <a:pt x="770" y="166"/>
                  </a:lnTo>
                  <a:lnTo>
                    <a:pt x="770" y="166"/>
                  </a:lnTo>
                  <a:lnTo>
                    <a:pt x="766" y="166"/>
                  </a:lnTo>
                  <a:lnTo>
                    <a:pt x="766" y="166"/>
                  </a:lnTo>
                  <a:lnTo>
                    <a:pt x="759" y="166"/>
                  </a:lnTo>
                  <a:lnTo>
                    <a:pt x="759" y="166"/>
                  </a:lnTo>
                  <a:lnTo>
                    <a:pt x="755" y="170"/>
                  </a:lnTo>
                  <a:lnTo>
                    <a:pt x="752" y="174"/>
                  </a:lnTo>
                  <a:lnTo>
                    <a:pt x="748" y="174"/>
                  </a:lnTo>
                  <a:lnTo>
                    <a:pt x="744" y="174"/>
                  </a:lnTo>
                  <a:lnTo>
                    <a:pt x="744" y="174"/>
                  </a:lnTo>
                  <a:lnTo>
                    <a:pt x="744" y="178"/>
                  </a:lnTo>
                  <a:lnTo>
                    <a:pt x="741" y="178"/>
                  </a:lnTo>
                  <a:lnTo>
                    <a:pt x="741" y="178"/>
                  </a:lnTo>
                  <a:lnTo>
                    <a:pt x="737" y="178"/>
                  </a:lnTo>
                  <a:lnTo>
                    <a:pt x="737" y="178"/>
                  </a:lnTo>
                  <a:lnTo>
                    <a:pt x="733" y="185"/>
                  </a:lnTo>
                  <a:lnTo>
                    <a:pt x="733" y="189"/>
                  </a:lnTo>
                  <a:lnTo>
                    <a:pt x="733" y="192"/>
                  </a:lnTo>
                  <a:lnTo>
                    <a:pt x="733" y="192"/>
                  </a:lnTo>
                  <a:lnTo>
                    <a:pt x="729" y="192"/>
                  </a:lnTo>
                  <a:lnTo>
                    <a:pt x="722" y="200"/>
                  </a:lnTo>
                  <a:lnTo>
                    <a:pt x="718" y="200"/>
                  </a:lnTo>
                  <a:lnTo>
                    <a:pt x="711" y="196"/>
                  </a:lnTo>
                  <a:lnTo>
                    <a:pt x="711" y="200"/>
                  </a:lnTo>
                  <a:lnTo>
                    <a:pt x="707" y="204"/>
                  </a:lnTo>
                  <a:lnTo>
                    <a:pt x="703" y="207"/>
                  </a:lnTo>
                  <a:lnTo>
                    <a:pt x="700" y="207"/>
                  </a:lnTo>
                  <a:lnTo>
                    <a:pt x="700" y="211"/>
                  </a:lnTo>
                  <a:lnTo>
                    <a:pt x="696" y="215"/>
                  </a:lnTo>
                  <a:lnTo>
                    <a:pt x="696" y="215"/>
                  </a:lnTo>
                  <a:lnTo>
                    <a:pt x="692" y="211"/>
                  </a:lnTo>
                  <a:lnTo>
                    <a:pt x="689" y="211"/>
                  </a:lnTo>
                  <a:lnTo>
                    <a:pt x="685" y="211"/>
                  </a:lnTo>
                  <a:lnTo>
                    <a:pt x="681" y="207"/>
                  </a:lnTo>
                  <a:lnTo>
                    <a:pt x="674" y="207"/>
                  </a:lnTo>
                  <a:lnTo>
                    <a:pt x="670" y="207"/>
                  </a:lnTo>
                  <a:lnTo>
                    <a:pt x="666" y="211"/>
                  </a:lnTo>
                  <a:lnTo>
                    <a:pt x="663" y="215"/>
                  </a:lnTo>
                  <a:lnTo>
                    <a:pt x="663" y="222"/>
                  </a:lnTo>
                  <a:lnTo>
                    <a:pt x="663" y="222"/>
                  </a:lnTo>
                  <a:lnTo>
                    <a:pt x="663" y="226"/>
                  </a:lnTo>
                  <a:lnTo>
                    <a:pt x="670" y="230"/>
                  </a:lnTo>
                  <a:lnTo>
                    <a:pt x="678" y="233"/>
                  </a:lnTo>
                  <a:lnTo>
                    <a:pt x="678" y="237"/>
                  </a:lnTo>
                  <a:lnTo>
                    <a:pt x="674" y="237"/>
                  </a:lnTo>
                  <a:lnTo>
                    <a:pt x="674" y="241"/>
                  </a:lnTo>
                  <a:lnTo>
                    <a:pt x="666" y="248"/>
                  </a:lnTo>
                  <a:lnTo>
                    <a:pt x="663" y="255"/>
                  </a:lnTo>
                  <a:lnTo>
                    <a:pt x="659" y="259"/>
                  </a:lnTo>
                  <a:lnTo>
                    <a:pt x="655" y="259"/>
                  </a:lnTo>
                  <a:lnTo>
                    <a:pt x="652" y="263"/>
                  </a:lnTo>
                  <a:lnTo>
                    <a:pt x="648" y="263"/>
                  </a:lnTo>
                  <a:lnTo>
                    <a:pt x="644" y="263"/>
                  </a:lnTo>
                  <a:lnTo>
                    <a:pt x="641" y="267"/>
                  </a:lnTo>
                  <a:lnTo>
                    <a:pt x="633" y="267"/>
                  </a:lnTo>
                  <a:lnTo>
                    <a:pt x="626" y="267"/>
                  </a:lnTo>
                  <a:lnTo>
                    <a:pt x="622" y="270"/>
                  </a:lnTo>
                  <a:lnTo>
                    <a:pt x="618" y="270"/>
                  </a:lnTo>
                  <a:lnTo>
                    <a:pt x="607" y="274"/>
                  </a:lnTo>
                  <a:lnTo>
                    <a:pt x="596" y="278"/>
                  </a:lnTo>
                  <a:lnTo>
                    <a:pt x="592" y="281"/>
                  </a:lnTo>
                  <a:lnTo>
                    <a:pt x="585" y="289"/>
                  </a:lnTo>
                  <a:lnTo>
                    <a:pt x="581" y="289"/>
                  </a:lnTo>
                  <a:lnTo>
                    <a:pt x="578" y="289"/>
                  </a:lnTo>
                  <a:lnTo>
                    <a:pt x="574" y="289"/>
                  </a:lnTo>
                  <a:lnTo>
                    <a:pt x="574" y="285"/>
                  </a:lnTo>
                  <a:lnTo>
                    <a:pt x="574" y="285"/>
                  </a:lnTo>
                  <a:lnTo>
                    <a:pt x="566" y="285"/>
                  </a:lnTo>
                  <a:lnTo>
                    <a:pt x="559" y="289"/>
                  </a:lnTo>
                  <a:lnTo>
                    <a:pt x="555" y="285"/>
                  </a:lnTo>
                  <a:lnTo>
                    <a:pt x="548" y="285"/>
                  </a:lnTo>
                  <a:lnTo>
                    <a:pt x="541" y="281"/>
                  </a:lnTo>
                  <a:lnTo>
                    <a:pt x="529" y="278"/>
                  </a:lnTo>
                  <a:lnTo>
                    <a:pt x="522" y="270"/>
                  </a:lnTo>
                  <a:lnTo>
                    <a:pt x="518" y="270"/>
                  </a:lnTo>
                  <a:lnTo>
                    <a:pt x="507" y="270"/>
                  </a:lnTo>
                  <a:lnTo>
                    <a:pt x="496" y="270"/>
                  </a:lnTo>
                  <a:lnTo>
                    <a:pt x="496" y="270"/>
                  </a:lnTo>
                  <a:lnTo>
                    <a:pt x="492" y="270"/>
                  </a:lnTo>
                  <a:lnTo>
                    <a:pt x="492" y="274"/>
                  </a:lnTo>
                  <a:lnTo>
                    <a:pt x="485" y="274"/>
                  </a:lnTo>
                  <a:lnTo>
                    <a:pt x="478" y="274"/>
                  </a:lnTo>
                  <a:lnTo>
                    <a:pt x="467" y="274"/>
                  </a:lnTo>
                  <a:lnTo>
                    <a:pt x="455" y="274"/>
                  </a:lnTo>
                  <a:lnTo>
                    <a:pt x="448" y="274"/>
                  </a:lnTo>
                  <a:lnTo>
                    <a:pt x="441" y="274"/>
                  </a:lnTo>
                  <a:lnTo>
                    <a:pt x="437" y="274"/>
                  </a:lnTo>
                  <a:lnTo>
                    <a:pt x="433" y="274"/>
                  </a:lnTo>
                  <a:lnTo>
                    <a:pt x="429" y="267"/>
                  </a:lnTo>
                  <a:lnTo>
                    <a:pt x="429" y="263"/>
                  </a:lnTo>
                  <a:lnTo>
                    <a:pt x="426" y="259"/>
                  </a:lnTo>
                  <a:lnTo>
                    <a:pt x="422" y="255"/>
                  </a:lnTo>
                  <a:lnTo>
                    <a:pt x="422" y="252"/>
                  </a:lnTo>
                  <a:lnTo>
                    <a:pt x="422" y="252"/>
                  </a:lnTo>
                  <a:lnTo>
                    <a:pt x="418" y="248"/>
                  </a:lnTo>
                  <a:lnTo>
                    <a:pt x="415" y="248"/>
                  </a:lnTo>
                  <a:lnTo>
                    <a:pt x="415" y="248"/>
                  </a:lnTo>
                  <a:lnTo>
                    <a:pt x="415" y="244"/>
                  </a:lnTo>
                  <a:lnTo>
                    <a:pt x="415" y="244"/>
                  </a:lnTo>
                  <a:lnTo>
                    <a:pt x="411" y="244"/>
                  </a:lnTo>
                  <a:lnTo>
                    <a:pt x="411" y="244"/>
                  </a:lnTo>
                  <a:lnTo>
                    <a:pt x="407" y="244"/>
                  </a:lnTo>
                  <a:lnTo>
                    <a:pt x="404" y="241"/>
                  </a:lnTo>
                  <a:lnTo>
                    <a:pt x="396" y="237"/>
                  </a:lnTo>
                  <a:lnTo>
                    <a:pt x="392" y="237"/>
                  </a:lnTo>
                  <a:lnTo>
                    <a:pt x="392" y="237"/>
                  </a:lnTo>
                  <a:lnTo>
                    <a:pt x="389" y="237"/>
                  </a:lnTo>
                  <a:lnTo>
                    <a:pt x="389" y="233"/>
                  </a:lnTo>
                  <a:lnTo>
                    <a:pt x="385" y="233"/>
                  </a:lnTo>
                  <a:lnTo>
                    <a:pt x="374" y="230"/>
                  </a:lnTo>
                  <a:lnTo>
                    <a:pt x="370" y="230"/>
                  </a:lnTo>
                  <a:lnTo>
                    <a:pt x="370" y="230"/>
                  </a:lnTo>
                  <a:lnTo>
                    <a:pt x="367" y="230"/>
                  </a:lnTo>
                  <a:lnTo>
                    <a:pt x="359" y="230"/>
                  </a:lnTo>
                  <a:lnTo>
                    <a:pt x="341" y="230"/>
                  </a:lnTo>
                  <a:lnTo>
                    <a:pt x="337" y="226"/>
                  </a:lnTo>
                  <a:lnTo>
                    <a:pt x="333" y="222"/>
                  </a:lnTo>
                  <a:lnTo>
                    <a:pt x="333" y="218"/>
                  </a:lnTo>
                  <a:lnTo>
                    <a:pt x="333" y="215"/>
                  </a:lnTo>
                  <a:lnTo>
                    <a:pt x="337" y="215"/>
                  </a:lnTo>
                  <a:lnTo>
                    <a:pt x="337" y="215"/>
                  </a:lnTo>
                  <a:lnTo>
                    <a:pt x="337" y="211"/>
                  </a:lnTo>
                  <a:lnTo>
                    <a:pt x="337" y="207"/>
                  </a:lnTo>
                  <a:lnTo>
                    <a:pt x="337" y="204"/>
                  </a:lnTo>
                  <a:lnTo>
                    <a:pt x="337" y="204"/>
                  </a:lnTo>
                  <a:lnTo>
                    <a:pt x="337" y="200"/>
                  </a:lnTo>
                  <a:lnTo>
                    <a:pt x="337" y="200"/>
                  </a:lnTo>
                  <a:lnTo>
                    <a:pt x="333" y="196"/>
                  </a:lnTo>
                  <a:lnTo>
                    <a:pt x="330" y="192"/>
                  </a:lnTo>
                  <a:lnTo>
                    <a:pt x="330" y="192"/>
                  </a:lnTo>
                  <a:lnTo>
                    <a:pt x="326" y="189"/>
                  </a:lnTo>
                  <a:lnTo>
                    <a:pt x="326" y="189"/>
                  </a:lnTo>
                  <a:lnTo>
                    <a:pt x="326" y="185"/>
                  </a:lnTo>
                  <a:lnTo>
                    <a:pt x="322" y="181"/>
                  </a:lnTo>
                  <a:lnTo>
                    <a:pt x="322" y="181"/>
                  </a:lnTo>
                  <a:lnTo>
                    <a:pt x="318" y="178"/>
                  </a:lnTo>
                  <a:lnTo>
                    <a:pt x="318" y="178"/>
                  </a:lnTo>
                  <a:lnTo>
                    <a:pt x="315" y="174"/>
                  </a:lnTo>
                  <a:lnTo>
                    <a:pt x="315" y="174"/>
                  </a:lnTo>
                  <a:lnTo>
                    <a:pt x="311" y="174"/>
                  </a:lnTo>
                  <a:lnTo>
                    <a:pt x="307" y="178"/>
                  </a:lnTo>
                  <a:lnTo>
                    <a:pt x="307" y="178"/>
                  </a:lnTo>
                  <a:lnTo>
                    <a:pt x="307" y="178"/>
                  </a:lnTo>
                  <a:lnTo>
                    <a:pt x="304" y="174"/>
                  </a:lnTo>
                  <a:lnTo>
                    <a:pt x="304" y="174"/>
                  </a:lnTo>
                  <a:lnTo>
                    <a:pt x="300" y="174"/>
                  </a:lnTo>
                  <a:lnTo>
                    <a:pt x="296" y="174"/>
                  </a:lnTo>
                  <a:lnTo>
                    <a:pt x="296" y="174"/>
                  </a:lnTo>
                  <a:lnTo>
                    <a:pt x="292" y="178"/>
                  </a:lnTo>
                  <a:lnTo>
                    <a:pt x="292" y="178"/>
                  </a:lnTo>
                  <a:lnTo>
                    <a:pt x="289" y="174"/>
                  </a:lnTo>
                  <a:lnTo>
                    <a:pt x="289" y="174"/>
                  </a:lnTo>
                  <a:lnTo>
                    <a:pt x="289" y="170"/>
                  </a:lnTo>
                  <a:lnTo>
                    <a:pt x="285" y="170"/>
                  </a:lnTo>
                  <a:lnTo>
                    <a:pt x="281" y="166"/>
                  </a:lnTo>
                  <a:lnTo>
                    <a:pt x="281" y="163"/>
                  </a:lnTo>
                  <a:lnTo>
                    <a:pt x="278" y="163"/>
                  </a:lnTo>
                  <a:lnTo>
                    <a:pt x="278" y="163"/>
                  </a:lnTo>
                  <a:lnTo>
                    <a:pt x="274" y="159"/>
                  </a:lnTo>
                  <a:lnTo>
                    <a:pt x="274" y="159"/>
                  </a:lnTo>
                  <a:lnTo>
                    <a:pt x="274" y="155"/>
                  </a:lnTo>
                  <a:lnTo>
                    <a:pt x="274" y="159"/>
                  </a:lnTo>
                  <a:lnTo>
                    <a:pt x="274" y="159"/>
                  </a:lnTo>
                  <a:lnTo>
                    <a:pt x="274" y="159"/>
                  </a:lnTo>
                  <a:lnTo>
                    <a:pt x="270" y="155"/>
                  </a:lnTo>
                  <a:lnTo>
                    <a:pt x="270" y="155"/>
                  </a:lnTo>
                  <a:lnTo>
                    <a:pt x="270" y="152"/>
                  </a:lnTo>
                  <a:lnTo>
                    <a:pt x="270" y="152"/>
                  </a:lnTo>
                  <a:lnTo>
                    <a:pt x="270" y="152"/>
                  </a:lnTo>
                  <a:lnTo>
                    <a:pt x="267" y="152"/>
                  </a:lnTo>
                  <a:lnTo>
                    <a:pt x="263" y="148"/>
                  </a:lnTo>
                  <a:lnTo>
                    <a:pt x="263" y="152"/>
                  </a:lnTo>
                  <a:lnTo>
                    <a:pt x="263" y="152"/>
                  </a:lnTo>
                  <a:lnTo>
                    <a:pt x="259" y="155"/>
                  </a:lnTo>
                  <a:lnTo>
                    <a:pt x="255" y="159"/>
                  </a:lnTo>
                  <a:lnTo>
                    <a:pt x="255" y="163"/>
                  </a:lnTo>
                  <a:lnTo>
                    <a:pt x="255" y="163"/>
                  </a:lnTo>
                  <a:lnTo>
                    <a:pt x="252" y="166"/>
                  </a:lnTo>
                  <a:lnTo>
                    <a:pt x="248" y="166"/>
                  </a:lnTo>
                  <a:lnTo>
                    <a:pt x="244" y="170"/>
                  </a:lnTo>
                  <a:lnTo>
                    <a:pt x="244" y="174"/>
                  </a:lnTo>
                  <a:lnTo>
                    <a:pt x="244" y="178"/>
                  </a:lnTo>
                  <a:lnTo>
                    <a:pt x="248" y="185"/>
                  </a:lnTo>
                  <a:lnTo>
                    <a:pt x="252" y="189"/>
                  </a:lnTo>
                  <a:lnTo>
                    <a:pt x="252" y="192"/>
                  </a:lnTo>
                  <a:lnTo>
                    <a:pt x="248" y="196"/>
                  </a:lnTo>
                  <a:lnTo>
                    <a:pt x="244" y="196"/>
                  </a:lnTo>
                  <a:lnTo>
                    <a:pt x="241" y="200"/>
                  </a:lnTo>
                  <a:lnTo>
                    <a:pt x="237" y="200"/>
                  </a:lnTo>
                  <a:lnTo>
                    <a:pt x="237" y="200"/>
                  </a:lnTo>
                  <a:lnTo>
                    <a:pt x="237" y="196"/>
                  </a:lnTo>
                  <a:lnTo>
                    <a:pt x="233" y="196"/>
                  </a:lnTo>
                  <a:lnTo>
                    <a:pt x="226" y="200"/>
                  </a:lnTo>
                  <a:lnTo>
                    <a:pt x="222" y="200"/>
                  </a:lnTo>
                  <a:lnTo>
                    <a:pt x="215" y="196"/>
                  </a:lnTo>
                  <a:lnTo>
                    <a:pt x="211" y="196"/>
                  </a:lnTo>
                  <a:lnTo>
                    <a:pt x="211" y="196"/>
                  </a:lnTo>
                  <a:lnTo>
                    <a:pt x="207" y="204"/>
                  </a:lnTo>
                  <a:lnTo>
                    <a:pt x="207" y="207"/>
                  </a:lnTo>
                  <a:lnTo>
                    <a:pt x="207" y="211"/>
                  </a:lnTo>
                  <a:lnTo>
                    <a:pt x="204" y="218"/>
                  </a:lnTo>
                  <a:lnTo>
                    <a:pt x="204" y="226"/>
                  </a:lnTo>
                  <a:lnTo>
                    <a:pt x="204" y="230"/>
                  </a:lnTo>
                  <a:lnTo>
                    <a:pt x="207" y="230"/>
                  </a:lnTo>
                  <a:lnTo>
                    <a:pt x="211" y="230"/>
                  </a:lnTo>
                  <a:lnTo>
                    <a:pt x="207" y="233"/>
                  </a:lnTo>
                  <a:lnTo>
                    <a:pt x="207" y="237"/>
                  </a:lnTo>
                  <a:lnTo>
                    <a:pt x="207" y="237"/>
                  </a:lnTo>
                  <a:lnTo>
                    <a:pt x="204" y="237"/>
                  </a:lnTo>
                  <a:lnTo>
                    <a:pt x="200" y="237"/>
                  </a:lnTo>
                  <a:lnTo>
                    <a:pt x="200" y="237"/>
                  </a:lnTo>
                  <a:lnTo>
                    <a:pt x="196" y="237"/>
                  </a:lnTo>
                  <a:lnTo>
                    <a:pt x="193" y="237"/>
                  </a:lnTo>
                  <a:lnTo>
                    <a:pt x="185" y="241"/>
                  </a:lnTo>
                  <a:lnTo>
                    <a:pt x="181" y="241"/>
                  </a:lnTo>
                  <a:lnTo>
                    <a:pt x="178" y="241"/>
                  </a:lnTo>
                  <a:lnTo>
                    <a:pt x="178" y="241"/>
                  </a:lnTo>
                  <a:lnTo>
                    <a:pt x="174" y="241"/>
                  </a:lnTo>
                  <a:lnTo>
                    <a:pt x="170" y="244"/>
                  </a:lnTo>
                  <a:lnTo>
                    <a:pt x="170" y="244"/>
                  </a:lnTo>
                  <a:lnTo>
                    <a:pt x="174" y="248"/>
                  </a:lnTo>
                  <a:lnTo>
                    <a:pt x="178" y="248"/>
                  </a:lnTo>
                  <a:lnTo>
                    <a:pt x="181" y="248"/>
                  </a:lnTo>
                  <a:lnTo>
                    <a:pt x="181" y="248"/>
                  </a:lnTo>
                  <a:lnTo>
                    <a:pt x="181" y="252"/>
                  </a:lnTo>
                  <a:lnTo>
                    <a:pt x="181" y="255"/>
                  </a:lnTo>
                  <a:lnTo>
                    <a:pt x="181" y="259"/>
                  </a:lnTo>
                  <a:lnTo>
                    <a:pt x="185" y="259"/>
                  </a:lnTo>
                  <a:lnTo>
                    <a:pt x="185" y="263"/>
                  </a:lnTo>
                  <a:lnTo>
                    <a:pt x="189" y="267"/>
                  </a:lnTo>
                  <a:lnTo>
                    <a:pt x="189" y="270"/>
                  </a:lnTo>
                  <a:lnTo>
                    <a:pt x="193" y="270"/>
                  </a:lnTo>
                  <a:lnTo>
                    <a:pt x="193" y="278"/>
                  </a:lnTo>
                  <a:lnTo>
                    <a:pt x="189" y="278"/>
                  </a:lnTo>
                  <a:lnTo>
                    <a:pt x="189" y="281"/>
                  </a:lnTo>
                  <a:lnTo>
                    <a:pt x="193" y="285"/>
                  </a:lnTo>
                  <a:lnTo>
                    <a:pt x="189" y="285"/>
                  </a:lnTo>
                  <a:lnTo>
                    <a:pt x="189" y="289"/>
                  </a:lnTo>
                  <a:lnTo>
                    <a:pt x="189" y="289"/>
                  </a:lnTo>
                  <a:lnTo>
                    <a:pt x="189" y="293"/>
                  </a:lnTo>
                  <a:lnTo>
                    <a:pt x="185" y="296"/>
                  </a:lnTo>
                  <a:lnTo>
                    <a:pt x="178" y="293"/>
                  </a:lnTo>
                  <a:lnTo>
                    <a:pt x="170" y="285"/>
                  </a:lnTo>
                  <a:lnTo>
                    <a:pt x="167" y="285"/>
                  </a:lnTo>
                  <a:lnTo>
                    <a:pt x="159" y="285"/>
                  </a:lnTo>
                  <a:lnTo>
                    <a:pt x="152" y="285"/>
                  </a:lnTo>
                  <a:lnTo>
                    <a:pt x="144" y="285"/>
                  </a:lnTo>
                  <a:lnTo>
                    <a:pt x="137" y="281"/>
                  </a:lnTo>
                  <a:lnTo>
                    <a:pt x="130" y="285"/>
                  </a:lnTo>
                  <a:lnTo>
                    <a:pt x="126" y="285"/>
                  </a:lnTo>
                  <a:lnTo>
                    <a:pt x="122" y="285"/>
                  </a:lnTo>
                  <a:lnTo>
                    <a:pt x="118" y="285"/>
                  </a:lnTo>
                  <a:lnTo>
                    <a:pt x="115" y="289"/>
                  </a:lnTo>
                  <a:lnTo>
                    <a:pt x="107" y="285"/>
                  </a:lnTo>
                  <a:lnTo>
                    <a:pt x="100" y="285"/>
                  </a:lnTo>
                  <a:lnTo>
                    <a:pt x="96" y="285"/>
                  </a:lnTo>
                  <a:lnTo>
                    <a:pt x="93" y="285"/>
                  </a:lnTo>
                  <a:lnTo>
                    <a:pt x="89" y="285"/>
                  </a:lnTo>
                  <a:lnTo>
                    <a:pt x="85" y="285"/>
                  </a:lnTo>
                  <a:lnTo>
                    <a:pt x="81" y="285"/>
                  </a:lnTo>
                  <a:lnTo>
                    <a:pt x="81" y="285"/>
                  </a:lnTo>
                  <a:lnTo>
                    <a:pt x="81" y="289"/>
                  </a:lnTo>
                  <a:lnTo>
                    <a:pt x="81" y="293"/>
                  </a:lnTo>
                  <a:lnTo>
                    <a:pt x="81" y="296"/>
                  </a:lnTo>
                  <a:lnTo>
                    <a:pt x="78" y="296"/>
                  </a:lnTo>
                  <a:lnTo>
                    <a:pt x="67" y="296"/>
                  </a:lnTo>
                  <a:lnTo>
                    <a:pt x="56" y="296"/>
                  </a:lnTo>
                  <a:lnTo>
                    <a:pt x="52" y="293"/>
                  </a:lnTo>
                  <a:lnTo>
                    <a:pt x="44" y="293"/>
                  </a:lnTo>
                  <a:lnTo>
                    <a:pt x="44" y="296"/>
                  </a:lnTo>
                  <a:lnTo>
                    <a:pt x="44" y="296"/>
                  </a:lnTo>
                  <a:lnTo>
                    <a:pt x="41" y="300"/>
                  </a:lnTo>
                  <a:lnTo>
                    <a:pt x="41" y="300"/>
                  </a:lnTo>
                  <a:lnTo>
                    <a:pt x="41" y="300"/>
                  </a:lnTo>
                  <a:lnTo>
                    <a:pt x="41" y="304"/>
                  </a:lnTo>
                  <a:lnTo>
                    <a:pt x="37" y="311"/>
                  </a:lnTo>
                  <a:lnTo>
                    <a:pt x="33" y="315"/>
                  </a:lnTo>
                  <a:lnTo>
                    <a:pt x="37" y="319"/>
                  </a:lnTo>
                  <a:lnTo>
                    <a:pt x="44" y="319"/>
                  </a:lnTo>
                  <a:lnTo>
                    <a:pt x="48" y="322"/>
                  </a:lnTo>
                  <a:lnTo>
                    <a:pt x="52" y="322"/>
                  </a:lnTo>
                  <a:lnTo>
                    <a:pt x="52" y="319"/>
                  </a:lnTo>
                  <a:lnTo>
                    <a:pt x="52" y="315"/>
                  </a:lnTo>
                  <a:lnTo>
                    <a:pt x="56" y="315"/>
                  </a:lnTo>
                  <a:lnTo>
                    <a:pt x="63" y="322"/>
                  </a:lnTo>
                  <a:lnTo>
                    <a:pt x="63" y="326"/>
                  </a:lnTo>
                  <a:lnTo>
                    <a:pt x="59" y="330"/>
                  </a:lnTo>
                  <a:lnTo>
                    <a:pt x="56" y="330"/>
                  </a:lnTo>
                  <a:lnTo>
                    <a:pt x="48" y="330"/>
                  </a:lnTo>
                  <a:lnTo>
                    <a:pt x="44" y="330"/>
                  </a:lnTo>
                  <a:lnTo>
                    <a:pt x="41" y="326"/>
                  </a:lnTo>
                  <a:lnTo>
                    <a:pt x="37" y="330"/>
                  </a:lnTo>
                  <a:lnTo>
                    <a:pt x="33" y="330"/>
                  </a:lnTo>
                  <a:lnTo>
                    <a:pt x="30" y="333"/>
                  </a:lnTo>
                  <a:lnTo>
                    <a:pt x="26" y="333"/>
                  </a:lnTo>
                  <a:lnTo>
                    <a:pt x="26" y="337"/>
                  </a:lnTo>
                  <a:lnTo>
                    <a:pt x="30" y="341"/>
                  </a:lnTo>
                  <a:lnTo>
                    <a:pt x="30" y="341"/>
                  </a:lnTo>
                  <a:lnTo>
                    <a:pt x="22" y="345"/>
                  </a:lnTo>
                  <a:lnTo>
                    <a:pt x="15" y="345"/>
                  </a:lnTo>
                  <a:lnTo>
                    <a:pt x="18" y="348"/>
                  </a:lnTo>
                  <a:lnTo>
                    <a:pt x="18" y="348"/>
                  </a:lnTo>
                  <a:lnTo>
                    <a:pt x="11" y="352"/>
                  </a:lnTo>
                  <a:lnTo>
                    <a:pt x="11" y="356"/>
                  </a:lnTo>
                  <a:lnTo>
                    <a:pt x="7" y="356"/>
                  </a:lnTo>
                  <a:lnTo>
                    <a:pt x="4" y="356"/>
                  </a:lnTo>
                  <a:lnTo>
                    <a:pt x="0" y="356"/>
                  </a:lnTo>
                  <a:lnTo>
                    <a:pt x="0" y="363"/>
                  </a:lnTo>
                  <a:lnTo>
                    <a:pt x="4" y="367"/>
                  </a:lnTo>
                  <a:lnTo>
                    <a:pt x="7" y="367"/>
                  </a:lnTo>
                  <a:lnTo>
                    <a:pt x="11" y="367"/>
                  </a:lnTo>
                  <a:lnTo>
                    <a:pt x="11" y="370"/>
                  </a:lnTo>
                  <a:lnTo>
                    <a:pt x="11" y="370"/>
                  </a:lnTo>
                  <a:lnTo>
                    <a:pt x="11" y="378"/>
                  </a:lnTo>
                  <a:lnTo>
                    <a:pt x="15" y="378"/>
                  </a:lnTo>
                  <a:lnTo>
                    <a:pt x="15" y="382"/>
                  </a:lnTo>
                  <a:lnTo>
                    <a:pt x="15" y="382"/>
                  </a:lnTo>
                  <a:lnTo>
                    <a:pt x="11" y="389"/>
                  </a:lnTo>
                  <a:lnTo>
                    <a:pt x="7" y="400"/>
                  </a:lnTo>
                  <a:lnTo>
                    <a:pt x="7" y="400"/>
                  </a:lnTo>
                  <a:lnTo>
                    <a:pt x="11" y="404"/>
                  </a:lnTo>
                  <a:lnTo>
                    <a:pt x="15" y="404"/>
                  </a:lnTo>
                  <a:lnTo>
                    <a:pt x="18" y="404"/>
                  </a:lnTo>
                  <a:lnTo>
                    <a:pt x="22" y="400"/>
                  </a:lnTo>
                  <a:lnTo>
                    <a:pt x="26" y="400"/>
                  </a:lnTo>
                  <a:lnTo>
                    <a:pt x="26" y="396"/>
                  </a:lnTo>
                  <a:lnTo>
                    <a:pt x="30" y="396"/>
                  </a:lnTo>
                  <a:lnTo>
                    <a:pt x="30" y="396"/>
                  </a:lnTo>
                  <a:lnTo>
                    <a:pt x="33" y="400"/>
                  </a:lnTo>
                  <a:lnTo>
                    <a:pt x="37" y="400"/>
                  </a:lnTo>
                  <a:lnTo>
                    <a:pt x="37" y="396"/>
                  </a:lnTo>
                  <a:lnTo>
                    <a:pt x="37" y="396"/>
                  </a:lnTo>
                  <a:lnTo>
                    <a:pt x="37" y="393"/>
                  </a:lnTo>
                  <a:lnTo>
                    <a:pt x="41" y="393"/>
                  </a:lnTo>
                  <a:lnTo>
                    <a:pt x="41" y="393"/>
                  </a:lnTo>
                  <a:lnTo>
                    <a:pt x="41" y="393"/>
                  </a:lnTo>
                  <a:lnTo>
                    <a:pt x="44" y="393"/>
                  </a:lnTo>
                  <a:lnTo>
                    <a:pt x="48" y="393"/>
                  </a:lnTo>
                  <a:lnTo>
                    <a:pt x="48" y="389"/>
                  </a:lnTo>
                  <a:lnTo>
                    <a:pt x="48" y="385"/>
                  </a:lnTo>
                  <a:lnTo>
                    <a:pt x="48" y="385"/>
                  </a:lnTo>
                  <a:lnTo>
                    <a:pt x="52" y="382"/>
                  </a:lnTo>
                  <a:lnTo>
                    <a:pt x="52" y="378"/>
                  </a:lnTo>
                  <a:lnTo>
                    <a:pt x="52" y="374"/>
                  </a:lnTo>
                  <a:lnTo>
                    <a:pt x="59" y="374"/>
                  </a:lnTo>
                  <a:lnTo>
                    <a:pt x="59" y="378"/>
                  </a:lnTo>
                  <a:lnTo>
                    <a:pt x="63" y="378"/>
                  </a:lnTo>
                  <a:lnTo>
                    <a:pt x="63" y="382"/>
                  </a:lnTo>
                  <a:lnTo>
                    <a:pt x="63" y="385"/>
                  </a:lnTo>
                  <a:lnTo>
                    <a:pt x="63" y="385"/>
                  </a:lnTo>
                  <a:lnTo>
                    <a:pt x="67" y="385"/>
                  </a:lnTo>
                  <a:lnTo>
                    <a:pt x="67" y="389"/>
                  </a:lnTo>
                  <a:lnTo>
                    <a:pt x="67" y="393"/>
                  </a:lnTo>
                  <a:lnTo>
                    <a:pt x="67" y="396"/>
                  </a:lnTo>
                  <a:lnTo>
                    <a:pt x="67" y="404"/>
                  </a:lnTo>
                  <a:lnTo>
                    <a:pt x="70" y="404"/>
                  </a:lnTo>
                  <a:lnTo>
                    <a:pt x="70" y="408"/>
                  </a:lnTo>
                  <a:lnTo>
                    <a:pt x="74" y="408"/>
                  </a:lnTo>
                  <a:lnTo>
                    <a:pt x="78" y="408"/>
                  </a:lnTo>
                  <a:lnTo>
                    <a:pt x="81" y="408"/>
                  </a:lnTo>
                  <a:lnTo>
                    <a:pt x="81" y="404"/>
                  </a:lnTo>
                  <a:lnTo>
                    <a:pt x="85" y="404"/>
                  </a:lnTo>
                  <a:lnTo>
                    <a:pt x="89" y="400"/>
                  </a:lnTo>
                  <a:lnTo>
                    <a:pt x="89" y="396"/>
                  </a:lnTo>
                  <a:lnTo>
                    <a:pt x="93" y="396"/>
                  </a:lnTo>
                  <a:lnTo>
                    <a:pt x="100" y="393"/>
                  </a:lnTo>
                  <a:lnTo>
                    <a:pt x="104" y="389"/>
                  </a:lnTo>
                  <a:lnTo>
                    <a:pt x="104" y="393"/>
                  </a:lnTo>
                  <a:lnTo>
                    <a:pt x="111" y="393"/>
                  </a:lnTo>
                  <a:lnTo>
                    <a:pt x="115" y="389"/>
                  </a:lnTo>
                  <a:lnTo>
                    <a:pt x="122" y="389"/>
                  </a:lnTo>
                  <a:lnTo>
                    <a:pt x="122" y="393"/>
                  </a:lnTo>
                  <a:lnTo>
                    <a:pt x="115" y="396"/>
                  </a:lnTo>
                  <a:lnTo>
                    <a:pt x="118" y="396"/>
                  </a:lnTo>
                  <a:lnTo>
                    <a:pt x="118" y="396"/>
                  </a:lnTo>
                  <a:lnTo>
                    <a:pt x="118" y="396"/>
                  </a:lnTo>
                  <a:lnTo>
                    <a:pt x="122" y="396"/>
                  </a:lnTo>
                  <a:lnTo>
                    <a:pt x="126" y="400"/>
                  </a:lnTo>
                  <a:lnTo>
                    <a:pt x="126" y="396"/>
                  </a:lnTo>
                  <a:lnTo>
                    <a:pt x="130" y="396"/>
                  </a:lnTo>
                  <a:lnTo>
                    <a:pt x="133" y="396"/>
                  </a:lnTo>
                  <a:lnTo>
                    <a:pt x="133" y="396"/>
                  </a:lnTo>
                  <a:lnTo>
                    <a:pt x="137" y="396"/>
                  </a:lnTo>
                  <a:lnTo>
                    <a:pt x="137" y="396"/>
                  </a:lnTo>
                  <a:lnTo>
                    <a:pt x="141" y="404"/>
                  </a:lnTo>
                  <a:lnTo>
                    <a:pt x="148" y="411"/>
                  </a:lnTo>
                  <a:lnTo>
                    <a:pt x="152" y="415"/>
                  </a:lnTo>
                  <a:lnTo>
                    <a:pt x="152" y="419"/>
                  </a:lnTo>
                  <a:lnTo>
                    <a:pt x="155" y="419"/>
                  </a:lnTo>
                  <a:lnTo>
                    <a:pt x="155" y="422"/>
                  </a:lnTo>
                  <a:lnTo>
                    <a:pt x="163" y="422"/>
                  </a:lnTo>
                  <a:lnTo>
                    <a:pt x="170" y="422"/>
                  </a:lnTo>
                  <a:lnTo>
                    <a:pt x="170" y="422"/>
                  </a:lnTo>
                  <a:lnTo>
                    <a:pt x="174" y="426"/>
                  </a:lnTo>
                  <a:lnTo>
                    <a:pt x="178" y="430"/>
                  </a:lnTo>
                  <a:lnTo>
                    <a:pt x="185" y="430"/>
                  </a:lnTo>
                  <a:lnTo>
                    <a:pt x="189" y="437"/>
                  </a:lnTo>
                  <a:lnTo>
                    <a:pt x="193" y="445"/>
                  </a:lnTo>
                  <a:lnTo>
                    <a:pt x="196" y="445"/>
                  </a:lnTo>
                  <a:lnTo>
                    <a:pt x="200" y="448"/>
                  </a:lnTo>
                  <a:lnTo>
                    <a:pt x="200" y="456"/>
                  </a:lnTo>
                  <a:lnTo>
                    <a:pt x="204" y="463"/>
                  </a:lnTo>
                  <a:lnTo>
                    <a:pt x="207" y="463"/>
                  </a:lnTo>
                  <a:lnTo>
                    <a:pt x="207" y="471"/>
                  </a:lnTo>
                  <a:lnTo>
                    <a:pt x="211" y="474"/>
                  </a:lnTo>
                  <a:lnTo>
                    <a:pt x="207" y="478"/>
                  </a:lnTo>
                  <a:lnTo>
                    <a:pt x="207" y="478"/>
                  </a:lnTo>
                  <a:lnTo>
                    <a:pt x="204" y="478"/>
                  </a:lnTo>
                  <a:lnTo>
                    <a:pt x="200" y="482"/>
                  </a:lnTo>
                  <a:lnTo>
                    <a:pt x="200" y="482"/>
                  </a:lnTo>
                  <a:lnTo>
                    <a:pt x="200" y="482"/>
                  </a:lnTo>
                  <a:lnTo>
                    <a:pt x="200" y="485"/>
                  </a:lnTo>
                  <a:lnTo>
                    <a:pt x="204" y="489"/>
                  </a:lnTo>
                  <a:lnTo>
                    <a:pt x="204" y="493"/>
                  </a:lnTo>
                  <a:lnTo>
                    <a:pt x="207" y="497"/>
                  </a:lnTo>
                  <a:lnTo>
                    <a:pt x="204" y="497"/>
                  </a:lnTo>
                  <a:lnTo>
                    <a:pt x="207" y="500"/>
                  </a:lnTo>
                  <a:lnTo>
                    <a:pt x="207" y="500"/>
                  </a:lnTo>
                  <a:lnTo>
                    <a:pt x="207" y="504"/>
                  </a:lnTo>
                  <a:lnTo>
                    <a:pt x="211" y="504"/>
                  </a:lnTo>
                  <a:lnTo>
                    <a:pt x="211" y="508"/>
                  </a:lnTo>
                  <a:lnTo>
                    <a:pt x="215" y="508"/>
                  </a:lnTo>
                  <a:lnTo>
                    <a:pt x="218" y="508"/>
                  </a:lnTo>
                  <a:lnTo>
                    <a:pt x="222" y="508"/>
                  </a:lnTo>
                  <a:lnTo>
                    <a:pt x="222" y="508"/>
                  </a:lnTo>
                  <a:lnTo>
                    <a:pt x="226" y="508"/>
                  </a:lnTo>
                  <a:lnTo>
                    <a:pt x="230" y="511"/>
                  </a:lnTo>
                  <a:lnTo>
                    <a:pt x="233" y="511"/>
                  </a:lnTo>
                  <a:lnTo>
                    <a:pt x="233" y="515"/>
                  </a:lnTo>
                  <a:lnTo>
                    <a:pt x="237" y="515"/>
                  </a:lnTo>
                  <a:lnTo>
                    <a:pt x="237" y="519"/>
                  </a:lnTo>
                  <a:lnTo>
                    <a:pt x="237" y="519"/>
                  </a:lnTo>
                  <a:lnTo>
                    <a:pt x="237" y="519"/>
                  </a:lnTo>
                  <a:lnTo>
                    <a:pt x="244" y="519"/>
                  </a:lnTo>
                  <a:lnTo>
                    <a:pt x="244" y="523"/>
                  </a:lnTo>
                  <a:lnTo>
                    <a:pt x="248" y="523"/>
                  </a:lnTo>
                  <a:lnTo>
                    <a:pt x="248" y="523"/>
                  </a:lnTo>
                  <a:lnTo>
                    <a:pt x="252" y="519"/>
                  </a:lnTo>
                  <a:lnTo>
                    <a:pt x="255" y="519"/>
                  </a:lnTo>
                  <a:lnTo>
                    <a:pt x="263" y="523"/>
                  </a:lnTo>
                  <a:lnTo>
                    <a:pt x="263" y="523"/>
                  </a:lnTo>
                  <a:lnTo>
                    <a:pt x="267" y="523"/>
                  </a:lnTo>
                  <a:lnTo>
                    <a:pt x="270" y="523"/>
                  </a:lnTo>
                  <a:lnTo>
                    <a:pt x="274" y="530"/>
                  </a:lnTo>
                  <a:lnTo>
                    <a:pt x="278" y="530"/>
                  </a:lnTo>
                  <a:lnTo>
                    <a:pt x="281" y="530"/>
                  </a:lnTo>
                  <a:lnTo>
                    <a:pt x="285" y="534"/>
                  </a:lnTo>
                  <a:lnTo>
                    <a:pt x="285" y="537"/>
                  </a:lnTo>
                  <a:lnTo>
                    <a:pt x="289" y="537"/>
                  </a:lnTo>
                  <a:lnTo>
                    <a:pt x="289" y="537"/>
                  </a:lnTo>
                  <a:lnTo>
                    <a:pt x="289" y="534"/>
                  </a:lnTo>
                  <a:lnTo>
                    <a:pt x="292" y="534"/>
                  </a:lnTo>
                  <a:lnTo>
                    <a:pt x="292" y="534"/>
                  </a:lnTo>
                  <a:lnTo>
                    <a:pt x="296" y="534"/>
                  </a:lnTo>
                  <a:lnTo>
                    <a:pt x="300" y="534"/>
                  </a:lnTo>
                  <a:lnTo>
                    <a:pt x="300" y="541"/>
                  </a:lnTo>
                  <a:lnTo>
                    <a:pt x="304" y="541"/>
                  </a:lnTo>
                  <a:lnTo>
                    <a:pt x="311" y="541"/>
                  </a:lnTo>
                  <a:lnTo>
                    <a:pt x="315" y="541"/>
                  </a:lnTo>
                  <a:lnTo>
                    <a:pt x="311" y="549"/>
                  </a:lnTo>
                  <a:lnTo>
                    <a:pt x="315" y="552"/>
                  </a:lnTo>
                  <a:lnTo>
                    <a:pt x="318" y="552"/>
                  </a:lnTo>
                  <a:lnTo>
                    <a:pt x="322" y="552"/>
                  </a:lnTo>
                  <a:lnTo>
                    <a:pt x="322" y="552"/>
                  </a:lnTo>
                  <a:lnTo>
                    <a:pt x="326" y="552"/>
                  </a:lnTo>
                  <a:lnTo>
                    <a:pt x="330" y="549"/>
                  </a:lnTo>
                  <a:lnTo>
                    <a:pt x="337" y="549"/>
                  </a:lnTo>
                  <a:lnTo>
                    <a:pt x="341" y="549"/>
                  </a:lnTo>
                  <a:lnTo>
                    <a:pt x="341" y="552"/>
                  </a:lnTo>
                  <a:lnTo>
                    <a:pt x="348" y="556"/>
                  </a:lnTo>
                  <a:lnTo>
                    <a:pt x="348" y="560"/>
                  </a:lnTo>
                  <a:lnTo>
                    <a:pt x="352" y="560"/>
                  </a:lnTo>
                  <a:lnTo>
                    <a:pt x="355" y="560"/>
                  </a:lnTo>
                  <a:lnTo>
                    <a:pt x="359" y="560"/>
                  </a:lnTo>
                  <a:lnTo>
                    <a:pt x="363" y="556"/>
                  </a:lnTo>
                  <a:lnTo>
                    <a:pt x="367" y="556"/>
                  </a:lnTo>
                  <a:lnTo>
                    <a:pt x="367" y="560"/>
                  </a:lnTo>
                  <a:lnTo>
                    <a:pt x="370" y="556"/>
                  </a:lnTo>
                  <a:lnTo>
                    <a:pt x="374" y="556"/>
                  </a:lnTo>
                  <a:lnTo>
                    <a:pt x="374" y="560"/>
                  </a:lnTo>
                  <a:lnTo>
                    <a:pt x="374" y="563"/>
                  </a:lnTo>
                  <a:lnTo>
                    <a:pt x="378" y="563"/>
                  </a:lnTo>
                  <a:lnTo>
                    <a:pt x="378" y="563"/>
                  </a:lnTo>
                  <a:lnTo>
                    <a:pt x="381" y="563"/>
                  </a:lnTo>
                  <a:lnTo>
                    <a:pt x="385" y="556"/>
                  </a:lnTo>
                  <a:lnTo>
                    <a:pt x="392" y="552"/>
                  </a:lnTo>
                  <a:lnTo>
                    <a:pt x="400" y="552"/>
                  </a:lnTo>
                  <a:lnTo>
                    <a:pt x="400" y="552"/>
                  </a:lnTo>
                  <a:lnTo>
                    <a:pt x="407" y="556"/>
                  </a:lnTo>
                  <a:lnTo>
                    <a:pt x="411" y="556"/>
                  </a:lnTo>
                  <a:lnTo>
                    <a:pt x="415" y="552"/>
                  </a:lnTo>
                  <a:lnTo>
                    <a:pt x="418" y="556"/>
                  </a:lnTo>
                  <a:lnTo>
                    <a:pt x="422" y="556"/>
                  </a:lnTo>
                  <a:lnTo>
                    <a:pt x="422" y="556"/>
                  </a:lnTo>
                  <a:lnTo>
                    <a:pt x="426" y="556"/>
                  </a:lnTo>
                  <a:lnTo>
                    <a:pt x="429" y="556"/>
                  </a:lnTo>
                  <a:lnTo>
                    <a:pt x="433" y="556"/>
                  </a:lnTo>
                  <a:lnTo>
                    <a:pt x="437" y="552"/>
                  </a:lnTo>
                  <a:lnTo>
                    <a:pt x="437" y="552"/>
                  </a:lnTo>
                  <a:lnTo>
                    <a:pt x="441" y="552"/>
                  </a:lnTo>
                  <a:lnTo>
                    <a:pt x="441" y="549"/>
                  </a:lnTo>
                  <a:lnTo>
                    <a:pt x="444" y="549"/>
                  </a:lnTo>
                  <a:lnTo>
                    <a:pt x="444" y="545"/>
                  </a:lnTo>
                  <a:lnTo>
                    <a:pt x="448" y="541"/>
                  </a:lnTo>
                  <a:lnTo>
                    <a:pt x="452" y="541"/>
                  </a:lnTo>
                  <a:lnTo>
                    <a:pt x="459" y="541"/>
                  </a:lnTo>
                  <a:lnTo>
                    <a:pt x="463" y="537"/>
                  </a:lnTo>
                  <a:lnTo>
                    <a:pt x="463" y="534"/>
                  </a:lnTo>
                  <a:lnTo>
                    <a:pt x="463" y="534"/>
                  </a:lnTo>
                  <a:lnTo>
                    <a:pt x="467" y="530"/>
                  </a:lnTo>
                  <a:lnTo>
                    <a:pt x="470" y="534"/>
                  </a:lnTo>
                  <a:lnTo>
                    <a:pt x="474" y="534"/>
                  </a:lnTo>
                  <a:lnTo>
                    <a:pt x="481" y="534"/>
                  </a:lnTo>
                  <a:lnTo>
                    <a:pt x="481" y="534"/>
                  </a:lnTo>
                  <a:lnTo>
                    <a:pt x="481" y="530"/>
                  </a:lnTo>
                  <a:lnTo>
                    <a:pt x="489" y="526"/>
                  </a:lnTo>
                  <a:lnTo>
                    <a:pt x="492" y="526"/>
                  </a:lnTo>
                  <a:lnTo>
                    <a:pt x="492" y="530"/>
                  </a:lnTo>
                  <a:lnTo>
                    <a:pt x="496" y="530"/>
                  </a:lnTo>
                  <a:lnTo>
                    <a:pt x="496" y="530"/>
                  </a:lnTo>
                  <a:lnTo>
                    <a:pt x="492" y="534"/>
                  </a:lnTo>
                  <a:lnTo>
                    <a:pt x="496" y="537"/>
                  </a:lnTo>
                  <a:lnTo>
                    <a:pt x="496" y="537"/>
                  </a:lnTo>
                  <a:lnTo>
                    <a:pt x="500" y="537"/>
                  </a:lnTo>
                  <a:lnTo>
                    <a:pt x="500" y="537"/>
                  </a:lnTo>
                  <a:lnTo>
                    <a:pt x="504" y="541"/>
                  </a:lnTo>
                  <a:lnTo>
                    <a:pt x="504" y="545"/>
                  </a:lnTo>
                  <a:lnTo>
                    <a:pt x="500" y="545"/>
                  </a:lnTo>
                  <a:lnTo>
                    <a:pt x="500" y="549"/>
                  </a:lnTo>
                  <a:lnTo>
                    <a:pt x="504" y="549"/>
                  </a:lnTo>
                  <a:lnTo>
                    <a:pt x="507" y="549"/>
                  </a:lnTo>
                  <a:lnTo>
                    <a:pt x="511" y="549"/>
                  </a:lnTo>
                  <a:lnTo>
                    <a:pt x="511" y="552"/>
                  </a:lnTo>
                  <a:lnTo>
                    <a:pt x="515" y="552"/>
                  </a:lnTo>
                  <a:lnTo>
                    <a:pt x="518" y="552"/>
                  </a:lnTo>
                  <a:lnTo>
                    <a:pt x="522" y="552"/>
                  </a:lnTo>
                  <a:lnTo>
                    <a:pt x="526" y="552"/>
                  </a:lnTo>
                  <a:lnTo>
                    <a:pt x="526" y="556"/>
                  </a:lnTo>
                  <a:lnTo>
                    <a:pt x="529" y="556"/>
                  </a:lnTo>
                  <a:lnTo>
                    <a:pt x="529" y="560"/>
                  </a:lnTo>
                  <a:lnTo>
                    <a:pt x="533" y="560"/>
                  </a:lnTo>
                  <a:lnTo>
                    <a:pt x="537" y="563"/>
                  </a:lnTo>
                  <a:lnTo>
                    <a:pt x="537" y="567"/>
                  </a:lnTo>
                  <a:lnTo>
                    <a:pt x="541" y="574"/>
                  </a:lnTo>
                  <a:lnTo>
                    <a:pt x="541" y="578"/>
                  </a:lnTo>
                  <a:lnTo>
                    <a:pt x="541" y="586"/>
                  </a:lnTo>
                  <a:lnTo>
                    <a:pt x="541" y="589"/>
                  </a:lnTo>
                  <a:lnTo>
                    <a:pt x="537" y="589"/>
                  </a:lnTo>
                  <a:lnTo>
                    <a:pt x="537" y="589"/>
                  </a:lnTo>
                  <a:lnTo>
                    <a:pt x="533" y="593"/>
                  </a:lnTo>
                  <a:lnTo>
                    <a:pt x="533" y="593"/>
                  </a:lnTo>
                  <a:lnTo>
                    <a:pt x="533" y="597"/>
                  </a:lnTo>
                  <a:lnTo>
                    <a:pt x="533" y="600"/>
                  </a:lnTo>
                  <a:lnTo>
                    <a:pt x="533" y="600"/>
                  </a:lnTo>
                  <a:lnTo>
                    <a:pt x="529" y="600"/>
                  </a:lnTo>
                  <a:lnTo>
                    <a:pt x="529" y="600"/>
                  </a:lnTo>
                  <a:lnTo>
                    <a:pt x="526" y="604"/>
                  </a:lnTo>
                  <a:lnTo>
                    <a:pt x="529" y="608"/>
                  </a:lnTo>
                  <a:lnTo>
                    <a:pt x="526" y="608"/>
                  </a:lnTo>
                  <a:lnTo>
                    <a:pt x="526" y="612"/>
                  </a:lnTo>
                  <a:lnTo>
                    <a:pt x="529" y="612"/>
                  </a:lnTo>
                  <a:lnTo>
                    <a:pt x="529" y="615"/>
                  </a:lnTo>
                  <a:lnTo>
                    <a:pt x="533" y="615"/>
                  </a:lnTo>
                  <a:lnTo>
                    <a:pt x="533" y="619"/>
                  </a:lnTo>
                  <a:lnTo>
                    <a:pt x="533" y="623"/>
                  </a:lnTo>
                  <a:lnTo>
                    <a:pt x="537" y="619"/>
                  </a:lnTo>
                  <a:lnTo>
                    <a:pt x="544" y="619"/>
                  </a:lnTo>
                  <a:lnTo>
                    <a:pt x="544" y="623"/>
                  </a:lnTo>
                  <a:lnTo>
                    <a:pt x="544" y="623"/>
                  </a:lnTo>
                  <a:lnTo>
                    <a:pt x="548" y="626"/>
                  </a:lnTo>
                  <a:lnTo>
                    <a:pt x="552" y="623"/>
                  </a:lnTo>
                  <a:lnTo>
                    <a:pt x="552" y="626"/>
                  </a:lnTo>
                  <a:lnTo>
                    <a:pt x="552" y="630"/>
                  </a:lnTo>
                  <a:lnTo>
                    <a:pt x="552" y="630"/>
                  </a:lnTo>
                  <a:lnTo>
                    <a:pt x="555" y="634"/>
                  </a:lnTo>
                  <a:lnTo>
                    <a:pt x="555" y="634"/>
                  </a:lnTo>
                  <a:lnTo>
                    <a:pt x="559" y="634"/>
                  </a:lnTo>
                  <a:lnTo>
                    <a:pt x="559" y="634"/>
                  </a:lnTo>
                  <a:lnTo>
                    <a:pt x="563" y="634"/>
                  </a:lnTo>
                  <a:lnTo>
                    <a:pt x="566" y="638"/>
                  </a:lnTo>
                  <a:lnTo>
                    <a:pt x="566" y="638"/>
                  </a:lnTo>
                  <a:lnTo>
                    <a:pt x="566" y="641"/>
                  </a:lnTo>
                  <a:lnTo>
                    <a:pt x="566" y="641"/>
                  </a:lnTo>
                  <a:lnTo>
                    <a:pt x="563" y="649"/>
                  </a:lnTo>
                  <a:lnTo>
                    <a:pt x="559" y="649"/>
                  </a:lnTo>
                  <a:lnTo>
                    <a:pt x="559" y="652"/>
                  </a:lnTo>
                  <a:lnTo>
                    <a:pt x="563" y="652"/>
                  </a:lnTo>
                  <a:lnTo>
                    <a:pt x="566" y="652"/>
                  </a:lnTo>
                  <a:lnTo>
                    <a:pt x="566" y="652"/>
                  </a:lnTo>
                  <a:lnTo>
                    <a:pt x="570" y="652"/>
                  </a:lnTo>
                  <a:lnTo>
                    <a:pt x="570" y="652"/>
                  </a:lnTo>
                  <a:lnTo>
                    <a:pt x="570" y="656"/>
                  </a:lnTo>
                  <a:lnTo>
                    <a:pt x="570" y="660"/>
                  </a:lnTo>
                  <a:lnTo>
                    <a:pt x="574" y="664"/>
                  </a:lnTo>
                  <a:lnTo>
                    <a:pt x="578" y="660"/>
                  </a:lnTo>
                  <a:lnTo>
                    <a:pt x="581" y="660"/>
                  </a:lnTo>
                  <a:lnTo>
                    <a:pt x="589" y="656"/>
                  </a:lnTo>
                  <a:lnTo>
                    <a:pt x="592" y="660"/>
                  </a:lnTo>
                  <a:lnTo>
                    <a:pt x="592" y="660"/>
                  </a:lnTo>
                  <a:lnTo>
                    <a:pt x="589" y="664"/>
                  </a:lnTo>
                  <a:lnTo>
                    <a:pt x="589" y="664"/>
                  </a:lnTo>
                  <a:lnTo>
                    <a:pt x="592" y="664"/>
                  </a:lnTo>
                  <a:lnTo>
                    <a:pt x="592" y="667"/>
                  </a:lnTo>
                  <a:lnTo>
                    <a:pt x="600" y="664"/>
                  </a:lnTo>
                  <a:lnTo>
                    <a:pt x="600" y="664"/>
                  </a:lnTo>
                  <a:lnTo>
                    <a:pt x="600" y="660"/>
                  </a:lnTo>
                  <a:lnTo>
                    <a:pt x="600" y="656"/>
                  </a:lnTo>
                  <a:lnTo>
                    <a:pt x="600" y="656"/>
                  </a:lnTo>
                  <a:lnTo>
                    <a:pt x="600" y="649"/>
                  </a:lnTo>
                  <a:lnTo>
                    <a:pt x="600" y="649"/>
                  </a:lnTo>
                  <a:lnTo>
                    <a:pt x="600" y="645"/>
                  </a:lnTo>
                  <a:lnTo>
                    <a:pt x="607" y="645"/>
                  </a:lnTo>
                  <a:lnTo>
                    <a:pt x="607" y="649"/>
                  </a:lnTo>
                  <a:lnTo>
                    <a:pt x="607" y="645"/>
                  </a:lnTo>
                  <a:lnTo>
                    <a:pt x="607" y="645"/>
                  </a:lnTo>
                  <a:lnTo>
                    <a:pt x="611" y="645"/>
                  </a:lnTo>
                  <a:lnTo>
                    <a:pt x="611" y="645"/>
                  </a:lnTo>
                  <a:lnTo>
                    <a:pt x="611" y="641"/>
                  </a:lnTo>
                  <a:lnTo>
                    <a:pt x="615" y="641"/>
                  </a:lnTo>
                  <a:lnTo>
                    <a:pt x="618" y="641"/>
                  </a:lnTo>
                  <a:lnTo>
                    <a:pt x="618" y="645"/>
                  </a:lnTo>
                  <a:lnTo>
                    <a:pt x="618" y="645"/>
                  </a:lnTo>
                  <a:lnTo>
                    <a:pt x="622" y="645"/>
                  </a:lnTo>
                  <a:lnTo>
                    <a:pt x="622" y="641"/>
                  </a:lnTo>
                  <a:lnTo>
                    <a:pt x="626" y="641"/>
                  </a:lnTo>
                  <a:lnTo>
                    <a:pt x="629" y="641"/>
                  </a:lnTo>
                  <a:lnTo>
                    <a:pt x="629" y="641"/>
                  </a:lnTo>
                  <a:lnTo>
                    <a:pt x="629" y="641"/>
                  </a:lnTo>
                  <a:lnTo>
                    <a:pt x="633" y="645"/>
                  </a:lnTo>
                  <a:lnTo>
                    <a:pt x="637" y="641"/>
                  </a:lnTo>
                  <a:lnTo>
                    <a:pt x="637" y="638"/>
                  </a:lnTo>
                  <a:lnTo>
                    <a:pt x="641" y="638"/>
                  </a:lnTo>
                  <a:lnTo>
                    <a:pt x="644" y="641"/>
                  </a:lnTo>
                  <a:lnTo>
                    <a:pt x="648" y="638"/>
                  </a:lnTo>
                  <a:lnTo>
                    <a:pt x="648" y="634"/>
                  </a:lnTo>
                  <a:lnTo>
                    <a:pt x="652" y="630"/>
                  </a:lnTo>
                  <a:lnTo>
                    <a:pt x="655" y="630"/>
                  </a:lnTo>
                  <a:lnTo>
                    <a:pt x="659" y="630"/>
                  </a:lnTo>
                  <a:lnTo>
                    <a:pt x="663" y="634"/>
                  </a:lnTo>
                  <a:lnTo>
                    <a:pt x="663" y="634"/>
                  </a:lnTo>
                  <a:lnTo>
                    <a:pt x="666" y="634"/>
                  </a:lnTo>
                  <a:lnTo>
                    <a:pt x="666" y="638"/>
                  </a:lnTo>
                  <a:lnTo>
                    <a:pt x="674" y="638"/>
                  </a:lnTo>
                  <a:lnTo>
                    <a:pt x="678" y="638"/>
                  </a:lnTo>
                  <a:lnTo>
                    <a:pt x="681" y="638"/>
                  </a:lnTo>
                  <a:lnTo>
                    <a:pt x="685" y="638"/>
                  </a:lnTo>
                  <a:lnTo>
                    <a:pt x="681" y="641"/>
                  </a:lnTo>
                  <a:lnTo>
                    <a:pt x="681" y="641"/>
                  </a:lnTo>
                  <a:lnTo>
                    <a:pt x="678" y="649"/>
                  </a:lnTo>
                  <a:lnTo>
                    <a:pt x="681" y="649"/>
                  </a:lnTo>
                  <a:lnTo>
                    <a:pt x="681" y="652"/>
                  </a:lnTo>
                  <a:lnTo>
                    <a:pt x="689" y="652"/>
                  </a:lnTo>
                  <a:lnTo>
                    <a:pt x="689" y="656"/>
                  </a:lnTo>
                  <a:lnTo>
                    <a:pt x="692" y="656"/>
                  </a:lnTo>
                  <a:lnTo>
                    <a:pt x="696" y="660"/>
                  </a:lnTo>
                  <a:lnTo>
                    <a:pt x="700" y="656"/>
                  </a:lnTo>
                  <a:lnTo>
                    <a:pt x="700" y="660"/>
                  </a:lnTo>
                  <a:lnTo>
                    <a:pt x="703" y="656"/>
                  </a:lnTo>
                  <a:lnTo>
                    <a:pt x="703" y="660"/>
                  </a:lnTo>
                  <a:lnTo>
                    <a:pt x="707" y="660"/>
                  </a:lnTo>
                  <a:lnTo>
                    <a:pt x="707" y="660"/>
                  </a:lnTo>
                  <a:lnTo>
                    <a:pt x="711" y="660"/>
                  </a:lnTo>
                  <a:lnTo>
                    <a:pt x="711" y="660"/>
                  </a:lnTo>
                  <a:lnTo>
                    <a:pt x="711" y="656"/>
                  </a:lnTo>
                  <a:lnTo>
                    <a:pt x="711" y="652"/>
                  </a:lnTo>
                  <a:lnTo>
                    <a:pt x="715" y="656"/>
                  </a:lnTo>
                  <a:lnTo>
                    <a:pt x="718" y="660"/>
                  </a:lnTo>
                  <a:lnTo>
                    <a:pt x="718" y="660"/>
                  </a:lnTo>
                  <a:lnTo>
                    <a:pt x="722" y="664"/>
                  </a:lnTo>
                  <a:lnTo>
                    <a:pt x="726" y="660"/>
                  </a:lnTo>
                  <a:lnTo>
                    <a:pt x="726" y="664"/>
                  </a:lnTo>
                  <a:lnTo>
                    <a:pt x="729" y="660"/>
                  </a:lnTo>
                  <a:lnTo>
                    <a:pt x="729" y="660"/>
                  </a:lnTo>
                  <a:lnTo>
                    <a:pt x="733" y="660"/>
                  </a:lnTo>
                  <a:lnTo>
                    <a:pt x="733" y="660"/>
                  </a:lnTo>
                  <a:lnTo>
                    <a:pt x="737" y="664"/>
                  </a:lnTo>
                  <a:lnTo>
                    <a:pt x="733" y="664"/>
                  </a:lnTo>
                  <a:lnTo>
                    <a:pt x="733" y="664"/>
                  </a:lnTo>
                  <a:lnTo>
                    <a:pt x="729" y="667"/>
                  </a:lnTo>
                  <a:lnTo>
                    <a:pt x="729" y="671"/>
                  </a:lnTo>
                  <a:lnTo>
                    <a:pt x="733" y="675"/>
                  </a:lnTo>
                  <a:lnTo>
                    <a:pt x="737" y="675"/>
                  </a:lnTo>
                  <a:lnTo>
                    <a:pt x="737" y="678"/>
                  </a:lnTo>
                  <a:lnTo>
                    <a:pt x="737" y="678"/>
                  </a:lnTo>
                  <a:lnTo>
                    <a:pt x="737" y="678"/>
                  </a:lnTo>
                  <a:lnTo>
                    <a:pt x="737" y="678"/>
                  </a:lnTo>
                  <a:lnTo>
                    <a:pt x="741" y="678"/>
                  </a:lnTo>
                  <a:lnTo>
                    <a:pt x="741" y="678"/>
                  </a:lnTo>
                  <a:lnTo>
                    <a:pt x="744" y="678"/>
                  </a:lnTo>
                  <a:lnTo>
                    <a:pt x="748" y="675"/>
                  </a:lnTo>
                  <a:lnTo>
                    <a:pt x="744" y="675"/>
                  </a:lnTo>
                  <a:lnTo>
                    <a:pt x="744" y="675"/>
                  </a:lnTo>
                  <a:lnTo>
                    <a:pt x="744" y="675"/>
                  </a:lnTo>
                  <a:lnTo>
                    <a:pt x="744" y="671"/>
                  </a:lnTo>
                  <a:lnTo>
                    <a:pt x="741" y="671"/>
                  </a:lnTo>
                  <a:lnTo>
                    <a:pt x="741" y="667"/>
                  </a:lnTo>
                  <a:lnTo>
                    <a:pt x="741" y="667"/>
                  </a:lnTo>
                  <a:lnTo>
                    <a:pt x="744" y="664"/>
                  </a:lnTo>
                  <a:lnTo>
                    <a:pt x="744" y="664"/>
                  </a:lnTo>
                  <a:lnTo>
                    <a:pt x="744" y="660"/>
                  </a:lnTo>
                  <a:lnTo>
                    <a:pt x="744" y="660"/>
                  </a:lnTo>
                  <a:lnTo>
                    <a:pt x="744" y="660"/>
                  </a:lnTo>
                  <a:lnTo>
                    <a:pt x="744" y="660"/>
                  </a:lnTo>
                  <a:lnTo>
                    <a:pt x="744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48" y="664"/>
                  </a:lnTo>
                  <a:lnTo>
                    <a:pt x="752" y="664"/>
                  </a:lnTo>
                  <a:lnTo>
                    <a:pt x="755" y="660"/>
                  </a:lnTo>
                  <a:lnTo>
                    <a:pt x="755" y="660"/>
                  </a:lnTo>
                  <a:lnTo>
                    <a:pt x="759" y="660"/>
                  </a:lnTo>
                  <a:lnTo>
                    <a:pt x="763" y="660"/>
                  </a:lnTo>
                  <a:lnTo>
                    <a:pt x="763" y="656"/>
                  </a:lnTo>
                  <a:lnTo>
                    <a:pt x="766" y="656"/>
                  </a:lnTo>
                  <a:lnTo>
                    <a:pt x="766" y="656"/>
                  </a:lnTo>
                  <a:lnTo>
                    <a:pt x="770" y="656"/>
                  </a:lnTo>
                  <a:lnTo>
                    <a:pt x="774" y="656"/>
                  </a:lnTo>
                  <a:lnTo>
                    <a:pt x="778" y="652"/>
                  </a:lnTo>
                  <a:lnTo>
                    <a:pt x="781" y="652"/>
                  </a:lnTo>
                  <a:lnTo>
                    <a:pt x="781" y="649"/>
                  </a:lnTo>
                  <a:lnTo>
                    <a:pt x="781" y="649"/>
                  </a:lnTo>
                  <a:lnTo>
                    <a:pt x="785" y="649"/>
                  </a:lnTo>
                  <a:lnTo>
                    <a:pt x="785" y="649"/>
                  </a:lnTo>
                  <a:lnTo>
                    <a:pt x="785" y="649"/>
                  </a:lnTo>
                  <a:lnTo>
                    <a:pt x="789" y="645"/>
                  </a:lnTo>
                  <a:lnTo>
                    <a:pt x="789" y="645"/>
                  </a:lnTo>
                  <a:lnTo>
                    <a:pt x="789" y="641"/>
                  </a:lnTo>
                  <a:lnTo>
                    <a:pt x="789" y="638"/>
                  </a:lnTo>
                  <a:lnTo>
                    <a:pt x="789" y="638"/>
                  </a:lnTo>
                  <a:lnTo>
                    <a:pt x="789" y="634"/>
                  </a:lnTo>
                  <a:lnTo>
                    <a:pt x="789" y="638"/>
                  </a:lnTo>
                  <a:lnTo>
                    <a:pt x="792" y="638"/>
                  </a:lnTo>
                  <a:lnTo>
                    <a:pt x="796" y="641"/>
                  </a:lnTo>
                  <a:lnTo>
                    <a:pt x="800" y="641"/>
                  </a:lnTo>
                  <a:lnTo>
                    <a:pt x="800" y="641"/>
                  </a:lnTo>
                  <a:lnTo>
                    <a:pt x="800" y="645"/>
                  </a:lnTo>
                  <a:lnTo>
                    <a:pt x="796" y="645"/>
                  </a:lnTo>
                  <a:lnTo>
                    <a:pt x="796" y="645"/>
                  </a:lnTo>
                  <a:lnTo>
                    <a:pt x="803" y="645"/>
                  </a:lnTo>
                  <a:lnTo>
                    <a:pt x="803" y="641"/>
                  </a:lnTo>
                  <a:lnTo>
                    <a:pt x="807" y="641"/>
                  </a:lnTo>
                  <a:lnTo>
                    <a:pt x="807" y="638"/>
                  </a:lnTo>
                  <a:lnTo>
                    <a:pt x="811" y="641"/>
                  </a:lnTo>
                  <a:lnTo>
                    <a:pt x="811" y="641"/>
                  </a:lnTo>
                  <a:lnTo>
                    <a:pt x="815" y="638"/>
                  </a:lnTo>
                  <a:lnTo>
                    <a:pt x="815" y="638"/>
                  </a:lnTo>
                  <a:lnTo>
                    <a:pt x="815" y="638"/>
                  </a:lnTo>
                  <a:lnTo>
                    <a:pt x="818" y="638"/>
                  </a:lnTo>
                  <a:lnTo>
                    <a:pt x="818" y="641"/>
                  </a:lnTo>
                  <a:lnTo>
                    <a:pt x="822" y="638"/>
                  </a:lnTo>
                  <a:lnTo>
                    <a:pt x="822" y="638"/>
                  </a:lnTo>
                  <a:lnTo>
                    <a:pt x="826" y="638"/>
                  </a:lnTo>
                  <a:lnTo>
                    <a:pt x="826" y="638"/>
                  </a:lnTo>
                  <a:lnTo>
                    <a:pt x="826" y="638"/>
                  </a:lnTo>
                  <a:lnTo>
                    <a:pt x="826" y="634"/>
                  </a:lnTo>
                  <a:lnTo>
                    <a:pt x="829" y="634"/>
                  </a:lnTo>
                  <a:lnTo>
                    <a:pt x="833" y="634"/>
                  </a:lnTo>
                  <a:lnTo>
                    <a:pt x="833" y="634"/>
                  </a:lnTo>
                  <a:lnTo>
                    <a:pt x="833" y="634"/>
                  </a:lnTo>
                  <a:lnTo>
                    <a:pt x="837" y="634"/>
                  </a:lnTo>
                  <a:lnTo>
                    <a:pt x="837" y="634"/>
                  </a:lnTo>
                  <a:lnTo>
                    <a:pt x="840" y="630"/>
                  </a:lnTo>
                  <a:lnTo>
                    <a:pt x="840" y="630"/>
                  </a:lnTo>
                  <a:lnTo>
                    <a:pt x="840" y="626"/>
                  </a:lnTo>
                  <a:lnTo>
                    <a:pt x="840" y="626"/>
                  </a:lnTo>
                  <a:lnTo>
                    <a:pt x="840" y="623"/>
                  </a:lnTo>
                  <a:lnTo>
                    <a:pt x="840" y="623"/>
                  </a:lnTo>
                  <a:lnTo>
                    <a:pt x="844" y="619"/>
                  </a:lnTo>
                  <a:lnTo>
                    <a:pt x="848" y="619"/>
                  </a:lnTo>
                  <a:lnTo>
                    <a:pt x="848" y="623"/>
                  </a:lnTo>
                  <a:lnTo>
                    <a:pt x="852" y="623"/>
                  </a:lnTo>
                  <a:lnTo>
                    <a:pt x="852" y="619"/>
                  </a:lnTo>
                  <a:lnTo>
                    <a:pt x="852" y="619"/>
                  </a:lnTo>
                  <a:lnTo>
                    <a:pt x="852" y="615"/>
                  </a:lnTo>
                  <a:lnTo>
                    <a:pt x="855" y="615"/>
                  </a:lnTo>
                  <a:lnTo>
                    <a:pt x="855" y="615"/>
                  </a:lnTo>
                  <a:lnTo>
                    <a:pt x="855" y="615"/>
                  </a:lnTo>
                  <a:lnTo>
                    <a:pt x="859" y="615"/>
                  </a:lnTo>
                  <a:lnTo>
                    <a:pt x="859" y="615"/>
                  </a:lnTo>
                  <a:lnTo>
                    <a:pt x="859" y="612"/>
                  </a:lnTo>
                  <a:lnTo>
                    <a:pt x="863" y="612"/>
                  </a:lnTo>
                  <a:lnTo>
                    <a:pt x="863" y="612"/>
                  </a:lnTo>
                  <a:lnTo>
                    <a:pt x="859" y="608"/>
                  </a:lnTo>
                  <a:lnTo>
                    <a:pt x="859" y="612"/>
                  </a:lnTo>
                  <a:lnTo>
                    <a:pt x="855" y="608"/>
                  </a:lnTo>
                  <a:lnTo>
                    <a:pt x="859" y="608"/>
                  </a:lnTo>
                  <a:lnTo>
                    <a:pt x="863" y="604"/>
                  </a:lnTo>
                  <a:lnTo>
                    <a:pt x="863" y="604"/>
                  </a:lnTo>
                  <a:lnTo>
                    <a:pt x="866" y="604"/>
                  </a:lnTo>
                  <a:lnTo>
                    <a:pt x="870" y="608"/>
                  </a:lnTo>
                  <a:lnTo>
                    <a:pt x="870" y="604"/>
                  </a:lnTo>
                  <a:lnTo>
                    <a:pt x="866" y="600"/>
                  </a:lnTo>
                  <a:lnTo>
                    <a:pt x="866" y="600"/>
                  </a:lnTo>
                  <a:lnTo>
                    <a:pt x="866" y="600"/>
                  </a:lnTo>
                  <a:lnTo>
                    <a:pt x="870" y="600"/>
                  </a:lnTo>
                  <a:lnTo>
                    <a:pt x="874" y="600"/>
                  </a:lnTo>
                  <a:lnTo>
                    <a:pt x="874" y="597"/>
                  </a:lnTo>
                  <a:lnTo>
                    <a:pt x="870" y="597"/>
                  </a:lnTo>
                  <a:lnTo>
                    <a:pt x="870" y="597"/>
                  </a:lnTo>
                  <a:lnTo>
                    <a:pt x="866" y="593"/>
                  </a:lnTo>
                  <a:lnTo>
                    <a:pt x="870" y="593"/>
                  </a:lnTo>
                  <a:lnTo>
                    <a:pt x="870" y="597"/>
                  </a:lnTo>
                  <a:lnTo>
                    <a:pt x="874" y="597"/>
                  </a:lnTo>
                  <a:lnTo>
                    <a:pt x="874" y="597"/>
                  </a:lnTo>
                  <a:lnTo>
                    <a:pt x="874" y="593"/>
                  </a:lnTo>
                  <a:lnTo>
                    <a:pt x="870" y="593"/>
                  </a:lnTo>
                  <a:lnTo>
                    <a:pt x="870" y="589"/>
                  </a:lnTo>
                  <a:lnTo>
                    <a:pt x="874" y="589"/>
                  </a:lnTo>
                  <a:lnTo>
                    <a:pt x="874" y="589"/>
                  </a:lnTo>
                  <a:lnTo>
                    <a:pt x="878" y="589"/>
                  </a:lnTo>
                  <a:lnTo>
                    <a:pt x="878" y="593"/>
                  </a:lnTo>
                  <a:lnTo>
                    <a:pt x="878" y="593"/>
                  </a:lnTo>
                  <a:lnTo>
                    <a:pt x="881" y="593"/>
                  </a:lnTo>
                  <a:lnTo>
                    <a:pt x="881" y="589"/>
                  </a:lnTo>
                  <a:lnTo>
                    <a:pt x="881" y="589"/>
                  </a:lnTo>
                  <a:lnTo>
                    <a:pt x="878" y="589"/>
                  </a:lnTo>
                  <a:lnTo>
                    <a:pt x="878" y="586"/>
                  </a:lnTo>
                  <a:lnTo>
                    <a:pt x="881" y="586"/>
                  </a:lnTo>
                  <a:lnTo>
                    <a:pt x="881" y="586"/>
                  </a:lnTo>
                  <a:lnTo>
                    <a:pt x="878" y="586"/>
                  </a:lnTo>
                  <a:lnTo>
                    <a:pt x="881" y="582"/>
                  </a:lnTo>
                  <a:lnTo>
                    <a:pt x="878" y="578"/>
                  </a:lnTo>
                  <a:lnTo>
                    <a:pt x="878" y="578"/>
                  </a:lnTo>
                  <a:lnTo>
                    <a:pt x="874" y="582"/>
                  </a:lnTo>
                  <a:lnTo>
                    <a:pt x="878" y="578"/>
                  </a:lnTo>
                  <a:lnTo>
                    <a:pt x="878" y="574"/>
                  </a:lnTo>
                  <a:lnTo>
                    <a:pt x="885" y="574"/>
                  </a:lnTo>
                  <a:lnTo>
                    <a:pt x="881" y="571"/>
                  </a:lnTo>
                  <a:lnTo>
                    <a:pt x="881" y="574"/>
                  </a:lnTo>
                  <a:lnTo>
                    <a:pt x="878" y="571"/>
                  </a:lnTo>
                  <a:lnTo>
                    <a:pt x="881" y="571"/>
                  </a:lnTo>
                  <a:lnTo>
                    <a:pt x="878" y="567"/>
                  </a:lnTo>
                  <a:lnTo>
                    <a:pt x="874" y="567"/>
                  </a:lnTo>
                  <a:lnTo>
                    <a:pt x="878" y="567"/>
                  </a:lnTo>
                  <a:lnTo>
                    <a:pt x="878" y="563"/>
                  </a:lnTo>
                  <a:lnTo>
                    <a:pt x="878" y="567"/>
                  </a:lnTo>
                  <a:lnTo>
                    <a:pt x="878" y="563"/>
                  </a:lnTo>
                  <a:lnTo>
                    <a:pt x="881" y="563"/>
                  </a:lnTo>
                  <a:lnTo>
                    <a:pt x="881" y="563"/>
                  </a:lnTo>
                  <a:lnTo>
                    <a:pt x="881" y="567"/>
                  </a:lnTo>
                  <a:lnTo>
                    <a:pt x="885" y="567"/>
                  </a:lnTo>
                  <a:lnTo>
                    <a:pt x="889" y="563"/>
                  </a:lnTo>
                  <a:lnTo>
                    <a:pt x="889" y="560"/>
                  </a:lnTo>
                  <a:lnTo>
                    <a:pt x="892" y="560"/>
                  </a:lnTo>
                  <a:lnTo>
                    <a:pt x="889" y="560"/>
                  </a:lnTo>
                  <a:lnTo>
                    <a:pt x="885" y="556"/>
                  </a:lnTo>
                  <a:lnTo>
                    <a:pt x="889" y="556"/>
                  </a:lnTo>
                  <a:lnTo>
                    <a:pt x="889" y="556"/>
                  </a:lnTo>
                  <a:lnTo>
                    <a:pt x="892" y="556"/>
                  </a:lnTo>
                  <a:lnTo>
                    <a:pt x="892" y="552"/>
                  </a:lnTo>
                  <a:lnTo>
                    <a:pt x="892" y="552"/>
                  </a:lnTo>
                  <a:lnTo>
                    <a:pt x="892" y="552"/>
                  </a:lnTo>
                  <a:lnTo>
                    <a:pt x="892" y="549"/>
                  </a:lnTo>
                  <a:lnTo>
                    <a:pt x="892" y="549"/>
                  </a:lnTo>
                  <a:lnTo>
                    <a:pt x="892" y="545"/>
                  </a:lnTo>
                  <a:lnTo>
                    <a:pt x="892" y="545"/>
                  </a:lnTo>
                  <a:lnTo>
                    <a:pt x="889" y="541"/>
                  </a:lnTo>
                  <a:lnTo>
                    <a:pt x="896" y="545"/>
                  </a:lnTo>
                  <a:lnTo>
                    <a:pt x="896" y="541"/>
                  </a:lnTo>
                  <a:lnTo>
                    <a:pt x="900" y="537"/>
                  </a:lnTo>
                  <a:lnTo>
                    <a:pt x="900" y="537"/>
                  </a:lnTo>
                  <a:lnTo>
                    <a:pt x="903" y="537"/>
                  </a:lnTo>
                  <a:lnTo>
                    <a:pt x="903" y="541"/>
                  </a:lnTo>
                  <a:lnTo>
                    <a:pt x="903" y="537"/>
                  </a:lnTo>
                  <a:lnTo>
                    <a:pt x="907" y="537"/>
                  </a:lnTo>
                  <a:lnTo>
                    <a:pt x="903" y="534"/>
                  </a:lnTo>
                  <a:lnTo>
                    <a:pt x="900" y="534"/>
                  </a:lnTo>
                  <a:lnTo>
                    <a:pt x="900" y="530"/>
                  </a:lnTo>
                  <a:lnTo>
                    <a:pt x="900" y="530"/>
                  </a:lnTo>
                  <a:lnTo>
                    <a:pt x="903" y="530"/>
                  </a:lnTo>
                  <a:lnTo>
                    <a:pt x="903" y="530"/>
                  </a:lnTo>
                  <a:lnTo>
                    <a:pt x="903" y="526"/>
                  </a:lnTo>
                  <a:lnTo>
                    <a:pt x="900" y="526"/>
                  </a:lnTo>
                  <a:lnTo>
                    <a:pt x="903" y="526"/>
                  </a:lnTo>
                  <a:lnTo>
                    <a:pt x="903" y="526"/>
                  </a:lnTo>
                  <a:lnTo>
                    <a:pt x="903" y="523"/>
                  </a:lnTo>
                  <a:lnTo>
                    <a:pt x="903" y="523"/>
                  </a:lnTo>
                  <a:lnTo>
                    <a:pt x="896" y="523"/>
                  </a:lnTo>
                  <a:lnTo>
                    <a:pt x="900" y="523"/>
                  </a:lnTo>
                  <a:lnTo>
                    <a:pt x="900" y="519"/>
                  </a:lnTo>
                  <a:lnTo>
                    <a:pt x="903" y="519"/>
                  </a:lnTo>
                  <a:lnTo>
                    <a:pt x="907" y="519"/>
                  </a:lnTo>
                  <a:lnTo>
                    <a:pt x="907" y="519"/>
                  </a:lnTo>
                  <a:lnTo>
                    <a:pt x="907" y="519"/>
                  </a:lnTo>
                  <a:lnTo>
                    <a:pt x="907" y="519"/>
                  </a:lnTo>
                  <a:lnTo>
                    <a:pt x="911" y="519"/>
                  </a:lnTo>
                  <a:lnTo>
                    <a:pt x="911" y="515"/>
                  </a:lnTo>
                  <a:lnTo>
                    <a:pt x="907" y="511"/>
                  </a:lnTo>
                  <a:lnTo>
                    <a:pt x="907" y="511"/>
                  </a:lnTo>
                  <a:lnTo>
                    <a:pt x="903" y="511"/>
                  </a:lnTo>
                  <a:lnTo>
                    <a:pt x="907" y="515"/>
                  </a:lnTo>
                  <a:lnTo>
                    <a:pt x="907" y="515"/>
                  </a:lnTo>
                  <a:lnTo>
                    <a:pt x="903" y="515"/>
                  </a:lnTo>
                  <a:lnTo>
                    <a:pt x="900" y="519"/>
                  </a:lnTo>
                  <a:lnTo>
                    <a:pt x="896" y="515"/>
                  </a:lnTo>
                  <a:lnTo>
                    <a:pt x="896" y="515"/>
                  </a:lnTo>
                  <a:lnTo>
                    <a:pt x="900" y="515"/>
                  </a:lnTo>
                  <a:lnTo>
                    <a:pt x="907" y="508"/>
                  </a:lnTo>
                  <a:lnTo>
                    <a:pt x="907" y="508"/>
                  </a:lnTo>
                  <a:lnTo>
                    <a:pt x="903" y="508"/>
                  </a:lnTo>
                  <a:lnTo>
                    <a:pt x="903" y="504"/>
                  </a:lnTo>
                  <a:lnTo>
                    <a:pt x="903" y="508"/>
                  </a:lnTo>
                  <a:lnTo>
                    <a:pt x="896" y="500"/>
                  </a:lnTo>
                  <a:lnTo>
                    <a:pt x="892" y="500"/>
                  </a:lnTo>
                  <a:lnTo>
                    <a:pt x="889" y="504"/>
                  </a:lnTo>
                  <a:lnTo>
                    <a:pt x="885" y="504"/>
                  </a:lnTo>
                  <a:lnTo>
                    <a:pt x="881" y="497"/>
                  </a:lnTo>
                  <a:lnTo>
                    <a:pt x="878" y="500"/>
                  </a:lnTo>
                  <a:lnTo>
                    <a:pt x="874" y="500"/>
                  </a:lnTo>
                  <a:lnTo>
                    <a:pt x="874" y="504"/>
                  </a:lnTo>
                  <a:lnTo>
                    <a:pt x="874" y="500"/>
                  </a:lnTo>
                  <a:lnTo>
                    <a:pt x="878" y="497"/>
                  </a:lnTo>
                  <a:lnTo>
                    <a:pt x="881" y="497"/>
                  </a:lnTo>
                  <a:lnTo>
                    <a:pt x="881" y="497"/>
                  </a:lnTo>
                  <a:lnTo>
                    <a:pt x="885" y="497"/>
                  </a:lnTo>
                  <a:lnTo>
                    <a:pt x="889" y="497"/>
                  </a:lnTo>
                  <a:lnTo>
                    <a:pt x="889" y="493"/>
                  </a:lnTo>
                  <a:lnTo>
                    <a:pt x="892" y="493"/>
                  </a:lnTo>
                  <a:lnTo>
                    <a:pt x="892" y="493"/>
                  </a:lnTo>
                  <a:lnTo>
                    <a:pt x="896" y="489"/>
                  </a:lnTo>
                  <a:lnTo>
                    <a:pt x="900" y="489"/>
                  </a:lnTo>
                  <a:lnTo>
                    <a:pt x="900" y="485"/>
                  </a:lnTo>
                  <a:lnTo>
                    <a:pt x="896" y="482"/>
                  </a:lnTo>
                  <a:lnTo>
                    <a:pt x="889" y="474"/>
                  </a:lnTo>
                  <a:lnTo>
                    <a:pt x="885" y="474"/>
                  </a:lnTo>
                  <a:lnTo>
                    <a:pt x="878" y="467"/>
                  </a:lnTo>
                  <a:lnTo>
                    <a:pt x="874" y="467"/>
                  </a:lnTo>
                  <a:lnTo>
                    <a:pt x="870" y="471"/>
                  </a:lnTo>
                  <a:lnTo>
                    <a:pt x="866" y="471"/>
                  </a:lnTo>
                  <a:lnTo>
                    <a:pt x="863" y="467"/>
                  </a:lnTo>
                  <a:lnTo>
                    <a:pt x="863" y="463"/>
                  </a:lnTo>
                  <a:lnTo>
                    <a:pt x="859" y="463"/>
                  </a:lnTo>
                  <a:lnTo>
                    <a:pt x="855" y="467"/>
                  </a:lnTo>
                  <a:lnTo>
                    <a:pt x="852" y="467"/>
                  </a:lnTo>
                  <a:lnTo>
                    <a:pt x="848" y="467"/>
                  </a:lnTo>
                  <a:lnTo>
                    <a:pt x="844" y="471"/>
                  </a:lnTo>
                  <a:lnTo>
                    <a:pt x="848" y="463"/>
                  </a:lnTo>
                  <a:lnTo>
                    <a:pt x="852" y="463"/>
                  </a:lnTo>
                  <a:lnTo>
                    <a:pt x="852" y="463"/>
                  </a:lnTo>
                  <a:lnTo>
                    <a:pt x="855" y="463"/>
                  </a:lnTo>
                  <a:lnTo>
                    <a:pt x="855" y="463"/>
                  </a:lnTo>
                  <a:lnTo>
                    <a:pt x="859" y="463"/>
                  </a:lnTo>
                  <a:lnTo>
                    <a:pt x="863" y="463"/>
                  </a:lnTo>
                  <a:lnTo>
                    <a:pt x="863" y="467"/>
                  </a:lnTo>
                  <a:lnTo>
                    <a:pt x="866" y="467"/>
                  </a:lnTo>
                  <a:lnTo>
                    <a:pt x="870" y="467"/>
                  </a:lnTo>
                  <a:lnTo>
                    <a:pt x="870" y="467"/>
                  </a:lnTo>
                  <a:lnTo>
                    <a:pt x="878" y="467"/>
                  </a:lnTo>
                  <a:lnTo>
                    <a:pt x="881" y="467"/>
                  </a:lnTo>
                  <a:lnTo>
                    <a:pt x="881" y="467"/>
                  </a:lnTo>
                  <a:lnTo>
                    <a:pt x="885" y="471"/>
                  </a:lnTo>
                  <a:lnTo>
                    <a:pt x="892" y="471"/>
                  </a:lnTo>
                  <a:lnTo>
                    <a:pt x="896" y="471"/>
                  </a:lnTo>
                  <a:lnTo>
                    <a:pt x="900" y="471"/>
                  </a:lnTo>
                  <a:lnTo>
                    <a:pt x="896" y="467"/>
                  </a:lnTo>
                  <a:lnTo>
                    <a:pt x="896" y="467"/>
                  </a:lnTo>
                  <a:lnTo>
                    <a:pt x="892" y="459"/>
                  </a:lnTo>
                  <a:lnTo>
                    <a:pt x="892" y="459"/>
                  </a:lnTo>
                  <a:lnTo>
                    <a:pt x="889" y="459"/>
                  </a:lnTo>
                  <a:lnTo>
                    <a:pt x="885" y="459"/>
                  </a:lnTo>
                  <a:lnTo>
                    <a:pt x="881" y="459"/>
                  </a:lnTo>
                  <a:lnTo>
                    <a:pt x="878" y="452"/>
                  </a:lnTo>
                  <a:lnTo>
                    <a:pt x="878" y="448"/>
                  </a:lnTo>
                  <a:lnTo>
                    <a:pt x="874" y="445"/>
                  </a:lnTo>
                  <a:lnTo>
                    <a:pt x="870" y="441"/>
                  </a:lnTo>
                  <a:lnTo>
                    <a:pt x="870" y="437"/>
                  </a:lnTo>
                  <a:lnTo>
                    <a:pt x="870" y="434"/>
                  </a:lnTo>
                  <a:lnTo>
                    <a:pt x="870" y="434"/>
                  </a:lnTo>
                  <a:lnTo>
                    <a:pt x="863" y="426"/>
                  </a:lnTo>
                  <a:lnTo>
                    <a:pt x="855" y="422"/>
                  </a:lnTo>
                  <a:lnTo>
                    <a:pt x="852" y="422"/>
                  </a:lnTo>
                  <a:lnTo>
                    <a:pt x="852" y="419"/>
                  </a:lnTo>
                  <a:lnTo>
                    <a:pt x="844" y="415"/>
                  </a:lnTo>
                  <a:lnTo>
                    <a:pt x="844" y="415"/>
                  </a:lnTo>
                  <a:lnTo>
                    <a:pt x="844" y="408"/>
                  </a:lnTo>
                  <a:lnTo>
                    <a:pt x="844" y="404"/>
                  </a:lnTo>
                  <a:lnTo>
                    <a:pt x="844" y="400"/>
                  </a:lnTo>
                  <a:lnTo>
                    <a:pt x="844" y="396"/>
                  </a:lnTo>
                  <a:lnTo>
                    <a:pt x="844" y="396"/>
                  </a:lnTo>
                  <a:lnTo>
                    <a:pt x="848" y="396"/>
                  </a:lnTo>
                  <a:lnTo>
                    <a:pt x="852" y="393"/>
                  </a:lnTo>
                  <a:lnTo>
                    <a:pt x="852" y="393"/>
                  </a:lnTo>
                  <a:lnTo>
                    <a:pt x="855" y="389"/>
                  </a:lnTo>
                  <a:lnTo>
                    <a:pt x="852" y="389"/>
                  </a:lnTo>
                  <a:lnTo>
                    <a:pt x="852" y="385"/>
                  </a:lnTo>
                  <a:lnTo>
                    <a:pt x="852" y="385"/>
                  </a:lnTo>
                  <a:lnTo>
                    <a:pt x="859" y="385"/>
                  </a:lnTo>
                  <a:lnTo>
                    <a:pt x="859" y="382"/>
                  </a:lnTo>
                  <a:lnTo>
                    <a:pt x="863" y="382"/>
                  </a:lnTo>
                  <a:lnTo>
                    <a:pt x="863" y="378"/>
                  </a:lnTo>
                  <a:lnTo>
                    <a:pt x="859" y="374"/>
                  </a:lnTo>
                  <a:lnTo>
                    <a:pt x="863" y="374"/>
                  </a:lnTo>
                  <a:lnTo>
                    <a:pt x="863" y="378"/>
                  </a:lnTo>
                  <a:lnTo>
                    <a:pt x="866" y="374"/>
                  </a:lnTo>
                  <a:lnTo>
                    <a:pt x="866" y="374"/>
                  </a:lnTo>
                  <a:lnTo>
                    <a:pt x="870" y="374"/>
                  </a:lnTo>
                  <a:lnTo>
                    <a:pt x="874" y="374"/>
                  </a:lnTo>
                  <a:lnTo>
                    <a:pt x="878" y="370"/>
                  </a:lnTo>
                  <a:lnTo>
                    <a:pt x="878" y="370"/>
                  </a:lnTo>
                  <a:lnTo>
                    <a:pt x="881" y="370"/>
                  </a:lnTo>
                  <a:lnTo>
                    <a:pt x="881" y="370"/>
                  </a:lnTo>
                  <a:lnTo>
                    <a:pt x="885" y="374"/>
                  </a:lnTo>
                  <a:lnTo>
                    <a:pt x="889" y="370"/>
                  </a:lnTo>
                  <a:lnTo>
                    <a:pt x="889" y="370"/>
                  </a:lnTo>
                  <a:lnTo>
                    <a:pt x="885" y="367"/>
                  </a:lnTo>
                  <a:lnTo>
                    <a:pt x="885" y="367"/>
                  </a:lnTo>
                  <a:lnTo>
                    <a:pt x="889" y="363"/>
                  </a:lnTo>
                  <a:lnTo>
                    <a:pt x="889" y="363"/>
                  </a:lnTo>
                  <a:lnTo>
                    <a:pt x="885" y="359"/>
                  </a:lnTo>
                  <a:lnTo>
                    <a:pt x="885" y="359"/>
                  </a:lnTo>
                  <a:lnTo>
                    <a:pt x="889" y="359"/>
                  </a:lnTo>
                  <a:lnTo>
                    <a:pt x="889" y="356"/>
                  </a:lnTo>
                  <a:lnTo>
                    <a:pt x="885" y="359"/>
                  </a:lnTo>
                  <a:lnTo>
                    <a:pt x="878" y="359"/>
                  </a:lnTo>
                  <a:lnTo>
                    <a:pt x="881" y="356"/>
                  </a:lnTo>
                  <a:lnTo>
                    <a:pt x="878" y="356"/>
                  </a:lnTo>
                  <a:lnTo>
                    <a:pt x="874" y="359"/>
                  </a:lnTo>
                  <a:lnTo>
                    <a:pt x="863" y="359"/>
                  </a:lnTo>
                  <a:lnTo>
                    <a:pt x="863" y="356"/>
                  </a:lnTo>
                  <a:lnTo>
                    <a:pt x="859" y="356"/>
                  </a:lnTo>
                  <a:lnTo>
                    <a:pt x="859" y="352"/>
                  </a:lnTo>
                  <a:lnTo>
                    <a:pt x="855" y="352"/>
                  </a:lnTo>
                  <a:lnTo>
                    <a:pt x="855" y="352"/>
                  </a:lnTo>
                  <a:lnTo>
                    <a:pt x="848" y="356"/>
                  </a:lnTo>
                  <a:lnTo>
                    <a:pt x="844" y="356"/>
                  </a:lnTo>
                  <a:lnTo>
                    <a:pt x="844" y="356"/>
                  </a:lnTo>
                  <a:lnTo>
                    <a:pt x="844" y="359"/>
                  </a:lnTo>
                  <a:lnTo>
                    <a:pt x="844" y="359"/>
                  </a:lnTo>
                  <a:lnTo>
                    <a:pt x="837" y="363"/>
                  </a:lnTo>
                  <a:lnTo>
                    <a:pt x="840" y="363"/>
                  </a:lnTo>
                  <a:lnTo>
                    <a:pt x="840" y="363"/>
                  </a:lnTo>
                  <a:lnTo>
                    <a:pt x="840" y="367"/>
                  </a:lnTo>
                  <a:lnTo>
                    <a:pt x="837" y="367"/>
                  </a:lnTo>
                  <a:lnTo>
                    <a:pt x="833" y="367"/>
                  </a:lnTo>
                  <a:lnTo>
                    <a:pt x="829" y="370"/>
                  </a:lnTo>
                  <a:lnTo>
                    <a:pt x="826" y="367"/>
                  </a:lnTo>
                  <a:lnTo>
                    <a:pt x="822" y="359"/>
                  </a:lnTo>
                  <a:lnTo>
                    <a:pt x="822" y="356"/>
                  </a:lnTo>
                  <a:lnTo>
                    <a:pt x="822" y="356"/>
                  </a:lnTo>
                  <a:lnTo>
                    <a:pt x="818" y="356"/>
                  </a:lnTo>
                  <a:lnTo>
                    <a:pt x="815" y="356"/>
                  </a:lnTo>
                  <a:lnTo>
                    <a:pt x="815" y="352"/>
                  </a:lnTo>
                  <a:lnTo>
                    <a:pt x="815" y="352"/>
                  </a:lnTo>
                  <a:lnTo>
                    <a:pt x="811" y="356"/>
                  </a:lnTo>
                  <a:lnTo>
                    <a:pt x="811" y="352"/>
                  </a:lnTo>
                  <a:lnTo>
                    <a:pt x="811" y="356"/>
                  </a:lnTo>
                  <a:lnTo>
                    <a:pt x="807" y="352"/>
                  </a:lnTo>
                  <a:lnTo>
                    <a:pt x="807" y="348"/>
                  </a:lnTo>
                  <a:lnTo>
                    <a:pt x="803" y="345"/>
                  </a:lnTo>
                  <a:lnTo>
                    <a:pt x="800" y="345"/>
                  </a:lnTo>
                  <a:lnTo>
                    <a:pt x="800" y="341"/>
                  </a:lnTo>
                  <a:lnTo>
                    <a:pt x="796" y="337"/>
                  </a:lnTo>
                  <a:lnTo>
                    <a:pt x="800" y="337"/>
                  </a:lnTo>
                  <a:lnTo>
                    <a:pt x="800" y="333"/>
                  </a:lnTo>
                  <a:lnTo>
                    <a:pt x="800" y="333"/>
                  </a:lnTo>
                  <a:lnTo>
                    <a:pt x="800" y="330"/>
                  </a:lnTo>
                  <a:lnTo>
                    <a:pt x="800" y="330"/>
                  </a:lnTo>
                  <a:lnTo>
                    <a:pt x="800" y="326"/>
                  </a:lnTo>
                  <a:lnTo>
                    <a:pt x="807" y="330"/>
                  </a:lnTo>
                  <a:lnTo>
                    <a:pt x="815" y="330"/>
                  </a:lnTo>
                  <a:lnTo>
                    <a:pt x="818" y="330"/>
                  </a:lnTo>
                  <a:lnTo>
                    <a:pt x="818" y="326"/>
                  </a:lnTo>
                  <a:lnTo>
                    <a:pt x="818" y="326"/>
                  </a:lnTo>
                  <a:lnTo>
                    <a:pt x="818" y="326"/>
                  </a:lnTo>
                  <a:lnTo>
                    <a:pt x="818" y="322"/>
                  </a:lnTo>
                  <a:lnTo>
                    <a:pt x="818" y="319"/>
                  </a:lnTo>
                  <a:lnTo>
                    <a:pt x="818" y="319"/>
                  </a:lnTo>
                  <a:lnTo>
                    <a:pt x="822" y="311"/>
                  </a:lnTo>
                  <a:lnTo>
                    <a:pt x="826" y="307"/>
                  </a:lnTo>
                  <a:lnTo>
                    <a:pt x="829" y="307"/>
                  </a:lnTo>
                  <a:lnTo>
                    <a:pt x="833" y="304"/>
                  </a:lnTo>
                  <a:lnTo>
                    <a:pt x="837" y="304"/>
                  </a:lnTo>
                  <a:lnTo>
                    <a:pt x="837" y="296"/>
                  </a:lnTo>
                  <a:lnTo>
                    <a:pt x="840" y="293"/>
                  </a:lnTo>
                  <a:lnTo>
                    <a:pt x="840" y="289"/>
                  </a:lnTo>
                  <a:lnTo>
                    <a:pt x="840" y="289"/>
                  </a:lnTo>
                  <a:lnTo>
                    <a:pt x="844" y="285"/>
                  </a:lnTo>
                  <a:lnTo>
                    <a:pt x="848" y="285"/>
                  </a:lnTo>
                  <a:lnTo>
                    <a:pt x="848" y="289"/>
                  </a:lnTo>
                  <a:lnTo>
                    <a:pt x="852" y="289"/>
                  </a:lnTo>
                  <a:lnTo>
                    <a:pt x="852" y="285"/>
                  </a:lnTo>
                  <a:lnTo>
                    <a:pt x="855" y="289"/>
                  </a:lnTo>
                  <a:lnTo>
                    <a:pt x="863" y="293"/>
                  </a:lnTo>
                  <a:lnTo>
                    <a:pt x="866" y="296"/>
                  </a:lnTo>
                  <a:lnTo>
                    <a:pt x="863" y="296"/>
                  </a:lnTo>
                  <a:lnTo>
                    <a:pt x="863" y="300"/>
                  </a:lnTo>
                  <a:lnTo>
                    <a:pt x="859" y="304"/>
                  </a:lnTo>
                  <a:lnTo>
                    <a:pt x="859" y="307"/>
                  </a:lnTo>
                  <a:lnTo>
                    <a:pt x="855" y="307"/>
                  </a:lnTo>
                  <a:lnTo>
                    <a:pt x="855" y="307"/>
                  </a:lnTo>
                  <a:lnTo>
                    <a:pt x="855" y="311"/>
                  </a:lnTo>
                  <a:lnTo>
                    <a:pt x="859" y="315"/>
                  </a:lnTo>
                  <a:lnTo>
                    <a:pt x="859" y="319"/>
                  </a:lnTo>
                  <a:lnTo>
                    <a:pt x="855" y="319"/>
                  </a:lnTo>
                  <a:lnTo>
                    <a:pt x="855" y="319"/>
                  </a:lnTo>
                  <a:lnTo>
                    <a:pt x="859" y="322"/>
                  </a:lnTo>
                  <a:lnTo>
                    <a:pt x="863" y="322"/>
                  </a:lnTo>
                  <a:lnTo>
                    <a:pt x="866" y="319"/>
                  </a:lnTo>
                  <a:lnTo>
                    <a:pt x="863" y="322"/>
                  </a:lnTo>
                  <a:lnTo>
                    <a:pt x="863" y="322"/>
                  </a:lnTo>
                  <a:lnTo>
                    <a:pt x="863" y="322"/>
                  </a:lnTo>
                  <a:lnTo>
                    <a:pt x="863" y="326"/>
                  </a:lnTo>
                  <a:lnTo>
                    <a:pt x="863" y="326"/>
                  </a:lnTo>
                  <a:lnTo>
                    <a:pt x="863" y="326"/>
                  </a:lnTo>
                  <a:lnTo>
                    <a:pt x="859" y="326"/>
                  </a:lnTo>
                  <a:lnTo>
                    <a:pt x="855" y="330"/>
                  </a:lnTo>
                  <a:lnTo>
                    <a:pt x="855" y="330"/>
                  </a:lnTo>
                  <a:lnTo>
                    <a:pt x="852" y="330"/>
                  </a:lnTo>
                  <a:lnTo>
                    <a:pt x="855" y="333"/>
                  </a:lnTo>
                  <a:lnTo>
                    <a:pt x="855" y="333"/>
                  </a:lnTo>
                  <a:lnTo>
                    <a:pt x="859" y="333"/>
                  </a:lnTo>
                  <a:lnTo>
                    <a:pt x="859" y="333"/>
                  </a:lnTo>
                  <a:lnTo>
                    <a:pt x="863" y="333"/>
                  </a:lnTo>
                  <a:lnTo>
                    <a:pt x="863" y="330"/>
                  </a:lnTo>
                  <a:lnTo>
                    <a:pt x="870" y="326"/>
                  </a:lnTo>
                  <a:lnTo>
                    <a:pt x="870" y="326"/>
                  </a:lnTo>
                  <a:lnTo>
                    <a:pt x="866" y="322"/>
                  </a:lnTo>
                  <a:lnTo>
                    <a:pt x="870" y="319"/>
                  </a:lnTo>
                  <a:lnTo>
                    <a:pt x="878" y="315"/>
                  </a:lnTo>
                  <a:lnTo>
                    <a:pt x="881" y="315"/>
                  </a:lnTo>
                  <a:lnTo>
                    <a:pt x="881" y="311"/>
                  </a:lnTo>
                  <a:lnTo>
                    <a:pt x="885" y="311"/>
                  </a:lnTo>
                  <a:lnTo>
                    <a:pt x="889" y="307"/>
                  </a:lnTo>
                  <a:lnTo>
                    <a:pt x="892" y="311"/>
                  </a:lnTo>
                  <a:lnTo>
                    <a:pt x="892" y="311"/>
                  </a:lnTo>
                  <a:lnTo>
                    <a:pt x="896" y="311"/>
                  </a:lnTo>
                  <a:lnTo>
                    <a:pt x="903" y="304"/>
                  </a:lnTo>
                  <a:lnTo>
                    <a:pt x="903" y="307"/>
                  </a:lnTo>
                  <a:lnTo>
                    <a:pt x="903" y="307"/>
                  </a:lnTo>
                  <a:lnTo>
                    <a:pt x="911" y="304"/>
                  </a:lnTo>
                  <a:lnTo>
                    <a:pt x="959" y="274"/>
                  </a:lnTo>
                  <a:lnTo>
                    <a:pt x="963" y="252"/>
                  </a:lnTo>
                  <a:lnTo>
                    <a:pt x="977" y="241"/>
                  </a:lnTo>
                  <a:lnTo>
                    <a:pt x="977" y="241"/>
                  </a:lnTo>
                  <a:lnTo>
                    <a:pt x="977" y="237"/>
                  </a:lnTo>
                  <a:lnTo>
                    <a:pt x="977" y="237"/>
                  </a:lnTo>
                  <a:lnTo>
                    <a:pt x="977" y="233"/>
                  </a:lnTo>
                  <a:lnTo>
                    <a:pt x="977" y="233"/>
                  </a:lnTo>
                  <a:lnTo>
                    <a:pt x="977" y="233"/>
                  </a:lnTo>
                  <a:lnTo>
                    <a:pt x="981" y="233"/>
                  </a:lnTo>
                  <a:lnTo>
                    <a:pt x="985" y="233"/>
                  </a:lnTo>
                  <a:lnTo>
                    <a:pt x="985" y="230"/>
                  </a:lnTo>
                  <a:lnTo>
                    <a:pt x="985" y="230"/>
                  </a:lnTo>
                  <a:lnTo>
                    <a:pt x="985" y="226"/>
                  </a:lnTo>
                  <a:lnTo>
                    <a:pt x="985" y="226"/>
                  </a:lnTo>
                  <a:lnTo>
                    <a:pt x="985" y="222"/>
                  </a:lnTo>
                  <a:lnTo>
                    <a:pt x="985" y="218"/>
                  </a:lnTo>
                  <a:lnTo>
                    <a:pt x="981" y="218"/>
                  </a:lnTo>
                  <a:lnTo>
                    <a:pt x="981" y="215"/>
                  </a:lnTo>
                  <a:lnTo>
                    <a:pt x="981" y="211"/>
                  </a:lnTo>
                  <a:lnTo>
                    <a:pt x="981" y="207"/>
                  </a:lnTo>
                  <a:lnTo>
                    <a:pt x="981" y="204"/>
                  </a:lnTo>
                  <a:lnTo>
                    <a:pt x="977" y="200"/>
                  </a:lnTo>
                  <a:lnTo>
                    <a:pt x="977" y="200"/>
                  </a:lnTo>
                  <a:lnTo>
                    <a:pt x="977" y="196"/>
                  </a:lnTo>
                  <a:lnTo>
                    <a:pt x="974" y="192"/>
                  </a:lnTo>
                  <a:lnTo>
                    <a:pt x="974" y="189"/>
                  </a:lnTo>
                  <a:lnTo>
                    <a:pt x="974" y="189"/>
                  </a:lnTo>
                  <a:lnTo>
                    <a:pt x="974" y="189"/>
                  </a:lnTo>
                  <a:lnTo>
                    <a:pt x="977" y="189"/>
                  </a:lnTo>
                  <a:lnTo>
                    <a:pt x="977" y="185"/>
                  </a:lnTo>
                  <a:lnTo>
                    <a:pt x="977" y="181"/>
                  </a:lnTo>
                  <a:lnTo>
                    <a:pt x="981" y="178"/>
                  </a:lnTo>
                  <a:lnTo>
                    <a:pt x="985" y="178"/>
                  </a:lnTo>
                  <a:lnTo>
                    <a:pt x="985" y="178"/>
                  </a:lnTo>
                  <a:lnTo>
                    <a:pt x="989" y="181"/>
                  </a:lnTo>
                  <a:lnTo>
                    <a:pt x="1000" y="181"/>
                  </a:lnTo>
                  <a:lnTo>
                    <a:pt x="1000" y="181"/>
                  </a:lnTo>
                  <a:lnTo>
                    <a:pt x="1003" y="181"/>
                  </a:lnTo>
                  <a:lnTo>
                    <a:pt x="1003" y="181"/>
                  </a:lnTo>
                  <a:lnTo>
                    <a:pt x="1003" y="178"/>
                  </a:lnTo>
                  <a:lnTo>
                    <a:pt x="1003" y="178"/>
                  </a:lnTo>
                  <a:lnTo>
                    <a:pt x="1003" y="174"/>
                  </a:lnTo>
                  <a:lnTo>
                    <a:pt x="1003" y="174"/>
                  </a:lnTo>
                  <a:lnTo>
                    <a:pt x="1003" y="174"/>
                  </a:lnTo>
                  <a:lnTo>
                    <a:pt x="1000" y="170"/>
                  </a:lnTo>
                  <a:lnTo>
                    <a:pt x="1003" y="166"/>
                  </a:lnTo>
                  <a:lnTo>
                    <a:pt x="1003" y="166"/>
                  </a:lnTo>
                  <a:lnTo>
                    <a:pt x="1003" y="163"/>
                  </a:lnTo>
                  <a:lnTo>
                    <a:pt x="1003" y="163"/>
                  </a:lnTo>
                  <a:lnTo>
                    <a:pt x="1003" y="163"/>
                  </a:lnTo>
                  <a:lnTo>
                    <a:pt x="1003" y="163"/>
                  </a:lnTo>
                  <a:lnTo>
                    <a:pt x="1003" y="159"/>
                  </a:lnTo>
                  <a:lnTo>
                    <a:pt x="1003" y="159"/>
                  </a:lnTo>
                  <a:lnTo>
                    <a:pt x="1003" y="155"/>
                  </a:lnTo>
                  <a:lnTo>
                    <a:pt x="1003" y="155"/>
                  </a:lnTo>
                  <a:lnTo>
                    <a:pt x="1003" y="155"/>
                  </a:lnTo>
                  <a:lnTo>
                    <a:pt x="1003" y="152"/>
                  </a:lnTo>
                  <a:lnTo>
                    <a:pt x="1003" y="152"/>
                  </a:lnTo>
                  <a:lnTo>
                    <a:pt x="1003" y="148"/>
                  </a:lnTo>
                  <a:lnTo>
                    <a:pt x="1003" y="144"/>
                  </a:lnTo>
                  <a:lnTo>
                    <a:pt x="1003" y="144"/>
                  </a:lnTo>
                  <a:lnTo>
                    <a:pt x="1003" y="144"/>
                  </a:lnTo>
                  <a:lnTo>
                    <a:pt x="1003" y="140"/>
                  </a:lnTo>
                  <a:lnTo>
                    <a:pt x="1003" y="140"/>
                  </a:lnTo>
                  <a:lnTo>
                    <a:pt x="1003" y="140"/>
                  </a:lnTo>
                  <a:lnTo>
                    <a:pt x="1003" y="137"/>
                  </a:lnTo>
                  <a:lnTo>
                    <a:pt x="1000" y="137"/>
                  </a:lnTo>
                  <a:lnTo>
                    <a:pt x="1003" y="137"/>
                  </a:lnTo>
                  <a:lnTo>
                    <a:pt x="1003" y="133"/>
                  </a:lnTo>
                  <a:lnTo>
                    <a:pt x="1003" y="133"/>
                  </a:lnTo>
                  <a:lnTo>
                    <a:pt x="1000" y="129"/>
                  </a:lnTo>
                  <a:lnTo>
                    <a:pt x="1000" y="129"/>
                  </a:lnTo>
                  <a:lnTo>
                    <a:pt x="1003" y="126"/>
                  </a:lnTo>
                  <a:lnTo>
                    <a:pt x="1003" y="126"/>
                  </a:lnTo>
                  <a:lnTo>
                    <a:pt x="1007" y="126"/>
                  </a:lnTo>
                  <a:lnTo>
                    <a:pt x="1007" y="122"/>
                  </a:lnTo>
                  <a:lnTo>
                    <a:pt x="1007" y="118"/>
                  </a:lnTo>
                  <a:lnTo>
                    <a:pt x="1003" y="1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8" name="Freeform 106"/>
            <p:cNvSpPr/>
            <p:nvPr/>
          </p:nvSpPr>
          <p:spPr bwMode="auto">
            <a:xfrm>
              <a:off x="6808384" y="2651024"/>
              <a:ext cx="38599" cy="81058"/>
            </a:xfrm>
            <a:custGeom>
              <a:avLst/>
              <a:gdLst>
                <a:gd name="T0" fmla="*/ 26 w 30"/>
                <a:gd name="T1" fmla="*/ 4 h 63"/>
                <a:gd name="T2" fmla="*/ 26 w 30"/>
                <a:gd name="T3" fmla="*/ 4 h 63"/>
                <a:gd name="T4" fmla="*/ 22 w 30"/>
                <a:gd name="T5" fmla="*/ 0 h 63"/>
                <a:gd name="T6" fmla="*/ 19 w 30"/>
                <a:gd name="T7" fmla="*/ 0 h 63"/>
                <a:gd name="T8" fmla="*/ 19 w 30"/>
                <a:gd name="T9" fmla="*/ 0 h 63"/>
                <a:gd name="T10" fmla="*/ 19 w 30"/>
                <a:gd name="T11" fmla="*/ 4 h 63"/>
                <a:gd name="T12" fmla="*/ 15 w 30"/>
                <a:gd name="T13" fmla="*/ 4 h 63"/>
                <a:gd name="T14" fmla="*/ 11 w 30"/>
                <a:gd name="T15" fmla="*/ 8 h 63"/>
                <a:gd name="T16" fmla="*/ 7 w 30"/>
                <a:gd name="T17" fmla="*/ 11 h 63"/>
                <a:gd name="T18" fmla="*/ 7 w 30"/>
                <a:gd name="T19" fmla="*/ 15 h 63"/>
                <a:gd name="T20" fmla="*/ 7 w 30"/>
                <a:gd name="T21" fmla="*/ 15 h 63"/>
                <a:gd name="T22" fmla="*/ 7 w 30"/>
                <a:gd name="T23" fmla="*/ 15 h 63"/>
                <a:gd name="T24" fmla="*/ 4 w 30"/>
                <a:gd name="T25" fmla="*/ 23 h 63"/>
                <a:gd name="T26" fmla="*/ 0 w 30"/>
                <a:gd name="T27" fmla="*/ 30 h 63"/>
                <a:gd name="T28" fmla="*/ 0 w 30"/>
                <a:gd name="T29" fmla="*/ 30 h 63"/>
                <a:gd name="T30" fmla="*/ 0 w 30"/>
                <a:gd name="T31" fmla="*/ 30 h 63"/>
                <a:gd name="T32" fmla="*/ 0 w 30"/>
                <a:gd name="T33" fmla="*/ 37 h 63"/>
                <a:gd name="T34" fmla="*/ 0 w 30"/>
                <a:gd name="T35" fmla="*/ 41 h 63"/>
                <a:gd name="T36" fmla="*/ 4 w 30"/>
                <a:gd name="T37" fmla="*/ 45 h 63"/>
                <a:gd name="T38" fmla="*/ 4 w 30"/>
                <a:gd name="T39" fmla="*/ 45 h 63"/>
                <a:gd name="T40" fmla="*/ 4 w 30"/>
                <a:gd name="T41" fmla="*/ 45 h 63"/>
                <a:gd name="T42" fmla="*/ 4 w 30"/>
                <a:gd name="T43" fmla="*/ 49 h 63"/>
                <a:gd name="T44" fmla="*/ 4 w 30"/>
                <a:gd name="T45" fmla="*/ 49 h 63"/>
                <a:gd name="T46" fmla="*/ 7 w 30"/>
                <a:gd name="T47" fmla="*/ 49 h 63"/>
                <a:gd name="T48" fmla="*/ 7 w 30"/>
                <a:gd name="T49" fmla="*/ 52 h 63"/>
                <a:gd name="T50" fmla="*/ 11 w 30"/>
                <a:gd name="T51" fmla="*/ 52 h 63"/>
                <a:gd name="T52" fmla="*/ 15 w 30"/>
                <a:gd name="T53" fmla="*/ 56 h 63"/>
                <a:gd name="T54" fmla="*/ 15 w 30"/>
                <a:gd name="T55" fmla="*/ 60 h 63"/>
                <a:gd name="T56" fmla="*/ 15 w 30"/>
                <a:gd name="T57" fmla="*/ 63 h 63"/>
                <a:gd name="T58" fmla="*/ 15 w 30"/>
                <a:gd name="T59" fmla="*/ 63 h 63"/>
                <a:gd name="T60" fmla="*/ 19 w 30"/>
                <a:gd name="T61" fmla="*/ 63 h 63"/>
                <a:gd name="T62" fmla="*/ 19 w 30"/>
                <a:gd name="T63" fmla="*/ 60 h 63"/>
                <a:gd name="T64" fmla="*/ 19 w 30"/>
                <a:gd name="T65" fmla="*/ 56 h 63"/>
                <a:gd name="T66" fmla="*/ 19 w 30"/>
                <a:gd name="T67" fmla="*/ 52 h 63"/>
                <a:gd name="T68" fmla="*/ 19 w 30"/>
                <a:gd name="T69" fmla="*/ 49 h 63"/>
                <a:gd name="T70" fmla="*/ 22 w 30"/>
                <a:gd name="T71" fmla="*/ 41 h 63"/>
                <a:gd name="T72" fmla="*/ 22 w 30"/>
                <a:gd name="T73" fmla="*/ 37 h 63"/>
                <a:gd name="T74" fmla="*/ 26 w 30"/>
                <a:gd name="T75" fmla="*/ 37 h 63"/>
                <a:gd name="T76" fmla="*/ 22 w 30"/>
                <a:gd name="T77" fmla="*/ 37 h 63"/>
                <a:gd name="T78" fmla="*/ 26 w 30"/>
                <a:gd name="T79" fmla="*/ 30 h 63"/>
                <a:gd name="T80" fmla="*/ 26 w 30"/>
                <a:gd name="T81" fmla="*/ 26 h 63"/>
                <a:gd name="T82" fmla="*/ 22 w 30"/>
                <a:gd name="T83" fmla="*/ 23 h 63"/>
                <a:gd name="T84" fmla="*/ 26 w 30"/>
                <a:gd name="T85" fmla="*/ 19 h 63"/>
                <a:gd name="T86" fmla="*/ 26 w 30"/>
                <a:gd name="T87" fmla="*/ 11 h 63"/>
                <a:gd name="T88" fmla="*/ 26 w 30"/>
                <a:gd name="T89" fmla="*/ 8 h 63"/>
                <a:gd name="T90" fmla="*/ 30 w 30"/>
                <a:gd name="T91" fmla="*/ 8 h 63"/>
                <a:gd name="T92" fmla="*/ 30 w 30"/>
                <a:gd name="T93" fmla="*/ 4 h 63"/>
                <a:gd name="T94" fmla="*/ 26 w 30"/>
                <a:gd name="T95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" h="63">
                  <a:moveTo>
                    <a:pt x="26" y="4"/>
                  </a:moveTo>
                  <a:lnTo>
                    <a:pt x="26" y="4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4"/>
                  </a:lnTo>
                  <a:lnTo>
                    <a:pt x="15" y="4"/>
                  </a:lnTo>
                  <a:lnTo>
                    <a:pt x="11" y="8"/>
                  </a:lnTo>
                  <a:lnTo>
                    <a:pt x="7" y="11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4" y="23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0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4" y="49"/>
                  </a:lnTo>
                  <a:lnTo>
                    <a:pt x="4" y="49"/>
                  </a:lnTo>
                  <a:lnTo>
                    <a:pt x="7" y="49"/>
                  </a:lnTo>
                  <a:lnTo>
                    <a:pt x="7" y="52"/>
                  </a:lnTo>
                  <a:lnTo>
                    <a:pt x="11" y="52"/>
                  </a:lnTo>
                  <a:lnTo>
                    <a:pt x="15" y="56"/>
                  </a:lnTo>
                  <a:lnTo>
                    <a:pt x="15" y="60"/>
                  </a:lnTo>
                  <a:lnTo>
                    <a:pt x="15" y="63"/>
                  </a:lnTo>
                  <a:lnTo>
                    <a:pt x="15" y="63"/>
                  </a:lnTo>
                  <a:lnTo>
                    <a:pt x="19" y="63"/>
                  </a:lnTo>
                  <a:lnTo>
                    <a:pt x="19" y="60"/>
                  </a:lnTo>
                  <a:lnTo>
                    <a:pt x="19" y="56"/>
                  </a:lnTo>
                  <a:lnTo>
                    <a:pt x="19" y="52"/>
                  </a:lnTo>
                  <a:lnTo>
                    <a:pt x="19" y="49"/>
                  </a:lnTo>
                  <a:lnTo>
                    <a:pt x="22" y="41"/>
                  </a:lnTo>
                  <a:lnTo>
                    <a:pt x="22" y="37"/>
                  </a:lnTo>
                  <a:lnTo>
                    <a:pt x="26" y="37"/>
                  </a:lnTo>
                  <a:lnTo>
                    <a:pt x="22" y="37"/>
                  </a:lnTo>
                  <a:lnTo>
                    <a:pt x="26" y="30"/>
                  </a:lnTo>
                  <a:lnTo>
                    <a:pt x="26" y="26"/>
                  </a:lnTo>
                  <a:lnTo>
                    <a:pt x="22" y="23"/>
                  </a:lnTo>
                  <a:lnTo>
                    <a:pt x="26" y="19"/>
                  </a:lnTo>
                  <a:lnTo>
                    <a:pt x="26" y="11"/>
                  </a:lnTo>
                  <a:lnTo>
                    <a:pt x="26" y="8"/>
                  </a:lnTo>
                  <a:lnTo>
                    <a:pt x="30" y="8"/>
                  </a:lnTo>
                  <a:lnTo>
                    <a:pt x="30" y="4"/>
                  </a:lnTo>
                  <a:lnTo>
                    <a:pt x="26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49" name="Freeform 107"/>
            <p:cNvSpPr>
              <a:spLocks noEditPoints="1"/>
            </p:cNvSpPr>
            <p:nvPr/>
          </p:nvSpPr>
          <p:spPr bwMode="auto">
            <a:xfrm>
              <a:off x="4959495" y="3071752"/>
              <a:ext cx="223874" cy="195568"/>
            </a:xfrm>
            <a:custGeom>
              <a:avLst/>
              <a:gdLst>
                <a:gd name="T0" fmla="*/ 45 w 174"/>
                <a:gd name="T1" fmla="*/ 15 h 152"/>
                <a:gd name="T2" fmla="*/ 49 w 174"/>
                <a:gd name="T3" fmla="*/ 15 h 152"/>
                <a:gd name="T4" fmla="*/ 52 w 174"/>
                <a:gd name="T5" fmla="*/ 11 h 152"/>
                <a:gd name="T6" fmla="*/ 63 w 174"/>
                <a:gd name="T7" fmla="*/ 0 h 152"/>
                <a:gd name="T8" fmla="*/ 71 w 174"/>
                <a:gd name="T9" fmla="*/ 0 h 152"/>
                <a:gd name="T10" fmla="*/ 71 w 174"/>
                <a:gd name="T11" fmla="*/ 11 h 152"/>
                <a:gd name="T12" fmla="*/ 78 w 174"/>
                <a:gd name="T13" fmla="*/ 15 h 152"/>
                <a:gd name="T14" fmla="*/ 86 w 174"/>
                <a:gd name="T15" fmla="*/ 15 h 152"/>
                <a:gd name="T16" fmla="*/ 97 w 174"/>
                <a:gd name="T17" fmla="*/ 15 h 152"/>
                <a:gd name="T18" fmla="*/ 108 w 174"/>
                <a:gd name="T19" fmla="*/ 22 h 152"/>
                <a:gd name="T20" fmla="*/ 111 w 174"/>
                <a:gd name="T21" fmla="*/ 26 h 152"/>
                <a:gd name="T22" fmla="*/ 123 w 174"/>
                <a:gd name="T23" fmla="*/ 29 h 152"/>
                <a:gd name="T24" fmla="*/ 130 w 174"/>
                <a:gd name="T25" fmla="*/ 29 h 152"/>
                <a:gd name="T26" fmla="*/ 134 w 174"/>
                <a:gd name="T27" fmla="*/ 29 h 152"/>
                <a:gd name="T28" fmla="*/ 141 w 174"/>
                <a:gd name="T29" fmla="*/ 22 h 152"/>
                <a:gd name="T30" fmla="*/ 148 w 174"/>
                <a:gd name="T31" fmla="*/ 18 h 152"/>
                <a:gd name="T32" fmla="*/ 156 w 174"/>
                <a:gd name="T33" fmla="*/ 18 h 152"/>
                <a:gd name="T34" fmla="*/ 160 w 174"/>
                <a:gd name="T35" fmla="*/ 22 h 152"/>
                <a:gd name="T36" fmla="*/ 171 w 174"/>
                <a:gd name="T37" fmla="*/ 22 h 152"/>
                <a:gd name="T38" fmla="*/ 160 w 174"/>
                <a:gd name="T39" fmla="*/ 37 h 152"/>
                <a:gd name="T40" fmla="*/ 171 w 174"/>
                <a:gd name="T41" fmla="*/ 104 h 152"/>
                <a:gd name="T42" fmla="*/ 163 w 174"/>
                <a:gd name="T43" fmla="*/ 111 h 152"/>
                <a:gd name="T44" fmla="*/ 160 w 174"/>
                <a:gd name="T45" fmla="*/ 115 h 152"/>
                <a:gd name="T46" fmla="*/ 156 w 174"/>
                <a:gd name="T47" fmla="*/ 115 h 152"/>
                <a:gd name="T48" fmla="*/ 148 w 174"/>
                <a:gd name="T49" fmla="*/ 118 h 152"/>
                <a:gd name="T50" fmla="*/ 148 w 174"/>
                <a:gd name="T51" fmla="*/ 122 h 152"/>
                <a:gd name="T52" fmla="*/ 145 w 174"/>
                <a:gd name="T53" fmla="*/ 126 h 152"/>
                <a:gd name="T54" fmla="*/ 141 w 174"/>
                <a:gd name="T55" fmla="*/ 130 h 152"/>
                <a:gd name="T56" fmla="*/ 141 w 174"/>
                <a:gd name="T57" fmla="*/ 137 h 152"/>
                <a:gd name="T58" fmla="*/ 130 w 174"/>
                <a:gd name="T59" fmla="*/ 148 h 152"/>
                <a:gd name="T60" fmla="*/ 126 w 174"/>
                <a:gd name="T61" fmla="*/ 152 h 152"/>
                <a:gd name="T62" fmla="*/ 104 w 174"/>
                <a:gd name="T63" fmla="*/ 137 h 152"/>
                <a:gd name="T64" fmla="*/ 104 w 174"/>
                <a:gd name="T65" fmla="*/ 133 h 152"/>
                <a:gd name="T66" fmla="*/ 41 w 174"/>
                <a:gd name="T67" fmla="*/ 96 h 152"/>
                <a:gd name="T68" fmla="*/ 41 w 174"/>
                <a:gd name="T69" fmla="*/ 81 h 152"/>
                <a:gd name="T70" fmla="*/ 45 w 174"/>
                <a:gd name="T71" fmla="*/ 74 h 152"/>
                <a:gd name="T72" fmla="*/ 49 w 174"/>
                <a:gd name="T73" fmla="*/ 70 h 152"/>
                <a:gd name="T74" fmla="*/ 52 w 174"/>
                <a:gd name="T75" fmla="*/ 67 h 152"/>
                <a:gd name="T76" fmla="*/ 60 w 174"/>
                <a:gd name="T77" fmla="*/ 63 h 152"/>
                <a:gd name="T78" fmla="*/ 60 w 174"/>
                <a:gd name="T79" fmla="*/ 59 h 152"/>
                <a:gd name="T80" fmla="*/ 63 w 174"/>
                <a:gd name="T81" fmla="*/ 52 h 152"/>
                <a:gd name="T82" fmla="*/ 60 w 174"/>
                <a:gd name="T83" fmla="*/ 44 h 152"/>
                <a:gd name="T84" fmla="*/ 60 w 174"/>
                <a:gd name="T85" fmla="*/ 44 h 152"/>
                <a:gd name="T86" fmla="*/ 56 w 174"/>
                <a:gd name="T87" fmla="*/ 37 h 152"/>
                <a:gd name="T88" fmla="*/ 52 w 174"/>
                <a:gd name="T89" fmla="*/ 29 h 152"/>
                <a:gd name="T90" fmla="*/ 49 w 174"/>
                <a:gd name="T91" fmla="*/ 26 h 152"/>
                <a:gd name="T92" fmla="*/ 49 w 174"/>
                <a:gd name="T93" fmla="*/ 22 h 152"/>
                <a:gd name="T94" fmla="*/ 45 w 174"/>
                <a:gd name="T95" fmla="*/ 18 h 152"/>
                <a:gd name="T96" fmla="*/ 45 w 174"/>
                <a:gd name="T97" fmla="*/ 18 h 152"/>
                <a:gd name="T98" fmla="*/ 0 w 174"/>
                <a:gd name="T99" fmla="*/ 96 h 152"/>
                <a:gd name="T100" fmla="*/ 15 w 174"/>
                <a:gd name="T101" fmla="*/ 96 h 152"/>
                <a:gd name="T102" fmla="*/ 0 w 174"/>
                <a:gd name="T103" fmla="*/ 96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4" h="152">
                  <a:moveTo>
                    <a:pt x="45" y="18"/>
                  </a:moveTo>
                  <a:lnTo>
                    <a:pt x="45" y="15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52" y="11"/>
                  </a:lnTo>
                  <a:lnTo>
                    <a:pt x="52" y="11"/>
                  </a:lnTo>
                  <a:lnTo>
                    <a:pt x="56" y="7"/>
                  </a:lnTo>
                  <a:lnTo>
                    <a:pt x="63" y="0"/>
                  </a:lnTo>
                  <a:lnTo>
                    <a:pt x="67" y="3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11"/>
                  </a:lnTo>
                  <a:lnTo>
                    <a:pt x="74" y="15"/>
                  </a:lnTo>
                  <a:lnTo>
                    <a:pt x="78" y="15"/>
                  </a:lnTo>
                  <a:lnTo>
                    <a:pt x="82" y="11"/>
                  </a:lnTo>
                  <a:lnTo>
                    <a:pt x="86" y="15"/>
                  </a:lnTo>
                  <a:lnTo>
                    <a:pt x="93" y="15"/>
                  </a:lnTo>
                  <a:lnTo>
                    <a:pt x="97" y="15"/>
                  </a:lnTo>
                  <a:lnTo>
                    <a:pt x="104" y="22"/>
                  </a:lnTo>
                  <a:lnTo>
                    <a:pt x="108" y="22"/>
                  </a:lnTo>
                  <a:lnTo>
                    <a:pt x="111" y="26"/>
                  </a:lnTo>
                  <a:lnTo>
                    <a:pt x="111" y="26"/>
                  </a:lnTo>
                  <a:lnTo>
                    <a:pt x="119" y="26"/>
                  </a:lnTo>
                  <a:lnTo>
                    <a:pt x="123" y="29"/>
                  </a:lnTo>
                  <a:lnTo>
                    <a:pt x="126" y="29"/>
                  </a:lnTo>
                  <a:lnTo>
                    <a:pt x="130" y="29"/>
                  </a:lnTo>
                  <a:lnTo>
                    <a:pt x="134" y="29"/>
                  </a:lnTo>
                  <a:lnTo>
                    <a:pt x="134" y="29"/>
                  </a:lnTo>
                  <a:lnTo>
                    <a:pt x="141" y="22"/>
                  </a:lnTo>
                  <a:lnTo>
                    <a:pt x="141" y="22"/>
                  </a:lnTo>
                  <a:lnTo>
                    <a:pt x="145" y="18"/>
                  </a:lnTo>
                  <a:lnTo>
                    <a:pt x="148" y="18"/>
                  </a:lnTo>
                  <a:lnTo>
                    <a:pt x="148" y="18"/>
                  </a:lnTo>
                  <a:lnTo>
                    <a:pt x="156" y="18"/>
                  </a:lnTo>
                  <a:lnTo>
                    <a:pt x="160" y="18"/>
                  </a:lnTo>
                  <a:lnTo>
                    <a:pt x="160" y="22"/>
                  </a:lnTo>
                  <a:lnTo>
                    <a:pt x="163" y="22"/>
                  </a:lnTo>
                  <a:lnTo>
                    <a:pt x="171" y="22"/>
                  </a:lnTo>
                  <a:lnTo>
                    <a:pt x="174" y="22"/>
                  </a:lnTo>
                  <a:lnTo>
                    <a:pt x="160" y="37"/>
                  </a:lnTo>
                  <a:lnTo>
                    <a:pt x="160" y="93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3" y="111"/>
                  </a:lnTo>
                  <a:lnTo>
                    <a:pt x="163" y="111"/>
                  </a:lnTo>
                  <a:lnTo>
                    <a:pt x="160" y="115"/>
                  </a:lnTo>
                  <a:lnTo>
                    <a:pt x="163" y="115"/>
                  </a:lnTo>
                  <a:lnTo>
                    <a:pt x="156" y="115"/>
                  </a:lnTo>
                  <a:lnTo>
                    <a:pt x="152" y="118"/>
                  </a:lnTo>
                  <a:lnTo>
                    <a:pt x="148" y="118"/>
                  </a:lnTo>
                  <a:lnTo>
                    <a:pt x="148" y="122"/>
                  </a:lnTo>
                  <a:lnTo>
                    <a:pt x="148" y="122"/>
                  </a:lnTo>
                  <a:lnTo>
                    <a:pt x="145" y="126"/>
                  </a:lnTo>
                  <a:lnTo>
                    <a:pt x="145" y="126"/>
                  </a:lnTo>
                  <a:lnTo>
                    <a:pt x="145" y="126"/>
                  </a:lnTo>
                  <a:lnTo>
                    <a:pt x="141" y="130"/>
                  </a:lnTo>
                  <a:lnTo>
                    <a:pt x="141" y="133"/>
                  </a:lnTo>
                  <a:lnTo>
                    <a:pt x="141" y="137"/>
                  </a:lnTo>
                  <a:lnTo>
                    <a:pt x="137" y="141"/>
                  </a:lnTo>
                  <a:lnTo>
                    <a:pt x="130" y="148"/>
                  </a:lnTo>
                  <a:lnTo>
                    <a:pt x="126" y="152"/>
                  </a:lnTo>
                  <a:lnTo>
                    <a:pt x="126" y="152"/>
                  </a:lnTo>
                  <a:lnTo>
                    <a:pt x="108" y="137"/>
                  </a:lnTo>
                  <a:lnTo>
                    <a:pt x="104" y="137"/>
                  </a:lnTo>
                  <a:lnTo>
                    <a:pt x="104" y="133"/>
                  </a:lnTo>
                  <a:lnTo>
                    <a:pt x="104" y="133"/>
                  </a:lnTo>
                  <a:lnTo>
                    <a:pt x="100" y="130"/>
                  </a:lnTo>
                  <a:lnTo>
                    <a:pt x="41" y="96"/>
                  </a:lnTo>
                  <a:lnTo>
                    <a:pt x="37" y="96"/>
                  </a:lnTo>
                  <a:lnTo>
                    <a:pt x="41" y="81"/>
                  </a:lnTo>
                  <a:lnTo>
                    <a:pt x="41" y="78"/>
                  </a:lnTo>
                  <a:lnTo>
                    <a:pt x="45" y="74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52" y="67"/>
                  </a:lnTo>
                  <a:lnTo>
                    <a:pt x="52" y="67"/>
                  </a:lnTo>
                  <a:lnTo>
                    <a:pt x="52" y="63"/>
                  </a:lnTo>
                  <a:lnTo>
                    <a:pt x="60" y="63"/>
                  </a:lnTo>
                  <a:lnTo>
                    <a:pt x="60" y="59"/>
                  </a:lnTo>
                  <a:lnTo>
                    <a:pt x="60" y="59"/>
                  </a:lnTo>
                  <a:lnTo>
                    <a:pt x="63" y="55"/>
                  </a:lnTo>
                  <a:lnTo>
                    <a:pt x="63" y="52"/>
                  </a:lnTo>
                  <a:lnTo>
                    <a:pt x="63" y="48"/>
                  </a:lnTo>
                  <a:lnTo>
                    <a:pt x="60" y="44"/>
                  </a:lnTo>
                  <a:lnTo>
                    <a:pt x="63" y="44"/>
                  </a:lnTo>
                  <a:lnTo>
                    <a:pt x="60" y="44"/>
                  </a:lnTo>
                  <a:lnTo>
                    <a:pt x="56" y="41"/>
                  </a:lnTo>
                  <a:lnTo>
                    <a:pt x="56" y="37"/>
                  </a:lnTo>
                  <a:lnTo>
                    <a:pt x="52" y="33"/>
                  </a:lnTo>
                  <a:lnTo>
                    <a:pt x="52" y="29"/>
                  </a:lnTo>
                  <a:lnTo>
                    <a:pt x="52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2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18"/>
                  </a:lnTo>
                  <a:lnTo>
                    <a:pt x="45" y="18"/>
                  </a:lnTo>
                  <a:close/>
                  <a:moveTo>
                    <a:pt x="0" y="96"/>
                  </a:moveTo>
                  <a:lnTo>
                    <a:pt x="8" y="96"/>
                  </a:lnTo>
                  <a:lnTo>
                    <a:pt x="15" y="96"/>
                  </a:lnTo>
                  <a:lnTo>
                    <a:pt x="0" y="96"/>
                  </a:lnTo>
                  <a:lnTo>
                    <a:pt x="0" y="9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0" name="Freeform 108"/>
            <p:cNvSpPr/>
            <p:nvPr/>
          </p:nvSpPr>
          <p:spPr bwMode="auto">
            <a:xfrm>
              <a:off x="4917035" y="3094911"/>
              <a:ext cx="123517" cy="110650"/>
            </a:xfrm>
            <a:custGeom>
              <a:avLst/>
              <a:gdLst>
                <a:gd name="T0" fmla="*/ 74 w 96"/>
                <a:gd name="T1" fmla="*/ 60 h 86"/>
                <a:gd name="T2" fmla="*/ 82 w 96"/>
                <a:gd name="T3" fmla="*/ 52 h 86"/>
                <a:gd name="T4" fmla="*/ 85 w 96"/>
                <a:gd name="T5" fmla="*/ 49 h 86"/>
                <a:gd name="T6" fmla="*/ 85 w 96"/>
                <a:gd name="T7" fmla="*/ 45 h 86"/>
                <a:gd name="T8" fmla="*/ 93 w 96"/>
                <a:gd name="T9" fmla="*/ 41 h 86"/>
                <a:gd name="T10" fmla="*/ 96 w 96"/>
                <a:gd name="T11" fmla="*/ 37 h 86"/>
                <a:gd name="T12" fmla="*/ 96 w 96"/>
                <a:gd name="T13" fmla="*/ 30 h 86"/>
                <a:gd name="T14" fmla="*/ 96 w 96"/>
                <a:gd name="T15" fmla="*/ 26 h 86"/>
                <a:gd name="T16" fmla="*/ 89 w 96"/>
                <a:gd name="T17" fmla="*/ 23 h 86"/>
                <a:gd name="T18" fmla="*/ 85 w 96"/>
                <a:gd name="T19" fmla="*/ 15 h 86"/>
                <a:gd name="T20" fmla="*/ 85 w 96"/>
                <a:gd name="T21" fmla="*/ 8 h 86"/>
                <a:gd name="T22" fmla="*/ 82 w 96"/>
                <a:gd name="T23" fmla="*/ 8 h 86"/>
                <a:gd name="T24" fmla="*/ 78 w 96"/>
                <a:gd name="T25" fmla="*/ 0 h 86"/>
                <a:gd name="T26" fmla="*/ 74 w 96"/>
                <a:gd name="T27" fmla="*/ 4 h 86"/>
                <a:gd name="T28" fmla="*/ 67 w 96"/>
                <a:gd name="T29" fmla="*/ 8 h 86"/>
                <a:gd name="T30" fmla="*/ 59 w 96"/>
                <a:gd name="T31" fmla="*/ 4 h 86"/>
                <a:gd name="T32" fmla="*/ 52 w 96"/>
                <a:gd name="T33" fmla="*/ 8 h 86"/>
                <a:gd name="T34" fmla="*/ 48 w 96"/>
                <a:gd name="T35" fmla="*/ 8 h 86"/>
                <a:gd name="T36" fmla="*/ 48 w 96"/>
                <a:gd name="T37" fmla="*/ 11 h 86"/>
                <a:gd name="T38" fmla="*/ 41 w 96"/>
                <a:gd name="T39" fmla="*/ 11 h 86"/>
                <a:gd name="T40" fmla="*/ 37 w 96"/>
                <a:gd name="T41" fmla="*/ 8 h 86"/>
                <a:gd name="T42" fmla="*/ 30 w 96"/>
                <a:gd name="T43" fmla="*/ 8 h 86"/>
                <a:gd name="T44" fmla="*/ 26 w 96"/>
                <a:gd name="T45" fmla="*/ 8 h 86"/>
                <a:gd name="T46" fmla="*/ 26 w 96"/>
                <a:gd name="T47" fmla="*/ 11 h 86"/>
                <a:gd name="T48" fmla="*/ 26 w 96"/>
                <a:gd name="T49" fmla="*/ 11 h 86"/>
                <a:gd name="T50" fmla="*/ 22 w 96"/>
                <a:gd name="T51" fmla="*/ 15 h 86"/>
                <a:gd name="T52" fmla="*/ 22 w 96"/>
                <a:gd name="T53" fmla="*/ 26 h 86"/>
                <a:gd name="T54" fmla="*/ 22 w 96"/>
                <a:gd name="T55" fmla="*/ 30 h 86"/>
                <a:gd name="T56" fmla="*/ 26 w 96"/>
                <a:gd name="T57" fmla="*/ 34 h 86"/>
                <a:gd name="T58" fmla="*/ 19 w 96"/>
                <a:gd name="T59" fmla="*/ 45 h 86"/>
                <a:gd name="T60" fmla="*/ 11 w 96"/>
                <a:gd name="T61" fmla="*/ 52 h 86"/>
                <a:gd name="T62" fmla="*/ 4 w 96"/>
                <a:gd name="T63" fmla="*/ 67 h 86"/>
                <a:gd name="T64" fmla="*/ 4 w 96"/>
                <a:gd name="T65" fmla="*/ 75 h 86"/>
                <a:gd name="T66" fmla="*/ 0 w 96"/>
                <a:gd name="T67" fmla="*/ 86 h 86"/>
                <a:gd name="T68" fmla="*/ 0 w 96"/>
                <a:gd name="T69" fmla="*/ 86 h 86"/>
                <a:gd name="T70" fmla="*/ 7 w 96"/>
                <a:gd name="T71" fmla="*/ 82 h 86"/>
                <a:gd name="T72" fmla="*/ 11 w 96"/>
                <a:gd name="T73" fmla="*/ 86 h 86"/>
                <a:gd name="T74" fmla="*/ 15 w 96"/>
                <a:gd name="T75" fmla="*/ 82 h 86"/>
                <a:gd name="T76" fmla="*/ 15 w 96"/>
                <a:gd name="T77" fmla="*/ 82 h 86"/>
                <a:gd name="T78" fmla="*/ 19 w 96"/>
                <a:gd name="T79" fmla="*/ 82 h 86"/>
                <a:gd name="T80" fmla="*/ 22 w 96"/>
                <a:gd name="T81" fmla="*/ 78 h 86"/>
                <a:gd name="T82" fmla="*/ 33 w 96"/>
                <a:gd name="T83" fmla="*/ 78 h 86"/>
                <a:gd name="T84" fmla="*/ 70 w 96"/>
                <a:gd name="T85" fmla="*/ 7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6" h="86">
                  <a:moveTo>
                    <a:pt x="74" y="63"/>
                  </a:moveTo>
                  <a:lnTo>
                    <a:pt x="74" y="60"/>
                  </a:lnTo>
                  <a:lnTo>
                    <a:pt x="78" y="56"/>
                  </a:lnTo>
                  <a:lnTo>
                    <a:pt x="82" y="52"/>
                  </a:lnTo>
                  <a:lnTo>
                    <a:pt x="82" y="52"/>
                  </a:lnTo>
                  <a:lnTo>
                    <a:pt x="85" y="49"/>
                  </a:lnTo>
                  <a:lnTo>
                    <a:pt x="85" y="49"/>
                  </a:lnTo>
                  <a:lnTo>
                    <a:pt x="85" y="45"/>
                  </a:lnTo>
                  <a:lnTo>
                    <a:pt x="93" y="45"/>
                  </a:lnTo>
                  <a:lnTo>
                    <a:pt x="93" y="41"/>
                  </a:lnTo>
                  <a:lnTo>
                    <a:pt x="93" y="41"/>
                  </a:lnTo>
                  <a:lnTo>
                    <a:pt x="96" y="37"/>
                  </a:lnTo>
                  <a:lnTo>
                    <a:pt x="96" y="34"/>
                  </a:lnTo>
                  <a:lnTo>
                    <a:pt x="96" y="30"/>
                  </a:lnTo>
                  <a:lnTo>
                    <a:pt x="93" y="26"/>
                  </a:lnTo>
                  <a:lnTo>
                    <a:pt x="96" y="26"/>
                  </a:lnTo>
                  <a:lnTo>
                    <a:pt x="93" y="26"/>
                  </a:lnTo>
                  <a:lnTo>
                    <a:pt x="89" y="23"/>
                  </a:lnTo>
                  <a:lnTo>
                    <a:pt x="89" y="19"/>
                  </a:lnTo>
                  <a:lnTo>
                    <a:pt x="85" y="15"/>
                  </a:lnTo>
                  <a:lnTo>
                    <a:pt x="85" y="11"/>
                  </a:lnTo>
                  <a:lnTo>
                    <a:pt x="85" y="8"/>
                  </a:lnTo>
                  <a:lnTo>
                    <a:pt x="82" y="8"/>
                  </a:lnTo>
                  <a:lnTo>
                    <a:pt x="82" y="8"/>
                  </a:lnTo>
                  <a:lnTo>
                    <a:pt x="82" y="4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4" y="4"/>
                  </a:lnTo>
                  <a:lnTo>
                    <a:pt x="70" y="4"/>
                  </a:lnTo>
                  <a:lnTo>
                    <a:pt x="67" y="8"/>
                  </a:lnTo>
                  <a:lnTo>
                    <a:pt x="63" y="4"/>
                  </a:lnTo>
                  <a:lnTo>
                    <a:pt x="59" y="4"/>
                  </a:lnTo>
                  <a:lnTo>
                    <a:pt x="56" y="8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8" y="11"/>
                  </a:lnTo>
                  <a:lnTo>
                    <a:pt x="44" y="11"/>
                  </a:lnTo>
                  <a:lnTo>
                    <a:pt x="41" y="11"/>
                  </a:lnTo>
                  <a:lnTo>
                    <a:pt x="41" y="8"/>
                  </a:lnTo>
                  <a:lnTo>
                    <a:pt x="37" y="8"/>
                  </a:lnTo>
                  <a:lnTo>
                    <a:pt x="33" y="8"/>
                  </a:lnTo>
                  <a:lnTo>
                    <a:pt x="30" y="8"/>
                  </a:lnTo>
                  <a:lnTo>
                    <a:pt x="26" y="4"/>
                  </a:lnTo>
                  <a:lnTo>
                    <a:pt x="26" y="8"/>
                  </a:lnTo>
                  <a:lnTo>
                    <a:pt x="26" y="8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6" y="15"/>
                  </a:lnTo>
                  <a:lnTo>
                    <a:pt x="22" y="15"/>
                  </a:lnTo>
                  <a:lnTo>
                    <a:pt x="22" y="19"/>
                  </a:lnTo>
                  <a:lnTo>
                    <a:pt x="22" y="26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6" y="37"/>
                  </a:lnTo>
                  <a:lnTo>
                    <a:pt x="19" y="45"/>
                  </a:lnTo>
                  <a:lnTo>
                    <a:pt x="11" y="52"/>
                  </a:lnTo>
                  <a:lnTo>
                    <a:pt x="11" y="52"/>
                  </a:lnTo>
                  <a:lnTo>
                    <a:pt x="4" y="63"/>
                  </a:lnTo>
                  <a:lnTo>
                    <a:pt x="4" y="67"/>
                  </a:lnTo>
                  <a:lnTo>
                    <a:pt x="4" y="71"/>
                  </a:lnTo>
                  <a:lnTo>
                    <a:pt x="4" y="75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4" y="86"/>
                  </a:lnTo>
                  <a:lnTo>
                    <a:pt x="7" y="82"/>
                  </a:lnTo>
                  <a:lnTo>
                    <a:pt x="7" y="82"/>
                  </a:lnTo>
                  <a:lnTo>
                    <a:pt x="11" y="86"/>
                  </a:lnTo>
                  <a:lnTo>
                    <a:pt x="11" y="86"/>
                  </a:lnTo>
                  <a:lnTo>
                    <a:pt x="15" y="82"/>
                  </a:lnTo>
                  <a:lnTo>
                    <a:pt x="15" y="82"/>
                  </a:lnTo>
                  <a:lnTo>
                    <a:pt x="15" y="82"/>
                  </a:lnTo>
                  <a:lnTo>
                    <a:pt x="19" y="82"/>
                  </a:lnTo>
                  <a:lnTo>
                    <a:pt x="19" y="82"/>
                  </a:lnTo>
                  <a:lnTo>
                    <a:pt x="19" y="82"/>
                  </a:lnTo>
                  <a:lnTo>
                    <a:pt x="22" y="78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48" y="78"/>
                  </a:lnTo>
                  <a:lnTo>
                    <a:pt x="70" y="78"/>
                  </a:lnTo>
                  <a:lnTo>
                    <a:pt x="74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1" name="Freeform 109"/>
            <p:cNvSpPr/>
            <p:nvPr/>
          </p:nvSpPr>
          <p:spPr bwMode="auto">
            <a:xfrm>
              <a:off x="4597952" y="2961102"/>
              <a:ext cx="276626" cy="167262"/>
            </a:xfrm>
            <a:custGeom>
              <a:avLst/>
              <a:gdLst>
                <a:gd name="T0" fmla="*/ 137 w 215"/>
                <a:gd name="T1" fmla="*/ 4 h 130"/>
                <a:gd name="T2" fmla="*/ 148 w 215"/>
                <a:gd name="T3" fmla="*/ 19 h 130"/>
                <a:gd name="T4" fmla="*/ 148 w 215"/>
                <a:gd name="T5" fmla="*/ 30 h 130"/>
                <a:gd name="T6" fmla="*/ 155 w 215"/>
                <a:gd name="T7" fmla="*/ 34 h 130"/>
                <a:gd name="T8" fmla="*/ 159 w 215"/>
                <a:gd name="T9" fmla="*/ 41 h 130"/>
                <a:gd name="T10" fmla="*/ 174 w 215"/>
                <a:gd name="T11" fmla="*/ 45 h 130"/>
                <a:gd name="T12" fmla="*/ 181 w 215"/>
                <a:gd name="T13" fmla="*/ 52 h 130"/>
                <a:gd name="T14" fmla="*/ 178 w 215"/>
                <a:gd name="T15" fmla="*/ 56 h 130"/>
                <a:gd name="T16" fmla="*/ 185 w 215"/>
                <a:gd name="T17" fmla="*/ 64 h 130"/>
                <a:gd name="T18" fmla="*/ 196 w 215"/>
                <a:gd name="T19" fmla="*/ 71 h 130"/>
                <a:gd name="T20" fmla="*/ 200 w 215"/>
                <a:gd name="T21" fmla="*/ 78 h 130"/>
                <a:gd name="T22" fmla="*/ 207 w 215"/>
                <a:gd name="T23" fmla="*/ 82 h 130"/>
                <a:gd name="T24" fmla="*/ 215 w 215"/>
                <a:gd name="T25" fmla="*/ 93 h 130"/>
                <a:gd name="T26" fmla="*/ 207 w 215"/>
                <a:gd name="T27" fmla="*/ 89 h 130"/>
                <a:gd name="T28" fmla="*/ 193 w 215"/>
                <a:gd name="T29" fmla="*/ 89 h 130"/>
                <a:gd name="T30" fmla="*/ 185 w 215"/>
                <a:gd name="T31" fmla="*/ 89 h 130"/>
                <a:gd name="T32" fmla="*/ 181 w 215"/>
                <a:gd name="T33" fmla="*/ 89 h 130"/>
                <a:gd name="T34" fmla="*/ 170 w 215"/>
                <a:gd name="T35" fmla="*/ 93 h 130"/>
                <a:gd name="T36" fmla="*/ 167 w 215"/>
                <a:gd name="T37" fmla="*/ 93 h 130"/>
                <a:gd name="T38" fmla="*/ 152 w 215"/>
                <a:gd name="T39" fmla="*/ 97 h 130"/>
                <a:gd name="T40" fmla="*/ 141 w 215"/>
                <a:gd name="T41" fmla="*/ 97 h 130"/>
                <a:gd name="T42" fmla="*/ 130 w 215"/>
                <a:gd name="T43" fmla="*/ 101 h 130"/>
                <a:gd name="T44" fmla="*/ 126 w 215"/>
                <a:gd name="T45" fmla="*/ 104 h 130"/>
                <a:gd name="T46" fmla="*/ 118 w 215"/>
                <a:gd name="T47" fmla="*/ 104 h 130"/>
                <a:gd name="T48" fmla="*/ 104 w 215"/>
                <a:gd name="T49" fmla="*/ 101 h 130"/>
                <a:gd name="T50" fmla="*/ 93 w 215"/>
                <a:gd name="T51" fmla="*/ 97 h 130"/>
                <a:gd name="T52" fmla="*/ 81 w 215"/>
                <a:gd name="T53" fmla="*/ 93 h 130"/>
                <a:gd name="T54" fmla="*/ 74 w 215"/>
                <a:gd name="T55" fmla="*/ 93 h 130"/>
                <a:gd name="T56" fmla="*/ 74 w 215"/>
                <a:gd name="T57" fmla="*/ 101 h 130"/>
                <a:gd name="T58" fmla="*/ 70 w 215"/>
                <a:gd name="T59" fmla="*/ 108 h 130"/>
                <a:gd name="T60" fmla="*/ 67 w 215"/>
                <a:gd name="T61" fmla="*/ 112 h 130"/>
                <a:gd name="T62" fmla="*/ 59 w 215"/>
                <a:gd name="T63" fmla="*/ 112 h 130"/>
                <a:gd name="T64" fmla="*/ 44 w 215"/>
                <a:gd name="T65" fmla="*/ 115 h 130"/>
                <a:gd name="T66" fmla="*/ 30 w 215"/>
                <a:gd name="T67" fmla="*/ 130 h 130"/>
                <a:gd name="T68" fmla="*/ 30 w 215"/>
                <a:gd name="T69" fmla="*/ 123 h 130"/>
                <a:gd name="T70" fmla="*/ 15 w 215"/>
                <a:gd name="T71" fmla="*/ 108 h 130"/>
                <a:gd name="T72" fmla="*/ 4 w 215"/>
                <a:gd name="T73" fmla="*/ 101 h 130"/>
                <a:gd name="T74" fmla="*/ 4 w 215"/>
                <a:gd name="T75" fmla="*/ 82 h 130"/>
                <a:gd name="T76" fmla="*/ 4 w 215"/>
                <a:gd name="T77" fmla="*/ 75 h 130"/>
                <a:gd name="T78" fmla="*/ 15 w 215"/>
                <a:gd name="T79" fmla="*/ 56 h 130"/>
                <a:gd name="T80" fmla="*/ 22 w 215"/>
                <a:gd name="T81" fmla="*/ 52 h 130"/>
                <a:gd name="T82" fmla="*/ 33 w 215"/>
                <a:gd name="T83" fmla="*/ 56 h 130"/>
                <a:gd name="T84" fmla="*/ 37 w 215"/>
                <a:gd name="T85" fmla="*/ 49 h 130"/>
                <a:gd name="T86" fmla="*/ 48 w 215"/>
                <a:gd name="T87" fmla="*/ 52 h 130"/>
                <a:gd name="T88" fmla="*/ 70 w 215"/>
                <a:gd name="T89" fmla="*/ 45 h 130"/>
                <a:gd name="T90" fmla="*/ 74 w 215"/>
                <a:gd name="T91" fmla="*/ 38 h 130"/>
                <a:gd name="T92" fmla="*/ 78 w 215"/>
                <a:gd name="T93" fmla="*/ 30 h 130"/>
                <a:gd name="T94" fmla="*/ 93 w 215"/>
                <a:gd name="T95" fmla="*/ 34 h 130"/>
                <a:gd name="T96" fmla="*/ 107 w 215"/>
                <a:gd name="T97" fmla="*/ 26 h 130"/>
                <a:gd name="T98" fmla="*/ 107 w 215"/>
                <a:gd name="T99" fmla="*/ 19 h 130"/>
                <a:gd name="T100" fmla="*/ 115 w 215"/>
                <a:gd name="T101" fmla="*/ 12 h 130"/>
                <a:gd name="T102" fmla="*/ 122 w 215"/>
                <a:gd name="T103" fmla="*/ 4 h 130"/>
                <a:gd name="T104" fmla="*/ 137 w 215"/>
                <a:gd name="T10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5" h="130">
                  <a:moveTo>
                    <a:pt x="137" y="0"/>
                  </a:moveTo>
                  <a:lnTo>
                    <a:pt x="137" y="4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41" y="8"/>
                  </a:lnTo>
                  <a:lnTo>
                    <a:pt x="141" y="8"/>
                  </a:lnTo>
                  <a:lnTo>
                    <a:pt x="144" y="15"/>
                  </a:lnTo>
                  <a:lnTo>
                    <a:pt x="148" y="19"/>
                  </a:lnTo>
                  <a:lnTo>
                    <a:pt x="152" y="23"/>
                  </a:lnTo>
                  <a:lnTo>
                    <a:pt x="148" y="26"/>
                  </a:lnTo>
                  <a:lnTo>
                    <a:pt x="148" y="26"/>
                  </a:lnTo>
                  <a:lnTo>
                    <a:pt x="148" y="30"/>
                  </a:lnTo>
                  <a:lnTo>
                    <a:pt x="148" y="34"/>
                  </a:lnTo>
                  <a:lnTo>
                    <a:pt x="148" y="38"/>
                  </a:lnTo>
                  <a:lnTo>
                    <a:pt x="155" y="38"/>
                  </a:lnTo>
                  <a:lnTo>
                    <a:pt x="155" y="34"/>
                  </a:lnTo>
                  <a:lnTo>
                    <a:pt x="159" y="34"/>
                  </a:lnTo>
                  <a:lnTo>
                    <a:pt x="163" y="38"/>
                  </a:lnTo>
                  <a:lnTo>
                    <a:pt x="159" y="38"/>
                  </a:lnTo>
                  <a:lnTo>
                    <a:pt x="159" y="41"/>
                  </a:lnTo>
                  <a:lnTo>
                    <a:pt x="163" y="45"/>
                  </a:lnTo>
                  <a:lnTo>
                    <a:pt x="167" y="45"/>
                  </a:lnTo>
                  <a:lnTo>
                    <a:pt x="170" y="45"/>
                  </a:lnTo>
                  <a:lnTo>
                    <a:pt x="174" y="45"/>
                  </a:lnTo>
                  <a:lnTo>
                    <a:pt x="174" y="49"/>
                  </a:lnTo>
                  <a:lnTo>
                    <a:pt x="178" y="49"/>
                  </a:lnTo>
                  <a:lnTo>
                    <a:pt x="178" y="49"/>
                  </a:lnTo>
                  <a:lnTo>
                    <a:pt x="181" y="52"/>
                  </a:lnTo>
                  <a:lnTo>
                    <a:pt x="181" y="52"/>
                  </a:lnTo>
                  <a:lnTo>
                    <a:pt x="178" y="56"/>
                  </a:lnTo>
                  <a:lnTo>
                    <a:pt x="178" y="56"/>
                  </a:lnTo>
                  <a:lnTo>
                    <a:pt x="178" y="56"/>
                  </a:lnTo>
                  <a:lnTo>
                    <a:pt x="181" y="60"/>
                  </a:lnTo>
                  <a:lnTo>
                    <a:pt x="181" y="60"/>
                  </a:lnTo>
                  <a:lnTo>
                    <a:pt x="185" y="60"/>
                  </a:lnTo>
                  <a:lnTo>
                    <a:pt x="185" y="64"/>
                  </a:lnTo>
                  <a:lnTo>
                    <a:pt x="189" y="60"/>
                  </a:lnTo>
                  <a:lnTo>
                    <a:pt x="193" y="64"/>
                  </a:lnTo>
                  <a:lnTo>
                    <a:pt x="193" y="67"/>
                  </a:lnTo>
                  <a:lnTo>
                    <a:pt x="196" y="71"/>
                  </a:lnTo>
                  <a:lnTo>
                    <a:pt x="196" y="71"/>
                  </a:lnTo>
                  <a:lnTo>
                    <a:pt x="200" y="75"/>
                  </a:lnTo>
                  <a:lnTo>
                    <a:pt x="200" y="75"/>
                  </a:lnTo>
                  <a:lnTo>
                    <a:pt x="200" y="78"/>
                  </a:lnTo>
                  <a:lnTo>
                    <a:pt x="200" y="78"/>
                  </a:lnTo>
                  <a:lnTo>
                    <a:pt x="207" y="78"/>
                  </a:lnTo>
                  <a:lnTo>
                    <a:pt x="211" y="82"/>
                  </a:lnTo>
                  <a:lnTo>
                    <a:pt x="207" y="82"/>
                  </a:lnTo>
                  <a:lnTo>
                    <a:pt x="211" y="86"/>
                  </a:lnTo>
                  <a:lnTo>
                    <a:pt x="211" y="89"/>
                  </a:lnTo>
                  <a:lnTo>
                    <a:pt x="215" y="89"/>
                  </a:lnTo>
                  <a:lnTo>
                    <a:pt x="215" y="93"/>
                  </a:lnTo>
                  <a:lnTo>
                    <a:pt x="215" y="93"/>
                  </a:lnTo>
                  <a:lnTo>
                    <a:pt x="215" y="93"/>
                  </a:lnTo>
                  <a:lnTo>
                    <a:pt x="211" y="89"/>
                  </a:lnTo>
                  <a:lnTo>
                    <a:pt x="207" y="89"/>
                  </a:lnTo>
                  <a:lnTo>
                    <a:pt x="204" y="93"/>
                  </a:lnTo>
                  <a:lnTo>
                    <a:pt x="204" y="93"/>
                  </a:lnTo>
                  <a:lnTo>
                    <a:pt x="196" y="93"/>
                  </a:lnTo>
                  <a:lnTo>
                    <a:pt x="193" y="89"/>
                  </a:lnTo>
                  <a:lnTo>
                    <a:pt x="193" y="89"/>
                  </a:lnTo>
                  <a:lnTo>
                    <a:pt x="189" y="89"/>
                  </a:lnTo>
                  <a:lnTo>
                    <a:pt x="189" y="89"/>
                  </a:lnTo>
                  <a:lnTo>
                    <a:pt x="185" y="89"/>
                  </a:lnTo>
                  <a:lnTo>
                    <a:pt x="181" y="89"/>
                  </a:lnTo>
                  <a:lnTo>
                    <a:pt x="181" y="89"/>
                  </a:lnTo>
                  <a:lnTo>
                    <a:pt x="181" y="89"/>
                  </a:lnTo>
                  <a:lnTo>
                    <a:pt x="181" y="89"/>
                  </a:lnTo>
                  <a:lnTo>
                    <a:pt x="178" y="93"/>
                  </a:lnTo>
                  <a:lnTo>
                    <a:pt x="178" y="93"/>
                  </a:lnTo>
                  <a:lnTo>
                    <a:pt x="174" y="93"/>
                  </a:lnTo>
                  <a:lnTo>
                    <a:pt x="170" y="93"/>
                  </a:lnTo>
                  <a:lnTo>
                    <a:pt x="170" y="93"/>
                  </a:lnTo>
                  <a:lnTo>
                    <a:pt x="167" y="93"/>
                  </a:lnTo>
                  <a:lnTo>
                    <a:pt x="167" y="93"/>
                  </a:lnTo>
                  <a:lnTo>
                    <a:pt x="167" y="93"/>
                  </a:lnTo>
                  <a:lnTo>
                    <a:pt x="167" y="93"/>
                  </a:lnTo>
                  <a:lnTo>
                    <a:pt x="163" y="93"/>
                  </a:lnTo>
                  <a:lnTo>
                    <a:pt x="155" y="93"/>
                  </a:lnTo>
                  <a:lnTo>
                    <a:pt x="152" y="97"/>
                  </a:lnTo>
                  <a:lnTo>
                    <a:pt x="152" y="97"/>
                  </a:lnTo>
                  <a:lnTo>
                    <a:pt x="144" y="97"/>
                  </a:lnTo>
                  <a:lnTo>
                    <a:pt x="144" y="97"/>
                  </a:lnTo>
                  <a:lnTo>
                    <a:pt x="141" y="97"/>
                  </a:lnTo>
                  <a:lnTo>
                    <a:pt x="137" y="97"/>
                  </a:lnTo>
                  <a:lnTo>
                    <a:pt x="133" y="97"/>
                  </a:lnTo>
                  <a:lnTo>
                    <a:pt x="133" y="97"/>
                  </a:lnTo>
                  <a:lnTo>
                    <a:pt x="130" y="101"/>
                  </a:lnTo>
                  <a:lnTo>
                    <a:pt x="130" y="104"/>
                  </a:lnTo>
                  <a:lnTo>
                    <a:pt x="133" y="104"/>
                  </a:lnTo>
                  <a:lnTo>
                    <a:pt x="130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2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5" y="104"/>
                  </a:lnTo>
                  <a:lnTo>
                    <a:pt x="111" y="104"/>
                  </a:lnTo>
                  <a:lnTo>
                    <a:pt x="107" y="104"/>
                  </a:lnTo>
                  <a:lnTo>
                    <a:pt x="104" y="101"/>
                  </a:lnTo>
                  <a:lnTo>
                    <a:pt x="100" y="101"/>
                  </a:lnTo>
                  <a:lnTo>
                    <a:pt x="100" y="101"/>
                  </a:lnTo>
                  <a:lnTo>
                    <a:pt x="96" y="97"/>
                  </a:lnTo>
                  <a:lnTo>
                    <a:pt x="93" y="97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85" y="93"/>
                  </a:lnTo>
                  <a:lnTo>
                    <a:pt x="81" y="93"/>
                  </a:lnTo>
                  <a:lnTo>
                    <a:pt x="81" y="93"/>
                  </a:lnTo>
                  <a:lnTo>
                    <a:pt x="81" y="93"/>
                  </a:lnTo>
                  <a:lnTo>
                    <a:pt x="78" y="93"/>
                  </a:lnTo>
                  <a:lnTo>
                    <a:pt x="74" y="93"/>
                  </a:lnTo>
                  <a:lnTo>
                    <a:pt x="74" y="97"/>
                  </a:lnTo>
                  <a:lnTo>
                    <a:pt x="74" y="97"/>
                  </a:lnTo>
                  <a:lnTo>
                    <a:pt x="74" y="101"/>
                  </a:lnTo>
                  <a:lnTo>
                    <a:pt x="74" y="101"/>
                  </a:lnTo>
                  <a:lnTo>
                    <a:pt x="70" y="101"/>
                  </a:lnTo>
                  <a:lnTo>
                    <a:pt x="70" y="101"/>
                  </a:lnTo>
                  <a:lnTo>
                    <a:pt x="70" y="104"/>
                  </a:lnTo>
                  <a:lnTo>
                    <a:pt x="70" y="108"/>
                  </a:lnTo>
                  <a:lnTo>
                    <a:pt x="70" y="108"/>
                  </a:lnTo>
                  <a:lnTo>
                    <a:pt x="70" y="112"/>
                  </a:lnTo>
                  <a:lnTo>
                    <a:pt x="70" y="112"/>
                  </a:lnTo>
                  <a:lnTo>
                    <a:pt x="67" y="112"/>
                  </a:lnTo>
                  <a:lnTo>
                    <a:pt x="67" y="115"/>
                  </a:lnTo>
                  <a:lnTo>
                    <a:pt x="63" y="112"/>
                  </a:lnTo>
                  <a:lnTo>
                    <a:pt x="63" y="112"/>
                  </a:lnTo>
                  <a:lnTo>
                    <a:pt x="59" y="112"/>
                  </a:lnTo>
                  <a:lnTo>
                    <a:pt x="56" y="112"/>
                  </a:lnTo>
                  <a:lnTo>
                    <a:pt x="56" y="112"/>
                  </a:lnTo>
                  <a:lnTo>
                    <a:pt x="52" y="112"/>
                  </a:lnTo>
                  <a:lnTo>
                    <a:pt x="44" y="115"/>
                  </a:lnTo>
                  <a:lnTo>
                    <a:pt x="44" y="115"/>
                  </a:lnTo>
                  <a:lnTo>
                    <a:pt x="41" y="115"/>
                  </a:lnTo>
                  <a:lnTo>
                    <a:pt x="37" y="119"/>
                  </a:lnTo>
                  <a:lnTo>
                    <a:pt x="30" y="130"/>
                  </a:lnTo>
                  <a:lnTo>
                    <a:pt x="30" y="130"/>
                  </a:lnTo>
                  <a:lnTo>
                    <a:pt x="30" y="130"/>
                  </a:lnTo>
                  <a:lnTo>
                    <a:pt x="30" y="127"/>
                  </a:lnTo>
                  <a:lnTo>
                    <a:pt x="30" y="123"/>
                  </a:lnTo>
                  <a:lnTo>
                    <a:pt x="22" y="123"/>
                  </a:lnTo>
                  <a:lnTo>
                    <a:pt x="22" y="119"/>
                  </a:lnTo>
                  <a:lnTo>
                    <a:pt x="18" y="115"/>
                  </a:lnTo>
                  <a:lnTo>
                    <a:pt x="15" y="108"/>
                  </a:lnTo>
                  <a:lnTo>
                    <a:pt x="15" y="108"/>
                  </a:lnTo>
                  <a:lnTo>
                    <a:pt x="11" y="104"/>
                  </a:lnTo>
                  <a:lnTo>
                    <a:pt x="7" y="101"/>
                  </a:lnTo>
                  <a:lnTo>
                    <a:pt x="4" y="101"/>
                  </a:lnTo>
                  <a:lnTo>
                    <a:pt x="4" y="93"/>
                  </a:lnTo>
                  <a:lnTo>
                    <a:pt x="4" y="89"/>
                  </a:lnTo>
                  <a:lnTo>
                    <a:pt x="4" y="86"/>
                  </a:lnTo>
                  <a:lnTo>
                    <a:pt x="4" y="82"/>
                  </a:lnTo>
                  <a:lnTo>
                    <a:pt x="4" y="78"/>
                  </a:lnTo>
                  <a:lnTo>
                    <a:pt x="0" y="75"/>
                  </a:lnTo>
                  <a:lnTo>
                    <a:pt x="4" y="75"/>
                  </a:lnTo>
                  <a:lnTo>
                    <a:pt x="4" y="75"/>
                  </a:lnTo>
                  <a:lnTo>
                    <a:pt x="7" y="71"/>
                  </a:lnTo>
                  <a:lnTo>
                    <a:pt x="11" y="67"/>
                  </a:lnTo>
                  <a:lnTo>
                    <a:pt x="15" y="60"/>
                  </a:lnTo>
                  <a:lnTo>
                    <a:pt x="15" y="56"/>
                  </a:lnTo>
                  <a:lnTo>
                    <a:pt x="18" y="56"/>
                  </a:lnTo>
                  <a:lnTo>
                    <a:pt x="18" y="52"/>
                  </a:lnTo>
                  <a:lnTo>
                    <a:pt x="18" y="52"/>
                  </a:lnTo>
                  <a:lnTo>
                    <a:pt x="22" y="52"/>
                  </a:lnTo>
                  <a:lnTo>
                    <a:pt x="22" y="56"/>
                  </a:lnTo>
                  <a:lnTo>
                    <a:pt x="26" y="56"/>
                  </a:lnTo>
                  <a:lnTo>
                    <a:pt x="30" y="56"/>
                  </a:lnTo>
                  <a:lnTo>
                    <a:pt x="33" y="56"/>
                  </a:lnTo>
                  <a:lnTo>
                    <a:pt x="33" y="52"/>
                  </a:lnTo>
                  <a:lnTo>
                    <a:pt x="33" y="49"/>
                  </a:lnTo>
                  <a:lnTo>
                    <a:pt x="37" y="49"/>
                  </a:lnTo>
                  <a:lnTo>
                    <a:pt x="37" y="49"/>
                  </a:lnTo>
                  <a:lnTo>
                    <a:pt x="41" y="52"/>
                  </a:lnTo>
                  <a:lnTo>
                    <a:pt x="41" y="56"/>
                  </a:lnTo>
                  <a:lnTo>
                    <a:pt x="44" y="52"/>
                  </a:lnTo>
                  <a:lnTo>
                    <a:pt x="48" y="52"/>
                  </a:lnTo>
                  <a:lnTo>
                    <a:pt x="52" y="49"/>
                  </a:lnTo>
                  <a:lnTo>
                    <a:pt x="56" y="49"/>
                  </a:lnTo>
                  <a:lnTo>
                    <a:pt x="67" y="45"/>
                  </a:lnTo>
                  <a:lnTo>
                    <a:pt x="70" y="45"/>
                  </a:lnTo>
                  <a:lnTo>
                    <a:pt x="74" y="41"/>
                  </a:lnTo>
                  <a:lnTo>
                    <a:pt x="78" y="41"/>
                  </a:lnTo>
                  <a:lnTo>
                    <a:pt x="78" y="38"/>
                  </a:lnTo>
                  <a:lnTo>
                    <a:pt x="74" y="38"/>
                  </a:lnTo>
                  <a:lnTo>
                    <a:pt x="74" y="34"/>
                  </a:lnTo>
                  <a:lnTo>
                    <a:pt x="74" y="34"/>
                  </a:lnTo>
                  <a:lnTo>
                    <a:pt x="74" y="30"/>
                  </a:lnTo>
                  <a:lnTo>
                    <a:pt x="78" y="30"/>
                  </a:lnTo>
                  <a:lnTo>
                    <a:pt x="81" y="30"/>
                  </a:lnTo>
                  <a:lnTo>
                    <a:pt x="85" y="34"/>
                  </a:lnTo>
                  <a:lnTo>
                    <a:pt x="89" y="34"/>
                  </a:lnTo>
                  <a:lnTo>
                    <a:pt x="93" y="34"/>
                  </a:lnTo>
                  <a:lnTo>
                    <a:pt x="100" y="30"/>
                  </a:lnTo>
                  <a:lnTo>
                    <a:pt x="104" y="30"/>
                  </a:lnTo>
                  <a:lnTo>
                    <a:pt x="104" y="26"/>
                  </a:lnTo>
                  <a:lnTo>
                    <a:pt x="107" y="26"/>
                  </a:lnTo>
                  <a:lnTo>
                    <a:pt x="104" y="23"/>
                  </a:lnTo>
                  <a:lnTo>
                    <a:pt x="107" y="23"/>
                  </a:lnTo>
                  <a:lnTo>
                    <a:pt x="107" y="19"/>
                  </a:lnTo>
                  <a:lnTo>
                    <a:pt x="107" y="19"/>
                  </a:lnTo>
                  <a:lnTo>
                    <a:pt x="111" y="15"/>
                  </a:lnTo>
                  <a:lnTo>
                    <a:pt x="111" y="15"/>
                  </a:lnTo>
                  <a:lnTo>
                    <a:pt x="115" y="15"/>
                  </a:lnTo>
                  <a:lnTo>
                    <a:pt x="115" y="12"/>
                  </a:lnTo>
                  <a:lnTo>
                    <a:pt x="118" y="12"/>
                  </a:lnTo>
                  <a:lnTo>
                    <a:pt x="118" y="8"/>
                  </a:lnTo>
                  <a:lnTo>
                    <a:pt x="118" y="8"/>
                  </a:lnTo>
                  <a:lnTo>
                    <a:pt x="122" y="4"/>
                  </a:lnTo>
                  <a:lnTo>
                    <a:pt x="126" y="4"/>
                  </a:lnTo>
                  <a:lnTo>
                    <a:pt x="130" y="4"/>
                  </a:lnTo>
                  <a:lnTo>
                    <a:pt x="133" y="4"/>
                  </a:lnTo>
                  <a:lnTo>
                    <a:pt x="137" y="0"/>
                  </a:lnTo>
                  <a:lnTo>
                    <a:pt x="1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2" name="Freeform 110"/>
            <p:cNvSpPr/>
            <p:nvPr/>
          </p:nvSpPr>
          <p:spPr bwMode="auto">
            <a:xfrm>
              <a:off x="4488589" y="2517214"/>
              <a:ext cx="328091" cy="277912"/>
            </a:xfrm>
            <a:custGeom>
              <a:avLst/>
              <a:gdLst>
                <a:gd name="T0" fmla="*/ 237 w 255"/>
                <a:gd name="T1" fmla="*/ 208 h 216"/>
                <a:gd name="T2" fmla="*/ 248 w 255"/>
                <a:gd name="T3" fmla="*/ 60 h 216"/>
                <a:gd name="T4" fmla="*/ 244 w 255"/>
                <a:gd name="T5" fmla="*/ 49 h 216"/>
                <a:gd name="T6" fmla="*/ 248 w 255"/>
                <a:gd name="T7" fmla="*/ 41 h 216"/>
                <a:gd name="T8" fmla="*/ 244 w 255"/>
                <a:gd name="T9" fmla="*/ 34 h 216"/>
                <a:gd name="T10" fmla="*/ 248 w 255"/>
                <a:gd name="T11" fmla="*/ 23 h 216"/>
                <a:gd name="T12" fmla="*/ 244 w 255"/>
                <a:gd name="T13" fmla="*/ 19 h 216"/>
                <a:gd name="T14" fmla="*/ 237 w 255"/>
                <a:gd name="T15" fmla="*/ 19 h 216"/>
                <a:gd name="T16" fmla="*/ 226 w 255"/>
                <a:gd name="T17" fmla="*/ 15 h 216"/>
                <a:gd name="T18" fmla="*/ 215 w 255"/>
                <a:gd name="T19" fmla="*/ 12 h 216"/>
                <a:gd name="T20" fmla="*/ 215 w 255"/>
                <a:gd name="T21" fmla="*/ 12 h 216"/>
                <a:gd name="T22" fmla="*/ 207 w 255"/>
                <a:gd name="T23" fmla="*/ 4 h 216"/>
                <a:gd name="T24" fmla="*/ 200 w 255"/>
                <a:gd name="T25" fmla="*/ 4 h 216"/>
                <a:gd name="T26" fmla="*/ 196 w 255"/>
                <a:gd name="T27" fmla="*/ 4 h 216"/>
                <a:gd name="T28" fmla="*/ 189 w 255"/>
                <a:gd name="T29" fmla="*/ 4 h 216"/>
                <a:gd name="T30" fmla="*/ 178 w 255"/>
                <a:gd name="T31" fmla="*/ 4 h 216"/>
                <a:gd name="T32" fmla="*/ 166 w 255"/>
                <a:gd name="T33" fmla="*/ 12 h 216"/>
                <a:gd name="T34" fmla="*/ 163 w 255"/>
                <a:gd name="T35" fmla="*/ 19 h 216"/>
                <a:gd name="T36" fmla="*/ 166 w 255"/>
                <a:gd name="T37" fmla="*/ 30 h 216"/>
                <a:gd name="T38" fmla="*/ 166 w 255"/>
                <a:gd name="T39" fmla="*/ 38 h 216"/>
                <a:gd name="T40" fmla="*/ 163 w 255"/>
                <a:gd name="T41" fmla="*/ 45 h 216"/>
                <a:gd name="T42" fmla="*/ 152 w 255"/>
                <a:gd name="T43" fmla="*/ 49 h 216"/>
                <a:gd name="T44" fmla="*/ 141 w 255"/>
                <a:gd name="T45" fmla="*/ 41 h 216"/>
                <a:gd name="T46" fmla="*/ 126 w 255"/>
                <a:gd name="T47" fmla="*/ 34 h 216"/>
                <a:gd name="T48" fmla="*/ 107 w 255"/>
                <a:gd name="T49" fmla="*/ 30 h 216"/>
                <a:gd name="T50" fmla="*/ 100 w 255"/>
                <a:gd name="T51" fmla="*/ 30 h 216"/>
                <a:gd name="T52" fmla="*/ 89 w 255"/>
                <a:gd name="T53" fmla="*/ 19 h 216"/>
                <a:gd name="T54" fmla="*/ 85 w 255"/>
                <a:gd name="T55" fmla="*/ 12 h 216"/>
                <a:gd name="T56" fmla="*/ 70 w 255"/>
                <a:gd name="T57" fmla="*/ 4 h 216"/>
                <a:gd name="T58" fmla="*/ 55 w 255"/>
                <a:gd name="T59" fmla="*/ 4 h 216"/>
                <a:gd name="T60" fmla="*/ 37 w 255"/>
                <a:gd name="T61" fmla="*/ 4 h 216"/>
                <a:gd name="T62" fmla="*/ 29 w 255"/>
                <a:gd name="T63" fmla="*/ 0 h 216"/>
                <a:gd name="T64" fmla="*/ 29 w 255"/>
                <a:gd name="T65" fmla="*/ 8 h 216"/>
                <a:gd name="T66" fmla="*/ 29 w 255"/>
                <a:gd name="T67" fmla="*/ 15 h 216"/>
                <a:gd name="T68" fmla="*/ 18 w 255"/>
                <a:gd name="T69" fmla="*/ 23 h 216"/>
                <a:gd name="T70" fmla="*/ 11 w 255"/>
                <a:gd name="T71" fmla="*/ 23 h 216"/>
                <a:gd name="T72" fmla="*/ 7 w 255"/>
                <a:gd name="T73" fmla="*/ 26 h 216"/>
                <a:gd name="T74" fmla="*/ 11 w 255"/>
                <a:gd name="T75" fmla="*/ 34 h 216"/>
                <a:gd name="T76" fmla="*/ 11 w 255"/>
                <a:gd name="T77" fmla="*/ 38 h 216"/>
                <a:gd name="T78" fmla="*/ 7 w 255"/>
                <a:gd name="T79" fmla="*/ 41 h 216"/>
                <a:gd name="T80" fmla="*/ 4 w 255"/>
                <a:gd name="T81" fmla="*/ 45 h 216"/>
                <a:gd name="T82" fmla="*/ 0 w 255"/>
                <a:gd name="T83" fmla="*/ 45 h 216"/>
                <a:gd name="T84" fmla="*/ 0 w 255"/>
                <a:gd name="T85" fmla="*/ 49 h 216"/>
                <a:gd name="T86" fmla="*/ 0 w 255"/>
                <a:gd name="T87" fmla="*/ 52 h 216"/>
                <a:gd name="T88" fmla="*/ 4 w 255"/>
                <a:gd name="T89" fmla="*/ 67 h 216"/>
                <a:gd name="T90" fmla="*/ 4 w 255"/>
                <a:gd name="T91" fmla="*/ 75 h 216"/>
                <a:gd name="T92" fmla="*/ 7 w 255"/>
                <a:gd name="T93" fmla="*/ 86 h 216"/>
                <a:gd name="T94" fmla="*/ 4 w 255"/>
                <a:gd name="T95" fmla="*/ 97 h 216"/>
                <a:gd name="T96" fmla="*/ 7 w 255"/>
                <a:gd name="T97" fmla="*/ 104 h 216"/>
                <a:gd name="T98" fmla="*/ 0 w 255"/>
                <a:gd name="T99" fmla="*/ 108 h 216"/>
                <a:gd name="T100" fmla="*/ 0 w 255"/>
                <a:gd name="T101" fmla="*/ 112 h 216"/>
                <a:gd name="T102" fmla="*/ 4 w 255"/>
                <a:gd name="T103" fmla="*/ 119 h 216"/>
                <a:gd name="T104" fmla="*/ 7 w 255"/>
                <a:gd name="T105" fmla="*/ 127 h 216"/>
                <a:gd name="T106" fmla="*/ 11 w 255"/>
                <a:gd name="T107" fmla="*/ 130 h 216"/>
                <a:gd name="T108" fmla="*/ 11 w 255"/>
                <a:gd name="T109" fmla="*/ 138 h 216"/>
                <a:gd name="T110" fmla="*/ 15 w 255"/>
                <a:gd name="T111" fmla="*/ 141 h 216"/>
                <a:gd name="T112" fmla="*/ 26 w 255"/>
                <a:gd name="T113" fmla="*/ 141 h 216"/>
                <a:gd name="T114" fmla="*/ 33 w 255"/>
                <a:gd name="T115" fmla="*/ 145 h 216"/>
                <a:gd name="T116" fmla="*/ 37 w 255"/>
                <a:gd name="T117" fmla="*/ 153 h 216"/>
                <a:gd name="T118" fmla="*/ 41 w 255"/>
                <a:gd name="T119" fmla="*/ 156 h 216"/>
                <a:gd name="T120" fmla="*/ 74 w 255"/>
                <a:gd name="T121" fmla="*/ 167 h 216"/>
                <a:gd name="T122" fmla="*/ 237 w 255"/>
                <a:gd name="T123" fmla="*/ 216 h 216"/>
                <a:gd name="T124" fmla="*/ 237 w 255"/>
                <a:gd name="T125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5" h="216">
                  <a:moveTo>
                    <a:pt x="237" y="216"/>
                  </a:moveTo>
                  <a:lnTo>
                    <a:pt x="237" y="208"/>
                  </a:lnTo>
                  <a:lnTo>
                    <a:pt x="255" y="208"/>
                  </a:lnTo>
                  <a:lnTo>
                    <a:pt x="248" y="60"/>
                  </a:lnTo>
                  <a:lnTo>
                    <a:pt x="244" y="52"/>
                  </a:lnTo>
                  <a:lnTo>
                    <a:pt x="244" y="49"/>
                  </a:lnTo>
                  <a:lnTo>
                    <a:pt x="244" y="45"/>
                  </a:lnTo>
                  <a:lnTo>
                    <a:pt x="248" y="41"/>
                  </a:lnTo>
                  <a:lnTo>
                    <a:pt x="248" y="38"/>
                  </a:lnTo>
                  <a:lnTo>
                    <a:pt x="244" y="34"/>
                  </a:lnTo>
                  <a:lnTo>
                    <a:pt x="248" y="26"/>
                  </a:lnTo>
                  <a:lnTo>
                    <a:pt x="248" y="23"/>
                  </a:lnTo>
                  <a:lnTo>
                    <a:pt x="248" y="19"/>
                  </a:lnTo>
                  <a:lnTo>
                    <a:pt x="244" y="19"/>
                  </a:lnTo>
                  <a:lnTo>
                    <a:pt x="240" y="15"/>
                  </a:lnTo>
                  <a:lnTo>
                    <a:pt x="237" y="19"/>
                  </a:lnTo>
                  <a:lnTo>
                    <a:pt x="226" y="15"/>
                  </a:lnTo>
                  <a:lnTo>
                    <a:pt x="226" y="15"/>
                  </a:lnTo>
                  <a:lnTo>
                    <a:pt x="222" y="15"/>
                  </a:lnTo>
                  <a:lnTo>
                    <a:pt x="215" y="12"/>
                  </a:lnTo>
                  <a:lnTo>
                    <a:pt x="215" y="12"/>
                  </a:lnTo>
                  <a:lnTo>
                    <a:pt x="215" y="12"/>
                  </a:lnTo>
                  <a:lnTo>
                    <a:pt x="215" y="8"/>
                  </a:lnTo>
                  <a:lnTo>
                    <a:pt x="207" y="4"/>
                  </a:lnTo>
                  <a:lnTo>
                    <a:pt x="203" y="4"/>
                  </a:lnTo>
                  <a:lnTo>
                    <a:pt x="200" y="4"/>
                  </a:lnTo>
                  <a:lnTo>
                    <a:pt x="196" y="4"/>
                  </a:lnTo>
                  <a:lnTo>
                    <a:pt x="196" y="4"/>
                  </a:lnTo>
                  <a:lnTo>
                    <a:pt x="192" y="4"/>
                  </a:lnTo>
                  <a:lnTo>
                    <a:pt x="189" y="4"/>
                  </a:lnTo>
                  <a:lnTo>
                    <a:pt x="185" y="4"/>
                  </a:lnTo>
                  <a:lnTo>
                    <a:pt x="178" y="4"/>
                  </a:lnTo>
                  <a:lnTo>
                    <a:pt x="170" y="8"/>
                  </a:lnTo>
                  <a:lnTo>
                    <a:pt x="166" y="12"/>
                  </a:lnTo>
                  <a:lnTo>
                    <a:pt x="166" y="15"/>
                  </a:lnTo>
                  <a:lnTo>
                    <a:pt x="163" y="19"/>
                  </a:lnTo>
                  <a:lnTo>
                    <a:pt x="163" y="26"/>
                  </a:lnTo>
                  <a:lnTo>
                    <a:pt x="166" y="30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63" y="41"/>
                  </a:lnTo>
                  <a:lnTo>
                    <a:pt x="163" y="45"/>
                  </a:lnTo>
                  <a:lnTo>
                    <a:pt x="155" y="49"/>
                  </a:lnTo>
                  <a:lnTo>
                    <a:pt x="152" y="49"/>
                  </a:lnTo>
                  <a:lnTo>
                    <a:pt x="144" y="49"/>
                  </a:lnTo>
                  <a:lnTo>
                    <a:pt x="141" y="41"/>
                  </a:lnTo>
                  <a:lnTo>
                    <a:pt x="133" y="38"/>
                  </a:lnTo>
                  <a:lnTo>
                    <a:pt x="126" y="34"/>
                  </a:lnTo>
                  <a:lnTo>
                    <a:pt x="115" y="30"/>
                  </a:lnTo>
                  <a:lnTo>
                    <a:pt x="107" y="30"/>
                  </a:lnTo>
                  <a:lnTo>
                    <a:pt x="107" y="30"/>
                  </a:lnTo>
                  <a:lnTo>
                    <a:pt x="100" y="30"/>
                  </a:lnTo>
                  <a:lnTo>
                    <a:pt x="96" y="30"/>
                  </a:lnTo>
                  <a:lnTo>
                    <a:pt x="89" y="19"/>
                  </a:lnTo>
                  <a:lnTo>
                    <a:pt x="89" y="15"/>
                  </a:lnTo>
                  <a:lnTo>
                    <a:pt x="85" y="12"/>
                  </a:lnTo>
                  <a:lnTo>
                    <a:pt x="74" y="8"/>
                  </a:lnTo>
                  <a:lnTo>
                    <a:pt x="70" y="4"/>
                  </a:lnTo>
                  <a:lnTo>
                    <a:pt x="63" y="4"/>
                  </a:lnTo>
                  <a:lnTo>
                    <a:pt x="55" y="4"/>
                  </a:lnTo>
                  <a:lnTo>
                    <a:pt x="44" y="4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29" y="15"/>
                  </a:lnTo>
                  <a:lnTo>
                    <a:pt x="18" y="19"/>
                  </a:lnTo>
                  <a:lnTo>
                    <a:pt x="18" y="23"/>
                  </a:lnTo>
                  <a:lnTo>
                    <a:pt x="15" y="23"/>
                  </a:lnTo>
                  <a:lnTo>
                    <a:pt x="11" y="23"/>
                  </a:lnTo>
                  <a:lnTo>
                    <a:pt x="7" y="26"/>
                  </a:lnTo>
                  <a:lnTo>
                    <a:pt x="7" y="26"/>
                  </a:lnTo>
                  <a:lnTo>
                    <a:pt x="7" y="30"/>
                  </a:lnTo>
                  <a:lnTo>
                    <a:pt x="11" y="34"/>
                  </a:lnTo>
                  <a:lnTo>
                    <a:pt x="11" y="38"/>
                  </a:lnTo>
                  <a:lnTo>
                    <a:pt x="11" y="38"/>
                  </a:lnTo>
                  <a:lnTo>
                    <a:pt x="11" y="41"/>
                  </a:lnTo>
                  <a:lnTo>
                    <a:pt x="7" y="41"/>
                  </a:lnTo>
                  <a:lnTo>
                    <a:pt x="7" y="45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4" y="56"/>
                  </a:lnTo>
                  <a:lnTo>
                    <a:pt x="4" y="67"/>
                  </a:lnTo>
                  <a:lnTo>
                    <a:pt x="4" y="71"/>
                  </a:lnTo>
                  <a:lnTo>
                    <a:pt x="4" y="75"/>
                  </a:lnTo>
                  <a:lnTo>
                    <a:pt x="4" y="82"/>
                  </a:lnTo>
                  <a:lnTo>
                    <a:pt x="7" y="86"/>
                  </a:lnTo>
                  <a:lnTo>
                    <a:pt x="4" y="93"/>
                  </a:lnTo>
                  <a:lnTo>
                    <a:pt x="4" y="97"/>
                  </a:lnTo>
                  <a:lnTo>
                    <a:pt x="7" y="101"/>
                  </a:lnTo>
                  <a:lnTo>
                    <a:pt x="7" y="104"/>
                  </a:lnTo>
                  <a:lnTo>
                    <a:pt x="4" y="104"/>
                  </a:lnTo>
                  <a:lnTo>
                    <a:pt x="0" y="108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4" y="119"/>
                  </a:lnTo>
                  <a:lnTo>
                    <a:pt x="7" y="123"/>
                  </a:lnTo>
                  <a:lnTo>
                    <a:pt x="7" y="127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1" y="134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5" y="141"/>
                  </a:lnTo>
                  <a:lnTo>
                    <a:pt x="22" y="141"/>
                  </a:lnTo>
                  <a:lnTo>
                    <a:pt x="26" y="141"/>
                  </a:lnTo>
                  <a:lnTo>
                    <a:pt x="29" y="141"/>
                  </a:lnTo>
                  <a:lnTo>
                    <a:pt x="33" y="14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41" y="156"/>
                  </a:lnTo>
                  <a:lnTo>
                    <a:pt x="41" y="156"/>
                  </a:lnTo>
                  <a:lnTo>
                    <a:pt x="70" y="164"/>
                  </a:lnTo>
                  <a:lnTo>
                    <a:pt x="74" y="167"/>
                  </a:lnTo>
                  <a:lnTo>
                    <a:pt x="107" y="153"/>
                  </a:lnTo>
                  <a:lnTo>
                    <a:pt x="237" y="216"/>
                  </a:lnTo>
                  <a:lnTo>
                    <a:pt x="237" y="216"/>
                  </a:lnTo>
                  <a:lnTo>
                    <a:pt x="237" y="2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3" name="Freeform 111"/>
            <p:cNvSpPr>
              <a:spLocks noEditPoints="1"/>
            </p:cNvSpPr>
            <p:nvPr/>
          </p:nvSpPr>
          <p:spPr bwMode="auto">
            <a:xfrm>
              <a:off x="4444842" y="2427150"/>
              <a:ext cx="81058" cy="147963"/>
            </a:xfrm>
            <a:custGeom>
              <a:avLst/>
              <a:gdLst>
                <a:gd name="T0" fmla="*/ 38 w 63"/>
                <a:gd name="T1" fmla="*/ 115 h 115"/>
                <a:gd name="T2" fmla="*/ 41 w 63"/>
                <a:gd name="T3" fmla="*/ 115 h 115"/>
                <a:gd name="T4" fmla="*/ 45 w 63"/>
                <a:gd name="T5" fmla="*/ 111 h 115"/>
                <a:gd name="T6" fmla="*/ 45 w 63"/>
                <a:gd name="T7" fmla="*/ 108 h 115"/>
                <a:gd name="T8" fmla="*/ 41 w 63"/>
                <a:gd name="T9" fmla="*/ 100 h 115"/>
                <a:gd name="T10" fmla="*/ 41 w 63"/>
                <a:gd name="T11" fmla="*/ 96 h 115"/>
                <a:gd name="T12" fmla="*/ 49 w 63"/>
                <a:gd name="T13" fmla="*/ 93 h 115"/>
                <a:gd name="T14" fmla="*/ 52 w 63"/>
                <a:gd name="T15" fmla="*/ 89 h 115"/>
                <a:gd name="T16" fmla="*/ 63 w 63"/>
                <a:gd name="T17" fmla="*/ 78 h 115"/>
                <a:gd name="T18" fmla="*/ 63 w 63"/>
                <a:gd name="T19" fmla="*/ 70 h 115"/>
                <a:gd name="T20" fmla="*/ 60 w 63"/>
                <a:gd name="T21" fmla="*/ 70 h 115"/>
                <a:gd name="T22" fmla="*/ 56 w 63"/>
                <a:gd name="T23" fmla="*/ 67 h 115"/>
                <a:gd name="T24" fmla="*/ 52 w 63"/>
                <a:gd name="T25" fmla="*/ 63 h 115"/>
                <a:gd name="T26" fmla="*/ 52 w 63"/>
                <a:gd name="T27" fmla="*/ 63 h 115"/>
                <a:gd name="T28" fmla="*/ 49 w 63"/>
                <a:gd name="T29" fmla="*/ 63 h 115"/>
                <a:gd name="T30" fmla="*/ 45 w 63"/>
                <a:gd name="T31" fmla="*/ 63 h 115"/>
                <a:gd name="T32" fmla="*/ 38 w 63"/>
                <a:gd name="T33" fmla="*/ 56 h 115"/>
                <a:gd name="T34" fmla="*/ 49 w 63"/>
                <a:gd name="T35" fmla="*/ 44 h 115"/>
                <a:gd name="T36" fmla="*/ 52 w 63"/>
                <a:gd name="T37" fmla="*/ 41 h 115"/>
                <a:gd name="T38" fmla="*/ 56 w 63"/>
                <a:gd name="T39" fmla="*/ 37 h 115"/>
                <a:gd name="T40" fmla="*/ 52 w 63"/>
                <a:gd name="T41" fmla="*/ 33 h 115"/>
                <a:gd name="T42" fmla="*/ 49 w 63"/>
                <a:gd name="T43" fmla="*/ 26 h 115"/>
                <a:gd name="T44" fmla="*/ 45 w 63"/>
                <a:gd name="T45" fmla="*/ 19 h 115"/>
                <a:gd name="T46" fmla="*/ 49 w 63"/>
                <a:gd name="T47" fmla="*/ 15 h 115"/>
                <a:gd name="T48" fmla="*/ 52 w 63"/>
                <a:gd name="T49" fmla="*/ 7 h 115"/>
                <a:gd name="T50" fmla="*/ 45 w 63"/>
                <a:gd name="T51" fmla="*/ 11 h 115"/>
                <a:gd name="T52" fmla="*/ 41 w 63"/>
                <a:gd name="T53" fmla="*/ 11 h 115"/>
                <a:gd name="T54" fmla="*/ 38 w 63"/>
                <a:gd name="T55" fmla="*/ 4 h 115"/>
                <a:gd name="T56" fmla="*/ 34 w 63"/>
                <a:gd name="T57" fmla="*/ 0 h 115"/>
                <a:gd name="T58" fmla="*/ 30 w 63"/>
                <a:gd name="T59" fmla="*/ 4 h 115"/>
                <a:gd name="T60" fmla="*/ 26 w 63"/>
                <a:gd name="T61" fmla="*/ 4 h 115"/>
                <a:gd name="T62" fmla="*/ 15 w 63"/>
                <a:gd name="T63" fmla="*/ 7 h 115"/>
                <a:gd name="T64" fmla="*/ 15 w 63"/>
                <a:gd name="T65" fmla="*/ 11 h 115"/>
                <a:gd name="T66" fmla="*/ 15 w 63"/>
                <a:gd name="T67" fmla="*/ 15 h 115"/>
                <a:gd name="T68" fmla="*/ 12 w 63"/>
                <a:gd name="T69" fmla="*/ 30 h 115"/>
                <a:gd name="T70" fmla="*/ 15 w 63"/>
                <a:gd name="T71" fmla="*/ 33 h 115"/>
                <a:gd name="T72" fmla="*/ 15 w 63"/>
                <a:gd name="T73" fmla="*/ 37 h 115"/>
                <a:gd name="T74" fmla="*/ 15 w 63"/>
                <a:gd name="T75" fmla="*/ 41 h 115"/>
                <a:gd name="T76" fmla="*/ 12 w 63"/>
                <a:gd name="T77" fmla="*/ 48 h 115"/>
                <a:gd name="T78" fmla="*/ 8 w 63"/>
                <a:gd name="T79" fmla="*/ 52 h 115"/>
                <a:gd name="T80" fmla="*/ 4 w 63"/>
                <a:gd name="T81" fmla="*/ 56 h 115"/>
                <a:gd name="T82" fmla="*/ 0 w 63"/>
                <a:gd name="T83" fmla="*/ 63 h 115"/>
                <a:gd name="T84" fmla="*/ 4 w 63"/>
                <a:gd name="T85" fmla="*/ 67 h 115"/>
                <a:gd name="T86" fmla="*/ 8 w 63"/>
                <a:gd name="T87" fmla="*/ 70 h 115"/>
                <a:gd name="T88" fmla="*/ 12 w 63"/>
                <a:gd name="T89" fmla="*/ 78 h 115"/>
                <a:gd name="T90" fmla="*/ 19 w 63"/>
                <a:gd name="T91" fmla="*/ 82 h 115"/>
                <a:gd name="T92" fmla="*/ 26 w 63"/>
                <a:gd name="T93" fmla="*/ 85 h 115"/>
                <a:gd name="T94" fmla="*/ 34 w 63"/>
                <a:gd name="T95" fmla="*/ 115 h 115"/>
                <a:gd name="T96" fmla="*/ 49 w 63"/>
                <a:gd name="T97" fmla="*/ 59 h 115"/>
                <a:gd name="T98" fmla="*/ 56 w 63"/>
                <a:gd name="T99" fmla="*/ 59 h 115"/>
                <a:gd name="T100" fmla="*/ 49 w 63"/>
                <a:gd name="T101" fmla="*/ 5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3" h="115">
                  <a:moveTo>
                    <a:pt x="34" y="115"/>
                  </a:moveTo>
                  <a:lnTo>
                    <a:pt x="38" y="115"/>
                  </a:lnTo>
                  <a:lnTo>
                    <a:pt x="38" y="115"/>
                  </a:lnTo>
                  <a:lnTo>
                    <a:pt x="41" y="115"/>
                  </a:lnTo>
                  <a:lnTo>
                    <a:pt x="41" y="111"/>
                  </a:lnTo>
                  <a:lnTo>
                    <a:pt x="45" y="111"/>
                  </a:lnTo>
                  <a:lnTo>
                    <a:pt x="45" y="108"/>
                  </a:lnTo>
                  <a:lnTo>
                    <a:pt x="45" y="108"/>
                  </a:lnTo>
                  <a:lnTo>
                    <a:pt x="45" y="104"/>
                  </a:lnTo>
                  <a:lnTo>
                    <a:pt x="41" y="100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5" y="93"/>
                  </a:lnTo>
                  <a:lnTo>
                    <a:pt x="49" y="93"/>
                  </a:lnTo>
                  <a:lnTo>
                    <a:pt x="52" y="93"/>
                  </a:lnTo>
                  <a:lnTo>
                    <a:pt x="52" y="89"/>
                  </a:lnTo>
                  <a:lnTo>
                    <a:pt x="63" y="85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63" y="70"/>
                  </a:lnTo>
                  <a:lnTo>
                    <a:pt x="63" y="70"/>
                  </a:lnTo>
                  <a:lnTo>
                    <a:pt x="60" y="70"/>
                  </a:lnTo>
                  <a:lnTo>
                    <a:pt x="56" y="67"/>
                  </a:lnTo>
                  <a:lnTo>
                    <a:pt x="56" y="67"/>
                  </a:lnTo>
                  <a:lnTo>
                    <a:pt x="56" y="63"/>
                  </a:lnTo>
                  <a:lnTo>
                    <a:pt x="52" y="63"/>
                  </a:lnTo>
                  <a:lnTo>
                    <a:pt x="52" y="63"/>
                  </a:lnTo>
                  <a:lnTo>
                    <a:pt x="52" y="63"/>
                  </a:lnTo>
                  <a:lnTo>
                    <a:pt x="52" y="67"/>
                  </a:lnTo>
                  <a:lnTo>
                    <a:pt x="49" y="63"/>
                  </a:lnTo>
                  <a:lnTo>
                    <a:pt x="49" y="63"/>
                  </a:lnTo>
                  <a:lnTo>
                    <a:pt x="45" y="63"/>
                  </a:lnTo>
                  <a:lnTo>
                    <a:pt x="41" y="59"/>
                  </a:lnTo>
                  <a:lnTo>
                    <a:pt x="38" y="56"/>
                  </a:lnTo>
                  <a:lnTo>
                    <a:pt x="41" y="52"/>
                  </a:lnTo>
                  <a:lnTo>
                    <a:pt x="49" y="44"/>
                  </a:lnTo>
                  <a:lnTo>
                    <a:pt x="52" y="41"/>
                  </a:lnTo>
                  <a:lnTo>
                    <a:pt x="52" y="41"/>
                  </a:lnTo>
                  <a:lnTo>
                    <a:pt x="52" y="37"/>
                  </a:lnTo>
                  <a:lnTo>
                    <a:pt x="56" y="37"/>
                  </a:lnTo>
                  <a:lnTo>
                    <a:pt x="52" y="33"/>
                  </a:lnTo>
                  <a:lnTo>
                    <a:pt x="52" y="33"/>
                  </a:lnTo>
                  <a:lnTo>
                    <a:pt x="52" y="30"/>
                  </a:lnTo>
                  <a:lnTo>
                    <a:pt x="49" y="26"/>
                  </a:lnTo>
                  <a:lnTo>
                    <a:pt x="45" y="22"/>
                  </a:lnTo>
                  <a:lnTo>
                    <a:pt x="45" y="19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2" y="4"/>
                  </a:lnTo>
                  <a:lnTo>
                    <a:pt x="45" y="11"/>
                  </a:lnTo>
                  <a:lnTo>
                    <a:pt x="41" y="11"/>
                  </a:lnTo>
                  <a:lnTo>
                    <a:pt x="41" y="11"/>
                  </a:lnTo>
                  <a:lnTo>
                    <a:pt x="38" y="7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4" y="0"/>
                  </a:lnTo>
                  <a:lnTo>
                    <a:pt x="30" y="0"/>
                  </a:lnTo>
                  <a:lnTo>
                    <a:pt x="30" y="4"/>
                  </a:lnTo>
                  <a:lnTo>
                    <a:pt x="30" y="0"/>
                  </a:lnTo>
                  <a:lnTo>
                    <a:pt x="26" y="4"/>
                  </a:lnTo>
                  <a:lnTo>
                    <a:pt x="19" y="4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5" y="15"/>
                  </a:lnTo>
                  <a:lnTo>
                    <a:pt x="15" y="22"/>
                  </a:lnTo>
                  <a:lnTo>
                    <a:pt x="12" y="30"/>
                  </a:lnTo>
                  <a:lnTo>
                    <a:pt x="12" y="33"/>
                  </a:lnTo>
                  <a:lnTo>
                    <a:pt x="15" y="33"/>
                  </a:lnTo>
                  <a:lnTo>
                    <a:pt x="15" y="33"/>
                  </a:lnTo>
                  <a:lnTo>
                    <a:pt x="15" y="37"/>
                  </a:lnTo>
                  <a:lnTo>
                    <a:pt x="12" y="37"/>
                  </a:lnTo>
                  <a:lnTo>
                    <a:pt x="15" y="41"/>
                  </a:lnTo>
                  <a:lnTo>
                    <a:pt x="12" y="41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8" y="52"/>
                  </a:lnTo>
                  <a:lnTo>
                    <a:pt x="8" y="52"/>
                  </a:lnTo>
                  <a:lnTo>
                    <a:pt x="4" y="56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7"/>
                  </a:lnTo>
                  <a:lnTo>
                    <a:pt x="4" y="67"/>
                  </a:lnTo>
                  <a:lnTo>
                    <a:pt x="4" y="70"/>
                  </a:lnTo>
                  <a:lnTo>
                    <a:pt x="8" y="70"/>
                  </a:lnTo>
                  <a:lnTo>
                    <a:pt x="12" y="74"/>
                  </a:lnTo>
                  <a:lnTo>
                    <a:pt x="12" y="78"/>
                  </a:lnTo>
                  <a:lnTo>
                    <a:pt x="15" y="82"/>
                  </a:lnTo>
                  <a:lnTo>
                    <a:pt x="19" y="82"/>
                  </a:lnTo>
                  <a:lnTo>
                    <a:pt x="19" y="82"/>
                  </a:lnTo>
                  <a:lnTo>
                    <a:pt x="26" y="85"/>
                  </a:lnTo>
                  <a:lnTo>
                    <a:pt x="34" y="115"/>
                  </a:lnTo>
                  <a:lnTo>
                    <a:pt x="34" y="115"/>
                  </a:lnTo>
                  <a:close/>
                  <a:moveTo>
                    <a:pt x="49" y="59"/>
                  </a:moveTo>
                  <a:lnTo>
                    <a:pt x="49" y="59"/>
                  </a:lnTo>
                  <a:lnTo>
                    <a:pt x="52" y="59"/>
                  </a:lnTo>
                  <a:lnTo>
                    <a:pt x="56" y="59"/>
                  </a:lnTo>
                  <a:lnTo>
                    <a:pt x="52" y="63"/>
                  </a:lnTo>
                  <a:lnTo>
                    <a:pt x="49" y="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4" name="Freeform 112"/>
            <p:cNvSpPr/>
            <p:nvPr/>
          </p:nvSpPr>
          <p:spPr bwMode="auto">
            <a:xfrm>
              <a:off x="4116753" y="2432297"/>
              <a:ext cx="424588" cy="371837"/>
            </a:xfrm>
            <a:custGeom>
              <a:avLst/>
              <a:gdLst>
                <a:gd name="T0" fmla="*/ 326 w 330"/>
                <a:gd name="T1" fmla="*/ 219 h 289"/>
                <a:gd name="T2" fmla="*/ 318 w 330"/>
                <a:gd name="T3" fmla="*/ 207 h 289"/>
                <a:gd name="T4" fmla="*/ 304 w 330"/>
                <a:gd name="T5" fmla="*/ 207 h 289"/>
                <a:gd name="T6" fmla="*/ 300 w 330"/>
                <a:gd name="T7" fmla="*/ 200 h 289"/>
                <a:gd name="T8" fmla="*/ 296 w 330"/>
                <a:gd name="T9" fmla="*/ 193 h 289"/>
                <a:gd name="T10" fmla="*/ 289 w 330"/>
                <a:gd name="T11" fmla="*/ 178 h 289"/>
                <a:gd name="T12" fmla="*/ 289 w 330"/>
                <a:gd name="T13" fmla="*/ 174 h 289"/>
                <a:gd name="T14" fmla="*/ 296 w 330"/>
                <a:gd name="T15" fmla="*/ 167 h 289"/>
                <a:gd name="T16" fmla="*/ 296 w 330"/>
                <a:gd name="T17" fmla="*/ 152 h 289"/>
                <a:gd name="T18" fmla="*/ 293 w 330"/>
                <a:gd name="T19" fmla="*/ 137 h 289"/>
                <a:gd name="T20" fmla="*/ 289 w 330"/>
                <a:gd name="T21" fmla="*/ 118 h 289"/>
                <a:gd name="T22" fmla="*/ 289 w 330"/>
                <a:gd name="T23" fmla="*/ 111 h 289"/>
                <a:gd name="T24" fmla="*/ 274 w 330"/>
                <a:gd name="T25" fmla="*/ 78 h 289"/>
                <a:gd name="T26" fmla="*/ 267 w 330"/>
                <a:gd name="T27" fmla="*/ 70 h 289"/>
                <a:gd name="T28" fmla="*/ 259 w 330"/>
                <a:gd name="T29" fmla="*/ 63 h 289"/>
                <a:gd name="T30" fmla="*/ 255 w 330"/>
                <a:gd name="T31" fmla="*/ 59 h 289"/>
                <a:gd name="T32" fmla="*/ 263 w 330"/>
                <a:gd name="T33" fmla="*/ 48 h 289"/>
                <a:gd name="T34" fmla="*/ 267 w 330"/>
                <a:gd name="T35" fmla="*/ 37 h 289"/>
                <a:gd name="T36" fmla="*/ 270 w 330"/>
                <a:gd name="T37" fmla="*/ 33 h 289"/>
                <a:gd name="T38" fmla="*/ 267 w 330"/>
                <a:gd name="T39" fmla="*/ 29 h 289"/>
                <a:gd name="T40" fmla="*/ 270 w 330"/>
                <a:gd name="T41" fmla="*/ 11 h 289"/>
                <a:gd name="T42" fmla="*/ 270 w 330"/>
                <a:gd name="T43" fmla="*/ 3 h 289"/>
                <a:gd name="T44" fmla="*/ 263 w 330"/>
                <a:gd name="T45" fmla="*/ 3 h 289"/>
                <a:gd name="T46" fmla="*/ 248 w 330"/>
                <a:gd name="T47" fmla="*/ 0 h 289"/>
                <a:gd name="T48" fmla="*/ 241 w 330"/>
                <a:gd name="T49" fmla="*/ 3 h 289"/>
                <a:gd name="T50" fmla="*/ 233 w 330"/>
                <a:gd name="T51" fmla="*/ 0 h 289"/>
                <a:gd name="T52" fmla="*/ 226 w 330"/>
                <a:gd name="T53" fmla="*/ 7 h 289"/>
                <a:gd name="T54" fmla="*/ 218 w 330"/>
                <a:gd name="T55" fmla="*/ 7 h 289"/>
                <a:gd name="T56" fmla="*/ 207 w 330"/>
                <a:gd name="T57" fmla="*/ 3 h 289"/>
                <a:gd name="T58" fmla="*/ 200 w 330"/>
                <a:gd name="T59" fmla="*/ 3 h 289"/>
                <a:gd name="T60" fmla="*/ 193 w 330"/>
                <a:gd name="T61" fmla="*/ 3 h 289"/>
                <a:gd name="T62" fmla="*/ 185 w 330"/>
                <a:gd name="T63" fmla="*/ 7 h 289"/>
                <a:gd name="T64" fmla="*/ 174 w 330"/>
                <a:gd name="T65" fmla="*/ 7 h 289"/>
                <a:gd name="T66" fmla="*/ 159 w 330"/>
                <a:gd name="T67" fmla="*/ 7 h 289"/>
                <a:gd name="T68" fmla="*/ 144 w 330"/>
                <a:gd name="T69" fmla="*/ 15 h 289"/>
                <a:gd name="T70" fmla="*/ 141 w 330"/>
                <a:gd name="T71" fmla="*/ 22 h 289"/>
                <a:gd name="T72" fmla="*/ 133 w 330"/>
                <a:gd name="T73" fmla="*/ 22 h 289"/>
                <a:gd name="T74" fmla="*/ 126 w 330"/>
                <a:gd name="T75" fmla="*/ 22 h 289"/>
                <a:gd name="T76" fmla="*/ 118 w 330"/>
                <a:gd name="T77" fmla="*/ 29 h 289"/>
                <a:gd name="T78" fmla="*/ 107 w 330"/>
                <a:gd name="T79" fmla="*/ 33 h 289"/>
                <a:gd name="T80" fmla="*/ 111 w 330"/>
                <a:gd name="T81" fmla="*/ 40 h 289"/>
                <a:gd name="T82" fmla="*/ 111 w 330"/>
                <a:gd name="T83" fmla="*/ 48 h 289"/>
                <a:gd name="T84" fmla="*/ 115 w 330"/>
                <a:gd name="T85" fmla="*/ 66 h 289"/>
                <a:gd name="T86" fmla="*/ 118 w 330"/>
                <a:gd name="T87" fmla="*/ 74 h 289"/>
                <a:gd name="T88" fmla="*/ 126 w 330"/>
                <a:gd name="T89" fmla="*/ 78 h 289"/>
                <a:gd name="T90" fmla="*/ 122 w 330"/>
                <a:gd name="T91" fmla="*/ 85 h 289"/>
                <a:gd name="T92" fmla="*/ 93 w 330"/>
                <a:gd name="T93" fmla="*/ 92 h 289"/>
                <a:gd name="T94" fmla="*/ 89 w 330"/>
                <a:gd name="T95" fmla="*/ 104 h 289"/>
                <a:gd name="T96" fmla="*/ 59 w 330"/>
                <a:gd name="T97" fmla="*/ 122 h 289"/>
                <a:gd name="T98" fmla="*/ 33 w 330"/>
                <a:gd name="T99" fmla="*/ 130 h 289"/>
                <a:gd name="T100" fmla="*/ 15 w 330"/>
                <a:gd name="T101" fmla="*/ 133 h 289"/>
                <a:gd name="T102" fmla="*/ 0 w 330"/>
                <a:gd name="T103" fmla="*/ 144 h 289"/>
                <a:gd name="T104" fmla="*/ 0 w 330"/>
                <a:gd name="T105" fmla="*/ 159 h 289"/>
                <a:gd name="T106" fmla="*/ 59 w 330"/>
                <a:gd name="T107" fmla="*/ 196 h 289"/>
                <a:gd name="T108" fmla="*/ 170 w 330"/>
                <a:gd name="T109" fmla="*/ 270 h 289"/>
                <a:gd name="T110" fmla="*/ 185 w 330"/>
                <a:gd name="T111" fmla="*/ 274 h 289"/>
                <a:gd name="T112" fmla="*/ 193 w 330"/>
                <a:gd name="T113" fmla="*/ 278 h 289"/>
                <a:gd name="T114" fmla="*/ 193 w 330"/>
                <a:gd name="T115" fmla="*/ 289 h 289"/>
                <a:gd name="T116" fmla="*/ 211 w 330"/>
                <a:gd name="T117" fmla="*/ 289 h 289"/>
                <a:gd name="T118" fmla="*/ 237 w 330"/>
                <a:gd name="T119" fmla="*/ 282 h 289"/>
                <a:gd name="T120" fmla="*/ 330 w 330"/>
                <a:gd name="T121" fmla="*/ 222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30" h="289">
                  <a:moveTo>
                    <a:pt x="330" y="222"/>
                  </a:moveTo>
                  <a:lnTo>
                    <a:pt x="330" y="222"/>
                  </a:lnTo>
                  <a:lnTo>
                    <a:pt x="326" y="219"/>
                  </a:lnTo>
                  <a:lnTo>
                    <a:pt x="326" y="219"/>
                  </a:lnTo>
                  <a:lnTo>
                    <a:pt x="322" y="211"/>
                  </a:lnTo>
                  <a:lnTo>
                    <a:pt x="318" y="207"/>
                  </a:lnTo>
                  <a:lnTo>
                    <a:pt x="315" y="207"/>
                  </a:lnTo>
                  <a:lnTo>
                    <a:pt x="311" y="207"/>
                  </a:lnTo>
                  <a:lnTo>
                    <a:pt x="304" y="207"/>
                  </a:lnTo>
                  <a:lnTo>
                    <a:pt x="300" y="204"/>
                  </a:lnTo>
                  <a:lnTo>
                    <a:pt x="300" y="204"/>
                  </a:lnTo>
                  <a:lnTo>
                    <a:pt x="300" y="200"/>
                  </a:lnTo>
                  <a:lnTo>
                    <a:pt x="300" y="196"/>
                  </a:lnTo>
                  <a:lnTo>
                    <a:pt x="300" y="196"/>
                  </a:lnTo>
                  <a:lnTo>
                    <a:pt x="296" y="193"/>
                  </a:lnTo>
                  <a:lnTo>
                    <a:pt x="296" y="189"/>
                  </a:lnTo>
                  <a:lnTo>
                    <a:pt x="293" y="185"/>
                  </a:lnTo>
                  <a:lnTo>
                    <a:pt x="289" y="178"/>
                  </a:lnTo>
                  <a:lnTo>
                    <a:pt x="289" y="178"/>
                  </a:lnTo>
                  <a:lnTo>
                    <a:pt x="289" y="178"/>
                  </a:lnTo>
                  <a:lnTo>
                    <a:pt x="289" y="174"/>
                  </a:lnTo>
                  <a:lnTo>
                    <a:pt x="293" y="170"/>
                  </a:lnTo>
                  <a:lnTo>
                    <a:pt x="296" y="170"/>
                  </a:lnTo>
                  <a:lnTo>
                    <a:pt x="296" y="167"/>
                  </a:lnTo>
                  <a:lnTo>
                    <a:pt x="293" y="163"/>
                  </a:lnTo>
                  <a:lnTo>
                    <a:pt x="293" y="159"/>
                  </a:lnTo>
                  <a:lnTo>
                    <a:pt x="296" y="152"/>
                  </a:lnTo>
                  <a:lnTo>
                    <a:pt x="293" y="148"/>
                  </a:lnTo>
                  <a:lnTo>
                    <a:pt x="293" y="141"/>
                  </a:lnTo>
                  <a:lnTo>
                    <a:pt x="293" y="137"/>
                  </a:lnTo>
                  <a:lnTo>
                    <a:pt x="293" y="133"/>
                  </a:lnTo>
                  <a:lnTo>
                    <a:pt x="293" y="122"/>
                  </a:lnTo>
                  <a:lnTo>
                    <a:pt x="289" y="118"/>
                  </a:lnTo>
                  <a:lnTo>
                    <a:pt x="289" y="118"/>
                  </a:lnTo>
                  <a:lnTo>
                    <a:pt x="289" y="115"/>
                  </a:lnTo>
                  <a:lnTo>
                    <a:pt x="289" y="111"/>
                  </a:lnTo>
                  <a:lnTo>
                    <a:pt x="281" y="81"/>
                  </a:lnTo>
                  <a:lnTo>
                    <a:pt x="274" y="78"/>
                  </a:lnTo>
                  <a:lnTo>
                    <a:pt x="274" y="78"/>
                  </a:lnTo>
                  <a:lnTo>
                    <a:pt x="270" y="78"/>
                  </a:lnTo>
                  <a:lnTo>
                    <a:pt x="267" y="74"/>
                  </a:lnTo>
                  <a:lnTo>
                    <a:pt x="267" y="70"/>
                  </a:lnTo>
                  <a:lnTo>
                    <a:pt x="263" y="66"/>
                  </a:lnTo>
                  <a:lnTo>
                    <a:pt x="259" y="66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55" y="59"/>
                  </a:lnTo>
                  <a:lnTo>
                    <a:pt x="255" y="59"/>
                  </a:lnTo>
                  <a:lnTo>
                    <a:pt x="259" y="52"/>
                  </a:lnTo>
                  <a:lnTo>
                    <a:pt x="263" y="48"/>
                  </a:lnTo>
                  <a:lnTo>
                    <a:pt x="263" y="48"/>
                  </a:lnTo>
                  <a:lnTo>
                    <a:pt x="267" y="44"/>
                  </a:lnTo>
                  <a:lnTo>
                    <a:pt x="267" y="44"/>
                  </a:lnTo>
                  <a:lnTo>
                    <a:pt x="267" y="37"/>
                  </a:lnTo>
                  <a:lnTo>
                    <a:pt x="270" y="37"/>
                  </a:lnTo>
                  <a:lnTo>
                    <a:pt x="267" y="33"/>
                  </a:lnTo>
                  <a:lnTo>
                    <a:pt x="270" y="33"/>
                  </a:lnTo>
                  <a:lnTo>
                    <a:pt x="270" y="29"/>
                  </a:lnTo>
                  <a:lnTo>
                    <a:pt x="270" y="29"/>
                  </a:lnTo>
                  <a:lnTo>
                    <a:pt x="267" y="29"/>
                  </a:lnTo>
                  <a:lnTo>
                    <a:pt x="267" y="26"/>
                  </a:lnTo>
                  <a:lnTo>
                    <a:pt x="270" y="18"/>
                  </a:lnTo>
                  <a:lnTo>
                    <a:pt x="270" y="11"/>
                  </a:lnTo>
                  <a:lnTo>
                    <a:pt x="270" y="7"/>
                  </a:lnTo>
                  <a:lnTo>
                    <a:pt x="270" y="7"/>
                  </a:lnTo>
                  <a:lnTo>
                    <a:pt x="270" y="3"/>
                  </a:lnTo>
                  <a:lnTo>
                    <a:pt x="270" y="3"/>
                  </a:lnTo>
                  <a:lnTo>
                    <a:pt x="267" y="3"/>
                  </a:lnTo>
                  <a:lnTo>
                    <a:pt x="263" y="3"/>
                  </a:lnTo>
                  <a:lnTo>
                    <a:pt x="255" y="7"/>
                  </a:lnTo>
                  <a:lnTo>
                    <a:pt x="252" y="3"/>
                  </a:lnTo>
                  <a:lnTo>
                    <a:pt x="248" y="0"/>
                  </a:lnTo>
                  <a:lnTo>
                    <a:pt x="248" y="3"/>
                  </a:lnTo>
                  <a:lnTo>
                    <a:pt x="244" y="3"/>
                  </a:lnTo>
                  <a:lnTo>
                    <a:pt x="241" y="3"/>
                  </a:lnTo>
                  <a:lnTo>
                    <a:pt x="237" y="3"/>
                  </a:lnTo>
                  <a:lnTo>
                    <a:pt x="237" y="0"/>
                  </a:lnTo>
                  <a:lnTo>
                    <a:pt x="233" y="0"/>
                  </a:lnTo>
                  <a:lnTo>
                    <a:pt x="233" y="3"/>
                  </a:lnTo>
                  <a:lnTo>
                    <a:pt x="230" y="3"/>
                  </a:lnTo>
                  <a:lnTo>
                    <a:pt x="226" y="7"/>
                  </a:lnTo>
                  <a:lnTo>
                    <a:pt x="226" y="7"/>
                  </a:lnTo>
                  <a:lnTo>
                    <a:pt x="222" y="7"/>
                  </a:lnTo>
                  <a:lnTo>
                    <a:pt x="218" y="7"/>
                  </a:lnTo>
                  <a:lnTo>
                    <a:pt x="215" y="7"/>
                  </a:lnTo>
                  <a:lnTo>
                    <a:pt x="215" y="3"/>
                  </a:lnTo>
                  <a:lnTo>
                    <a:pt x="207" y="3"/>
                  </a:lnTo>
                  <a:lnTo>
                    <a:pt x="207" y="3"/>
                  </a:lnTo>
                  <a:lnTo>
                    <a:pt x="204" y="3"/>
                  </a:lnTo>
                  <a:lnTo>
                    <a:pt x="200" y="3"/>
                  </a:lnTo>
                  <a:lnTo>
                    <a:pt x="196" y="3"/>
                  </a:lnTo>
                  <a:lnTo>
                    <a:pt x="196" y="3"/>
                  </a:lnTo>
                  <a:lnTo>
                    <a:pt x="193" y="3"/>
                  </a:lnTo>
                  <a:lnTo>
                    <a:pt x="193" y="7"/>
                  </a:lnTo>
                  <a:lnTo>
                    <a:pt x="189" y="7"/>
                  </a:lnTo>
                  <a:lnTo>
                    <a:pt x="185" y="7"/>
                  </a:lnTo>
                  <a:lnTo>
                    <a:pt x="181" y="11"/>
                  </a:lnTo>
                  <a:lnTo>
                    <a:pt x="178" y="11"/>
                  </a:lnTo>
                  <a:lnTo>
                    <a:pt x="174" y="7"/>
                  </a:lnTo>
                  <a:lnTo>
                    <a:pt x="170" y="7"/>
                  </a:lnTo>
                  <a:lnTo>
                    <a:pt x="163" y="11"/>
                  </a:lnTo>
                  <a:lnTo>
                    <a:pt x="159" y="7"/>
                  </a:lnTo>
                  <a:lnTo>
                    <a:pt x="152" y="15"/>
                  </a:lnTo>
                  <a:lnTo>
                    <a:pt x="148" y="15"/>
                  </a:lnTo>
                  <a:lnTo>
                    <a:pt x="144" y="15"/>
                  </a:lnTo>
                  <a:lnTo>
                    <a:pt x="141" y="18"/>
                  </a:lnTo>
                  <a:lnTo>
                    <a:pt x="141" y="18"/>
                  </a:lnTo>
                  <a:lnTo>
                    <a:pt x="141" y="22"/>
                  </a:lnTo>
                  <a:lnTo>
                    <a:pt x="137" y="22"/>
                  </a:lnTo>
                  <a:lnTo>
                    <a:pt x="137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0" y="22"/>
                  </a:lnTo>
                  <a:lnTo>
                    <a:pt x="126" y="22"/>
                  </a:lnTo>
                  <a:lnTo>
                    <a:pt x="122" y="26"/>
                  </a:lnTo>
                  <a:lnTo>
                    <a:pt x="122" y="26"/>
                  </a:lnTo>
                  <a:lnTo>
                    <a:pt x="118" y="29"/>
                  </a:lnTo>
                  <a:lnTo>
                    <a:pt x="118" y="33"/>
                  </a:lnTo>
                  <a:lnTo>
                    <a:pt x="111" y="33"/>
                  </a:lnTo>
                  <a:lnTo>
                    <a:pt x="107" y="33"/>
                  </a:lnTo>
                  <a:lnTo>
                    <a:pt x="107" y="33"/>
                  </a:lnTo>
                  <a:lnTo>
                    <a:pt x="111" y="37"/>
                  </a:lnTo>
                  <a:lnTo>
                    <a:pt x="111" y="40"/>
                  </a:lnTo>
                  <a:lnTo>
                    <a:pt x="111" y="40"/>
                  </a:lnTo>
                  <a:lnTo>
                    <a:pt x="111" y="44"/>
                  </a:lnTo>
                  <a:lnTo>
                    <a:pt x="111" y="48"/>
                  </a:lnTo>
                  <a:lnTo>
                    <a:pt x="111" y="52"/>
                  </a:lnTo>
                  <a:lnTo>
                    <a:pt x="115" y="55"/>
                  </a:lnTo>
                  <a:lnTo>
                    <a:pt x="115" y="66"/>
                  </a:lnTo>
                  <a:lnTo>
                    <a:pt x="118" y="70"/>
                  </a:lnTo>
                  <a:lnTo>
                    <a:pt x="118" y="74"/>
                  </a:lnTo>
                  <a:lnTo>
                    <a:pt x="118" y="74"/>
                  </a:lnTo>
                  <a:lnTo>
                    <a:pt x="122" y="78"/>
                  </a:lnTo>
                  <a:lnTo>
                    <a:pt x="122" y="78"/>
                  </a:lnTo>
                  <a:lnTo>
                    <a:pt x="126" y="78"/>
                  </a:lnTo>
                  <a:lnTo>
                    <a:pt x="122" y="81"/>
                  </a:lnTo>
                  <a:lnTo>
                    <a:pt x="122" y="81"/>
                  </a:lnTo>
                  <a:lnTo>
                    <a:pt x="122" y="85"/>
                  </a:lnTo>
                  <a:lnTo>
                    <a:pt x="104" y="85"/>
                  </a:lnTo>
                  <a:lnTo>
                    <a:pt x="100" y="85"/>
                  </a:lnTo>
                  <a:lnTo>
                    <a:pt x="93" y="92"/>
                  </a:lnTo>
                  <a:lnTo>
                    <a:pt x="93" y="92"/>
                  </a:lnTo>
                  <a:lnTo>
                    <a:pt x="89" y="96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78" y="111"/>
                  </a:lnTo>
                  <a:lnTo>
                    <a:pt x="59" y="122"/>
                  </a:lnTo>
                  <a:lnTo>
                    <a:pt x="44" y="130"/>
                  </a:lnTo>
                  <a:lnTo>
                    <a:pt x="41" y="130"/>
                  </a:lnTo>
                  <a:lnTo>
                    <a:pt x="33" y="130"/>
                  </a:lnTo>
                  <a:lnTo>
                    <a:pt x="30" y="130"/>
                  </a:lnTo>
                  <a:lnTo>
                    <a:pt x="26" y="130"/>
                  </a:lnTo>
                  <a:lnTo>
                    <a:pt x="15" y="133"/>
                  </a:lnTo>
                  <a:lnTo>
                    <a:pt x="11" y="137"/>
                  </a:lnTo>
                  <a:lnTo>
                    <a:pt x="7" y="141"/>
                  </a:lnTo>
                  <a:lnTo>
                    <a:pt x="0" y="144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59" y="196"/>
                  </a:lnTo>
                  <a:lnTo>
                    <a:pt x="59" y="196"/>
                  </a:lnTo>
                  <a:lnTo>
                    <a:pt x="167" y="263"/>
                  </a:lnTo>
                  <a:lnTo>
                    <a:pt x="170" y="270"/>
                  </a:lnTo>
                  <a:lnTo>
                    <a:pt x="174" y="270"/>
                  </a:lnTo>
                  <a:lnTo>
                    <a:pt x="178" y="270"/>
                  </a:lnTo>
                  <a:lnTo>
                    <a:pt x="185" y="274"/>
                  </a:lnTo>
                  <a:lnTo>
                    <a:pt x="185" y="274"/>
                  </a:lnTo>
                  <a:lnTo>
                    <a:pt x="189" y="278"/>
                  </a:lnTo>
                  <a:lnTo>
                    <a:pt x="193" y="278"/>
                  </a:lnTo>
                  <a:lnTo>
                    <a:pt x="193" y="282"/>
                  </a:lnTo>
                  <a:lnTo>
                    <a:pt x="193" y="285"/>
                  </a:lnTo>
                  <a:lnTo>
                    <a:pt x="193" y="289"/>
                  </a:lnTo>
                  <a:lnTo>
                    <a:pt x="196" y="289"/>
                  </a:lnTo>
                  <a:lnTo>
                    <a:pt x="204" y="289"/>
                  </a:lnTo>
                  <a:lnTo>
                    <a:pt x="211" y="289"/>
                  </a:lnTo>
                  <a:lnTo>
                    <a:pt x="211" y="289"/>
                  </a:lnTo>
                  <a:lnTo>
                    <a:pt x="211" y="289"/>
                  </a:lnTo>
                  <a:lnTo>
                    <a:pt x="237" y="282"/>
                  </a:lnTo>
                  <a:lnTo>
                    <a:pt x="255" y="267"/>
                  </a:lnTo>
                  <a:lnTo>
                    <a:pt x="330" y="222"/>
                  </a:lnTo>
                  <a:lnTo>
                    <a:pt x="330" y="2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5" name="Freeform 113"/>
            <p:cNvSpPr/>
            <p:nvPr/>
          </p:nvSpPr>
          <p:spPr bwMode="auto">
            <a:xfrm>
              <a:off x="4030547" y="2455455"/>
              <a:ext cx="248320" cy="176269"/>
            </a:xfrm>
            <a:custGeom>
              <a:avLst/>
              <a:gdLst>
                <a:gd name="T0" fmla="*/ 67 w 193"/>
                <a:gd name="T1" fmla="*/ 126 h 137"/>
                <a:gd name="T2" fmla="*/ 78 w 193"/>
                <a:gd name="T3" fmla="*/ 119 h 137"/>
                <a:gd name="T4" fmla="*/ 93 w 193"/>
                <a:gd name="T5" fmla="*/ 112 h 137"/>
                <a:gd name="T6" fmla="*/ 100 w 193"/>
                <a:gd name="T7" fmla="*/ 112 h 137"/>
                <a:gd name="T8" fmla="*/ 111 w 193"/>
                <a:gd name="T9" fmla="*/ 112 h 137"/>
                <a:gd name="T10" fmla="*/ 145 w 193"/>
                <a:gd name="T11" fmla="*/ 93 h 137"/>
                <a:gd name="T12" fmla="*/ 156 w 193"/>
                <a:gd name="T13" fmla="*/ 86 h 137"/>
                <a:gd name="T14" fmla="*/ 160 w 193"/>
                <a:gd name="T15" fmla="*/ 74 h 137"/>
                <a:gd name="T16" fmla="*/ 167 w 193"/>
                <a:gd name="T17" fmla="*/ 67 h 137"/>
                <a:gd name="T18" fmla="*/ 189 w 193"/>
                <a:gd name="T19" fmla="*/ 67 h 137"/>
                <a:gd name="T20" fmla="*/ 189 w 193"/>
                <a:gd name="T21" fmla="*/ 63 h 137"/>
                <a:gd name="T22" fmla="*/ 189 w 193"/>
                <a:gd name="T23" fmla="*/ 60 h 137"/>
                <a:gd name="T24" fmla="*/ 185 w 193"/>
                <a:gd name="T25" fmla="*/ 56 h 137"/>
                <a:gd name="T26" fmla="*/ 185 w 193"/>
                <a:gd name="T27" fmla="*/ 52 h 137"/>
                <a:gd name="T28" fmla="*/ 182 w 193"/>
                <a:gd name="T29" fmla="*/ 37 h 137"/>
                <a:gd name="T30" fmla="*/ 178 w 193"/>
                <a:gd name="T31" fmla="*/ 30 h 137"/>
                <a:gd name="T32" fmla="*/ 178 w 193"/>
                <a:gd name="T33" fmla="*/ 22 h 137"/>
                <a:gd name="T34" fmla="*/ 178 w 193"/>
                <a:gd name="T35" fmla="*/ 19 h 137"/>
                <a:gd name="T36" fmla="*/ 174 w 193"/>
                <a:gd name="T37" fmla="*/ 15 h 137"/>
                <a:gd name="T38" fmla="*/ 163 w 193"/>
                <a:gd name="T39" fmla="*/ 15 h 137"/>
                <a:gd name="T40" fmla="*/ 160 w 193"/>
                <a:gd name="T41" fmla="*/ 11 h 137"/>
                <a:gd name="T42" fmla="*/ 160 w 193"/>
                <a:gd name="T43" fmla="*/ 11 h 137"/>
                <a:gd name="T44" fmla="*/ 152 w 193"/>
                <a:gd name="T45" fmla="*/ 15 h 137"/>
                <a:gd name="T46" fmla="*/ 141 w 193"/>
                <a:gd name="T47" fmla="*/ 11 h 137"/>
                <a:gd name="T48" fmla="*/ 134 w 193"/>
                <a:gd name="T49" fmla="*/ 15 h 137"/>
                <a:gd name="T50" fmla="*/ 126 w 193"/>
                <a:gd name="T51" fmla="*/ 8 h 137"/>
                <a:gd name="T52" fmla="*/ 123 w 193"/>
                <a:gd name="T53" fmla="*/ 4 h 137"/>
                <a:gd name="T54" fmla="*/ 123 w 193"/>
                <a:gd name="T55" fmla="*/ 4 h 137"/>
                <a:gd name="T56" fmla="*/ 119 w 193"/>
                <a:gd name="T57" fmla="*/ 4 h 137"/>
                <a:gd name="T58" fmla="*/ 115 w 193"/>
                <a:gd name="T59" fmla="*/ 4 h 137"/>
                <a:gd name="T60" fmla="*/ 111 w 193"/>
                <a:gd name="T61" fmla="*/ 15 h 137"/>
                <a:gd name="T62" fmla="*/ 108 w 193"/>
                <a:gd name="T63" fmla="*/ 26 h 137"/>
                <a:gd name="T64" fmla="*/ 97 w 193"/>
                <a:gd name="T65" fmla="*/ 37 h 137"/>
                <a:gd name="T66" fmla="*/ 93 w 193"/>
                <a:gd name="T67" fmla="*/ 37 h 137"/>
                <a:gd name="T68" fmla="*/ 82 w 193"/>
                <a:gd name="T69" fmla="*/ 45 h 137"/>
                <a:gd name="T70" fmla="*/ 74 w 193"/>
                <a:gd name="T71" fmla="*/ 48 h 137"/>
                <a:gd name="T72" fmla="*/ 67 w 193"/>
                <a:gd name="T73" fmla="*/ 52 h 137"/>
                <a:gd name="T74" fmla="*/ 63 w 193"/>
                <a:gd name="T75" fmla="*/ 63 h 137"/>
                <a:gd name="T76" fmla="*/ 56 w 193"/>
                <a:gd name="T77" fmla="*/ 71 h 137"/>
                <a:gd name="T78" fmla="*/ 52 w 193"/>
                <a:gd name="T79" fmla="*/ 82 h 137"/>
                <a:gd name="T80" fmla="*/ 52 w 193"/>
                <a:gd name="T81" fmla="*/ 93 h 137"/>
                <a:gd name="T82" fmla="*/ 56 w 193"/>
                <a:gd name="T83" fmla="*/ 97 h 137"/>
                <a:gd name="T84" fmla="*/ 45 w 193"/>
                <a:gd name="T85" fmla="*/ 112 h 137"/>
                <a:gd name="T86" fmla="*/ 37 w 193"/>
                <a:gd name="T87" fmla="*/ 119 h 137"/>
                <a:gd name="T88" fmla="*/ 23 w 193"/>
                <a:gd name="T89" fmla="*/ 130 h 137"/>
                <a:gd name="T90" fmla="*/ 0 w 193"/>
                <a:gd name="T91" fmla="*/ 137 h 137"/>
                <a:gd name="T92" fmla="*/ 67 w 193"/>
                <a:gd name="T93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93" h="137">
                  <a:moveTo>
                    <a:pt x="67" y="137"/>
                  </a:moveTo>
                  <a:lnTo>
                    <a:pt x="67" y="126"/>
                  </a:lnTo>
                  <a:lnTo>
                    <a:pt x="74" y="123"/>
                  </a:lnTo>
                  <a:lnTo>
                    <a:pt x="78" y="119"/>
                  </a:lnTo>
                  <a:lnTo>
                    <a:pt x="82" y="115"/>
                  </a:lnTo>
                  <a:lnTo>
                    <a:pt x="93" y="112"/>
                  </a:lnTo>
                  <a:lnTo>
                    <a:pt x="97" y="112"/>
                  </a:lnTo>
                  <a:lnTo>
                    <a:pt x="100" y="112"/>
                  </a:lnTo>
                  <a:lnTo>
                    <a:pt x="108" y="112"/>
                  </a:lnTo>
                  <a:lnTo>
                    <a:pt x="111" y="112"/>
                  </a:lnTo>
                  <a:lnTo>
                    <a:pt x="126" y="104"/>
                  </a:lnTo>
                  <a:lnTo>
                    <a:pt x="145" y="93"/>
                  </a:lnTo>
                  <a:lnTo>
                    <a:pt x="156" y="86"/>
                  </a:lnTo>
                  <a:lnTo>
                    <a:pt x="156" y="86"/>
                  </a:lnTo>
                  <a:lnTo>
                    <a:pt x="156" y="78"/>
                  </a:lnTo>
                  <a:lnTo>
                    <a:pt x="160" y="74"/>
                  </a:lnTo>
                  <a:lnTo>
                    <a:pt x="160" y="74"/>
                  </a:lnTo>
                  <a:lnTo>
                    <a:pt x="167" y="67"/>
                  </a:lnTo>
                  <a:lnTo>
                    <a:pt x="171" y="67"/>
                  </a:lnTo>
                  <a:lnTo>
                    <a:pt x="189" y="67"/>
                  </a:lnTo>
                  <a:lnTo>
                    <a:pt x="189" y="63"/>
                  </a:lnTo>
                  <a:lnTo>
                    <a:pt x="189" y="63"/>
                  </a:lnTo>
                  <a:lnTo>
                    <a:pt x="193" y="60"/>
                  </a:lnTo>
                  <a:lnTo>
                    <a:pt x="189" y="60"/>
                  </a:lnTo>
                  <a:lnTo>
                    <a:pt x="189" y="60"/>
                  </a:lnTo>
                  <a:lnTo>
                    <a:pt x="185" y="56"/>
                  </a:lnTo>
                  <a:lnTo>
                    <a:pt x="185" y="56"/>
                  </a:lnTo>
                  <a:lnTo>
                    <a:pt x="185" y="52"/>
                  </a:lnTo>
                  <a:lnTo>
                    <a:pt x="182" y="48"/>
                  </a:lnTo>
                  <a:lnTo>
                    <a:pt x="182" y="37"/>
                  </a:lnTo>
                  <a:lnTo>
                    <a:pt x="178" y="34"/>
                  </a:lnTo>
                  <a:lnTo>
                    <a:pt x="178" y="30"/>
                  </a:lnTo>
                  <a:lnTo>
                    <a:pt x="178" y="26"/>
                  </a:lnTo>
                  <a:lnTo>
                    <a:pt x="178" y="22"/>
                  </a:lnTo>
                  <a:lnTo>
                    <a:pt x="178" y="22"/>
                  </a:lnTo>
                  <a:lnTo>
                    <a:pt x="178" y="19"/>
                  </a:lnTo>
                  <a:lnTo>
                    <a:pt x="174" y="15"/>
                  </a:lnTo>
                  <a:lnTo>
                    <a:pt x="174" y="15"/>
                  </a:lnTo>
                  <a:lnTo>
                    <a:pt x="171" y="15"/>
                  </a:lnTo>
                  <a:lnTo>
                    <a:pt x="163" y="15"/>
                  </a:lnTo>
                  <a:lnTo>
                    <a:pt x="160" y="11"/>
                  </a:lnTo>
                  <a:lnTo>
                    <a:pt x="160" y="11"/>
                  </a:lnTo>
                  <a:lnTo>
                    <a:pt x="160" y="11"/>
                  </a:lnTo>
                  <a:lnTo>
                    <a:pt x="160" y="11"/>
                  </a:lnTo>
                  <a:lnTo>
                    <a:pt x="156" y="11"/>
                  </a:lnTo>
                  <a:lnTo>
                    <a:pt x="152" y="15"/>
                  </a:lnTo>
                  <a:lnTo>
                    <a:pt x="145" y="11"/>
                  </a:lnTo>
                  <a:lnTo>
                    <a:pt x="141" y="11"/>
                  </a:lnTo>
                  <a:lnTo>
                    <a:pt x="137" y="15"/>
                  </a:lnTo>
                  <a:lnTo>
                    <a:pt x="134" y="15"/>
                  </a:lnTo>
                  <a:lnTo>
                    <a:pt x="130" y="15"/>
                  </a:lnTo>
                  <a:lnTo>
                    <a:pt x="126" y="8"/>
                  </a:lnTo>
                  <a:lnTo>
                    <a:pt x="123" y="8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3" y="4"/>
                  </a:lnTo>
                  <a:lnTo>
                    <a:pt x="123" y="0"/>
                  </a:lnTo>
                  <a:lnTo>
                    <a:pt x="119" y="4"/>
                  </a:lnTo>
                  <a:lnTo>
                    <a:pt x="119" y="4"/>
                  </a:lnTo>
                  <a:lnTo>
                    <a:pt x="115" y="4"/>
                  </a:lnTo>
                  <a:lnTo>
                    <a:pt x="111" y="8"/>
                  </a:lnTo>
                  <a:lnTo>
                    <a:pt x="111" y="15"/>
                  </a:lnTo>
                  <a:lnTo>
                    <a:pt x="108" y="19"/>
                  </a:lnTo>
                  <a:lnTo>
                    <a:pt x="108" y="26"/>
                  </a:lnTo>
                  <a:lnTo>
                    <a:pt x="104" y="30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3" y="37"/>
                  </a:lnTo>
                  <a:lnTo>
                    <a:pt x="86" y="41"/>
                  </a:lnTo>
                  <a:lnTo>
                    <a:pt x="82" y="45"/>
                  </a:lnTo>
                  <a:lnTo>
                    <a:pt x="82" y="45"/>
                  </a:lnTo>
                  <a:lnTo>
                    <a:pt x="74" y="48"/>
                  </a:lnTo>
                  <a:lnTo>
                    <a:pt x="71" y="48"/>
                  </a:lnTo>
                  <a:lnTo>
                    <a:pt x="67" y="52"/>
                  </a:lnTo>
                  <a:lnTo>
                    <a:pt x="60" y="56"/>
                  </a:lnTo>
                  <a:lnTo>
                    <a:pt x="63" y="63"/>
                  </a:lnTo>
                  <a:lnTo>
                    <a:pt x="63" y="67"/>
                  </a:lnTo>
                  <a:lnTo>
                    <a:pt x="56" y="71"/>
                  </a:lnTo>
                  <a:lnTo>
                    <a:pt x="52" y="78"/>
                  </a:lnTo>
                  <a:lnTo>
                    <a:pt x="52" y="82"/>
                  </a:lnTo>
                  <a:lnTo>
                    <a:pt x="56" y="89"/>
                  </a:lnTo>
                  <a:lnTo>
                    <a:pt x="52" y="93"/>
                  </a:lnTo>
                  <a:lnTo>
                    <a:pt x="52" y="93"/>
                  </a:lnTo>
                  <a:lnTo>
                    <a:pt x="56" y="97"/>
                  </a:lnTo>
                  <a:lnTo>
                    <a:pt x="56" y="100"/>
                  </a:lnTo>
                  <a:lnTo>
                    <a:pt x="45" y="112"/>
                  </a:lnTo>
                  <a:lnTo>
                    <a:pt x="41" y="115"/>
                  </a:lnTo>
                  <a:lnTo>
                    <a:pt x="37" y="119"/>
                  </a:lnTo>
                  <a:lnTo>
                    <a:pt x="34" y="119"/>
                  </a:lnTo>
                  <a:lnTo>
                    <a:pt x="23" y="130"/>
                  </a:lnTo>
                  <a:lnTo>
                    <a:pt x="4" y="134"/>
                  </a:lnTo>
                  <a:lnTo>
                    <a:pt x="0" y="13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3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6" name="Freeform 114"/>
            <p:cNvSpPr/>
            <p:nvPr/>
          </p:nvSpPr>
          <p:spPr bwMode="auto">
            <a:xfrm>
              <a:off x="3945629" y="2631723"/>
              <a:ext cx="171122" cy="129950"/>
            </a:xfrm>
            <a:custGeom>
              <a:avLst/>
              <a:gdLst>
                <a:gd name="T0" fmla="*/ 133 w 133"/>
                <a:gd name="T1" fmla="*/ 4 h 101"/>
                <a:gd name="T2" fmla="*/ 133 w 133"/>
                <a:gd name="T3" fmla="*/ 0 h 101"/>
                <a:gd name="T4" fmla="*/ 66 w 133"/>
                <a:gd name="T5" fmla="*/ 0 h 101"/>
                <a:gd name="T6" fmla="*/ 63 w 133"/>
                <a:gd name="T7" fmla="*/ 8 h 101"/>
                <a:gd name="T8" fmla="*/ 63 w 133"/>
                <a:gd name="T9" fmla="*/ 15 h 101"/>
                <a:gd name="T10" fmla="*/ 59 w 133"/>
                <a:gd name="T11" fmla="*/ 15 h 101"/>
                <a:gd name="T12" fmla="*/ 48 w 133"/>
                <a:gd name="T13" fmla="*/ 19 h 101"/>
                <a:gd name="T14" fmla="*/ 44 w 133"/>
                <a:gd name="T15" fmla="*/ 23 h 101"/>
                <a:gd name="T16" fmla="*/ 40 w 133"/>
                <a:gd name="T17" fmla="*/ 26 h 101"/>
                <a:gd name="T18" fmla="*/ 44 w 133"/>
                <a:gd name="T19" fmla="*/ 30 h 101"/>
                <a:gd name="T20" fmla="*/ 33 w 133"/>
                <a:gd name="T21" fmla="*/ 41 h 101"/>
                <a:gd name="T22" fmla="*/ 33 w 133"/>
                <a:gd name="T23" fmla="*/ 45 h 101"/>
                <a:gd name="T24" fmla="*/ 26 w 133"/>
                <a:gd name="T25" fmla="*/ 52 h 101"/>
                <a:gd name="T26" fmla="*/ 22 w 133"/>
                <a:gd name="T27" fmla="*/ 56 h 101"/>
                <a:gd name="T28" fmla="*/ 18 w 133"/>
                <a:gd name="T29" fmla="*/ 64 h 101"/>
                <a:gd name="T30" fmla="*/ 18 w 133"/>
                <a:gd name="T31" fmla="*/ 64 h 101"/>
                <a:gd name="T32" fmla="*/ 11 w 133"/>
                <a:gd name="T33" fmla="*/ 71 h 101"/>
                <a:gd name="T34" fmla="*/ 11 w 133"/>
                <a:gd name="T35" fmla="*/ 75 h 101"/>
                <a:gd name="T36" fmla="*/ 15 w 133"/>
                <a:gd name="T37" fmla="*/ 75 h 101"/>
                <a:gd name="T38" fmla="*/ 11 w 133"/>
                <a:gd name="T39" fmla="*/ 75 h 101"/>
                <a:gd name="T40" fmla="*/ 3 w 133"/>
                <a:gd name="T41" fmla="*/ 86 h 101"/>
                <a:gd name="T42" fmla="*/ 3 w 133"/>
                <a:gd name="T43" fmla="*/ 86 h 101"/>
                <a:gd name="T44" fmla="*/ 0 w 133"/>
                <a:gd name="T45" fmla="*/ 90 h 101"/>
                <a:gd name="T46" fmla="*/ 0 w 133"/>
                <a:gd name="T47" fmla="*/ 93 h 101"/>
                <a:gd name="T48" fmla="*/ 0 w 133"/>
                <a:gd name="T49" fmla="*/ 93 h 101"/>
                <a:gd name="T50" fmla="*/ 0 w 133"/>
                <a:gd name="T51" fmla="*/ 101 h 101"/>
                <a:gd name="T52" fmla="*/ 66 w 133"/>
                <a:gd name="T53" fmla="*/ 101 h 101"/>
                <a:gd name="T54" fmla="*/ 66 w 133"/>
                <a:gd name="T55" fmla="*/ 71 h 101"/>
                <a:gd name="T56" fmla="*/ 66 w 133"/>
                <a:gd name="T57" fmla="*/ 67 h 101"/>
                <a:gd name="T58" fmla="*/ 70 w 133"/>
                <a:gd name="T59" fmla="*/ 67 h 101"/>
                <a:gd name="T60" fmla="*/ 74 w 133"/>
                <a:gd name="T61" fmla="*/ 64 h 101"/>
                <a:gd name="T62" fmla="*/ 81 w 133"/>
                <a:gd name="T63" fmla="*/ 64 h 101"/>
                <a:gd name="T64" fmla="*/ 81 w 133"/>
                <a:gd name="T65" fmla="*/ 26 h 101"/>
                <a:gd name="T66" fmla="*/ 133 w 133"/>
                <a:gd name="T67" fmla="*/ 26 h 101"/>
                <a:gd name="T68" fmla="*/ 133 w 133"/>
                <a:gd name="T69" fmla="*/ 4 h 101"/>
                <a:gd name="T70" fmla="*/ 133 w 133"/>
                <a:gd name="T71" fmla="*/ 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3" h="101">
                  <a:moveTo>
                    <a:pt x="133" y="4"/>
                  </a:moveTo>
                  <a:lnTo>
                    <a:pt x="133" y="0"/>
                  </a:lnTo>
                  <a:lnTo>
                    <a:pt x="66" y="0"/>
                  </a:lnTo>
                  <a:lnTo>
                    <a:pt x="63" y="8"/>
                  </a:lnTo>
                  <a:lnTo>
                    <a:pt x="63" y="15"/>
                  </a:lnTo>
                  <a:lnTo>
                    <a:pt x="59" y="15"/>
                  </a:lnTo>
                  <a:lnTo>
                    <a:pt x="48" y="19"/>
                  </a:lnTo>
                  <a:lnTo>
                    <a:pt x="44" y="23"/>
                  </a:lnTo>
                  <a:lnTo>
                    <a:pt x="40" y="26"/>
                  </a:lnTo>
                  <a:lnTo>
                    <a:pt x="44" y="30"/>
                  </a:lnTo>
                  <a:lnTo>
                    <a:pt x="33" y="41"/>
                  </a:lnTo>
                  <a:lnTo>
                    <a:pt x="33" y="45"/>
                  </a:lnTo>
                  <a:lnTo>
                    <a:pt x="26" y="52"/>
                  </a:lnTo>
                  <a:lnTo>
                    <a:pt x="22" y="56"/>
                  </a:lnTo>
                  <a:lnTo>
                    <a:pt x="18" y="64"/>
                  </a:lnTo>
                  <a:lnTo>
                    <a:pt x="18" y="64"/>
                  </a:lnTo>
                  <a:lnTo>
                    <a:pt x="11" y="71"/>
                  </a:lnTo>
                  <a:lnTo>
                    <a:pt x="11" y="75"/>
                  </a:lnTo>
                  <a:lnTo>
                    <a:pt x="15" y="75"/>
                  </a:lnTo>
                  <a:lnTo>
                    <a:pt x="11" y="75"/>
                  </a:lnTo>
                  <a:lnTo>
                    <a:pt x="3" y="86"/>
                  </a:lnTo>
                  <a:lnTo>
                    <a:pt x="3" y="86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101"/>
                  </a:lnTo>
                  <a:lnTo>
                    <a:pt x="66" y="101"/>
                  </a:lnTo>
                  <a:lnTo>
                    <a:pt x="66" y="71"/>
                  </a:lnTo>
                  <a:lnTo>
                    <a:pt x="66" y="67"/>
                  </a:lnTo>
                  <a:lnTo>
                    <a:pt x="70" y="67"/>
                  </a:lnTo>
                  <a:lnTo>
                    <a:pt x="74" y="64"/>
                  </a:lnTo>
                  <a:lnTo>
                    <a:pt x="81" y="64"/>
                  </a:lnTo>
                  <a:lnTo>
                    <a:pt x="81" y="26"/>
                  </a:lnTo>
                  <a:lnTo>
                    <a:pt x="133" y="26"/>
                  </a:lnTo>
                  <a:lnTo>
                    <a:pt x="133" y="4"/>
                  </a:lnTo>
                  <a:lnTo>
                    <a:pt x="133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7" name="Freeform 115"/>
            <p:cNvSpPr/>
            <p:nvPr/>
          </p:nvSpPr>
          <p:spPr bwMode="auto">
            <a:xfrm>
              <a:off x="3945629" y="2636870"/>
              <a:ext cx="247033" cy="253467"/>
            </a:xfrm>
            <a:custGeom>
              <a:avLst/>
              <a:gdLst>
                <a:gd name="T0" fmla="*/ 66 w 192"/>
                <a:gd name="T1" fmla="*/ 97 h 197"/>
                <a:gd name="T2" fmla="*/ 66 w 192"/>
                <a:gd name="T3" fmla="*/ 63 h 197"/>
                <a:gd name="T4" fmla="*/ 74 w 192"/>
                <a:gd name="T5" fmla="*/ 60 h 197"/>
                <a:gd name="T6" fmla="*/ 81 w 192"/>
                <a:gd name="T7" fmla="*/ 22 h 197"/>
                <a:gd name="T8" fmla="*/ 133 w 192"/>
                <a:gd name="T9" fmla="*/ 0 h 197"/>
                <a:gd name="T10" fmla="*/ 192 w 192"/>
                <a:gd name="T11" fmla="*/ 37 h 197"/>
                <a:gd name="T12" fmla="*/ 174 w 192"/>
                <a:gd name="T13" fmla="*/ 37 h 197"/>
                <a:gd name="T14" fmla="*/ 192 w 192"/>
                <a:gd name="T15" fmla="*/ 171 h 197"/>
                <a:gd name="T16" fmla="*/ 126 w 192"/>
                <a:gd name="T17" fmla="*/ 186 h 197"/>
                <a:gd name="T18" fmla="*/ 122 w 192"/>
                <a:gd name="T19" fmla="*/ 182 h 197"/>
                <a:gd name="T20" fmla="*/ 118 w 192"/>
                <a:gd name="T21" fmla="*/ 186 h 197"/>
                <a:gd name="T22" fmla="*/ 118 w 192"/>
                <a:gd name="T23" fmla="*/ 178 h 197"/>
                <a:gd name="T24" fmla="*/ 103 w 192"/>
                <a:gd name="T25" fmla="*/ 182 h 197"/>
                <a:gd name="T26" fmla="*/ 100 w 192"/>
                <a:gd name="T27" fmla="*/ 189 h 197"/>
                <a:gd name="T28" fmla="*/ 96 w 192"/>
                <a:gd name="T29" fmla="*/ 178 h 197"/>
                <a:gd name="T30" fmla="*/ 85 w 192"/>
                <a:gd name="T31" fmla="*/ 182 h 197"/>
                <a:gd name="T32" fmla="*/ 85 w 192"/>
                <a:gd name="T33" fmla="*/ 189 h 197"/>
                <a:gd name="T34" fmla="*/ 81 w 192"/>
                <a:gd name="T35" fmla="*/ 193 h 197"/>
                <a:gd name="T36" fmla="*/ 77 w 192"/>
                <a:gd name="T37" fmla="*/ 197 h 197"/>
                <a:gd name="T38" fmla="*/ 70 w 192"/>
                <a:gd name="T39" fmla="*/ 189 h 197"/>
                <a:gd name="T40" fmla="*/ 66 w 192"/>
                <a:gd name="T41" fmla="*/ 186 h 197"/>
                <a:gd name="T42" fmla="*/ 63 w 192"/>
                <a:gd name="T43" fmla="*/ 182 h 197"/>
                <a:gd name="T44" fmla="*/ 59 w 192"/>
                <a:gd name="T45" fmla="*/ 175 h 197"/>
                <a:gd name="T46" fmla="*/ 55 w 192"/>
                <a:gd name="T47" fmla="*/ 175 h 197"/>
                <a:gd name="T48" fmla="*/ 52 w 192"/>
                <a:gd name="T49" fmla="*/ 175 h 197"/>
                <a:gd name="T50" fmla="*/ 48 w 192"/>
                <a:gd name="T51" fmla="*/ 175 h 197"/>
                <a:gd name="T52" fmla="*/ 40 w 192"/>
                <a:gd name="T53" fmla="*/ 167 h 197"/>
                <a:gd name="T54" fmla="*/ 29 w 192"/>
                <a:gd name="T55" fmla="*/ 167 h 197"/>
                <a:gd name="T56" fmla="*/ 15 w 192"/>
                <a:gd name="T57" fmla="*/ 171 h 197"/>
                <a:gd name="T58" fmla="*/ 7 w 192"/>
                <a:gd name="T59" fmla="*/ 175 h 197"/>
                <a:gd name="T60" fmla="*/ 7 w 192"/>
                <a:gd name="T61" fmla="*/ 167 h 197"/>
                <a:gd name="T62" fmla="*/ 11 w 192"/>
                <a:gd name="T63" fmla="*/ 156 h 197"/>
                <a:gd name="T64" fmla="*/ 11 w 192"/>
                <a:gd name="T65" fmla="*/ 130 h 197"/>
                <a:gd name="T66" fmla="*/ 7 w 192"/>
                <a:gd name="T67" fmla="*/ 123 h 197"/>
                <a:gd name="T68" fmla="*/ 11 w 192"/>
                <a:gd name="T69" fmla="*/ 115 h 197"/>
                <a:gd name="T70" fmla="*/ 11 w 192"/>
                <a:gd name="T71" fmla="*/ 111 h 197"/>
                <a:gd name="T72" fmla="*/ 3 w 192"/>
                <a:gd name="T73" fmla="*/ 104 h 197"/>
                <a:gd name="T74" fmla="*/ 3 w 192"/>
                <a:gd name="T75" fmla="*/ 100 h 197"/>
                <a:gd name="T76" fmla="*/ 0 w 192"/>
                <a:gd name="T77" fmla="*/ 100 h 197"/>
                <a:gd name="T78" fmla="*/ 0 w 192"/>
                <a:gd name="T79" fmla="*/ 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92" h="197">
                  <a:moveTo>
                    <a:pt x="0" y="97"/>
                  </a:moveTo>
                  <a:lnTo>
                    <a:pt x="66" y="97"/>
                  </a:lnTo>
                  <a:lnTo>
                    <a:pt x="66" y="67"/>
                  </a:lnTo>
                  <a:lnTo>
                    <a:pt x="66" y="63"/>
                  </a:lnTo>
                  <a:lnTo>
                    <a:pt x="70" y="63"/>
                  </a:lnTo>
                  <a:lnTo>
                    <a:pt x="74" y="60"/>
                  </a:lnTo>
                  <a:lnTo>
                    <a:pt x="81" y="60"/>
                  </a:lnTo>
                  <a:lnTo>
                    <a:pt x="81" y="22"/>
                  </a:lnTo>
                  <a:lnTo>
                    <a:pt x="133" y="22"/>
                  </a:lnTo>
                  <a:lnTo>
                    <a:pt x="133" y="0"/>
                  </a:lnTo>
                  <a:lnTo>
                    <a:pt x="192" y="37"/>
                  </a:lnTo>
                  <a:lnTo>
                    <a:pt x="192" y="37"/>
                  </a:lnTo>
                  <a:lnTo>
                    <a:pt x="192" y="37"/>
                  </a:lnTo>
                  <a:lnTo>
                    <a:pt x="174" y="37"/>
                  </a:lnTo>
                  <a:lnTo>
                    <a:pt x="185" y="171"/>
                  </a:lnTo>
                  <a:lnTo>
                    <a:pt x="192" y="171"/>
                  </a:lnTo>
                  <a:lnTo>
                    <a:pt x="185" y="186"/>
                  </a:lnTo>
                  <a:lnTo>
                    <a:pt x="126" y="186"/>
                  </a:lnTo>
                  <a:lnTo>
                    <a:pt x="126" y="186"/>
                  </a:lnTo>
                  <a:lnTo>
                    <a:pt x="122" y="182"/>
                  </a:lnTo>
                  <a:lnTo>
                    <a:pt x="122" y="182"/>
                  </a:lnTo>
                  <a:lnTo>
                    <a:pt x="118" y="186"/>
                  </a:lnTo>
                  <a:lnTo>
                    <a:pt x="118" y="186"/>
                  </a:lnTo>
                  <a:lnTo>
                    <a:pt x="118" y="178"/>
                  </a:lnTo>
                  <a:lnTo>
                    <a:pt x="111" y="178"/>
                  </a:lnTo>
                  <a:lnTo>
                    <a:pt x="103" y="182"/>
                  </a:lnTo>
                  <a:lnTo>
                    <a:pt x="100" y="189"/>
                  </a:lnTo>
                  <a:lnTo>
                    <a:pt x="100" y="189"/>
                  </a:lnTo>
                  <a:lnTo>
                    <a:pt x="96" y="182"/>
                  </a:lnTo>
                  <a:lnTo>
                    <a:pt x="96" y="178"/>
                  </a:lnTo>
                  <a:lnTo>
                    <a:pt x="92" y="178"/>
                  </a:lnTo>
                  <a:lnTo>
                    <a:pt x="85" y="182"/>
                  </a:lnTo>
                  <a:lnTo>
                    <a:pt x="85" y="186"/>
                  </a:lnTo>
                  <a:lnTo>
                    <a:pt x="85" y="189"/>
                  </a:lnTo>
                  <a:lnTo>
                    <a:pt x="85" y="193"/>
                  </a:lnTo>
                  <a:lnTo>
                    <a:pt x="81" y="193"/>
                  </a:lnTo>
                  <a:lnTo>
                    <a:pt x="77" y="197"/>
                  </a:lnTo>
                  <a:lnTo>
                    <a:pt x="77" y="197"/>
                  </a:lnTo>
                  <a:lnTo>
                    <a:pt x="74" y="193"/>
                  </a:lnTo>
                  <a:lnTo>
                    <a:pt x="70" y="189"/>
                  </a:lnTo>
                  <a:lnTo>
                    <a:pt x="66" y="189"/>
                  </a:lnTo>
                  <a:lnTo>
                    <a:pt x="66" y="186"/>
                  </a:lnTo>
                  <a:lnTo>
                    <a:pt x="63" y="186"/>
                  </a:lnTo>
                  <a:lnTo>
                    <a:pt x="63" y="182"/>
                  </a:lnTo>
                  <a:lnTo>
                    <a:pt x="59" y="178"/>
                  </a:lnTo>
                  <a:lnTo>
                    <a:pt x="59" y="175"/>
                  </a:lnTo>
                  <a:lnTo>
                    <a:pt x="59" y="175"/>
                  </a:lnTo>
                  <a:lnTo>
                    <a:pt x="55" y="175"/>
                  </a:lnTo>
                  <a:lnTo>
                    <a:pt x="55" y="175"/>
                  </a:lnTo>
                  <a:lnTo>
                    <a:pt x="52" y="175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44" y="171"/>
                  </a:lnTo>
                  <a:lnTo>
                    <a:pt x="40" y="167"/>
                  </a:lnTo>
                  <a:lnTo>
                    <a:pt x="33" y="167"/>
                  </a:lnTo>
                  <a:lnTo>
                    <a:pt x="29" y="167"/>
                  </a:lnTo>
                  <a:lnTo>
                    <a:pt x="22" y="167"/>
                  </a:lnTo>
                  <a:lnTo>
                    <a:pt x="15" y="171"/>
                  </a:lnTo>
                  <a:lnTo>
                    <a:pt x="11" y="175"/>
                  </a:lnTo>
                  <a:lnTo>
                    <a:pt x="7" y="175"/>
                  </a:lnTo>
                  <a:lnTo>
                    <a:pt x="3" y="175"/>
                  </a:lnTo>
                  <a:lnTo>
                    <a:pt x="7" y="167"/>
                  </a:lnTo>
                  <a:lnTo>
                    <a:pt x="7" y="160"/>
                  </a:lnTo>
                  <a:lnTo>
                    <a:pt x="11" y="156"/>
                  </a:lnTo>
                  <a:lnTo>
                    <a:pt x="15" y="145"/>
                  </a:lnTo>
                  <a:lnTo>
                    <a:pt x="11" y="130"/>
                  </a:lnTo>
                  <a:lnTo>
                    <a:pt x="7" y="123"/>
                  </a:lnTo>
                  <a:lnTo>
                    <a:pt x="7" y="123"/>
                  </a:lnTo>
                  <a:lnTo>
                    <a:pt x="11" y="123"/>
                  </a:lnTo>
                  <a:lnTo>
                    <a:pt x="11" y="115"/>
                  </a:lnTo>
                  <a:lnTo>
                    <a:pt x="11" y="111"/>
                  </a:lnTo>
                  <a:lnTo>
                    <a:pt x="11" y="111"/>
                  </a:lnTo>
                  <a:lnTo>
                    <a:pt x="7" y="104"/>
                  </a:lnTo>
                  <a:lnTo>
                    <a:pt x="3" y="104"/>
                  </a:lnTo>
                  <a:lnTo>
                    <a:pt x="3" y="104"/>
                  </a:lnTo>
                  <a:lnTo>
                    <a:pt x="3" y="100"/>
                  </a:lnTo>
                  <a:lnTo>
                    <a:pt x="0" y="104"/>
                  </a:lnTo>
                  <a:lnTo>
                    <a:pt x="0" y="100"/>
                  </a:lnTo>
                  <a:lnTo>
                    <a:pt x="0" y="97"/>
                  </a:lnTo>
                  <a:lnTo>
                    <a:pt x="0" y="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8" name="Freeform 116"/>
            <p:cNvSpPr/>
            <p:nvPr/>
          </p:nvSpPr>
          <p:spPr bwMode="auto">
            <a:xfrm>
              <a:off x="4044701" y="2684476"/>
              <a:ext cx="343531" cy="292066"/>
            </a:xfrm>
            <a:custGeom>
              <a:avLst/>
              <a:gdLst>
                <a:gd name="T0" fmla="*/ 8 w 267"/>
                <a:gd name="T1" fmla="*/ 156 h 227"/>
                <a:gd name="T2" fmla="*/ 8 w 267"/>
                <a:gd name="T3" fmla="*/ 145 h 227"/>
                <a:gd name="T4" fmla="*/ 19 w 267"/>
                <a:gd name="T5" fmla="*/ 145 h 227"/>
                <a:gd name="T6" fmla="*/ 26 w 267"/>
                <a:gd name="T7" fmla="*/ 145 h 227"/>
                <a:gd name="T8" fmla="*/ 41 w 267"/>
                <a:gd name="T9" fmla="*/ 149 h 227"/>
                <a:gd name="T10" fmla="*/ 45 w 267"/>
                <a:gd name="T11" fmla="*/ 145 h 227"/>
                <a:gd name="T12" fmla="*/ 108 w 267"/>
                <a:gd name="T13" fmla="*/ 149 h 227"/>
                <a:gd name="T14" fmla="*/ 97 w 267"/>
                <a:gd name="T15" fmla="*/ 0 h 227"/>
                <a:gd name="T16" fmla="*/ 226 w 267"/>
                <a:gd name="T17" fmla="*/ 74 h 227"/>
                <a:gd name="T18" fmla="*/ 241 w 267"/>
                <a:gd name="T19" fmla="*/ 78 h 227"/>
                <a:gd name="T20" fmla="*/ 249 w 267"/>
                <a:gd name="T21" fmla="*/ 82 h 227"/>
                <a:gd name="T22" fmla="*/ 249 w 267"/>
                <a:gd name="T23" fmla="*/ 93 h 227"/>
                <a:gd name="T24" fmla="*/ 267 w 267"/>
                <a:gd name="T25" fmla="*/ 93 h 227"/>
                <a:gd name="T26" fmla="*/ 263 w 267"/>
                <a:gd name="T27" fmla="*/ 134 h 227"/>
                <a:gd name="T28" fmla="*/ 260 w 267"/>
                <a:gd name="T29" fmla="*/ 145 h 227"/>
                <a:gd name="T30" fmla="*/ 241 w 267"/>
                <a:gd name="T31" fmla="*/ 149 h 227"/>
                <a:gd name="T32" fmla="*/ 226 w 267"/>
                <a:gd name="T33" fmla="*/ 152 h 227"/>
                <a:gd name="T34" fmla="*/ 208 w 267"/>
                <a:gd name="T35" fmla="*/ 156 h 227"/>
                <a:gd name="T36" fmla="*/ 204 w 267"/>
                <a:gd name="T37" fmla="*/ 156 h 227"/>
                <a:gd name="T38" fmla="*/ 189 w 267"/>
                <a:gd name="T39" fmla="*/ 152 h 227"/>
                <a:gd name="T40" fmla="*/ 174 w 267"/>
                <a:gd name="T41" fmla="*/ 160 h 227"/>
                <a:gd name="T42" fmla="*/ 152 w 267"/>
                <a:gd name="T43" fmla="*/ 175 h 227"/>
                <a:gd name="T44" fmla="*/ 134 w 267"/>
                <a:gd name="T45" fmla="*/ 178 h 227"/>
                <a:gd name="T46" fmla="*/ 130 w 267"/>
                <a:gd name="T47" fmla="*/ 186 h 227"/>
                <a:gd name="T48" fmla="*/ 119 w 267"/>
                <a:gd name="T49" fmla="*/ 201 h 227"/>
                <a:gd name="T50" fmla="*/ 115 w 267"/>
                <a:gd name="T51" fmla="*/ 208 h 227"/>
                <a:gd name="T52" fmla="*/ 112 w 267"/>
                <a:gd name="T53" fmla="*/ 215 h 227"/>
                <a:gd name="T54" fmla="*/ 112 w 267"/>
                <a:gd name="T55" fmla="*/ 223 h 227"/>
                <a:gd name="T56" fmla="*/ 100 w 267"/>
                <a:gd name="T57" fmla="*/ 223 h 227"/>
                <a:gd name="T58" fmla="*/ 93 w 267"/>
                <a:gd name="T59" fmla="*/ 223 h 227"/>
                <a:gd name="T60" fmla="*/ 82 w 267"/>
                <a:gd name="T61" fmla="*/ 227 h 227"/>
                <a:gd name="T62" fmla="*/ 75 w 267"/>
                <a:gd name="T63" fmla="*/ 227 h 227"/>
                <a:gd name="T64" fmla="*/ 67 w 267"/>
                <a:gd name="T65" fmla="*/ 223 h 227"/>
                <a:gd name="T66" fmla="*/ 67 w 267"/>
                <a:gd name="T67" fmla="*/ 215 h 227"/>
                <a:gd name="T68" fmla="*/ 60 w 267"/>
                <a:gd name="T69" fmla="*/ 219 h 227"/>
                <a:gd name="T70" fmla="*/ 63 w 267"/>
                <a:gd name="T71" fmla="*/ 208 h 227"/>
                <a:gd name="T72" fmla="*/ 60 w 267"/>
                <a:gd name="T73" fmla="*/ 204 h 227"/>
                <a:gd name="T74" fmla="*/ 52 w 267"/>
                <a:gd name="T75" fmla="*/ 197 h 227"/>
                <a:gd name="T76" fmla="*/ 45 w 267"/>
                <a:gd name="T77" fmla="*/ 197 h 227"/>
                <a:gd name="T78" fmla="*/ 37 w 267"/>
                <a:gd name="T79" fmla="*/ 201 h 227"/>
                <a:gd name="T80" fmla="*/ 26 w 267"/>
                <a:gd name="T81" fmla="*/ 201 h 227"/>
                <a:gd name="T82" fmla="*/ 19 w 267"/>
                <a:gd name="T83" fmla="*/ 201 h 227"/>
                <a:gd name="T84" fmla="*/ 19 w 267"/>
                <a:gd name="T85" fmla="*/ 193 h 227"/>
                <a:gd name="T86" fmla="*/ 15 w 267"/>
                <a:gd name="T87" fmla="*/ 189 h 227"/>
                <a:gd name="T88" fmla="*/ 12 w 267"/>
                <a:gd name="T89" fmla="*/ 182 h 227"/>
                <a:gd name="T90" fmla="*/ 8 w 267"/>
                <a:gd name="T91" fmla="*/ 178 h 227"/>
                <a:gd name="T92" fmla="*/ 0 w 267"/>
                <a:gd name="T93" fmla="*/ 171 h 227"/>
                <a:gd name="T94" fmla="*/ 0 w 267"/>
                <a:gd name="T95" fmla="*/ 16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7" h="227">
                  <a:moveTo>
                    <a:pt x="0" y="160"/>
                  </a:moveTo>
                  <a:lnTo>
                    <a:pt x="4" y="156"/>
                  </a:lnTo>
                  <a:lnTo>
                    <a:pt x="8" y="156"/>
                  </a:lnTo>
                  <a:lnTo>
                    <a:pt x="8" y="152"/>
                  </a:lnTo>
                  <a:lnTo>
                    <a:pt x="8" y="149"/>
                  </a:lnTo>
                  <a:lnTo>
                    <a:pt x="8" y="145"/>
                  </a:lnTo>
                  <a:lnTo>
                    <a:pt x="15" y="141"/>
                  </a:lnTo>
                  <a:lnTo>
                    <a:pt x="19" y="141"/>
                  </a:lnTo>
                  <a:lnTo>
                    <a:pt x="19" y="145"/>
                  </a:lnTo>
                  <a:lnTo>
                    <a:pt x="23" y="152"/>
                  </a:lnTo>
                  <a:lnTo>
                    <a:pt x="23" y="152"/>
                  </a:lnTo>
                  <a:lnTo>
                    <a:pt x="26" y="145"/>
                  </a:lnTo>
                  <a:lnTo>
                    <a:pt x="34" y="141"/>
                  </a:lnTo>
                  <a:lnTo>
                    <a:pt x="41" y="141"/>
                  </a:lnTo>
                  <a:lnTo>
                    <a:pt x="41" y="149"/>
                  </a:lnTo>
                  <a:lnTo>
                    <a:pt x="41" y="149"/>
                  </a:lnTo>
                  <a:lnTo>
                    <a:pt x="45" y="145"/>
                  </a:lnTo>
                  <a:lnTo>
                    <a:pt x="45" y="145"/>
                  </a:lnTo>
                  <a:lnTo>
                    <a:pt x="49" y="149"/>
                  </a:lnTo>
                  <a:lnTo>
                    <a:pt x="49" y="149"/>
                  </a:lnTo>
                  <a:lnTo>
                    <a:pt x="108" y="149"/>
                  </a:lnTo>
                  <a:lnTo>
                    <a:pt x="115" y="134"/>
                  </a:lnTo>
                  <a:lnTo>
                    <a:pt x="108" y="134"/>
                  </a:lnTo>
                  <a:lnTo>
                    <a:pt x="97" y="0"/>
                  </a:lnTo>
                  <a:lnTo>
                    <a:pt x="115" y="0"/>
                  </a:lnTo>
                  <a:lnTo>
                    <a:pt x="223" y="67"/>
                  </a:lnTo>
                  <a:lnTo>
                    <a:pt x="226" y="74"/>
                  </a:lnTo>
                  <a:lnTo>
                    <a:pt x="230" y="74"/>
                  </a:lnTo>
                  <a:lnTo>
                    <a:pt x="234" y="74"/>
                  </a:lnTo>
                  <a:lnTo>
                    <a:pt x="241" y="78"/>
                  </a:lnTo>
                  <a:lnTo>
                    <a:pt x="241" y="78"/>
                  </a:lnTo>
                  <a:lnTo>
                    <a:pt x="245" y="82"/>
                  </a:lnTo>
                  <a:lnTo>
                    <a:pt x="249" y="82"/>
                  </a:lnTo>
                  <a:lnTo>
                    <a:pt x="249" y="86"/>
                  </a:lnTo>
                  <a:lnTo>
                    <a:pt x="249" y="89"/>
                  </a:lnTo>
                  <a:lnTo>
                    <a:pt x="249" y="93"/>
                  </a:lnTo>
                  <a:lnTo>
                    <a:pt x="252" y="93"/>
                  </a:lnTo>
                  <a:lnTo>
                    <a:pt x="260" y="93"/>
                  </a:lnTo>
                  <a:lnTo>
                    <a:pt x="267" y="93"/>
                  </a:lnTo>
                  <a:lnTo>
                    <a:pt x="267" y="93"/>
                  </a:lnTo>
                  <a:lnTo>
                    <a:pt x="267" y="119"/>
                  </a:lnTo>
                  <a:lnTo>
                    <a:pt x="263" y="134"/>
                  </a:lnTo>
                  <a:lnTo>
                    <a:pt x="263" y="134"/>
                  </a:lnTo>
                  <a:lnTo>
                    <a:pt x="263" y="141"/>
                  </a:lnTo>
                  <a:lnTo>
                    <a:pt x="260" y="145"/>
                  </a:lnTo>
                  <a:lnTo>
                    <a:pt x="252" y="149"/>
                  </a:lnTo>
                  <a:lnTo>
                    <a:pt x="249" y="149"/>
                  </a:lnTo>
                  <a:lnTo>
                    <a:pt x="241" y="149"/>
                  </a:lnTo>
                  <a:lnTo>
                    <a:pt x="237" y="152"/>
                  </a:lnTo>
                  <a:lnTo>
                    <a:pt x="234" y="152"/>
                  </a:lnTo>
                  <a:lnTo>
                    <a:pt x="226" y="152"/>
                  </a:lnTo>
                  <a:lnTo>
                    <a:pt x="223" y="156"/>
                  </a:lnTo>
                  <a:lnTo>
                    <a:pt x="219" y="156"/>
                  </a:lnTo>
                  <a:lnTo>
                    <a:pt x="208" y="156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00" y="152"/>
                  </a:lnTo>
                  <a:lnTo>
                    <a:pt x="197" y="152"/>
                  </a:lnTo>
                  <a:lnTo>
                    <a:pt x="189" y="152"/>
                  </a:lnTo>
                  <a:lnTo>
                    <a:pt x="182" y="156"/>
                  </a:lnTo>
                  <a:lnTo>
                    <a:pt x="178" y="156"/>
                  </a:lnTo>
                  <a:lnTo>
                    <a:pt x="174" y="160"/>
                  </a:lnTo>
                  <a:lnTo>
                    <a:pt x="160" y="167"/>
                  </a:lnTo>
                  <a:lnTo>
                    <a:pt x="152" y="171"/>
                  </a:lnTo>
                  <a:lnTo>
                    <a:pt x="152" y="175"/>
                  </a:lnTo>
                  <a:lnTo>
                    <a:pt x="141" y="178"/>
                  </a:lnTo>
                  <a:lnTo>
                    <a:pt x="141" y="178"/>
                  </a:lnTo>
                  <a:lnTo>
                    <a:pt x="134" y="178"/>
                  </a:lnTo>
                  <a:lnTo>
                    <a:pt x="134" y="178"/>
                  </a:lnTo>
                  <a:lnTo>
                    <a:pt x="134" y="178"/>
                  </a:lnTo>
                  <a:lnTo>
                    <a:pt x="130" y="186"/>
                  </a:lnTo>
                  <a:lnTo>
                    <a:pt x="130" y="186"/>
                  </a:lnTo>
                  <a:lnTo>
                    <a:pt x="126" y="193"/>
                  </a:lnTo>
                  <a:lnTo>
                    <a:pt x="119" y="201"/>
                  </a:lnTo>
                  <a:lnTo>
                    <a:pt x="115" y="204"/>
                  </a:lnTo>
                  <a:lnTo>
                    <a:pt x="115" y="204"/>
                  </a:lnTo>
                  <a:lnTo>
                    <a:pt x="115" y="208"/>
                  </a:lnTo>
                  <a:lnTo>
                    <a:pt x="115" y="212"/>
                  </a:lnTo>
                  <a:lnTo>
                    <a:pt x="112" y="212"/>
                  </a:lnTo>
                  <a:lnTo>
                    <a:pt x="112" y="215"/>
                  </a:lnTo>
                  <a:lnTo>
                    <a:pt x="112" y="219"/>
                  </a:lnTo>
                  <a:lnTo>
                    <a:pt x="112" y="223"/>
                  </a:lnTo>
                  <a:lnTo>
                    <a:pt x="112" y="223"/>
                  </a:lnTo>
                  <a:lnTo>
                    <a:pt x="108" y="227"/>
                  </a:lnTo>
                  <a:lnTo>
                    <a:pt x="100" y="227"/>
                  </a:lnTo>
                  <a:lnTo>
                    <a:pt x="100" y="223"/>
                  </a:lnTo>
                  <a:lnTo>
                    <a:pt x="100" y="223"/>
                  </a:lnTo>
                  <a:lnTo>
                    <a:pt x="97" y="223"/>
                  </a:lnTo>
                  <a:lnTo>
                    <a:pt x="93" y="223"/>
                  </a:lnTo>
                  <a:lnTo>
                    <a:pt x="93" y="223"/>
                  </a:lnTo>
                  <a:lnTo>
                    <a:pt x="89" y="227"/>
                  </a:lnTo>
                  <a:lnTo>
                    <a:pt x="82" y="227"/>
                  </a:lnTo>
                  <a:lnTo>
                    <a:pt x="78" y="223"/>
                  </a:lnTo>
                  <a:lnTo>
                    <a:pt x="78" y="223"/>
                  </a:lnTo>
                  <a:lnTo>
                    <a:pt x="75" y="227"/>
                  </a:lnTo>
                  <a:lnTo>
                    <a:pt x="75" y="223"/>
                  </a:lnTo>
                  <a:lnTo>
                    <a:pt x="71" y="223"/>
                  </a:lnTo>
                  <a:lnTo>
                    <a:pt x="67" y="223"/>
                  </a:lnTo>
                  <a:lnTo>
                    <a:pt x="67" y="219"/>
                  </a:lnTo>
                  <a:lnTo>
                    <a:pt x="67" y="219"/>
                  </a:lnTo>
                  <a:lnTo>
                    <a:pt x="67" y="215"/>
                  </a:lnTo>
                  <a:lnTo>
                    <a:pt x="63" y="215"/>
                  </a:lnTo>
                  <a:lnTo>
                    <a:pt x="63" y="219"/>
                  </a:lnTo>
                  <a:lnTo>
                    <a:pt x="60" y="219"/>
                  </a:lnTo>
                  <a:lnTo>
                    <a:pt x="60" y="215"/>
                  </a:lnTo>
                  <a:lnTo>
                    <a:pt x="63" y="212"/>
                  </a:lnTo>
                  <a:lnTo>
                    <a:pt x="63" y="208"/>
                  </a:lnTo>
                  <a:lnTo>
                    <a:pt x="60" y="208"/>
                  </a:lnTo>
                  <a:lnTo>
                    <a:pt x="60" y="208"/>
                  </a:lnTo>
                  <a:lnTo>
                    <a:pt x="60" y="204"/>
                  </a:lnTo>
                  <a:lnTo>
                    <a:pt x="56" y="201"/>
                  </a:lnTo>
                  <a:lnTo>
                    <a:pt x="52" y="197"/>
                  </a:lnTo>
                  <a:lnTo>
                    <a:pt x="52" y="197"/>
                  </a:lnTo>
                  <a:lnTo>
                    <a:pt x="52" y="197"/>
                  </a:lnTo>
                  <a:lnTo>
                    <a:pt x="49" y="197"/>
                  </a:lnTo>
                  <a:lnTo>
                    <a:pt x="45" y="197"/>
                  </a:lnTo>
                  <a:lnTo>
                    <a:pt x="41" y="197"/>
                  </a:lnTo>
                  <a:lnTo>
                    <a:pt x="37" y="201"/>
                  </a:lnTo>
                  <a:lnTo>
                    <a:pt x="37" y="201"/>
                  </a:lnTo>
                  <a:lnTo>
                    <a:pt x="34" y="201"/>
                  </a:lnTo>
                  <a:lnTo>
                    <a:pt x="30" y="201"/>
                  </a:lnTo>
                  <a:lnTo>
                    <a:pt x="26" y="201"/>
                  </a:lnTo>
                  <a:lnTo>
                    <a:pt x="23" y="201"/>
                  </a:lnTo>
                  <a:lnTo>
                    <a:pt x="19" y="201"/>
                  </a:lnTo>
                  <a:lnTo>
                    <a:pt x="19" y="201"/>
                  </a:lnTo>
                  <a:lnTo>
                    <a:pt x="19" y="201"/>
                  </a:lnTo>
                  <a:lnTo>
                    <a:pt x="19" y="197"/>
                  </a:lnTo>
                  <a:lnTo>
                    <a:pt x="19" y="193"/>
                  </a:lnTo>
                  <a:lnTo>
                    <a:pt x="15" y="193"/>
                  </a:lnTo>
                  <a:lnTo>
                    <a:pt x="15" y="189"/>
                  </a:lnTo>
                  <a:lnTo>
                    <a:pt x="15" y="189"/>
                  </a:lnTo>
                  <a:lnTo>
                    <a:pt x="15" y="186"/>
                  </a:lnTo>
                  <a:lnTo>
                    <a:pt x="12" y="186"/>
                  </a:lnTo>
                  <a:lnTo>
                    <a:pt x="12" y="182"/>
                  </a:lnTo>
                  <a:lnTo>
                    <a:pt x="12" y="182"/>
                  </a:lnTo>
                  <a:lnTo>
                    <a:pt x="8" y="182"/>
                  </a:lnTo>
                  <a:lnTo>
                    <a:pt x="8" y="178"/>
                  </a:lnTo>
                  <a:lnTo>
                    <a:pt x="4" y="175"/>
                  </a:lnTo>
                  <a:lnTo>
                    <a:pt x="0" y="175"/>
                  </a:lnTo>
                  <a:lnTo>
                    <a:pt x="0" y="171"/>
                  </a:lnTo>
                  <a:lnTo>
                    <a:pt x="0" y="164"/>
                  </a:lnTo>
                  <a:lnTo>
                    <a:pt x="0" y="164"/>
                  </a:lnTo>
                  <a:lnTo>
                    <a:pt x="0" y="160"/>
                  </a:lnTo>
                  <a:lnTo>
                    <a:pt x="0" y="1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59" name="Freeform 117"/>
            <p:cNvSpPr/>
            <p:nvPr/>
          </p:nvSpPr>
          <p:spPr bwMode="auto">
            <a:xfrm>
              <a:off x="4188802" y="2880044"/>
              <a:ext cx="160829" cy="105504"/>
            </a:xfrm>
            <a:custGeom>
              <a:avLst/>
              <a:gdLst>
                <a:gd name="T0" fmla="*/ 0 w 125"/>
                <a:gd name="T1" fmla="*/ 67 h 82"/>
                <a:gd name="T2" fmla="*/ 0 w 125"/>
                <a:gd name="T3" fmla="*/ 60 h 82"/>
                <a:gd name="T4" fmla="*/ 3 w 125"/>
                <a:gd name="T5" fmla="*/ 56 h 82"/>
                <a:gd name="T6" fmla="*/ 3 w 125"/>
                <a:gd name="T7" fmla="*/ 52 h 82"/>
                <a:gd name="T8" fmla="*/ 14 w 125"/>
                <a:gd name="T9" fmla="*/ 41 h 82"/>
                <a:gd name="T10" fmla="*/ 18 w 125"/>
                <a:gd name="T11" fmla="*/ 34 h 82"/>
                <a:gd name="T12" fmla="*/ 22 w 125"/>
                <a:gd name="T13" fmla="*/ 26 h 82"/>
                <a:gd name="T14" fmla="*/ 29 w 125"/>
                <a:gd name="T15" fmla="*/ 26 h 82"/>
                <a:gd name="T16" fmla="*/ 40 w 125"/>
                <a:gd name="T17" fmla="*/ 23 h 82"/>
                <a:gd name="T18" fmla="*/ 48 w 125"/>
                <a:gd name="T19" fmla="*/ 15 h 82"/>
                <a:gd name="T20" fmla="*/ 66 w 125"/>
                <a:gd name="T21" fmla="*/ 4 h 82"/>
                <a:gd name="T22" fmla="*/ 77 w 125"/>
                <a:gd name="T23" fmla="*/ 0 h 82"/>
                <a:gd name="T24" fmla="*/ 88 w 125"/>
                <a:gd name="T25" fmla="*/ 0 h 82"/>
                <a:gd name="T26" fmla="*/ 92 w 125"/>
                <a:gd name="T27" fmla="*/ 4 h 82"/>
                <a:gd name="T28" fmla="*/ 92 w 125"/>
                <a:gd name="T29" fmla="*/ 8 h 82"/>
                <a:gd name="T30" fmla="*/ 88 w 125"/>
                <a:gd name="T31" fmla="*/ 15 h 82"/>
                <a:gd name="T32" fmla="*/ 103 w 125"/>
                <a:gd name="T33" fmla="*/ 30 h 82"/>
                <a:gd name="T34" fmla="*/ 118 w 125"/>
                <a:gd name="T35" fmla="*/ 34 h 82"/>
                <a:gd name="T36" fmla="*/ 118 w 125"/>
                <a:gd name="T37" fmla="*/ 34 h 82"/>
                <a:gd name="T38" fmla="*/ 122 w 125"/>
                <a:gd name="T39" fmla="*/ 37 h 82"/>
                <a:gd name="T40" fmla="*/ 122 w 125"/>
                <a:gd name="T41" fmla="*/ 45 h 82"/>
                <a:gd name="T42" fmla="*/ 125 w 125"/>
                <a:gd name="T43" fmla="*/ 49 h 82"/>
                <a:gd name="T44" fmla="*/ 118 w 125"/>
                <a:gd name="T45" fmla="*/ 52 h 82"/>
                <a:gd name="T46" fmla="*/ 111 w 125"/>
                <a:gd name="T47" fmla="*/ 52 h 82"/>
                <a:gd name="T48" fmla="*/ 107 w 125"/>
                <a:gd name="T49" fmla="*/ 56 h 82"/>
                <a:gd name="T50" fmla="*/ 107 w 125"/>
                <a:gd name="T51" fmla="*/ 63 h 82"/>
                <a:gd name="T52" fmla="*/ 100 w 125"/>
                <a:gd name="T53" fmla="*/ 63 h 82"/>
                <a:gd name="T54" fmla="*/ 81 w 125"/>
                <a:gd name="T55" fmla="*/ 60 h 82"/>
                <a:gd name="T56" fmla="*/ 81 w 125"/>
                <a:gd name="T57" fmla="*/ 60 h 82"/>
                <a:gd name="T58" fmla="*/ 74 w 125"/>
                <a:gd name="T59" fmla="*/ 63 h 82"/>
                <a:gd name="T60" fmla="*/ 59 w 125"/>
                <a:gd name="T61" fmla="*/ 63 h 82"/>
                <a:gd name="T62" fmla="*/ 44 w 125"/>
                <a:gd name="T63" fmla="*/ 63 h 82"/>
                <a:gd name="T64" fmla="*/ 40 w 125"/>
                <a:gd name="T65" fmla="*/ 67 h 82"/>
                <a:gd name="T66" fmla="*/ 40 w 125"/>
                <a:gd name="T67" fmla="*/ 75 h 82"/>
                <a:gd name="T68" fmla="*/ 44 w 125"/>
                <a:gd name="T69" fmla="*/ 82 h 82"/>
                <a:gd name="T70" fmla="*/ 37 w 125"/>
                <a:gd name="T71" fmla="*/ 78 h 82"/>
                <a:gd name="T72" fmla="*/ 33 w 125"/>
                <a:gd name="T73" fmla="*/ 82 h 82"/>
                <a:gd name="T74" fmla="*/ 22 w 125"/>
                <a:gd name="T75" fmla="*/ 78 h 82"/>
                <a:gd name="T76" fmla="*/ 18 w 125"/>
                <a:gd name="T77" fmla="*/ 75 h 82"/>
                <a:gd name="T78" fmla="*/ 14 w 125"/>
                <a:gd name="T79" fmla="*/ 75 h 82"/>
                <a:gd name="T80" fmla="*/ 7 w 125"/>
                <a:gd name="T81" fmla="*/ 71 h 82"/>
                <a:gd name="T82" fmla="*/ 0 w 125"/>
                <a:gd name="T83" fmla="*/ 7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5" h="82">
                  <a:moveTo>
                    <a:pt x="0" y="71"/>
                  </a:moveTo>
                  <a:lnTo>
                    <a:pt x="0" y="67"/>
                  </a:lnTo>
                  <a:lnTo>
                    <a:pt x="0" y="63"/>
                  </a:lnTo>
                  <a:lnTo>
                    <a:pt x="0" y="60"/>
                  </a:lnTo>
                  <a:lnTo>
                    <a:pt x="3" y="60"/>
                  </a:lnTo>
                  <a:lnTo>
                    <a:pt x="3" y="56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7" y="49"/>
                  </a:lnTo>
                  <a:lnTo>
                    <a:pt x="14" y="41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40" y="23"/>
                  </a:lnTo>
                  <a:lnTo>
                    <a:pt x="40" y="19"/>
                  </a:lnTo>
                  <a:lnTo>
                    <a:pt x="48" y="15"/>
                  </a:lnTo>
                  <a:lnTo>
                    <a:pt x="62" y="8"/>
                  </a:lnTo>
                  <a:lnTo>
                    <a:pt x="66" y="4"/>
                  </a:lnTo>
                  <a:lnTo>
                    <a:pt x="70" y="4"/>
                  </a:lnTo>
                  <a:lnTo>
                    <a:pt x="77" y="0"/>
                  </a:lnTo>
                  <a:lnTo>
                    <a:pt x="85" y="0"/>
                  </a:lnTo>
                  <a:lnTo>
                    <a:pt x="88" y="0"/>
                  </a:lnTo>
                  <a:lnTo>
                    <a:pt x="92" y="4"/>
                  </a:lnTo>
                  <a:lnTo>
                    <a:pt x="92" y="4"/>
                  </a:lnTo>
                  <a:lnTo>
                    <a:pt x="92" y="4"/>
                  </a:lnTo>
                  <a:lnTo>
                    <a:pt x="92" y="8"/>
                  </a:lnTo>
                  <a:lnTo>
                    <a:pt x="88" y="12"/>
                  </a:lnTo>
                  <a:lnTo>
                    <a:pt x="88" y="15"/>
                  </a:lnTo>
                  <a:lnTo>
                    <a:pt x="103" y="26"/>
                  </a:lnTo>
                  <a:lnTo>
                    <a:pt x="103" y="30"/>
                  </a:lnTo>
                  <a:lnTo>
                    <a:pt x="111" y="34"/>
                  </a:lnTo>
                  <a:lnTo>
                    <a:pt x="118" y="34"/>
                  </a:lnTo>
                  <a:lnTo>
                    <a:pt x="118" y="34"/>
                  </a:lnTo>
                  <a:lnTo>
                    <a:pt x="118" y="34"/>
                  </a:lnTo>
                  <a:lnTo>
                    <a:pt x="122" y="37"/>
                  </a:lnTo>
                  <a:lnTo>
                    <a:pt x="122" y="37"/>
                  </a:lnTo>
                  <a:lnTo>
                    <a:pt x="118" y="41"/>
                  </a:lnTo>
                  <a:lnTo>
                    <a:pt x="122" y="45"/>
                  </a:lnTo>
                  <a:lnTo>
                    <a:pt x="125" y="45"/>
                  </a:lnTo>
                  <a:lnTo>
                    <a:pt x="125" y="49"/>
                  </a:lnTo>
                  <a:lnTo>
                    <a:pt x="122" y="52"/>
                  </a:lnTo>
                  <a:lnTo>
                    <a:pt x="118" y="52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07" y="56"/>
                  </a:lnTo>
                  <a:lnTo>
                    <a:pt x="107" y="56"/>
                  </a:lnTo>
                  <a:lnTo>
                    <a:pt x="103" y="60"/>
                  </a:lnTo>
                  <a:lnTo>
                    <a:pt x="107" y="63"/>
                  </a:lnTo>
                  <a:lnTo>
                    <a:pt x="100" y="63"/>
                  </a:lnTo>
                  <a:lnTo>
                    <a:pt x="100" y="63"/>
                  </a:lnTo>
                  <a:lnTo>
                    <a:pt x="85" y="60"/>
                  </a:lnTo>
                  <a:lnTo>
                    <a:pt x="81" y="60"/>
                  </a:lnTo>
                  <a:lnTo>
                    <a:pt x="81" y="60"/>
                  </a:lnTo>
                  <a:lnTo>
                    <a:pt x="81" y="60"/>
                  </a:lnTo>
                  <a:lnTo>
                    <a:pt x="77" y="63"/>
                  </a:lnTo>
                  <a:lnTo>
                    <a:pt x="74" y="63"/>
                  </a:lnTo>
                  <a:lnTo>
                    <a:pt x="66" y="63"/>
                  </a:lnTo>
                  <a:lnTo>
                    <a:pt x="59" y="63"/>
                  </a:lnTo>
                  <a:lnTo>
                    <a:pt x="59" y="63"/>
                  </a:lnTo>
                  <a:lnTo>
                    <a:pt x="44" y="63"/>
                  </a:lnTo>
                  <a:lnTo>
                    <a:pt x="40" y="63"/>
                  </a:lnTo>
                  <a:lnTo>
                    <a:pt x="40" y="67"/>
                  </a:lnTo>
                  <a:lnTo>
                    <a:pt x="40" y="71"/>
                  </a:lnTo>
                  <a:lnTo>
                    <a:pt x="40" y="75"/>
                  </a:lnTo>
                  <a:lnTo>
                    <a:pt x="44" y="78"/>
                  </a:lnTo>
                  <a:lnTo>
                    <a:pt x="44" y="82"/>
                  </a:lnTo>
                  <a:lnTo>
                    <a:pt x="40" y="82"/>
                  </a:lnTo>
                  <a:lnTo>
                    <a:pt x="37" y="78"/>
                  </a:lnTo>
                  <a:lnTo>
                    <a:pt x="37" y="78"/>
                  </a:lnTo>
                  <a:lnTo>
                    <a:pt x="33" y="82"/>
                  </a:lnTo>
                  <a:lnTo>
                    <a:pt x="29" y="82"/>
                  </a:lnTo>
                  <a:lnTo>
                    <a:pt x="22" y="78"/>
                  </a:lnTo>
                  <a:lnTo>
                    <a:pt x="22" y="78"/>
                  </a:lnTo>
                  <a:lnTo>
                    <a:pt x="18" y="75"/>
                  </a:lnTo>
                  <a:lnTo>
                    <a:pt x="14" y="75"/>
                  </a:lnTo>
                  <a:lnTo>
                    <a:pt x="14" y="75"/>
                  </a:lnTo>
                  <a:lnTo>
                    <a:pt x="11" y="75"/>
                  </a:lnTo>
                  <a:lnTo>
                    <a:pt x="7" y="71"/>
                  </a:lnTo>
                  <a:lnTo>
                    <a:pt x="0" y="67"/>
                  </a:lnTo>
                  <a:lnTo>
                    <a:pt x="0" y="7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0" name="Freeform 118"/>
            <p:cNvSpPr/>
            <p:nvPr/>
          </p:nvSpPr>
          <p:spPr bwMode="auto">
            <a:xfrm>
              <a:off x="3931478" y="2851738"/>
              <a:ext cx="137670" cy="91351"/>
            </a:xfrm>
            <a:custGeom>
              <a:avLst/>
              <a:gdLst>
                <a:gd name="T0" fmla="*/ 18 w 107"/>
                <a:gd name="T1" fmla="*/ 8 h 71"/>
                <a:gd name="T2" fmla="*/ 26 w 107"/>
                <a:gd name="T3" fmla="*/ 4 h 71"/>
                <a:gd name="T4" fmla="*/ 40 w 107"/>
                <a:gd name="T5" fmla="*/ 0 h 71"/>
                <a:gd name="T6" fmla="*/ 51 w 107"/>
                <a:gd name="T7" fmla="*/ 0 h 71"/>
                <a:gd name="T8" fmla="*/ 59 w 107"/>
                <a:gd name="T9" fmla="*/ 8 h 71"/>
                <a:gd name="T10" fmla="*/ 63 w 107"/>
                <a:gd name="T11" fmla="*/ 8 h 71"/>
                <a:gd name="T12" fmla="*/ 66 w 107"/>
                <a:gd name="T13" fmla="*/ 8 h 71"/>
                <a:gd name="T14" fmla="*/ 70 w 107"/>
                <a:gd name="T15" fmla="*/ 8 h 71"/>
                <a:gd name="T16" fmla="*/ 74 w 107"/>
                <a:gd name="T17" fmla="*/ 15 h 71"/>
                <a:gd name="T18" fmla="*/ 77 w 107"/>
                <a:gd name="T19" fmla="*/ 19 h 71"/>
                <a:gd name="T20" fmla="*/ 81 w 107"/>
                <a:gd name="T21" fmla="*/ 22 h 71"/>
                <a:gd name="T22" fmla="*/ 88 w 107"/>
                <a:gd name="T23" fmla="*/ 30 h 71"/>
                <a:gd name="T24" fmla="*/ 88 w 107"/>
                <a:gd name="T25" fmla="*/ 34 h 71"/>
                <a:gd name="T26" fmla="*/ 88 w 107"/>
                <a:gd name="T27" fmla="*/ 41 h 71"/>
                <a:gd name="T28" fmla="*/ 92 w 107"/>
                <a:gd name="T29" fmla="*/ 45 h 71"/>
                <a:gd name="T30" fmla="*/ 96 w 107"/>
                <a:gd name="T31" fmla="*/ 52 h 71"/>
                <a:gd name="T32" fmla="*/ 100 w 107"/>
                <a:gd name="T33" fmla="*/ 52 h 71"/>
                <a:gd name="T34" fmla="*/ 103 w 107"/>
                <a:gd name="T35" fmla="*/ 56 h 71"/>
                <a:gd name="T36" fmla="*/ 103 w 107"/>
                <a:gd name="T37" fmla="*/ 59 h 71"/>
                <a:gd name="T38" fmla="*/ 107 w 107"/>
                <a:gd name="T39" fmla="*/ 63 h 71"/>
                <a:gd name="T40" fmla="*/ 107 w 107"/>
                <a:gd name="T41" fmla="*/ 71 h 71"/>
                <a:gd name="T42" fmla="*/ 103 w 107"/>
                <a:gd name="T43" fmla="*/ 67 h 71"/>
                <a:gd name="T44" fmla="*/ 96 w 107"/>
                <a:gd name="T45" fmla="*/ 63 h 71"/>
                <a:gd name="T46" fmla="*/ 88 w 107"/>
                <a:gd name="T47" fmla="*/ 63 h 71"/>
                <a:gd name="T48" fmla="*/ 81 w 107"/>
                <a:gd name="T49" fmla="*/ 63 h 71"/>
                <a:gd name="T50" fmla="*/ 63 w 107"/>
                <a:gd name="T51" fmla="*/ 59 h 71"/>
                <a:gd name="T52" fmla="*/ 63 w 107"/>
                <a:gd name="T53" fmla="*/ 59 h 71"/>
                <a:gd name="T54" fmla="*/ 40 w 107"/>
                <a:gd name="T55" fmla="*/ 59 h 71"/>
                <a:gd name="T56" fmla="*/ 33 w 107"/>
                <a:gd name="T57" fmla="*/ 63 h 71"/>
                <a:gd name="T58" fmla="*/ 18 w 107"/>
                <a:gd name="T59" fmla="*/ 67 h 71"/>
                <a:gd name="T60" fmla="*/ 14 w 107"/>
                <a:gd name="T61" fmla="*/ 63 h 71"/>
                <a:gd name="T62" fmla="*/ 14 w 107"/>
                <a:gd name="T63" fmla="*/ 63 h 71"/>
                <a:gd name="T64" fmla="*/ 18 w 107"/>
                <a:gd name="T65" fmla="*/ 59 h 71"/>
                <a:gd name="T66" fmla="*/ 11 w 107"/>
                <a:gd name="T67" fmla="*/ 59 h 71"/>
                <a:gd name="T68" fmla="*/ 11 w 107"/>
                <a:gd name="T69" fmla="*/ 59 h 71"/>
                <a:gd name="T70" fmla="*/ 14 w 107"/>
                <a:gd name="T71" fmla="*/ 52 h 71"/>
                <a:gd name="T72" fmla="*/ 26 w 107"/>
                <a:gd name="T73" fmla="*/ 48 h 71"/>
                <a:gd name="T74" fmla="*/ 33 w 107"/>
                <a:gd name="T75" fmla="*/ 48 h 71"/>
                <a:gd name="T76" fmla="*/ 37 w 107"/>
                <a:gd name="T77" fmla="*/ 48 h 71"/>
                <a:gd name="T78" fmla="*/ 40 w 107"/>
                <a:gd name="T79" fmla="*/ 45 h 71"/>
                <a:gd name="T80" fmla="*/ 48 w 107"/>
                <a:gd name="T81" fmla="*/ 48 h 71"/>
                <a:gd name="T82" fmla="*/ 55 w 107"/>
                <a:gd name="T83" fmla="*/ 52 h 71"/>
                <a:gd name="T84" fmla="*/ 63 w 107"/>
                <a:gd name="T85" fmla="*/ 48 h 71"/>
                <a:gd name="T86" fmla="*/ 59 w 107"/>
                <a:gd name="T87" fmla="*/ 48 h 71"/>
                <a:gd name="T88" fmla="*/ 48 w 107"/>
                <a:gd name="T89" fmla="*/ 45 h 71"/>
                <a:gd name="T90" fmla="*/ 40 w 107"/>
                <a:gd name="T91" fmla="*/ 41 h 71"/>
                <a:gd name="T92" fmla="*/ 33 w 107"/>
                <a:gd name="T93" fmla="*/ 41 h 71"/>
                <a:gd name="T94" fmla="*/ 22 w 107"/>
                <a:gd name="T95" fmla="*/ 45 h 71"/>
                <a:gd name="T96" fmla="*/ 14 w 107"/>
                <a:gd name="T97" fmla="*/ 48 h 71"/>
                <a:gd name="T98" fmla="*/ 14 w 107"/>
                <a:gd name="T99" fmla="*/ 45 h 71"/>
                <a:gd name="T100" fmla="*/ 14 w 107"/>
                <a:gd name="T101" fmla="*/ 41 h 71"/>
                <a:gd name="T102" fmla="*/ 11 w 107"/>
                <a:gd name="T103" fmla="*/ 37 h 71"/>
                <a:gd name="T104" fmla="*/ 0 w 107"/>
                <a:gd name="T105" fmla="*/ 30 h 71"/>
                <a:gd name="T106" fmla="*/ 14 w 107"/>
                <a:gd name="T107" fmla="*/ 1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7" h="71">
                  <a:moveTo>
                    <a:pt x="14" y="8"/>
                  </a:moveTo>
                  <a:lnTo>
                    <a:pt x="18" y="8"/>
                  </a:lnTo>
                  <a:lnTo>
                    <a:pt x="22" y="8"/>
                  </a:lnTo>
                  <a:lnTo>
                    <a:pt x="26" y="4"/>
                  </a:lnTo>
                  <a:lnTo>
                    <a:pt x="33" y="0"/>
                  </a:lnTo>
                  <a:lnTo>
                    <a:pt x="40" y="0"/>
                  </a:lnTo>
                  <a:lnTo>
                    <a:pt x="44" y="0"/>
                  </a:lnTo>
                  <a:lnTo>
                    <a:pt x="51" y="0"/>
                  </a:lnTo>
                  <a:lnTo>
                    <a:pt x="55" y="4"/>
                  </a:lnTo>
                  <a:lnTo>
                    <a:pt x="59" y="8"/>
                  </a:lnTo>
                  <a:lnTo>
                    <a:pt x="59" y="8"/>
                  </a:lnTo>
                  <a:lnTo>
                    <a:pt x="63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70" y="11"/>
                  </a:lnTo>
                  <a:lnTo>
                    <a:pt x="74" y="15"/>
                  </a:lnTo>
                  <a:lnTo>
                    <a:pt x="74" y="19"/>
                  </a:lnTo>
                  <a:lnTo>
                    <a:pt x="77" y="19"/>
                  </a:lnTo>
                  <a:lnTo>
                    <a:pt x="77" y="22"/>
                  </a:lnTo>
                  <a:lnTo>
                    <a:pt x="81" y="22"/>
                  </a:lnTo>
                  <a:lnTo>
                    <a:pt x="85" y="26"/>
                  </a:lnTo>
                  <a:lnTo>
                    <a:pt x="88" y="30"/>
                  </a:lnTo>
                  <a:lnTo>
                    <a:pt x="88" y="30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41"/>
                  </a:lnTo>
                  <a:lnTo>
                    <a:pt x="88" y="45"/>
                  </a:lnTo>
                  <a:lnTo>
                    <a:pt x="92" y="45"/>
                  </a:lnTo>
                  <a:lnTo>
                    <a:pt x="96" y="48"/>
                  </a:lnTo>
                  <a:lnTo>
                    <a:pt x="96" y="52"/>
                  </a:lnTo>
                  <a:lnTo>
                    <a:pt x="100" y="52"/>
                  </a:lnTo>
                  <a:lnTo>
                    <a:pt x="100" y="52"/>
                  </a:lnTo>
                  <a:lnTo>
                    <a:pt x="100" y="56"/>
                  </a:lnTo>
                  <a:lnTo>
                    <a:pt x="103" y="56"/>
                  </a:lnTo>
                  <a:lnTo>
                    <a:pt x="103" y="59"/>
                  </a:lnTo>
                  <a:lnTo>
                    <a:pt x="103" y="59"/>
                  </a:lnTo>
                  <a:lnTo>
                    <a:pt x="103" y="63"/>
                  </a:lnTo>
                  <a:lnTo>
                    <a:pt x="107" y="63"/>
                  </a:lnTo>
                  <a:lnTo>
                    <a:pt x="107" y="67"/>
                  </a:lnTo>
                  <a:lnTo>
                    <a:pt x="107" y="71"/>
                  </a:lnTo>
                  <a:lnTo>
                    <a:pt x="107" y="67"/>
                  </a:lnTo>
                  <a:lnTo>
                    <a:pt x="103" y="67"/>
                  </a:lnTo>
                  <a:lnTo>
                    <a:pt x="100" y="67"/>
                  </a:lnTo>
                  <a:lnTo>
                    <a:pt x="96" y="63"/>
                  </a:lnTo>
                  <a:lnTo>
                    <a:pt x="96" y="67"/>
                  </a:lnTo>
                  <a:lnTo>
                    <a:pt x="88" y="63"/>
                  </a:lnTo>
                  <a:lnTo>
                    <a:pt x="85" y="63"/>
                  </a:lnTo>
                  <a:lnTo>
                    <a:pt x="81" y="63"/>
                  </a:lnTo>
                  <a:lnTo>
                    <a:pt x="74" y="59"/>
                  </a:lnTo>
                  <a:lnTo>
                    <a:pt x="63" y="59"/>
                  </a:lnTo>
                  <a:lnTo>
                    <a:pt x="63" y="59"/>
                  </a:lnTo>
                  <a:lnTo>
                    <a:pt x="63" y="59"/>
                  </a:lnTo>
                  <a:lnTo>
                    <a:pt x="55" y="59"/>
                  </a:lnTo>
                  <a:lnTo>
                    <a:pt x="40" y="59"/>
                  </a:lnTo>
                  <a:lnTo>
                    <a:pt x="37" y="59"/>
                  </a:lnTo>
                  <a:lnTo>
                    <a:pt x="33" y="63"/>
                  </a:lnTo>
                  <a:lnTo>
                    <a:pt x="22" y="63"/>
                  </a:lnTo>
                  <a:lnTo>
                    <a:pt x="18" y="67"/>
                  </a:lnTo>
                  <a:lnTo>
                    <a:pt x="14" y="67"/>
                  </a:lnTo>
                  <a:lnTo>
                    <a:pt x="14" y="63"/>
                  </a:lnTo>
                  <a:lnTo>
                    <a:pt x="11" y="59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8" y="59"/>
                  </a:lnTo>
                  <a:lnTo>
                    <a:pt x="14" y="59"/>
                  </a:lnTo>
                  <a:lnTo>
                    <a:pt x="11" y="59"/>
                  </a:lnTo>
                  <a:lnTo>
                    <a:pt x="11" y="59"/>
                  </a:lnTo>
                  <a:lnTo>
                    <a:pt x="11" y="59"/>
                  </a:lnTo>
                  <a:lnTo>
                    <a:pt x="11" y="56"/>
                  </a:lnTo>
                  <a:lnTo>
                    <a:pt x="14" y="52"/>
                  </a:lnTo>
                  <a:lnTo>
                    <a:pt x="22" y="52"/>
                  </a:lnTo>
                  <a:lnTo>
                    <a:pt x="26" y="48"/>
                  </a:lnTo>
                  <a:lnTo>
                    <a:pt x="29" y="48"/>
                  </a:lnTo>
                  <a:lnTo>
                    <a:pt x="33" y="48"/>
                  </a:lnTo>
                  <a:lnTo>
                    <a:pt x="33" y="48"/>
                  </a:lnTo>
                  <a:lnTo>
                    <a:pt x="37" y="48"/>
                  </a:lnTo>
                  <a:lnTo>
                    <a:pt x="37" y="48"/>
                  </a:lnTo>
                  <a:lnTo>
                    <a:pt x="40" y="45"/>
                  </a:lnTo>
                  <a:lnTo>
                    <a:pt x="44" y="48"/>
                  </a:lnTo>
                  <a:lnTo>
                    <a:pt x="48" y="48"/>
                  </a:lnTo>
                  <a:lnTo>
                    <a:pt x="51" y="48"/>
                  </a:lnTo>
                  <a:lnTo>
                    <a:pt x="55" y="52"/>
                  </a:lnTo>
                  <a:lnTo>
                    <a:pt x="59" y="52"/>
                  </a:lnTo>
                  <a:lnTo>
                    <a:pt x="63" y="48"/>
                  </a:lnTo>
                  <a:lnTo>
                    <a:pt x="59" y="48"/>
                  </a:lnTo>
                  <a:lnTo>
                    <a:pt x="59" y="48"/>
                  </a:lnTo>
                  <a:lnTo>
                    <a:pt x="51" y="45"/>
                  </a:lnTo>
                  <a:lnTo>
                    <a:pt x="48" y="45"/>
                  </a:lnTo>
                  <a:lnTo>
                    <a:pt x="44" y="41"/>
                  </a:lnTo>
                  <a:lnTo>
                    <a:pt x="40" y="41"/>
                  </a:lnTo>
                  <a:lnTo>
                    <a:pt x="37" y="41"/>
                  </a:lnTo>
                  <a:lnTo>
                    <a:pt x="33" y="41"/>
                  </a:lnTo>
                  <a:lnTo>
                    <a:pt x="26" y="45"/>
                  </a:lnTo>
                  <a:lnTo>
                    <a:pt x="22" y="45"/>
                  </a:lnTo>
                  <a:lnTo>
                    <a:pt x="22" y="48"/>
                  </a:lnTo>
                  <a:lnTo>
                    <a:pt x="14" y="48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11" y="41"/>
                  </a:lnTo>
                  <a:lnTo>
                    <a:pt x="14" y="41"/>
                  </a:lnTo>
                  <a:lnTo>
                    <a:pt x="14" y="37"/>
                  </a:lnTo>
                  <a:lnTo>
                    <a:pt x="11" y="37"/>
                  </a:lnTo>
                  <a:lnTo>
                    <a:pt x="7" y="34"/>
                  </a:lnTo>
                  <a:lnTo>
                    <a:pt x="0" y="30"/>
                  </a:lnTo>
                  <a:lnTo>
                    <a:pt x="11" y="19"/>
                  </a:lnTo>
                  <a:lnTo>
                    <a:pt x="14" y="11"/>
                  </a:lnTo>
                  <a:lnTo>
                    <a:pt x="14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1" name="Freeform 119"/>
            <p:cNvSpPr/>
            <p:nvPr/>
          </p:nvSpPr>
          <p:spPr bwMode="auto">
            <a:xfrm>
              <a:off x="3945629" y="2904490"/>
              <a:ext cx="66905" cy="19300"/>
            </a:xfrm>
            <a:custGeom>
              <a:avLst/>
              <a:gdLst>
                <a:gd name="T0" fmla="*/ 0 w 52"/>
                <a:gd name="T1" fmla="*/ 15 h 15"/>
                <a:gd name="T2" fmla="*/ 3 w 52"/>
                <a:gd name="T3" fmla="*/ 11 h 15"/>
                <a:gd name="T4" fmla="*/ 11 w 52"/>
                <a:gd name="T5" fmla="*/ 11 h 15"/>
                <a:gd name="T6" fmla="*/ 15 w 52"/>
                <a:gd name="T7" fmla="*/ 7 h 15"/>
                <a:gd name="T8" fmla="*/ 18 w 52"/>
                <a:gd name="T9" fmla="*/ 7 h 15"/>
                <a:gd name="T10" fmla="*/ 22 w 52"/>
                <a:gd name="T11" fmla="*/ 7 h 15"/>
                <a:gd name="T12" fmla="*/ 22 w 52"/>
                <a:gd name="T13" fmla="*/ 7 h 15"/>
                <a:gd name="T14" fmla="*/ 26 w 52"/>
                <a:gd name="T15" fmla="*/ 7 h 15"/>
                <a:gd name="T16" fmla="*/ 26 w 52"/>
                <a:gd name="T17" fmla="*/ 7 h 15"/>
                <a:gd name="T18" fmla="*/ 29 w 52"/>
                <a:gd name="T19" fmla="*/ 4 h 15"/>
                <a:gd name="T20" fmla="*/ 33 w 52"/>
                <a:gd name="T21" fmla="*/ 7 h 15"/>
                <a:gd name="T22" fmla="*/ 37 w 52"/>
                <a:gd name="T23" fmla="*/ 7 h 15"/>
                <a:gd name="T24" fmla="*/ 40 w 52"/>
                <a:gd name="T25" fmla="*/ 7 h 15"/>
                <a:gd name="T26" fmla="*/ 44 w 52"/>
                <a:gd name="T27" fmla="*/ 11 h 15"/>
                <a:gd name="T28" fmla="*/ 48 w 52"/>
                <a:gd name="T29" fmla="*/ 11 h 15"/>
                <a:gd name="T30" fmla="*/ 52 w 52"/>
                <a:gd name="T31" fmla="*/ 7 h 15"/>
                <a:gd name="T32" fmla="*/ 48 w 52"/>
                <a:gd name="T33" fmla="*/ 7 h 15"/>
                <a:gd name="T34" fmla="*/ 48 w 52"/>
                <a:gd name="T35" fmla="*/ 7 h 15"/>
                <a:gd name="T36" fmla="*/ 40 w 52"/>
                <a:gd name="T37" fmla="*/ 4 h 15"/>
                <a:gd name="T38" fmla="*/ 37 w 52"/>
                <a:gd name="T39" fmla="*/ 4 h 15"/>
                <a:gd name="T40" fmla="*/ 33 w 52"/>
                <a:gd name="T41" fmla="*/ 0 h 15"/>
                <a:gd name="T42" fmla="*/ 29 w 52"/>
                <a:gd name="T43" fmla="*/ 0 h 15"/>
                <a:gd name="T44" fmla="*/ 26 w 52"/>
                <a:gd name="T45" fmla="*/ 0 h 15"/>
                <a:gd name="T46" fmla="*/ 22 w 52"/>
                <a:gd name="T47" fmla="*/ 0 h 15"/>
                <a:gd name="T48" fmla="*/ 15 w 52"/>
                <a:gd name="T49" fmla="*/ 4 h 15"/>
                <a:gd name="T50" fmla="*/ 11 w 52"/>
                <a:gd name="T51" fmla="*/ 4 h 15"/>
                <a:gd name="T52" fmla="*/ 11 w 52"/>
                <a:gd name="T53" fmla="*/ 7 h 15"/>
                <a:gd name="T54" fmla="*/ 3 w 52"/>
                <a:gd name="T55" fmla="*/ 7 h 15"/>
                <a:gd name="T56" fmla="*/ 3 w 52"/>
                <a:gd name="T57" fmla="*/ 7 h 15"/>
                <a:gd name="T58" fmla="*/ 7 w 52"/>
                <a:gd name="T59" fmla="*/ 11 h 15"/>
                <a:gd name="T60" fmla="*/ 11 w 52"/>
                <a:gd name="T61" fmla="*/ 7 h 15"/>
                <a:gd name="T62" fmla="*/ 7 w 52"/>
                <a:gd name="T63" fmla="*/ 11 h 15"/>
                <a:gd name="T64" fmla="*/ 3 w 52"/>
                <a:gd name="T65" fmla="*/ 11 h 15"/>
                <a:gd name="T66" fmla="*/ 0 w 52"/>
                <a:gd name="T67" fmla="*/ 7 h 15"/>
                <a:gd name="T68" fmla="*/ 0 w 52"/>
                <a:gd name="T69" fmla="*/ 11 h 15"/>
                <a:gd name="T70" fmla="*/ 0 w 52"/>
                <a:gd name="T71" fmla="*/ 11 h 15"/>
                <a:gd name="T72" fmla="*/ 0 w 52"/>
                <a:gd name="T7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2" h="15">
                  <a:moveTo>
                    <a:pt x="0" y="15"/>
                  </a:moveTo>
                  <a:lnTo>
                    <a:pt x="3" y="11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18" y="7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9" y="4"/>
                  </a:lnTo>
                  <a:lnTo>
                    <a:pt x="33" y="7"/>
                  </a:lnTo>
                  <a:lnTo>
                    <a:pt x="37" y="7"/>
                  </a:lnTo>
                  <a:lnTo>
                    <a:pt x="40" y="7"/>
                  </a:lnTo>
                  <a:lnTo>
                    <a:pt x="44" y="11"/>
                  </a:lnTo>
                  <a:lnTo>
                    <a:pt x="48" y="11"/>
                  </a:lnTo>
                  <a:lnTo>
                    <a:pt x="52" y="7"/>
                  </a:lnTo>
                  <a:lnTo>
                    <a:pt x="48" y="7"/>
                  </a:lnTo>
                  <a:lnTo>
                    <a:pt x="48" y="7"/>
                  </a:lnTo>
                  <a:lnTo>
                    <a:pt x="40" y="4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5" y="4"/>
                  </a:lnTo>
                  <a:lnTo>
                    <a:pt x="11" y="4"/>
                  </a:lnTo>
                  <a:lnTo>
                    <a:pt x="11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7" y="11"/>
                  </a:lnTo>
                  <a:lnTo>
                    <a:pt x="11" y="7"/>
                  </a:lnTo>
                  <a:lnTo>
                    <a:pt x="7" y="11"/>
                  </a:lnTo>
                  <a:lnTo>
                    <a:pt x="3" y="11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2" name="Freeform 120"/>
            <p:cNvSpPr/>
            <p:nvPr/>
          </p:nvSpPr>
          <p:spPr bwMode="auto">
            <a:xfrm>
              <a:off x="3949489" y="2927649"/>
              <a:ext cx="63045" cy="33452"/>
            </a:xfrm>
            <a:custGeom>
              <a:avLst/>
              <a:gdLst>
                <a:gd name="T0" fmla="*/ 0 w 49"/>
                <a:gd name="T1" fmla="*/ 8 h 26"/>
                <a:gd name="T2" fmla="*/ 4 w 49"/>
                <a:gd name="T3" fmla="*/ 8 h 26"/>
                <a:gd name="T4" fmla="*/ 8 w 49"/>
                <a:gd name="T5" fmla="*/ 4 h 26"/>
                <a:gd name="T6" fmla="*/ 19 w 49"/>
                <a:gd name="T7" fmla="*/ 4 h 26"/>
                <a:gd name="T8" fmla="*/ 23 w 49"/>
                <a:gd name="T9" fmla="*/ 0 h 26"/>
                <a:gd name="T10" fmla="*/ 26 w 49"/>
                <a:gd name="T11" fmla="*/ 0 h 26"/>
                <a:gd name="T12" fmla="*/ 41 w 49"/>
                <a:gd name="T13" fmla="*/ 0 h 26"/>
                <a:gd name="T14" fmla="*/ 49 w 49"/>
                <a:gd name="T15" fmla="*/ 0 h 26"/>
                <a:gd name="T16" fmla="*/ 49 w 49"/>
                <a:gd name="T17" fmla="*/ 4 h 26"/>
                <a:gd name="T18" fmla="*/ 49 w 49"/>
                <a:gd name="T19" fmla="*/ 8 h 26"/>
                <a:gd name="T20" fmla="*/ 49 w 49"/>
                <a:gd name="T21" fmla="*/ 12 h 26"/>
                <a:gd name="T22" fmla="*/ 49 w 49"/>
                <a:gd name="T23" fmla="*/ 15 h 26"/>
                <a:gd name="T24" fmla="*/ 49 w 49"/>
                <a:gd name="T25" fmla="*/ 19 h 26"/>
                <a:gd name="T26" fmla="*/ 45 w 49"/>
                <a:gd name="T27" fmla="*/ 19 h 26"/>
                <a:gd name="T28" fmla="*/ 41 w 49"/>
                <a:gd name="T29" fmla="*/ 19 h 26"/>
                <a:gd name="T30" fmla="*/ 37 w 49"/>
                <a:gd name="T31" fmla="*/ 23 h 26"/>
                <a:gd name="T32" fmla="*/ 34 w 49"/>
                <a:gd name="T33" fmla="*/ 23 h 26"/>
                <a:gd name="T34" fmla="*/ 30 w 49"/>
                <a:gd name="T35" fmla="*/ 26 h 26"/>
                <a:gd name="T36" fmla="*/ 26 w 49"/>
                <a:gd name="T37" fmla="*/ 26 h 26"/>
                <a:gd name="T38" fmla="*/ 26 w 49"/>
                <a:gd name="T39" fmla="*/ 26 h 26"/>
                <a:gd name="T40" fmla="*/ 26 w 49"/>
                <a:gd name="T41" fmla="*/ 23 h 26"/>
                <a:gd name="T42" fmla="*/ 19 w 49"/>
                <a:gd name="T43" fmla="*/ 26 h 26"/>
                <a:gd name="T44" fmla="*/ 23 w 49"/>
                <a:gd name="T45" fmla="*/ 23 h 26"/>
                <a:gd name="T46" fmla="*/ 23 w 49"/>
                <a:gd name="T47" fmla="*/ 23 h 26"/>
                <a:gd name="T48" fmla="*/ 23 w 49"/>
                <a:gd name="T49" fmla="*/ 19 h 26"/>
                <a:gd name="T50" fmla="*/ 19 w 49"/>
                <a:gd name="T51" fmla="*/ 19 h 26"/>
                <a:gd name="T52" fmla="*/ 19 w 49"/>
                <a:gd name="T53" fmla="*/ 19 h 26"/>
                <a:gd name="T54" fmla="*/ 15 w 49"/>
                <a:gd name="T55" fmla="*/ 15 h 26"/>
                <a:gd name="T56" fmla="*/ 26 w 49"/>
                <a:gd name="T57" fmla="*/ 15 h 26"/>
                <a:gd name="T58" fmla="*/ 26 w 49"/>
                <a:gd name="T59" fmla="*/ 15 h 26"/>
                <a:gd name="T60" fmla="*/ 23 w 49"/>
                <a:gd name="T61" fmla="*/ 15 h 26"/>
                <a:gd name="T62" fmla="*/ 19 w 49"/>
                <a:gd name="T63" fmla="*/ 15 h 26"/>
                <a:gd name="T64" fmla="*/ 15 w 49"/>
                <a:gd name="T65" fmla="*/ 15 h 26"/>
                <a:gd name="T66" fmla="*/ 12 w 49"/>
                <a:gd name="T67" fmla="*/ 15 h 26"/>
                <a:gd name="T68" fmla="*/ 12 w 49"/>
                <a:gd name="T69" fmla="*/ 15 h 26"/>
                <a:gd name="T70" fmla="*/ 8 w 49"/>
                <a:gd name="T71" fmla="*/ 15 h 26"/>
                <a:gd name="T72" fmla="*/ 4 w 49"/>
                <a:gd name="T73" fmla="*/ 12 h 26"/>
                <a:gd name="T74" fmla="*/ 8 w 49"/>
                <a:gd name="T75" fmla="*/ 8 h 26"/>
                <a:gd name="T76" fmla="*/ 4 w 49"/>
                <a:gd name="T77" fmla="*/ 8 h 26"/>
                <a:gd name="T78" fmla="*/ 0 w 49"/>
                <a:gd name="T79" fmla="*/ 8 h 26"/>
                <a:gd name="T80" fmla="*/ 0 w 49"/>
                <a:gd name="T81" fmla="*/ 8 h 26"/>
                <a:gd name="T82" fmla="*/ 0 w 49"/>
                <a:gd name="T83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9" h="26">
                  <a:moveTo>
                    <a:pt x="0" y="8"/>
                  </a:moveTo>
                  <a:lnTo>
                    <a:pt x="4" y="8"/>
                  </a:lnTo>
                  <a:lnTo>
                    <a:pt x="8" y="4"/>
                  </a:lnTo>
                  <a:lnTo>
                    <a:pt x="19" y="4"/>
                  </a:lnTo>
                  <a:lnTo>
                    <a:pt x="23" y="0"/>
                  </a:lnTo>
                  <a:lnTo>
                    <a:pt x="26" y="0"/>
                  </a:lnTo>
                  <a:lnTo>
                    <a:pt x="41" y="0"/>
                  </a:lnTo>
                  <a:lnTo>
                    <a:pt x="49" y="0"/>
                  </a:lnTo>
                  <a:lnTo>
                    <a:pt x="49" y="4"/>
                  </a:lnTo>
                  <a:lnTo>
                    <a:pt x="49" y="8"/>
                  </a:lnTo>
                  <a:lnTo>
                    <a:pt x="49" y="12"/>
                  </a:lnTo>
                  <a:lnTo>
                    <a:pt x="49" y="15"/>
                  </a:lnTo>
                  <a:lnTo>
                    <a:pt x="49" y="19"/>
                  </a:lnTo>
                  <a:lnTo>
                    <a:pt x="45" y="19"/>
                  </a:lnTo>
                  <a:lnTo>
                    <a:pt x="41" y="19"/>
                  </a:lnTo>
                  <a:lnTo>
                    <a:pt x="37" y="23"/>
                  </a:lnTo>
                  <a:lnTo>
                    <a:pt x="34" y="23"/>
                  </a:lnTo>
                  <a:lnTo>
                    <a:pt x="30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3"/>
                  </a:lnTo>
                  <a:lnTo>
                    <a:pt x="19" y="26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19"/>
                  </a:lnTo>
                  <a:lnTo>
                    <a:pt x="19" y="19"/>
                  </a:lnTo>
                  <a:lnTo>
                    <a:pt x="19" y="19"/>
                  </a:lnTo>
                  <a:lnTo>
                    <a:pt x="15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3" y="15"/>
                  </a:lnTo>
                  <a:lnTo>
                    <a:pt x="19" y="15"/>
                  </a:lnTo>
                  <a:lnTo>
                    <a:pt x="15" y="15"/>
                  </a:lnTo>
                  <a:lnTo>
                    <a:pt x="12" y="15"/>
                  </a:lnTo>
                  <a:lnTo>
                    <a:pt x="12" y="15"/>
                  </a:lnTo>
                  <a:lnTo>
                    <a:pt x="8" y="15"/>
                  </a:lnTo>
                  <a:lnTo>
                    <a:pt x="4" y="12"/>
                  </a:lnTo>
                  <a:lnTo>
                    <a:pt x="8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3" name="Freeform 121"/>
            <p:cNvSpPr/>
            <p:nvPr/>
          </p:nvSpPr>
          <p:spPr bwMode="auto">
            <a:xfrm>
              <a:off x="3988089" y="2927649"/>
              <a:ext cx="153109" cy="133810"/>
            </a:xfrm>
            <a:custGeom>
              <a:avLst/>
              <a:gdLst>
                <a:gd name="T0" fmla="*/ 4 w 119"/>
                <a:gd name="T1" fmla="*/ 23 h 104"/>
                <a:gd name="T2" fmla="*/ 11 w 119"/>
                <a:gd name="T3" fmla="*/ 19 h 104"/>
                <a:gd name="T4" fmla="*/ 19 w 119"/>
                <a:gd name="T5" fmla="*/ 19 h 104"/>
                <a:gd name="T6" fmla="*/ 19 w 119"/>
                <a:gd name="T7" fmla="*/ 12 h 104"/>
                <a:gd name="T8" fmla="*/ 19 w 119"/>
                <a:gd name="T9" fmla="*/ 4 h 104"/>
                <a:gd name="T10" fmla="*/ 19 w 119"/>
                <a:gd name="T11" fmla="*/ 0 h 104"/>
                <a:gd name="T12" fmla="*/ 37 w 119"/>
                <a:gd name="T13" fmla="*/ 4 h 104"/>
                <a:gd name="T14" fmla="*/ 44 w 119"/>
                <a:gd name="T15" fmla="*/ 4 h 104"/>
                <a:gd name="T16" fmla="*/ 52 w 119"/>
                <a:gd name="T17" fmla="*/ 4 h 104"/>
                <a:gd name="T18" fmla="*/ 59 w 119"/>
                <a:gd name="T19" fmla="*/ 8 h 104"/>
                <a:gd name="T20" fmla="*/ 63 w 119"/>
                <a:gd name="T21" fmla="*/ 12 h 104"/>
                <a:gd name="T22" fmla="*/ 67 w 119"/>
                <a:gd name="T23" fmla="*/ 12 h 104"/>
                <a:gd name="T24" fmla="*/ 74 w 119"/>
                <a:gd name="T25" fmla="*/ 12 h 104"/>
                <a:gd name="T26" fmla="*/ 81 w 119"/>
                <a:gd name="T27" fmla="*/ 12 h 104"/>
                <a:gd name="T28" fmla="*/ 85 w 119"/>
                <a:gd name="T29" fmla="*/ 8 h 104"/>
                <a:gd name="T30" fmla="*/ 93 w 119"/>
                <a:gd name="T31" fmla="*/ 8 h 104"/>
                <a:gd name="T32" fmla="*/ 96 w 119"/>
                <a:gd name="T33" fmla="*/ 8 h 104"/>
                <a:gd name="T34" fmla="*/ 100 w 119"/>
                <a:gd name="T35" fmla="*/ 12 h 104"/>
                <a:gd name="T36" fmla="*/ 104 w 119"/>
                <a:gd name="T37" fmla="*/ 19 h 104"/>
                <a:gd name="T38" fmla="*/ 107 w 119"/>
                <a:gd name="T39" fmla="*/ 19 h 104"/>
                <a:gd name="T40" fmla="*/ 104 w 119"/>
                <a:gd name="T41" fmla="*/ 26 h 104"/>
                <a:gd name="T42" fmla="*/ 107 w 119"/>
                <a:gd name="T43" fmla="*/ 30 h 104"/>
                <a:gd name="T44" fmla="*/ 111 w 119"/>
                <a:gd name="T45" fmla="*/ 26 h 104"/>
                <a:gd name="T46" fmla="*/ 111 w 119"/>
                <a:gd name="T47" fmla="*/ 30 h 104"/>
                <a:gd name="T48" fmla="*/ 115 w 119"/>
                <a:gd name="T49" fmla="*/ 34 h 104"/>
                <a:gd name="T50" fmla="*/ 119 w 119"/>
                <a:gd name="T51" fmla="*/ 38 h 104"/>
                <a:gd name="T52" fmla="*/ 111 w 119"/>
                <a:gd name="T53" fmla="*/ 41 h 104"/>
                <a:gd name="T54" fmla="*/ 111 w 119"/>
                <a:gd name="T55" fmla="*/ 41 h 104"/>
                <a:gd name="T56" fmla="*/ 111 w 119"/>
                <a:gd name="T57" fmla="*/ 52 h 104"/>
                <a:gd name="T58" fmla="*/ 111 w 119"/>
                <a:gd name="T59" fmla="*/ 60 h 104"/>
                <a:gd name="T60" fmla="*/ 115 w 119"/>
                <a:gd name="T61" fmla="*/ 64 h 104"/>
                <a:gd name="T62" fmla="*/ 111 w 119"/>
                <a:gd name="T63" fmla="*/ 64 h 104"/>
                <a:gd name="T64" fmla="*/ 111 w 119"/>
                <a:gd name="T65" fmla="*/ 71 h 104"/>
                <a:gd name="T66" fmla="*/ 115 w 119"/>
                <a:gd name="T67" fmla="*/ 75 h 104"/>
                <a:gd name="T68" fmla="*/ 107 w 119"/>
                <a:gd name="T69" fmla="*/ 82 h 104"/>
                <a:gd name="T70" fmla="*/ 107 w 119"/>
                <a:gd name="T71" fmla="*/ 90 h 104"/>
                <a:gd name="T72" fmla="*/ 100 w 119"/>
                <a:gd name="T73" fmla="*/ 97 h 104"/>
                <a:gd name="T74" fmla="*/ 78 w 119"/>
                <a:gd name="T75" fmla="*/ 104 h 104"/>
                <a:gd name="T76" fmla="*/ 67 w 119"/>
                <a:gd name="T77" fmla="*/ 101 h 104"/>
                <a:gd name="T78" fmla="*/ 63 w 119"/>
                <a:gd name="T79" fmla="*/ 93 h 104"/>
                <a:gd name="T80" fmla="*/ 63 w 119"/>
                <a:gd name="T81" fmla="*/ 93 h 104"/>
                <a:gd name="T82" fmla="*/ 70 w 119"/>
                <a:gd name="T83" fmla="*/ 67 h 104"/>
                <a:gd name="T84" fmla="*/ 70 w 119"/>
                <a:gd name="T85" fmla="*/ 64 h 104"/>
                <a:gd name="T86" fmla="*/ 70 w 119"/>
                <a:gd name="T87" fmla="*/ 60 h 104"/>
                <a:gd name="T88" fmla="*/ 67 w 119"/>
                <a:gd name="T89" fmla="*/ 56 h 104"/>
                <a:gd name="T90" fmla="*/ 63 w 119"/>
                <a:gd name="T91" fmla="*/ 49 h 104"/>
                <a:gd name="T92" fmla="*/ 59 w 119"/>
                <a:gd name="T93" fmla="*/ 41 h 104"/>
                <a:gd name="T94" fmla="*/ 41 w 119"/>
                <a:gd name="T95" fmla="*/ 41 h 104"/>
                <a:gd name="T96" fmla="*/ 37 w 119"/>
                <a:gd name="T97" fmla="*/ 49 h 104"/>
                <a:gd name="T98" fmla="*/ 30 w 119"/>
                <a:gd name="T99" fmla="*/ 52 h 104"/>
                <a:gd name="T100" fmla="*/ 26 w 119"/>
                <a:gd name="T101" fmla="*/ 52 h 104"/>
                <a:gd name="T102" fmla="*/ 19 w 119"/>
                <a:gd name="T103" fmla="*/ 45 h 104"/>
                <a:gd name="T104" fmla="*/ 15 w 119"/>
                <a:gd name="T105" fmla="*/ 45 h 104"/>
                <a:gd name="T106" fmla="*/ 15 w 119"/>
                <a:gd name="T107" fmla="*/ 41 h 104"/>
                <a:gd name="T108" fmla="*/ 11 w 119"/>
                <a:gd name="T109" fmla="*/ 41 h 104"/>
                <a:gd name="T110" fmla="*/ 7 w 119"/>
                <a:gd name="T111" fmla="*/ 41 h 104"/>
                <a:gd name="T112" fmla="*/ 4 w 119"/>
                <a:gd name="T113" fmla="*/ 30 h 104"/>
                <a:gd name="T114" fmla="*/ 0 w 119"/>
                <a:gd name="T115" fmla="*/ 2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9" h="104">
                  <a:moveTo>
                    <a:pt x="0" y="26"/>
                  </a:moveTo>
                  <a:lnTo>
                    <a:pt x="4" y="23"/>
                  </a:lnTo>
                  <a:lnTo>
                    <a:pt x="7" y="23"/>
                  </a:lnTo>
                  <a:lnTo>
                    <a:pt x="11" y="19"/>
                  </a:lnTo>
                  <a:lnTo>
                    <a:pt x="15" y="19"/>
                  </a:lnTo>
                  <a:lnTo>
                    <a:pt x="19" y="19"/>
                  </a:lnTo>
                  <a:lnTo>
                    <a:pt x="19" y="15"/>
                  </a:lnTo>
                  <a:lnTo>
                    <a:pt x="19" y="12"/>
                  </a:lnTo>
                  <a:lnTo>
                    <a:pt x="19" y="8"/>
                  </a:lnTo>
                  <a:lnTo>
                    <a:pt x="19" y="4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30" y="0"/>
                  </a:lnTo>
                  <a:lnTo>
                    <a:pt x="37" y="4"/>
                  </a:lnTo>
                  <a:lnTo>
                    <a:pt x="41" y="4"/>
                  </a:lnTo>
                  <a:lnTo>
                    <a:pt x="44" y="4"/>
                  </a:lnTo>
                  <a:lnTo>
                    <a:pt x="52" y="8"/>
                  </a:lnTo>
                  <a:lnTo>
                    <a:pt x="52" y="4"/>
                  </a:lnTo>
                  <a:lnTo>
                    <a:pt x="56" y="8"/>
                  </a:lnTo>
                  <a:lnTo>
                    <a:pt x="59" y="8"/>
                  </a:lnTo>
                  <a:lnTo>
                    <a:pt x="63" y="8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67" y="12"/>
                  </a:lnTo>
                  <a:lnTo>
                    <a:pt x="70" y="12"/>
                  </a:lnTo>
                  <a:lnTo>
                    <a:pt x="74" y="12"/>
                  </a:lnTo>
                  <a:lnTo>
                    <a:pt x="78" y="12"/>
                  </a:lnTo>
                  <a:lnTo>
                    <a:pt x="81" y="12"/>
                  </a:lnTo>
                  <a:lnTo>
                    <a:pt x="81" y="12"/>
                  </a:lnTo>
                  <a:lnTo>
                    <a:pt x="85" y="8"/>
                  </a:lnTo>
                  <a:lnTo>
                    <a:pt x="89" y="8"/>
                  </a:lnTo>
                  <a:lnTo>
                    <a:pt x="93" y="8"/>
                  </a:lnTo>
                  <a:lnTo>
                    <a:pt x="96" y="8"/>
                  </a:lnTo>
                  <a:lnTo>
                    <a:pt x="96" y="8"/>
                  </a:lnTo>
                  <a:lnTo>
                    <a:pt x="96" y="8"/>
                  </a:lnTo>
                  <a:lnTo>
                    <a:pt x="100" y="12"/>
                  </a:lnTo>
                  <a:lnTo>
                    <a:pt x="104" y="15"/>
                  </a:lnTo>
                  <a:lnTo>
                    <a:pt x="104" y="19"/>
                  </a:lnTo>
                  <a:lnTo>
                    <a:pt x="104" y="19"/>
                  </a:lnTo>
                  <a:lnTo>
                    <a:pt x="107" y="19"/>
                  </a:lnTo>
                  <a:lnTo>
                    <a:pt x="107" y="23"/>
                  </a:lnTo>
                  <a:lnTo>
                    <a:pt x="104" y="26"/>
                  </a:lnTo>
                  <a:lnTo>
                    <a:pt x="104" y="30"/>
                  </a:lnTo>
                  <a:lnTo>
                    <a:pt x="107" y="30"/>
                  </a:lnTo>
                  <a:lnTo>
                    <a:pt x="107" y="26"/>
                  </a:lnTo>
                  <a:lnTo>
                    <a:pt x="111" y="26"/>
                  </a:lnTo>
                  <a:lnTo>
                    <a:pt x="111" y="30"/>
                  </a:lnTo>
                  <a:lnTo>
                    <a:pt x="111" y="30"/>
                  </a:lnTo>
                  <a:lnTo>
                    <a:pt x="111" y="34"/>
                  </a:lnTo>
                  <a:lnTo>
                    <a:pt x="115" y="34"/>
                  </a:lnTo>
                  <a:lnTo>
                    <a:pt x="119" y="34"/>
                  </a:lnTo>
                  <a:lnTo>
                    <a:pt x="119" y="38"/>
                  </a:lnTo>
                  <a:lnTo>
                    <a:pt x="115" y="38"/>
                  </a:lnTo>
                  <a:lnTo>
                    <a:pt x="111" y="41"/>
                  </a:lnTo>
                  <a:lnTo>
                    <a:pt x="111" y="41"/>
                  </a:lnTo>
                  <a:lnTo>
                    <a:pt x="111" y="41"/>
                  </a:lnTo>
                  <a:lnTo>
                    <a:pt x="111" y="49"/>
                  </a:lnTo>
                  <a:lnTo>
                    <a:pt x="111" y="52"/>
                  </a:lnTo>
                  <a:lnTo>
                    <a:pt x="111" y="56"/>
                  </a:lnTo>
                  <a:lnTo>
                    <a:pt x="111" y="60"/>
                  </a:lnTo>
                  <a:lnTo>
                    <a:pt x="115" y="60"/>
                  </a:lnTo>
                  <a:lnTo>
                    <a:pt x="115" y="64"/>
                  </a:lnTo>
                  <a:lnTo>
                    <a:pt x="111" y="64"/>
                  </a:lnTo>
                  <a:lnTo>
                    <a:pt x="111" y="64"/>
                  </a:lnTo>
                  <a:lnTo>
                    <a:pt x="111" y="67"/>
                  </a:lnTo>
                  <a:lnTo>
                    <a:pt x="111" y="71"/>
                  </a:lnTo>
                  <a:lnTo>
                    <a:pt x="115" y="71"/>
                  </a:lnTo>
                  <a:lnTo>
                    <a:pt x="115" y="75"/>
                  </a:lnTo>
                  <a:lnTo>
                    <a:pt x="107" y="82"/>
                  </a:lnTo>
                  <a:lnTo>
                    <a:pt x="107" y="82"/>
                  </a:lnTo>
                  <a:lnTo>
                    <a:pt x="104" y="86"/>
                  </a:lnTo>
                  <a:lnTo>
                    <a:pt x="107" y="90"/>
                  </a:lnTo>
                  <a:lnTo>
                    <a:pt x="104" y="93"/>
                  </a:lnTo>
                  <a:lnTo>
                    <a:pt x="100" y="97"/>
                  </a:lnTo>
                  <a:lnTo>
                    <a:pt x="104" y="97"/>
                  </a:lnTo>
                  <a:lnTo>
                    <a:pt x="78" y="104"/>
                  </a:lnTo>
                  <a:lnTo>
                    <a:pt x="70" y="101"/>
                  </a:lnTo>
                  <a:lnTo>
                    <a:pt x="67" y="101"/>
                  </a:lnTo>
                  <a:lnTo>
                    <a:pt x="63" y="97"/>
                  </a:lnTo>
                  <a:lnTo>
                    <a:pt x="63" y="93"/>
                  </a:lnTo>
                  <a:lnTo>
                    <a:pt x="63" y="93"/>
                  </a:lnTo>
                  <a:lnTo>
                    <a:pt x="63" y="93"/>
                  </a:lnTo>
                  <a:lnTo>
                    <a:pt x="70" y="86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0" y="64"/>
                  </a:lnTo>
                  <a:lnTo>
                    <a:pt x="70" y="64"/>
                  </a:lnTo>
                  <a:lnTo>
                    <a:pt x="70" y="60"/>
                  </a:lnTo>
                  <a:lnTo>
                    <a:pt x="70" y="60"/>
                  </a:lnTo>
                  <a:lnTo>
                    <a:pt x="67" y="56"/>
                  </a:lnTo>
                  <a:lnTo>
                    <a:pt x="70" y="52"/>
                  </a:lnTo>
                  <a:lnTo>
                    <a:pt x="63" y="49"/>
                  </a:lnTo>
                  <a:lnTo>
                    <a:pt x="63" y="45"/>
                  </a:lnTo>
                  <a:lnTo>
                    <a:pt x="59" y="41"/>
                  </a:lnTo>
                  <a:lnTo>
                    <a:pt x="48" y="41"/>
                  </a:lnTo>
                  <a:lnTo>
                    <a:pt x="41" y="41"/>
                  </a:lnTo>
                  <a:lnTo>
                    <a:pt x="41" y="45"/>
                  </a:lnTo>
                  <a:lnTo>
                    <a:pt x="37" y="49"/>
                  </a:lnTo>
                  <a:lnTo>
                    <a:pt x="37" y="52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26" y="52"/>
                  </a:lnTo>
                  <a:lnTo>
                    <a:pt x="22" y="49"/>
                  </a:lnTo>
                  <a:lnTo>
                    <a:pt x="19" y="45"/>
                  </a:lnTo>
                  <a:lnTo>
                    <a:pt x="15" y="45"/>
                  </a:lnTo>
                  <a:lnTo>
                    <a:pt x="15" y="45"/>
                  </a:lnTo>
                  <a:lnTo>
                    <a:pt x="15" y="41"/>
                  </a:lnTo>
                  <a:lnTo>
                    <a:pt x="15" y="41"/>
                  </a:lnTo>
                  <a:lnTo>
                    <a:pt x="15" y="38"/>
                  </a:lnTo>
                  <a:lnTo>
                    <a:pt x="11" y="41"/>
                  </a:lnTo>
                  <a:lnTo>
                    <a:pt x="11" y="41"/>
                  </a:lnTo>
                  <a:lnTo>
                    <a:pt x="7" y="41"/>
                  </a:lnTo>
                  <a:lnTo>
                    <a:pt x="4" y="34"/>
                  </a:lnTo>
                  <a:lnTo>
                    <a:pt x="4" y="30"/>
                  </a:lnTo>
                  <a:lnTo>
                    <a:pt x="0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4" name="Freeform 122"/>
            <p:cNvSpPr>
              <a:spLocks noEditPoints="1"/>
            </p:cNvSpPr>
            <p:nvPr/>
          </p:nvSpPr>
          <p:spPr bwMode="auto">
            <a:xfrm>
              <a:off x="4021540" y="2980401"/>
              <a:ext cx="56612" cy="66905"/>
            </a:xfrm>
            <a:custGeom>
              <a:avLst/>
              <a:gdLst>
                <a:gd name="T0" fmla="*/ 11 w 44"/>
                <a:gd name="T1" fmla="*/ 45 h 52"/>
                <a:gd name="T2" fmla="*/ 11 w 44"/>
                <a:gd name="T3" fmla="*/ 41 h 52"/>
                <a:gd name="T4" fmla="*/ 11 w 44"/>
                <a:gd name="T5" fmla="*/ 41 h 52"/>
                <a:gd name="T6" fmla="*/ 7 w 44"/>
                <a:gd name="T7" fmla="*/ 41 h 52"/>
                <a:gd name="T8" fmla="*/ 7 w 44"/>
                <a:gd name="T9" fmla="*/ 41 h 52"/>
                <a:gd name="T10" fmla="*/ 7 w 44"/>
                <a:gd name="T11" fmla="*/ 41 h 52"/>
                <a:gd name="T12" fmla="*/ 11 w 44"/>
                <a:gd name="T13" fmla="*/ 45 h 52"/>
                <a:gd name="T14" fmla="*/ 11 w 44"/>
                <a:gd name="T15" fmla="*/ 45 h 52"/>
                <a:gd name="T16" fmla="*/ 11 w 44"/>
                <a:gd name="T17" fmla="*/ 45 h 52"/>
                <a:gd name="T18" fmla="*/ 4 w 44"/>
                <a:gd name="T19" fmla="*/ 11 h 52"/>
                <a:gd name="T20" fmla="*/ 4 w 44"/>
                <a:gd name="T21" fmla="*/ 11 h 52"/>
                <a:gd name="T22" fmla="*/ 11 w 44"/>
                <a:gd name="T23" fmla="*/ 11 h 52"/>
                <a:gd name="T24" fmla="*/ 11 w 44"/>
                <a:gd name="T25" fmla="*/ 8 h 52"/>
                <a:gd name="T26" fmla="*/ 15 w 44"/>
                <a:gd name="T27" fmla="*/ 4 h 52"/>
                <a:gd name="T28" fmla="*/ 15 w 44"/>
                <a:gd name="T29" fmla="*/ 0 h 52"/>
                <a:gd name="T30" fmla="*/ 22 w 44"/>
                <a:gd name="T31" fmla="*/ 0 h 52"/>
                <a:gd name="T32" fmla="*/ 33 w 44"/>
                <a:gd name="T33" fmla="*/ 0 h 52"/>
                <a:gd name="T34" fmla="*/ 37 w 44"/>
                <a:gd name="T35" fmla="*/ 4 h 52"/>
                <a:gd name="T36" fmla="*/ 37 w 44"/>
                <a:gd name="T37" fmla="*/ 8 h 52"/>
                <a:gd name="T38" fmla="*/ 44 w 44"/>
                <a:gd name="T39" fmla="*/ 11 h 52"/>
                <a:gd name="T40" fmla="*/ 41 w 44"/>
                <a:gd name="T41" fmla="*/ 15 h 52"/>
                <a:gd name="T42" fmla="*/ 44 w 44"/>
                <a:gd name="T43" fmla="*/ 19 h 52"/>
                <a:gd name="T44" fmla="*/ 44 w 44"/>
                <a:gd name="T45" fmla="*/ 19 h 52"/>
                <a:gd name="T46" fmla="*/ 44 w 44"/>
                <a:gd name="T47" fmla="*/ 23 h 52"/>
                <a:gd name="T48" fmla="*/ 44 w 44"/>
                <a:gd name="T49" fmla="*/ 23 h 52"/>
                <a:gd name="T50" fmla="*/ 44 w 44"/>
                <a:gd name="T51" fmla="*/ 26 h 52"/>
                <a:gd name="T52" fmla="*/ 44 w 44"/>
                <a:gd name="T53" fmla="*/ 26 h 52"/>
                <a:gd name="T54" fmla="*/ 44 w 44"/>
                <a:gd name="T55" fmla="*/ 45 h 52"/>
                <a:gd name="T56" fmla="*/ 37 w 44"/>
                <a:gd name="T57" fmla="*/ 52 h 52"/>
                <a:gd name="T58" fmla="*/ 33 w 44"/>
                <a:gd name="T59" fmla="*/ 49 h 52"/>
                <a:gd name="T60" fmla="*/ 30 w 44"/>
                <a:gd name="T61" fmla="*/ 49 h 52"/>
                <a:gd name="T62" fmla="*/ 18 w 44"/>
                <a:gd name="T63" fmla="*/ 45 h 52"/>
                <a:gd name="T64" fmla="*/ 15 w 44"/>
                <a:gd name="T65" fmla="*/ 45 h 52"/>
                <a:gd name="T66" fmla="*/ 15 w 44"/>
                <a:gd name="T67" fmla="*/ 45 h 52"/>
                <a:gd name="T68" fmla="*/ 15 w 44"/>
                <a:gd name="T69" fmla="*/ 41 h 52"/>
                <a:gd name="T70" fmla="*/ 11 w 44"/>
                <a:gd name="T71" fmla="*/ 37 h 52"/>
                <a:gd name="T72" fmla="*/ 15 w 44"/>
                <a:gd name="T73" fmla="*/ 37 h 52"/>
                <a:gd name="T74" fmla="*/ 15 w 44"/>
                <a:gd name="T75" fmla="*/ 37 h 52"/>
                <a:gd name="T76" fmla="*/ 11 w 44"/>
                <a:gd name="T77" fmla="*/ 37 h 52"/>
                <a:gd name="T78" fmla="*/ 7 w 44"/>
                <a:gd name="T79" fmla="*/ 34 h 52"/>
                <a:gd name="T80" fmla="*/ 7 w 44"/>
                <a:gd name="T81" fmla="*/ 30 h 52"/>
                <a:gd name="T82" fmla="*/ 4 w 44"/>
                <a:gd name="T83" fmla="*/ 26 h 52"/>
                <a:gd name="T84" fmla="*/ 0 w 44"/>
                <a:gd name="T85" fmla="*/ 26 h 52"/>
                <a:gd name="T86" fmla="*/ 0 w 44"/>
                <a:gd name="T87" fmla="*/ 23 h 52"/>
                <a:gd name="T88" fmla="*/ 4 w 44"/>
                <a:gd name="T89" fmla="*/ 19 h 52"/>
                <a:gd name="T90" fmla="*/ 0 w 44"/>
                <a:gd name="T91" fmla="*/ 19 h 52"/>
                <a:gd name="T92" fmla="*/ 0 w 44"/>
                <a:gd name="T93" fmla="*/ 15 h 52"/>
                <a:gd name="T94" fmla="*/ 4 w 44"/>
                <a:gd name="T95" fmla="*/ 11 h 52"/>
                <a:gd name="T96" fmla="*/ 4 w 44"/>
                <a:gd name="T97" fmla="*/ 1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" h="52">
                  <a:moveTo>
                    <a:pt x="11" y="45"/>
                  </a:moveTo>
                  <a:lnTo>
                    <a:pt x="11" y="41"/>
                  </a:lnTo>
                  <a:lnTo>
                    <a:pt x="11" y="41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7" y="41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1" y="45"/>
                  </a:lnTo>
                  <a:close/>
                  <a:moveTo>
                    <a:pt x="4" y="11"/>
                  </a:moveTo>
                  <a:lnTo>
                    <a:pt x="4" y="11"/>
                  </a:lnTo>
                  <a:lnTo>
                    <a:pt x="11" y="11"/>
                  </a:lnTo>
                  <a:lnTo>
                    <a:pt x="11" y="8"/>
                  </a:lnTo>
                  <a:lnTo>
                    <a:pt x="15" y="4"/>
                  </a:lnTo>
                  <a:lnTo>
                    <a:pt x="15" y="0"/>
                  </a:lnTo>
                  <a:lnTo>
                    <a:pt x="22" y="0"/>
                  </a:lnTo>
                  <a:lnTo>
                    <a:pt x="33" y="0"/>
                  </a:lnTo>
                  <a:lnTo>
                    <a:pt x="37" y="4"/>
                  </a:lnTo>
                  <a:lnTo>
                    <a:pt x="37" y="8"/>
                  </a:lnTo>
                  <a:lnTo>
                    <a:pt x="44" y="11"/>
                  </a:lnTo>
                  <a:lnTo>
                    <a:pt x="41" y="15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4" y="23"/>
                  </a:lnTo>
                  <a:lnTo>
                    <a:pt x="44" y="23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4" y="45"/>
                  </a:lnTo>
                  <a:lnTo>
                    <a:pt x="37" y="52"/>
                  </a:lnTo>
                  <a:lnTo>
                    <a:pt x="33" y="49"/>
                  </a:lnTo>
                  <a:lnTo>
                    <a:pt x="30" y="49"/>
                  </a:lnTo>
                  <a:lnTo>
                    <a:pt x="18" y="45"/>
                  </a:lnTo>
                  <a:lnTo>
                    <a:pt x="15" y="45"/>
                  </a:lnTo>
                  <a:lnTo>
                    <a:pt x="15" y="45"/>
                  </a:lnTo>
                  <a:lnTo>
                    <a:pt x="15" y="41"/>
                  </a:lnTo>
                  <a:lnTo>
                    <a:pt x="11" y="37"/>
                  </a:lnTo>
                  <a:lnTo>
                    <a:pt x="15" y="37"/>
                  </a:lnTo>
                  <a:lnTo>
                    <a:pt x="15" y="37"/>
                  </a:lnTo>
                  <a:lnTo>
                    <a:pt x="11" y="37"/>
                  </a:lnTo>
                  <a:lnTo>
                    <a:pt x="7" y="34"/>
                  </a:lnTo>
                  <a:lnTo>
                    <a:pt x="7" y="30"/>
                  </a:lnTo>
                  <a:lnTo>
                    <a:pt x="4" y="26"/>
                  </a:lnTo>
                  <a:lnTo>
                    <a:pt x="0" y="26"/>
                  </a:lnTo>
                  <a:lnTo>
                    <a:pt x="0" y="23"/>
                  </a:lnTo>
                  <a:lnTo>
                    <a:pt x="4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4" y="11"/>
                  </a:lnTo>
                  <a:lnTo>
                    <a:pt x="4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5" name="Freeform 123"/>
            <p:cNvSpPr/>
            <p:nvPr/>
          </p:nvSpPr>
          <p:spPr bwMode="auto">
            <a:xfrm>
              <a:off x="4060141" y="3009994"/>
              <a:ext cx="84918" cy="81058"/>
            </a:xfrm>
            <a:custGeom>
              <a:avLst/>
              <a:gdLst>
                <a:gd name="T0" fmla="*/ 0 w 66"/>
                <a:gd name="T1" fmla="*/ 26 h 63"/>
                <a:gd name="T2" fmla="*/ 0 w 66"/>
                <a:gd name="T3" fmla="*/ 26 h 63"/>
                <a:gd name="T4" fmla="*/ 3 w 66"/>
                <a:gd name="T5" fmla="*/ 22 h 63"/>
                <a:gd name="T6" fmla="*/ 7 w 66"/>
                <a:gd name="T7" fmla="*/ 18 h 63"/>
                <a:gd name="T8" fmla="*/ 11 w 66"/>
                <a:gd name="T9" fmla="*/ 14 h 63"/>
                <a:gd name="T10" fmla="*/ 11 w 66"/>
                <a:gd name="T11" fmla="*/ 14 h 63"/>
                <a:gd name="T12" fmla="*/ 11 w 66"/>
                <a:gd name="T13" fmla="*/ 11 h 63"/>
                <a:gd name="T14" fmla="*/ 14 w 66"/>
                <a:gd name="T15" fmla="*/ 7 h 63"/>
                <a:gd name="T16" fmla="*/ 14 w 66"/>
                <a:gd name="T17" fmla="*/ 7 h 63"/>
                <a:gd name="T18" fmla="*/ 14 w 66"/>
                <a:gd name="T19" fmla="*/ 3 h 63"/>
                <a:gd name="T20" fmla="*/ 18 w 66"/>
                <a:gd name="T21" fmla="*/ 0 h 63"/>
                <a:gd name="T22" fmla="*/ 18 w 66"/>
                <a:gd name="T23" fmla="*/ 3 h 63"/>
                <a:gd name="T24" fmla="*/ 25 w 66"/>
                <a:gd name="T25" fmla="*/ 0 h 63"/>
                <a:gd name="T26" fmla="*/ 29 w 66"/>
                <a:gd name="T27" fmla="*/ 0 h 63"/>
                <a:gd name="T28" fmla="*/ 33 w 66"/>
                <a:gd name="T29" fmla="*/ 3 h 63"/>
                <a:gd name="T30" fmla="*/ 37 w 66"/>
                <a:gd name="T31" fmla="*/ 7 h 63"/>
                <a:gd name="T32" fmla="*/ 33 w 66"/>
                <a:gd name="T33" fmla="*/ 11 h 63"/>
                <a:gd name="T34" fmla="*/ 33 w 66"/>
                <a:gd name="T35" fmla="*/ 14 h 63"/>
                <a:gd name="T36" fmla="*/ 37 w 66"/>
                <a:gd name="T37" fmla="*/ 18 h 63"/>
                <a:gd name="T38" fmla="*/ 40 w 66"/>
                <a:gd name="T39" fmla="*/ 18 h 63"/>
                <a:gd name="T40" fmla="*/ 44 w 66"/>
                <a:gd name="T41" fmla="*/ 14 h 63"/>
                <a:gd name="T42" fmla="*/ 48 w 66"/>
                <a:gd name="T43" fmla="*/ 14 h 63"/>
                <a:gd name="T44" fmla="*/ 48 w 66"/>
                <a:gd name="T45" fmla="*/ 18 h 63"/>
                <a:gd name="T46" fmla="*/ 51 w 66"/>
                <a:gd name="T47" fmla="*/ 18 h 63"/>
                <a:gd name="T48" fmla="*/ 48 w 66"/>
                <a:gd name="T49" fmla="*/ 22 h 63"/>
                <a:gd name="T50" fmla="*/ 51 w 66"/>
                <a:gd name="T51" fmla="*/ 26 h 63"/>
                <a:gd name="T52" fmla="*/ 48 w 66"/>
                <a:gd name="T53" fmla="*/ 29 h 63"/>
                <a:gd name="T54" fmla="*/ 44 w 66"/>
                <a:gd name="T55" fmla="*/ 33 h 63"/>
                <a:gd name="T56" fmla="*/ 48 w 66"/>
                <a:gd name="T57" fmla="*/ 33 h 63"/>
                <a:gd name="T58" fmla="*/ 48 w 66"/>
                <a:gd name="T59" fmla="*/ 37 h 63"/>
                <a:gd name="T60" fmla="*/ 51 w 66"/>
                <a:gd name="T61" fmla="*/ 33 h 63"/>
                <a:gd name="T62" fmla="*/ 51 w 66"/>
                <a:gd name="T63" fmla="*/ 33 h 63"/>
                <a:gd name="T64" fmla="*/ 55 w 66"/>
                <a:gd name="T65" fmla="*/ 37 h 63"/>
                <a:gd name="T66" fmla="*/ 59 w 66"/>
                <a:gd name="T67" fmla="*/ 37 h 63"/>
                <a:gd name="T68" fmla="*/ 59 w 66"/>
                <a:gd name="T69" fmla="*/ 37 h 63"/>
                <a:gd name="T70" fmla="*/ 59 w 66"/>
                <a:gd name="T71" fmla="*/ 40 h 63"/>
                <a:gd name="T72" fmla="*/ 63 w 66"/>
                <a:gd name="T73" fmla="*/ 40 h 63"/>
                <a:gd name="T74" fmla="*/ 66 w 66"/>
                <a:gd name="T75" fmla="*/ 40 h 63"/>
                <a:gd name="T76" fmla="*/ 66 w 66"/>
                <a:gd name="T77" fmla="*/ 44 h 63"/>
                <a:gd name="T78" fmla="*/ 63 w 66"/>
                <a:gd name="T79" fmla="*/ 48 h 63"/>
                <a:gd name="T80" fmla="*/ 66 w 66"/>
                <a:gd name="T81" fmla="*/ 48 h 63"/>
                <a:gd name="T82" fmla="*/ 63 w 66"/>
                <a:gd name="T83" fmla="*/ 51 h 63"/>
                <a:gd name="T84" fmla="*/ 63 w 66"/>
                <a:gd name="T85" fmla="*/ 51 h 63"/>
                <a:gd name="T86" fmla="*/ 63 w 66"/>
                <a:gd name="T87" fmla="*/ 55 h 63"/>
                <a:gd name="T88" fmla="*/ 63 w 66"/>
                <a:gd name="T89" fmla="*/ 59 h 63"/>
                <a:gd name="T90" fmla="*/ 63 w 66"/>
                <a:gd name="T91" fmla="*/ 63 h 63"/>
                <a:gd name="T92" fmla="*/ 63 w 66"/>
                <a:gd name="T93" fmla="*/ 63 h 63"/>
                <a:gd name="T94" fmla="*/ 48 w 66"/>
                <a:gd name="T95" fmla="*/ 59 h 63"/>
                <a:gd name="T96" fmla="*/ 37 w 66"/>
                <a:gd name="T97" fmla="*/ 51 h 63"/>
                <a:gd name="T98" fmla="*/ 33 w 66"/>
                <a:gd name="T99" fmla="*/ 51 h 63"/>
                <a:gd name="T100" fmla="*/ 22 w 66"/>
                <a:gd name="T101" fmla="*/ 40 h 63"/>
                <a:gd name="T102" fmla="*/ 14 w 66"/>
                <a:gd name="T103" fmla="*/ 37 h 63"/>
                <a:gd name="T104" fmla="*/ 11 w 66"/>
                <a:gd name="T105" fmla="*/ 37 h 63"/>
                <a:gd name="T106" fmla="*/ 7 w 66"/>
                <a:gd name="T107" fmla="*/ 33 h 63"/>
                <a:gd name="T108" fmla="*/ 7 w 66"/>
                <a:gd name="T109" fmla="*/ 29 h 63"/>
                <a:gd name="T110" fmla="*/ 7 w 66"/>
                <a:gd name="T111" fmla="*/ 29 h 63"/>
                <a:gd name="T112" fmla="*/ 3 w 66"/>
                <a:gd name="T113" fmla="*/ 26 h 63"/>
                <a:gd name="T114" fmla="*/ 0 w 66"/>
                <a:gd name="T115" fmla="*/ 2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6" h="63">
                  <a:moveTo>
                    <a:pt x="0" y="26"/>
                  </a:moveTo>
                  <a:lnTo>
                    <a:pt x="0" y="26"/>
                  </a:lnTo>
                  <a:lnTo>
                    <a:pt x="3" y="22"/>
                  </a:lnTo>
                  <a:lnTo>
                    <a:pt x="7" y="18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1" y="11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3"/>
                  </a:lnTo>
                  <a:lnTo>
                    <a:pt x="18" y="0"/>
                  </a:lnTo>
                  <a:lnTo>
                    <a:pt x="18" y="3"/>
                  </a:lnTo>
                  <a:lnTo>
                    <a:pt x="25" y="0"/>
                  </a:lnTo>
                  <a:lnTo>
                    <a:pt x="29" y="0"/>
                  </a:lnTo>
                  <a:lnTo>
                    <a:pt x="33" y="3"/>
                  </a:lnTo>
                  <a:lnTo>
                    <a:pt x="37" y="7"/>
                  </a:lnTo>
                  <a:lnTo>
                    <a:pt x="33" y="11"/>
                  </a:lnTo>
                  <a:lnTo>
                    <a:pt x="33" y="14"/>
                  </a:lnTo>
                  <a:lnTo>
                    <a:pt x="37" y="18"/>
                  </a:lnTo>
                  <a:lnTo>
                    <a:pt x="40" y="18"/>
                  </a:lnTo>
                  <a:lnTo>
                    <a:pt x="44" y="14"/>
                  </a:lnTo>
                  <a:lnTo>
                    <a:pt x="48" y="14"/>
                  </a:lnTo>
                  <a:lnTo>
                    <a:pt x="48" y="18"/>
                  </a:lnTo>
                  <a:lnTo>
                    <a:pt x="51" y="18"/>
                  </a:lnTo>
                  <a:lnTo>
                    <a:pt x="48" y="22"/>
                  </a:lnTo>
                  <a:lnTo>
                    <a:pt x="51" y="26"/>
                  </a:lnTo>
                  <a:lnTo>
                    <a:pt x="48" y="29"/>
                  </a:lnTo>
                  <a:lnTo>
                    <a:pt x="44" y="33"/>
                  </a:lnTo>
                  <a:lnTo>
                    <a:pt x="48" y="33"/>
                  </a:lnTo>
                  <a:lnTo>
                    <a:pt x="48" y="37"/>
                  </a:lnTo>
                  <a:lnTo>
                    <a:pt x="51" y="33"/>
                  </a:lnTo>
                  <a:lnTo>
                    <a:pt x="51" y="33"/>
                  </a:lnTo>
                  <a:lnTo>
                    <a:pt x="55" y="37"/>
                  </a:lnTo>
                  <a:lnTo>
                    <a:pt x="59" y="37"/>
                  </a:lnTo>
                  <a:lnTo>
                    <a:pt x="59" y="37"/>
                  </a:lnTo>
                  <a:lnTo>
                    <a:pt x="59" y="40"/>
                  </a:lnTo>
                  <a:lnTo>
                    <a:pt x="63" y="40"/>
                  </a:lnTo>
                  <a:lnTo>
                    <a:pt x="66" y="40"/>
                  </a:lnTo>
                  <a:lnTo>
                    <a:pt x="66" y="44"/>
                  </a:lnTo>
                  <a:lnTo>
                    <a:pt x="63" y="48"/>
                  </a:lnTo>
                  <a:lnTo>
                    <a:pt x="66" y="48"/>
                  </a:lnTo>
                  <a:lnTo>
                    <a:pt x="63" y="51"/>
                  </a:lnTo>
                  <a:lnTo>
                    <a:pt x="63" y="51"/>
                  </a:lnTo>
                  <a:lnTo>
                    <a:pt x="63" y="55"/>
                  </a:lnTo>
                  <a:lnTo>
                    <a:pt x="63" y="59"/>
                  </a:lnTo>
                  <a:lnTo>
                    <a:pt x="63" y="63"/>
                  </a:lnTo>
                  <a:lnTo>
                    <a:pt x="63" y="63"/>
                  </a:lnTo>
                  <a:lnTo>
                    <a:pt x="48" y="59"/>
                  </a:lnTo>
                  <a:lnTo>
                    <a:pt x="37" y="51"/>
                  </a:lnTo>
                  <a:lnTo>
                    <a:pt x="33" y="51"/>
                  </a:lnTo>
                  <a:lnTo>
                    <a:pt x="22" y="40"/>
                  </a:lnTo>
                  <a:lnTo>
                    <a:pt x="14" y="37"/>
                  </a:lnTo>
                  <a:lnTo>
                    <a:pt x="11" y="37"/>
                  </a:lnTo>
                  <a:lnTo>
                    <a:pt x="7" y="33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3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6" name="Freeform 124"/>
            <p:cNvSpPr/>
            <p:nvPr/>
          </p:nvSpPr>
          <p:spPr bwMode="auto">
            <a:xfrm>
              <a:off x="4116751" y="2966247"/>
              <a:ext cx="133810" cy="128663"/>
            </a:xfrm>
            <a:custGeom>
              <a:avLst/>
              <a:gdLst>
                <a:gd name="T0" fmla="*/ 19 w 104"/>
                <a:gd name="T1" fmla="*/ 97 h 100"/>
                <a:gd name="T2" fmla="*/ 19 w 104"/>
                <a:gd name="T3" fmla="*/ 89 h 100"/>
                <a:gd name="T4" fmla="*/ 19 w 104"/>
                <a:gd name="T5" fmla="*/ 85 h 100"/>
                <a:gd name="T6" fmla="*/ 19 w 104"/>
                <a:gd name="T7" fmla="*/ 82 h 100"/>
                <a:gd name="T8" fmla="*/ 22 w 104"/>
                <a:gd name="T9" fmla="*/ 74 h 100"/>
                <a:gd name="T10" fmla="*/ 15 w 104"/>
                <a:gd name="T11" fmla="*/ 74 h 100"/>
                <a:gd name="T12" fmla="*/ 15 w 104"/>
                <a:gd name="T13" fmla="*/ 71 h 100"/>
                <a:gd name="T14" fmla="*/ 7 w 104"/>
                <a:gd name="T15" fmla="*/ 67 h 100"/>
                <a:gd name="T16" fmla="*/ 4 w 104"/>
                <a:gd name="T17" fmla="*/ 71 h 100"/>
                <a:gd name="T18" fmla="*/ 0 w 104"/>
                <a:gd name="T19" fmla="*/ 67 h 100"/>
                <a:gd name="T20" fmla="*/ 7 w 104"/>
                <a:gd name="T21" fmla="*/ 60 h 100"/>
                <a:gd name="T22" fmla="*/ 7 w 104"/>
                <a:gd name="T23" fmla="*/ 52 h 100"/>
                <a:gd name="T24" fmla="*/ 15 w 104"/>
                <a:gd name="T25" fmla="*/ 45 h 100"/>
                <a:gd name="T26" fmla="*/ 11 w 104"/>
                <a:gd name="T27" fmla="*/ 41 h 100"/>
                <a:gd name="T28" fmla="*/ 11 w 104"/>
                <a:gd name="T29" fmla="*/ 34 h 100"/>
                <a:gd name="T30" fmla="*/ 15 w 104"/>
                <a:gd name="T31" fmla="*/ 34 h 100"/>
                <a:gd name="T32" fmla="*/ 11 w 104"/>
                <a:gd name="T33" fmla="*/ 30 h 100"/>
                <a:gd name="T34" fmla="*/ 11 w 104"/>
                <a:gd name="T35" fmla="*/ 22 h 100"/>
                <a:gd name="T36" fmla="*/ 11 w 104"/>
                <a:gd name="T37" fmla="*/ 11 h 100"/>
                <a:gd name="T38" fmla="*/ 11 w 104"/>
                <a:gd name="T39" fmla="*/ 11 h 100"/>
                <a:gd name="T40" fmla="*/ 22 w 104"/>
                <a:gd name="T41" fmla="*/ 4 h 100"/>
                <a:gd name="T42" fmla="*/ 26 w 104"/>
                <a:gd name="T43" fmla="*/ 8 h 100"/>
                <a:gd name="T44" fmla="*/ 37 w 104"/>
                <a:gd name="T45" fmla="*/ 4 h 100"/>
                <a:gd name="T46" fmla="*/ 41 w 104"/>
                <a:gd name="T47" fmla="*/ 4 h 100"/>
                <a:gd name="T48" fmla="*/ 44 w 104"/>
                <a:gd name="T49" fmla="*/ 4 h 100"/>
                <a:gd name="T50" fmla="*/ 52 w 104"/>
                <a:gd name="T51" fmla="*/ 8 h 100"/>
                <a:gd name="T52" fmla="*/ 56 w 104"/>
                <a:gd name="T53" fmla="*/ 0 h 100"/>
                <a:gd name="T54" fmla="*/ 67 w 104"/>
                <a:gd name="T55" fmla="*/ 8 h 100"/>
                <a:gd name="T56" fmla="*/ 70 w 104"/>
                <a:gd name="T57" fmla="*/ 8 h 100"/>
                <a:gd name="T58" fmla="*/ 78 w 104"/>
                <a:gd name="T59" fmla="*/ 11 h 100"/>
                <a:gd name="T60" fmla="*/ 85 w 104"/>
                <a:gd name="T61" fmla="*/ 15 h 100"/>
                <a:gd name="T62" fmla="*/ 93 w 104"/>
                <a:gd name="T63" fmla="*/ 11 h 100"/>
                <a:gd name="T64" fmla="*/ 96 w 104"/>
                <a:gd name="T65" fmla="*/ 15 h 100"/>
                <a:gd name="T66" fmla="*/ 100 w 104"/>
                <a:gd name="T67" fmla="*/ 15 h 100"/>
                <a:gd name="T68" fmla="*/ 100 w 104"/>
                <a:gd name="T69" fmla="*/ 22 h 100"/>
                <a:gd name="T70" fmla="*/ 104 w 104"/>
                <a:gd name="T71" fmla="*/ 30 h 100"/>
                <a:gd name="T72" fmla="*/ 104 w 104"/>
                <a:gd name="T73" fmla="*/ 37 h 100"/>
                <a:gd name="T74" fmla="*/ 100 w 104"/>
                <a:gd name="T75" fmla="*/ 41 h 100"/>
                <a:gd name="T76" fmla="*/ 93 w 104"/>
                <a:gd name="T77" fmla="*/ 52 h 100"/>
                <a:gd name="T78" fmla="*/ 93 w 104"/>
                <a:gd name="T79" fmla="*/ 56 h 100"/>
                <a:gd name="T80" fmla="*/ 93 w 104"/>
                <a:gd name="T81" fmla="*/ 63 h 100"/>
                <a:gd name="T82" fmla="*/ 89 w 104"/>
                <a:gd name="T83" fmla="*/ 67 h 100"/>
                <a:gd name="T84" fmla="*/ 93 w 104"/>
                <a:gd name="T85" fmla="*/ 74 h 100"/>
                <a:gd name="T86" fmla="*/ 100 w 104"/>
                <a:gd name="T87" fmla="*/ 78 h 100"/>
                <a:gd name="T88" fmla="*/ 100 w 104"/>
                <a:gd name="T89" fmla="*/ 85 h 100"/>
                <a:gd name="T90" fmla="*/ 93 w 104"/>
                <a:gd name="T91" fmla="*/ 85 h 100"/>
                <a:gd name="T92" fmla="*/ 93 w 104"/>
                <a:gd name="T93" fmla="*/ 82 h 100"/>
                <a:gd name="T94" fmla="*/ 89 w 104"/>
                <a:gd name="T95" fmla="*/ 89 h 100"/>
                <a:gd name="T96" fmla="*/ 70 w 104"/>
                <a:gd name="T97" fmla="*/ 85 h 100"/>
                <a:gd name="T98" fmla="*/ 44 w 104"/>
                <a:gd name="T99" fmla="*/ 89 h 100"/>
                <a:gd name="T100" fmla="*/ 33 w 104"/>
                <a:gd name="T101" fmla="*/ 93 h 100"/>
                <a:gd name="T102" fmla="*/ 26 w 104"/>
                <a:gd name="T103" fmla="*/ 93 h 100"/>
                <a:gd name="T104" fmla="*/ 19 w 104"/>
                <a:gd name="T105" fmla="*/ 9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4" h="100">
                  <a:moveTo>
                    <a:pt x="19" y="97"/>
                  </a:moveTo>
                  <a:lnTo>
                    <a:pt x="19" y="97"/>
                  </a:lnTo>
                  <a:lnTo>
                    <a:pt x="19" y="93"/>
                  </a:lnTo>
                  <a:lnTo>
                    <a:pt x="19" y="89"/>
                  </a:lnTo>
                  <a:lnTo>
                    <a:pt x="19" y="85"/>
                  </a:lnTo>
                  <a:lnTo>
                    <a:pt x="19" y="85"/>
                  </a:lnTo>
                  <a:lnTo>
                    <a:pt x="22" y="82"/>
                  </a:lnTo>
                  <a:lnTo>
                    <a:pt x="19" y="82"/>
                  </a:lnTo>
                  <a:lnTo>
                    <a:pt x="22" y="78"/>
                  </a:lnTo>
                  <a:lnTo>
                    <a:pt x="22" y="74"/>
                  </a:lnTo>
                  <a:lnTo>
                    <a:pt x="19" y="74"/>
                  </a:lnTo>
                  <a:lnTo>
                    <a:pt x="15" y="74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11" y="71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4" y="71"/>
                  </a:lnTo>
                  <a:lnTo>
                    <a:pt x="4" y="67"/>
                  </a:lnTo>
                  <a:lnTo>
                    <a:pt x="0" y="67"/>
                  </a:lnTo>
                  <a:lnTo>
                    <a:pt x="4" y="63"/>
                  </a:lnTo>
                  <a:lnTo>
                    <a:pt x="7" y="60"/>
                  </a:lnTo>
                  <a:lnTo>
                    <a:pt x="4" y="56"/>
                  </a:lnTo>
                  <a:lnTo>
                    <a:pt x="7" y="52"/>
                  </a:lnTo>
                  <a:lnTo>
                    <a:pt x="7" y="52"/>
                  </a:lnTo>
                  <a:lnTo>
                    <a:pt x="15" y="45"/>
                  </a:lnTo>
                  <a:lnTo>
                    <a:pt x="15" y="41"/>
                  </a:lnTo>
                  <a:lnTo>
                    <a:pt x="11" y="41"/>
                  </a:lnTo>
                  <a:lnTo>
                    <a:pt x="11" y="37"/>
                  </a:lnTo>
                  <a:lnTo>
                    <a:pt x="11" y="34"/>
                  </a:lnTo>
                  <a:lnTo>
                    <a:pt x="11" y="34"/>
                  </a:lnTo>
                  <a:lnTo>
                    <a:pt x="15" y="34"/>
                  </a:lnTo>
                  <a:lnTo>
                    <a:pt x="15" y="30"/>
                  </a:lnTo>
                  <a:lnTo>
                    <a:pt x="11" y="30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1" y="19"/>
                  </a:lnTo>
                  <a:lnTo>
                    <a:pt x="11" y="11"/>
                  </a:lnTo>
                  <a:lnTo>
                    <a:pt x="11" y="11"/>
                  </a:lnTo>
                  <a:lnTo>
                    <a:pt x="11" y="11"/>
                  </a:lnTo>
                  <a:lnTo>
                    <a:pt x="15" y="8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6" y="8"/>
                  </a:lnTo>
                  <a:lnTo>
                    <a:pt x="33" y="8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41" y="4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44" y="8"/>
                  </a:lnTo>
                  <a:lnTo>
                    <a:pt x="52" y="8"/>
                  </a:lnTo>
                  <a:lnTo>
                    <a:pt x="56" y="4"/>
                  </a:lnTo>
                  <a:lnTo>
                    <a:pt x="56" y="0"/>
                  </a:lnTo>
                  <a:lnTo>
                    <a:pt x="63" y="4"/>
                  </a:lnTo>
                  <a:lnTo>
                    <a:pt x="67" y="8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74" y="8"/>
                  </a:lnTo>
                  <a:lnTo>
                    <a:pt x="78" y="11"/>
                  </a:lnTo>
                  <a:lnTo>
                    <a:pt x="78" y="11"/>
                  </a:lnTo>
                  <a:lnTo>
                    <a:pt x="85" y="15"/>
                  </a:lnTo>
                  <a:lnTo>
                    <a:pt x="89" y="15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6" y="15"/>
                  </a:lnTo>
                  <a:lnTo>
                    <a:pt x="100" y="15"/>
                  </a:lnTo>
                  <a:lnTo>
                    <a:pt x="100" y="15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100" y="26"/>
                  </a:lnTo>
                  <a:lnTo>
                    <a:pt x="104" y="30"/>
                  </a:lnTo>
                  <a:lnTo>
                    <a:pt x="104" y="34"/>
                  </a:lnTo>
                  <a:lnTo>
                    <a:pt x="104" y="37"/>
                  </a:lnTo>
                  <a:lnTo>
                    <a:pt x="104" y="37"/>
                  </a:lnTo>
                  <a:lnTo>
                    <a:pt x="100" y="41"/>
                  </a:lnTo>
                  <a:lnTo>
                    <a:pt x="93" y="48"/>
                  </a:lnTo>
                  <a:lnTo>
                    <a:pt x="93" y="52"/>
                  </a:lnTo>
                  <a:lnTo>
                    <a:pt x="93" y="52"/>
                  </a:lnTo>
                  <a:lnTo>
                    <a:pt x="93" y="56"/>
                  </a:lnTo>
                  <a:lnTo>
                    <a:pt x="93" y="60"/>
                  </a:lnTo>
                  <a:lnTo>
                    <a:pt x="93" y="63"/>
                  </a:lnTo>
                  <a:lnTo>
                    <a:pt x="89" y="67"/>
                  </a:lnTo>
                  <a:lnTo>
                    <a:pt x="89" y="67"/>
                  </a:lnTo>
                  <a:lnTo>
                    <a:pt x="93" y="67"/>
                  </a:lnTo>
                  <a:lnTo>
                    <a:pt x="93" y="74"/>
                  </a:lnTo>
                  <a:lnTo>
                    <a:pt x="96" y="78"/>
                  </a:lnTo>
                  <a:lnTo>
                    <a:pt x="100" y="78"/>
                  </a:lnTo>
                  <a:lnTo>
                    <a:pt x="100" y="82"/>
                  </a:lnTo>
                  <a:lnTo>
                    <a:pt x="100" y="85"/>
                  </a:lnTo>
                  <a:lnTo>
                    <a:pt x="96" y="85"/>
                  </a:lnTo>
                  <a:lnTo>
                    <a:pt x="93" y="85"/>
                  </a:lnTo>
                  <a:lnTo>
                    <a:pt x="93" y="85"/>
                  </a:lnTo>
                  <a:lnTo>
                    <a:pt x="93" y="82"/>
                  </a:lnTo>
                  <a:lnTo>
                    <a:pt x="89" y="85"/>
                  </a:lnTo>
                  <a:lnTo>
                    <a:pt x="89" y="89"/>
                  </a:lnTo>
                  <a:lnTo>
                    <a:pt x="78" y="85"/>
                  </a:lnTo>
                  <a:lnTo>
                    <a:pt x="70" y="85"/>
                  </a:lnTo>
                  <a:lnTo>
                    <a:pt x="48" y="85"/>
                  </a:lnTo>
                  <a:lnTo>
                    <a:pt x="44" y="89"/>
                  </a:lnTo>
                  <a:lnTo>
                    <a:pt x="44" y="89"/>
                  </a:lnTo>
                  <a:lnTo>
                    <a:pt x="33" y="93"/>
                  </a:lnTo>
                  <a:lnTo>
                    <a:pt x="30" y="93"/>
                  </a:lnTo>
                  <a:lnTo>
                    <a:pt x="26" y="93"/>
                  </a:lnTo>
                  <a:lnTo>
                    <a:pt x="22" y="100"/>
                  </a:lnTo>
                  <a:lnTo>
                    <a:pt x="19" y="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7" name="Freeform 125"/>
            <p:cNvSpPr/>
            <p:nvPr/>
          </p:nvSpPr>
          <p:spPr bwMode="auto">
            <a:xfrm>
              <a:off x="4231263" y="2957242"/>
              <a:ext cx="90064" cy="128663"/>
            </a:xfrm>
            <a:custGeom>
              <a:avLst/>
              <a:gdLst>
                <a:gd name="T0" fmla="*/ 4 w 70"/>
                <a:gd name="T1" fmla="*/ 92 h 100"/>
                <a:gd name="T2" fmla="*/ 11 w 70"/>
                <a:gd name="T3" fmla="*/ 92 h 100"/>
                <a:gd name="T4" fmla="*/ 11 w 70"/>
                <a:gd name="T5" fmla="*/ 85 h 100"/>
                <a:gd name="T6" fmla="*/ 4 w 70"/>
                <a:gd name="T7" fmla="*/ 81 h 100"/>
                <a:gd name="T8" fmla="*/ 0 w 70"/>
                <a:gd name="T9" fmla="*/ 74 h 100"/>
                <a:gd name="T10" fmla="*/ 4 w 70"/>
                <a:gd name="T11" fmla="*/ 70 h 100"/>
                <a:gd name="T12" fmla="*/ 4 w 70"/>
                <a:gd name="T13" fmla="*/ 63 h 100"/>
                <a:gd name="T14" fmla="*/ 4 w 70"/>
                <a:gd name="T15" fmla="*/ 59 h 100"/>
                <a:gd name="T16" fmla="*/ 11 w 70"/>
                <a:gd name="T17" fmla="*/ 48 h 100"/>
                <a:gd name="T18" fmla="*/ 15 w 70"/>
                <a:gd name="T19" fmla="*/ 44 h 100"/>
                <a:gd name="T20" fmla="*/ 15 w 70"/>
                <a:gd name="T21" fmla="*/ 37 h 100"/>
                <a:gd name="T22" fmla="*/ 11 w 70"/>
                <a:gd name="T23" fmla="*/ 29 h 100"/>
                <a:gd name="T24" fmla="*/ 11 w 70"/>
                <a:gd name="T25" fmla="*/ 22 h 100"/>
                <a:gd name="T26" fmla="*/ 7 w 70"/>
                <a:gd name="T27" fmla="*/ 15 h 100"/>
                <a:gd name="T28" fmla="*/ 7 w 70"/>
                <a:gd name="T29" fmla="*/ 7 h 100"/>
                <a:gd name="T30" fmla="*/ 11 w 70"/>
                <a:gd name="T31" fmla="*/ 3 h 100"/>
                <a:gd name="T32" fmla="*/ 26 w 70"/>
                <a:gd name="T33" fmla="*/ 3 h 100"/>
                <a:gd name="T34" fmla="*/ 41 w 70"/>
                <a:gd name="T35" fmla="*/ 3 h 100"/>
                <a:gd name="T36" fmla="*/ 48 w 70"/>
                <a:gd name="T37" fmla="*/ 0 h 100"/>
                <a:gd name="T38" fmla="*/ 52 w 70"/>
                <a:gd name="T39" fmla="*/ 3 h 100"/>
                <a:gd name="T40" fmla="*/ 52 w 70"/>
                <a:gd name="T41" fmla="*/ 7 h 100"/>
                <a:gd name="T42" fmla="*/ 59 w 70"/>
                <a:gd name="T43" fmla="*/ 15 h 100"/>
                <a:gd name="T44" fmla="*/ 59 w 70"/>
                <a:gd name="T45" fmla="*/ 18 h 100"/>
                <a:gd name="T46" fmla="*/ 63 w 70"/>
                <a:gd name="T47" fmla="*/ 26 h 100"/>
                <a:gd name="T48" fmla="*/ 63 w 70"/>
                <a:gd name="T49" fmla="*/ 33 h 100"/>
                <a:gd name="T50" fmla="*/ 63 w 70"/>
                <a:gd name="T51" fmla="*/ 37 h 100"/>
                <a:gd name="T52" fmla="*/ 63 w 70"/>
                <a:gd name="T53" fmla="*/ 41 h 100"/>
                <a:gd name="T54" fmla="*/ 63 w 70"/>
                <a:gd name="T55" fmla="*/ 44 h 100"/>
                <a:gd name="T56" fmla="*/ 63 w 70"/>
                <a:gd name="T57" fmla="*/ 52 h 100"/>
                <a:gd name="T58" fmla="*/ 63 w 70"/>
                <a:gd name="T59" fmla="*/ 63 h 100"/>
                <a:gd name="T60" fmla="*/ 63 w 70"/>
                <a:gd name="T61" fmla="*/ 70 h 100"/>
                <a:gd name="T62" fmla="*/ 63 w 70"/>
                <a:gd name="T63" fmla="*/ 78 h 100"/>
                <a:gd name="T64" fmla="*/ 67 w 70"/>
                <a:gd name="T65" fmla="*/ 78 h 100"/>
                <a:gd name="T66" fmla="*/ 63 w 70"/>
                <a:gd name="T67" fmla="*/ 81 h 100"/>
                <a:gd name="T68" fmla="*/ 44 w 70"/>
                <a:gd name="T69" fmla="*/ 92 h 100"/>
                <a:gd name="T70" fmla="*/ 22 w 70"/>
                <a:gd name="T71" fmla="*/ 100 h 100"/>
                <a:gd name="T72" fmla="*/ 4 w 70"/>
                <a:gd name="T73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100">
                  <a:moveTo>
                    <a:pt x="4" y="92"/>
                  </a:moveTo>
                  <a:lnTo>
                    <a:pt x="4" y="92"/>
                  </a:lnTo>
                  <a:lnTo>
                    <a:pt x="7" y="92"/>
                  </a:lnTo>
                  <a:lnTo>
                    <a:pt x="11" y="92"/>
                  </a:lnTo>
                  <a:lnTo>
                    <a:pt x="11" y="89"/>
                  </a:lnTo>
                  <a:lnTo>
                    <a:pt x="11" y="85"/>
                  </a:lnTo>
                  <a:lnTo>
                    <a:pt x="7" y="85"/>
                  </a:lnTo>
                  <a:lnTo>
                    <a:pt x="4" y="81"/>
                  </a:lnTo>
                  <a:lnTo>
                    <a:pt x="4" y="74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4" y="70"/>
                  </a:lnTo>
                  <a:lnTo>
                    <a:pt x="4" y="67"/>
                  </a:lnTo>
                  <a:lnTo>
                    <a:pt x="4" y="6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4" y="55"/>
                  </a:lnTo>
                  <a:lnTo>
                    <a:pt x="11" y="48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5" y="41"/>
                  </a:lnTo>
                  <a:lnTo>
                    <a:pt x="15" y="37"/>
                  </a:lnTo>
                  <a:lnTo>
                    <a:pt x="11" y="33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11" y="22"/>
                  </a:lnTo>
                  <a:lnTo>
                    <a:pt x="11" y="18"/>
                  </a:lnTo>
                  <a:lnTo>
                    <a:pt x="7" y="15"/>
                  </a:lnTo>
                  <a:lnTo>
                    <a:pt x="7" y="11"/>
                  </a:lnTo>
                  <a:lnTo>
                    <a:pt x="7" y="7"/>
                  </a:lnTo>
                  <a:lnTo>
                    <a:pt x="7" y="3"/>
                  </a:lnTo>
                  <a:lnTo>
                    <a:pt x="11" y="3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33" y="3"/>
                  </a:lnTo>
                  <a:lnTo>
                    <a:pt x="41" y="3"/>
                  </a:lnTo>
                  <a:lnTo>
                    <a:pt x="44" y="3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52" y="3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5" y="11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59" y="18"/>
                  </a:lnTo>
                  <a:lnTo>
                    <a:pt x="59" y="26"/>
                  </a:lnTo>
                  <a:lnTo>
                    <a:pt x="63" y="26"/>
                  </a:lnTo>
                  <a:lnTo>
                    <a:pt x="63" y="26"/>
                  </a:lnTo>
                  <a:lnTo>
                    <a:pt x="63" y="33"/>
                  </a:lnTo>
                  <a:lnTo>
                    <a:pt x="63" y="33"/>
                  </a:lnTo>
                  <a:lnTo>
                    <a:pt x="63" y="37"/>
                  </a:lnTo>
                  <a:lnTo>
                    <a:pt x="63" y="37"/>
                  </a:lnTo>
                  <a:lnTo>
                    <a:pt x="63" y="41"/>
                  </a:lnTo>
                  <a:lnTo>
                    <a:pt x="63" y="41"/>
                  </a:lnTo>
                  <a:lnTo>
                    <a:pt x="63" y="44"/>
                  </a:lnTo>
                  <a:lnTo>
                    <a:pt x="63" y="48"/>
                  </a:lnTo>
                  <a:lnTo>
                    <a:pt x="63" y="52"/>
                  </a:lnTo>
                  <a:lnTo>
                    <a:pt x="67" y="59"/>
                  </a:lnTo>
                  <a:lnTo>
                    <a:pt x="63" y="63"/>
                  </a:lnTo>
                  <a:lnTo>
                    <a:pt x="63" y="67"/>
                  </a:lnTo>
                  <a:lnTo>
                    <a:pt x="63" y="70"/>
                  </a:lnTo>
                  <a:lnTo>
                    <a:pt x="63" y="74"/>
                  </a:lnTo>
                  <a:lnTo>
                    <a:pt x="63" y="78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70" y="81"/>
                  </a:lnTo>
                  <a:lnTo>
                    <a:pt x="63" y="81"/>
                  </a:lnTo>
                  <a:lnTo>
                    <a:pt x="52" y="85"/>
                  </a:lnTo>
                  <a:lnTo>
                    <a:pt x="44" y="92"/>
                  </a:lnTo>
                  <a:lnTo>
                    <a:pt x="33" y="92"/>
                  </a:lnTo>
                  <a:lnTo>
                    <a:pt x="22" y="100"/>
                  </a:lnTo>
                  <a:lnTo>
                    <a:pt x="15" y="96"/>
                  </a:lnTo>
                  <a:lnTo>
                    <a:pt x="4" y="96"/>
                  </a:lnTo>
                  <a:lnTo>
                    <a:pt x="4" y="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8" name="Freeform 126"/>
            <p:cNvSpPr/>
            <p:nvPr/>
          </p:nvSpPr>
          <p:spPr bwMode="auto">
            <a:xfrm>
              <a:off x="4293020" y="2957242"/>
              <a:ext cx="42459" cy="104218"/>
            </a:xfrm>
            <a:custGeom>
              <a:avLst/>
              <a:gdLst>
                <a:gd name="T0" fmla="*/ 19 w 33"/>
                <a:gd name="T1" fmla="*/ 3 h 81"/>
                <a:gd name="T2" fmla="*/ 4 w 33"/>
                <a:gd name="T3" fmla="*/ 0 h 81"/>
                <a:gd name="T4" fmla="*/ 0 w 33"/>
                <a:gd name="T5" fmla="*/ 0 h 81"/>
                <a:gd name="T6" fmla="*/ 4 w 33"/>
                <a:gd name="T7" fmla="*/ 3 h 81"/>
                <a:gd name="T8" fmla="*/ 4 w 33"/>
                <a:gd name="T9" fmla="*/ 7 h 81"/>
                <a:gd name="T10" fmla="*/ 4 w 33"/>
                <a:gd name="T11" fmla="*/ 7 h 81"/>
                <a:gd name="T12" fmla="*/ 7 w 33"/>
                <a:gd name="T13" fmla="*/ 11 h 81"/>
                <a:gd name="T14" fmla="*/ 11 w 33"/>
                <a:gd name="T15" fmla="*/ 15 h 81"/>
                <a:gd name="T16" fmla="*/ 11 w 33"/>
                <a:gd name="T17" fmla="*/ 15 h 81"/>
                <a:gd name="T18" fmla="*/ 11 w 33"/>
                <a:gd name="T19" fmla="*/ 18 h 81"/>
                <a:gd name="T20" fmla="*/ 11 w 33"/>
                <a:gd name="T21" fmla="*/ 26 h 81"/>
                <a:gd name="T22" fmla="*/ 15 w 33"/>
                <a:gd name="T23" fmla="*/ 26 h 81"/>
                <a:gd name="T24" fmla="*/ 15 w 33"/>
                <a:gd name="T25" fmla="*/ 26 h 81"/>
                <a:gd name="T26" fmla="*/ 15 w 33"/>
                <a:gd name="T27" fmla="*/ 33 h 81"/>
                <a:gd name="T28" fmla="*/ 15 w 33"/>
                <a:gd name="T29" fmla="*/ 33 h 81"/>
                <a:gd name="T30" fmla="*/ 15 w 33"/>
                <a:gd name="T31" fmla="*/ 37 h 81"/>
                <a:gd name="T32" fmla="*/ 15 w 33"/>
                <a:gd name="T33" fmla="*/ 37 h 81"/>
                <a:gd name="T34" fmla="*/ 15 w 33"/>
                <a:gd name="T35" fmla="*/ 41 h 81"/>
                <a:gd name="T36" fmla="*/ 15 w 33"/>
                <a:gd name="T37" fmla="*/ 41 h 81"/>
                <a:gd name="T38" fmla="*/ 15 w 33"/>
                <a:gd name="T39" fmla="*/ 44 h 81"/>
                <a:gd name="T40" fmla="*/ 15 w 33"/>
                <a:gd name="T41" fmla="*/ 48 h 81"/>
                <a:gd name="T42" fmla="*/ 15 w 33"/>
                <a:gd name="T43" fmla="*/ 52 h 81"/>
                <a:gd name="T44" fmla="*/ 19 w 33"/>
                <a:gd name="T45" fmla="*/ 59 h 81"/>
                <a:gd name="T46" fmla="*/ 15 w 33"/>
                <a:gd name="T47" fmla="*/ 63 h 81"/>
                <a:gd name="T48" fmla="*/ 15 w 33"/>
                <a:gd name="T49" fmla="*/ 67 h 81"/>
                <a:gd name="T50" fmla="*/ 15 w 33"/>
                <a:gd name="T51" fmla="*/ 70 h 81"/>
                <a:gd name="T52" fmla="*/ 15 w 33"/>
                <a:gd name="T53" fmla="*/ 74 h 81"/>
                <a:gd name="T54" fmla="*/ 15 w 33"/>
                <a:gd name="T55" fmla="*/ 78 h 81"/>
                <a:gd name="T56" fmla="*/ 19 w 33"/>
                <a:gd name="T57" fmla="*/ 78 h 81"/>
                <a:gd name="T58" fmla="*/ 19 w 33"/>
                <a:gd name="T59" fmla="*/ 78 h 81"/>
                <a:gd name="T60" fmla="*/ 22 w 33"/>
                <a:gd name="T61" fmla="*/ 81 h 81"/>
                <a:gd name="T62" fmla="*/ 22 w 33"/>
                <a:gd name="T63" fmla="*/ 81 h 81"/>
                <a:gd name="T64" fmla="*/ 33 w 33"/>
                <a:gd name="T65" fmla="*/ 78 h 81"/>
                <a:gd name="T66" fmla="*/ 33 w 33"/>
                <a:gd name="T67" fmla="*/ 78 h 81"/>
                <a:gd name="T68" fmla="*/ 33 w 33"/>
                <a:gd name="T69" fmla="*/ 74 h 81"/>
                <a:gd name="T70" fmla="*/ 33 w 33"/>
                <a:gd name="T71" fmla="*/ 70 h 81"/>
                <a:gd name="T72" fmla="*/ 33 w 33"/>
                <a:gd name="T73" fmla="*/ 67 h 81"/>
                <a:gd name="T74" fmla="*/ 30 w 33"/>
                <a:gd name="T75" fmla="*/ 63 h 81"/>
                <a:gd name="T76" fmla="*/ 30 w 33"/>
                <a:gd name="T77" fmla="*/ 44 h 81"/>
                <a:gd name="T78" fmla="*/ 33 w 33"/>
                <a:gd name="T79" fmla="*/ 41 h 81"/>
                <a:gd name="T80" fmla="*/ 33 w 33"/>
                <a:gd name="T81" fmla="*/ 41 h 81"/>
                <a:gd name="T82" fmla="*/ 33 w 33"/>
                <a:gd name="T83" fmla="*/ 37 h 81"/>
                <a:gd name="T84" fmla="*/ 33 w 33"/>
                <a:gd name="T85" fmla="*/ 33 h 81"/>
                <a:gd name="T86" fmla="*/ 33 w 33"/>
                <a:gd name="T87" fmla="*/ 29 h 81"/>
                <a:gd name="T88" fmla="*/ 30 w 33"/>
                <a:gd name="T89" fmla="*/ 22 h 81"/>
                <a:gd name="T90" fmla="*/ 26 w 33"/>
                <a:gd name="T91" fmla="*/ 15 h 81"/>
                <a:gd name="T92" fmla="*/ 26 w 33"/>
                <a:gd name="T93" fmla="*/ 15 h 81"/>
                <a:gd name="T94" fmla="*/ 22 w 33"/>
                <a:gd name="T95" fmla="*/ 15 h 81"/>
                <a:gd name="T96" fmla="*/ 19 w 33"/>
                <a:gd name="T97" fmla="*/ 11 h 81"/>
                <a:gd name="T98" fmla="*/ 19 w 33"/>
                <a:gd name="T99" fmla="*/ 7 h 81"/>
                <a:gd name="T100" fmla="*/ 19 w 33"/>
                <a:gd name="T101" fmla="*/ 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3" h="81">
                  <a:moveTo>
                    <a:pt x="19" y="3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4" y="3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11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18"/>
                  </a:lnTo>
                  <a:lnTo>
                    <a:pt x="11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33"/>
                  </a:lnTo>
                  <a:lnTo>
                    <a:pt x="15" y="33"/>
                  </a:lnTo>
                  <a:lnTo>
                    <a:pt x="15" y="37"/>
                  </a:lnTo>
                  <a:lnTo>
                    <a:pt x="15" y="37"/>
                  </a:lnTo>
                  <a:lnTo>
                    <a:pt x="15" y="41"/>
                  </a:lnTo>
                  <a:lnTo>
                    <a:pt x="15" y="41"/>
                  </a:lnTo>
                  <a:lnTo>
                    <a:pt x="15" y="44"/>
                  </a:lnTo>
                  <a:lnTo>
                    <a:pt x="15" y="48"/>
                  </a:lnTo>
                  <a:lnTo>
                    <a:pt x="15" y="52"/>
                  </a:lnTo>
                  <a:lnTo>
                    <a:pt x="19" y="59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0"/>
                  </a:lnTo>
                  <a:lnTo>
                    <a:pt x="15" y="74"/>
                  </a:lnTo>
                  <a:lnTo>
                    <a:pt x="15" y="78"/>
                  </a:lnTo>
                  <a:lnTo>
                    <a:pt x="19" y="78"/>
                  </a:lnTo>
                  <a:lnTo>
                    <a:pt x="19" y="78"/>
                  </a:lnTo>
                  <a:lnTo>
                    <a:pt x="22" y="81"/>
                  </a:lnTo>
                  <a:lnTo>
                    <a:pt x="22" y="81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33" y="74"/>
                  </a:lnTo>
                  <a:lnTo>
                    <a:pt x="33" y="70"/>
                  </a:lnTo>
                  <a:lnTo>
                    <a:pt x="33" y="67"/>
                  </a:lnTo>
                  <a:lnTo>
                    <a:pt x="30" y="63"/>
                  </a:lnTo>
                  <a:lnTo>
                    <a:pt x="30" y="44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3" y="37"/>
                  </a:lnTo>
                  <a:lnTo>
                    <a:pt x="33" y="33"/>
                  </a:lnTo>
                  <a:lnTo>
                    <a:pt x="33" y="29"/>
                  </a:lnTo>
                  <a:lnTo>
                    <a:pt x="30" y="22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2" y="15"/>
                  </a:lnTo>
                  <a:lnTo>
                    <a:pt x="19" y="11"/>
                  </a:lnTo>
                  <a:lnTo>
                    <a:pt x="19" y="7"/>
                  </a:lnTo>
                  <a:lnTo>
                    <a:pt x="19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69" name="Freeform 127"/>
            <p:cNvSpPr/>
            <p:nvPr/>
          </p:nvSpPr>
          <p:spPr bwMode="auto">
            <a:xfrm>
              <a:off x="4317467" y="2932796"/>
              <a:ext cx="65619" cy="124804"/>
            </a:xfrm>
            <a:custGeom>
              <a:avLst/>
              <a:gdLst>
                <a:gd name="T0" fmla="*/ 25 w 51"/>
                <a:gd name="T1" fmla="*/ 8 h 97"/>
                <a:gd name="T2" fmla="*/ 18 w 51"/>
                <a:gd name="T3" fmla="*/ 11 h 97"/>
                <a:gd name="T4" fmla="*/ 11 w 51"/>
                <a:gd name="T5" fmla="*/ 11 h 97"/>
                <a:gd name="T6" fmla="*/ 7 w 51"/>
                <a:gd name="T7" fmla="*/ 15 h 97"/>
                <a:gd name="T8" fmla="*/ 7 w 51"/>
                <a:gd name="T9" fmla="*/ 22 h 97"/>
                <a:gd name="T10" fmla="*/ 0 w 51"/>
                <a:gd name="T11" fmla="*/ 26 h 97"/>
                <a:gd name="T12" fmla="*/ 3 w 51"/>
                <a:gd name="T13" fmla="*/ 34 h 97"/>
                <a:gd name="T14" fmla="*/ 7 w 51"/>
                <a:gd name="T15" fmla="*/ 34 h 97"/>
                <a:gd name="T16" fmla="*/ 14 w 51"/>
                <a:gd name="T17" fmla="*/ 48 h 97"/>
                <a:gd name="T18" fmla="*/ 14 w 51"/>
                <a:gd name="T19" fmla="*/ 56 h 97"/>
                <a:gd name="T20" fmla="*/ 14 w 51"/>
                <a:gd name="T21" fmla="*/ 60 h 97"/>
                <a:gd name="T22" fmla="*/ 11 w 51"/>
                <a:gd name="T23" fmla="*/ 82 h 97"/>
                <a:gd name="T24" fmla="*/ 14 w 51"/>
                <a:gd name="T25" fmla="*/ 89 h 97"/>
                <a:gd name="T26" fmla="*/ 14 w 51"/>
                <a:gd name="T27" fmla="*/ 97 h 97"/>
                <a:gd name="T28" fmla="*/ 33 w 51"/>
                <a:gd name="T29" fmla="*/ 93 h 97"/>
                <a:gd name="T30" fmla="*/ 33 w 51"/>
                <a:gd name="T31" fmla="*/ 89 h 97"/>
                <a:gd name="T32" fmla="*/ 33 w 51"/>
                <a:gd name="T33" fmla="*/ 78 h 97"/>
                <a:gd name="T34" fmla="*/ 33 w 51"/>
                <a:gd name="T35" fmla="*/ 71 h 97"/>
                <a:gd name="T36" fmla="*/ 33 w 51"/>
                <a:gd name="T37" fmla="*/ 67 h 97"/>
                <a:gd name="T38" fmla="*/ 33 w 51"/>
                <a:gd name="T39" fmla="*/ 67 h 97"/>
                <a:gd name="T40" fmla="*/ 33 w 51"/>
                <a:gd name="T41" fmla="*/ 63 h 97"/>
                <a:gd name="T42" fmla="*/ 33 w 51"/>
                <a:gd name="T43" fmla="*/ 56 h 97"/>
                <a:gd name="T44" fmla="*/ 33 w 51"/>
                <a:gd name="T45" fmla="*/ 52 h 97"/>
                <a:gd name="T46" fmla="*/ 37 w 51"/>
                <a:gd name="T47" fmla="*/ 52 h 97"/>
                <a:gd name="T48" fmla="*/ 40 w 51"/>
                <a:gd name="T49" fmla="*/ 48 h 97"/>
                <a:gd name="T50" fmla="*/ 44 w 51"/>
                <a:gd name="T51" fmla="*/ 41 h 97"/>
                <a:gd name="T52" fmla="*/ 48 w 51"/>
                <a:gd name="T53" fmla="*/ 41 h 97"/>
                <a:gd name="T54" fmla="*/ 44 w 51"/>
                <a:gd name="T55" fmla="*/ 34 h 97"/>
                <a:gd name="T56" fmla="*/ 48 w 51"/>
                <a:gd name="T57" fmla="*/ 30 h 97"/>
                <a:gd name="T58" fmla="*/ 51 w 51"/>
                <a:gd name="T59" fmla="*/ 30 h 97"/>
                <a:gd name="T60" fmla="*/ 48 w 51"/>
                <a:gd name="T61" fmla="*/ 19 h 97"/>
                <a:gd name="T62" fmla="*/ 44 w 51"/>
                <a:gd name="T63" fmla="*/ 15 h 97"/>
                <a:gd name="T64" fmla="*/ 44 w 51"/>
                <a:gd name="T65" fmla="*/ 11 h 97"/>
                <a:gd name="T66" fmla="*/ 37 w 51"/>
                <a:gd name="T67" fmla="*/ 8 h 97"/>
                <a:gd name="T68" fmla="*/ 29 w 51"/>
                <a:gd name="T69" fmla="*/ 0 h 97"/>
                <a:gd name="T70" fmla="*/ 29 w 51"/>
                <a:gd name="T71" fmla="*/ 4 h 97"/>
                <a:gd name="T72" fmla="*/ 25 w 51"/>
                <a:gd name="T73" fmla="*/ 4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1" h="97">
                  <a:moveTo>
                    <a:pt x="25" y="4"/>
                  </a:moveTo>
                  <a:lnTo>
                    <a:pt x="25" y="8"/>
                  </a:lnTo>
                  <a:lnTo>
                    <a:pt x="22" y="11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11" y="11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3" y="19"/>
                  </a:lnTo>
                  <a:lnTo>
                    <a:pt x="7" y="22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3" y="34"/>
                  </a:lnTo>
                  <a:lnTo>
                    <a:pt x="7" y="34"/>
                  </a:lnTo>
                  <a:lnTo>
                    <a:pt x="7" y="34"/>
                  </a:lnTo>
                  <a:lnTo>
                    <a:pt x="11" y="41"/>
                  </a:lnTo>
                  <a:lnTo>
                    <a:pt x="14" y="48"/>
                  </a:lnTo>
                  <a:lnTo>
                    <a:pt x="14" y="52"/>
                  </a:lnTo>
                  <a:lnTo>
                    <a:pt x="14" y="56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11" y="63"/>
                  </a:lnTo>
                  <a:lnTo>
                    <a:pt x="11" y="82"/>
                  </a:lnTo>
                  <a:lnTo>
                    <a:pt x="14" y="86"/>
                  </a:lnTo>
                  <a:lnTo>
                    <a:pt x="14" y="89"/>
                  </a:lnTo>
                  <a:lnTo>
                    <a:pt x="14" y="93"/>
                  </a:lnTo>
                  <a:lnTo>
                    <a:pt x="14" y="97"/>
                  </a:lnTo>
                  <a:lnTo>
                    <a:pt x="22" y="97"/>
                  </a:lnTo>
                  <a:lnTo>
                    <a:pt x="33" y="93"/>
                  </a:lnTo>
                  <a:lnTo>
                    <a:pt x="33" y="93"/>
                  </a:lnTo>
                  <a:lnTo>
                    <a:pt x="33" y="89"/>
                  </a:lnTo>
                  <a:lnTo>
                    <a:pt x="33" y="82"/>
                  </a:lnTo>
                  <a:lnTo>
                    <a:pt x="33" y="78"/>
                  </a:lnTo>
                  <a:lnTo>
                    <a:pt x="33" y="78"/>
                  </a:lnTo>
                  <a:lnTo>
                    <a:pt x="33" y="71"/>
                  </a:lnTo>
                  <a:lnTo>
                    <a:pt x="33" y="71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3" y="63"/>
                  </a:lnTo>
                  <a:lnTo>
                    <a:pt x="33" y="63"/>
                  </a:lnTo>
                  <a:lnTo>
                    <a:pt x="33" y="60"/>
                  </a:lnTo>
                  <a:lnTo>
                    <a:pt x="33" y="56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37" y="52"/>
                  </a:lnTo>
                  <a:lnTo>
                    <a:pt x="37" y="52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4" y="45"/>
                  </a:lnTo>
                  <a:lnTo>
                    <a:pt x="44" y="41"/>
                  </a:lnTo>
                  <a:lnTo>
                    <a:pt x="48" y="41"/>
                  </a:lnTo>
                  <a:lnTo>
                    <a:pt x="48" y="41"/>
                  </a:lnTo>
                  <a:lnTo>
                    <a:pt x="48" y="37"/>
                  </a:lnTo>
                  <a:lnTo>
                    <a:pt x="44" y="34"/>
                  </a:lnTo>
                  <a:lnTo>
                    <a:pt x="44" y="34"/>
                  </a:lnTo>
                  <a:lnTo>
                    <a:pt x="48" y="30"/>
                  </a:lnTo>
                  <a:lnTo>
                    <a:pt x="51" y="30"/>
                  </a:lnTo>
                  <a:lnTo>
                    <a:pt x="51" y="30"/>
                  </a:lnTo>
                  <a:lnTo>
                    <a:pt x="48" y="22"/>
                  </a:lnTo>
                  <a:lnTo>
                    <a:pt x="48" y="19"/>
                  </a:lnTo>
                  <a:lnTo>
                    <a:pt x="44" y="19"/>
                  </a:lnTo>
                  <a:lnTo>
                    <a:pt x="44" y="15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0" y="8"/>
                  </a:lnTo>
                  <a:lnTo>
                    <a:pt x="37" y="8"/>
                  </a:lnTo>
                  <a:lnTo>
                    <a:pt x="37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5" y="4"/>
                  </a:lnTo>
                  <a:lnTo>
                    <a:pt x="2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0" name="Freeform 128"/>
            <p:cNvSpPr>
              <a:spLocks noEditPoints="1"/>
            </p:cNvSpPr>
            <p:nvPr/>
          </p:nvSpPr>
          <p:spPr bwMode="auto">
            <a:xfrm>
              <a:off x="4550346" y="2714068"/>
              <a:ext cx="247033" cy="319084"/>
            </a:xfrm>
            <a:custGeom>
              <a:avLst/>
              <a:gdLst>
                <a:gd name="T0" fmla="*/ 189 w 192"/>
                <a:gd name="T1" fmla="*/ 63 h 248"/>
                <a:gd name="T2" fmla="*/ 185 w 192"/>
                <a:gd name="T3" fmla="*/ 122 h 248"/>
                <a:gd name="T4" fmla="*/ 174 w 192"/>
                <a:gd name="T5" fmla="*/ 126 h 248"/>
                <a:gd name="T6" fmla="*/ 174 w 192"/>
                <a:gd name="T7" fmla="*/ 133 h 248"/>
                <a:gd name="T8" fmla="*/ 167 w 192"/>
                <a:gd name="T9" fmla="*/ 141 h 248"/>
                <a:gd name="T10" fmla="*/ 167 w 192"/>
                <a:gd name="T11" fmla="*/ 148 h 248"/>
                <a:gd name="T12" fmla="*/ 167 w 192"/>
                <a:gd name="T13" fmla="*/ 155 h 248"/>
                <a:gd name="T14" fmla="*/ 159 w 192"/>
                <a:gd name="T15" fmla="*/ 166 h 248"/>
                <a:gd name="T16" fmla="*/ 163 w 192"/>
                <a:gd name="T17" fmla="*/ 166 h 248"/>
                <a:gd name="T18" fmla="*/ 163 w 192"/>
                <a:gd name="T19" fmla="*/ 170 h 248"/>
                <a:gd name="T20" fmla="*/ 167 w 192"/>
                <a:gd name="T21" fmla="*/ 178 h 248"/>
                <a:gd name="T22" fmla="*/ 174 w 192"/>
                <a:gd name="T23" fmla="*/ 185 h 248"/>
                <a:gd name="T24" fmla="*/ 174 w 192"/>
                <a:gd name="T25" fmla="*/ 192 h 248"/>
                <a:gd name="T26" fmla="*/ 167 w 192"/>
                <a:gd name="T27" fmla="*/ 196 h 248"/>
                <a:gd name="T28" fmla="*/ 155 w 192"/>
                <a:gd name="T29" fmla="*/ 200 h 248"/>
                <a:gd name="T30" fmla="*/ 152 w 192"/>
                <a:gd name="T31" fmla="*/ 204 h 248"/>
                <a:gd name="T32" fmla="*/ 148 w 192"/>
                <a:gd name="T33" fmla="*/ 207 h 248"/>
                <a:gd name="T34" fmla="*/ 144 w 192"/>
                <a:gd name="T35" fmla="*/ 215 h 248"/>
                <a:gd name="T36" fmla="*/ 141 w 192"/>
                <a:gd name="T37" fmla="*/ 218 h 248"/>
                <a:gd name="T38" fmla="*/ 130 w 192"/>
                <a:gd name="T39" fmla="*/ 226 h 248"/>
                <a:gd name="T40" fmla="*/ 118 w 192"/>
                <a:gd name="T41" fmla="*/ 222 h 248"/>
                <a:gd name="T42" fmla="*/ 111 w 192"/>
                <a:gd name="T43" fmla="*/ 226 h 248"/>
                <a:gd name="T44" fmla="*/ 115 w 192"/>
                <a:gd name="T45" fmla="*/ 230 h 248"/>
                <a:gd name="T46" fmla="*/ 107 w 192"/>
                <a:gd name="T47" fmla="*/ 237 h 248"/>
                <a:gd name="T48" fmla="*/ 89 w 192"/>
                <a:gd name="T49" fmla="*/ 241 h 248"/>
                <a:gd name="T50" fmla="*/ 78 w 192"/>
                <a:gd name="T51" fmla="*/ 248 h 248"/>
                <a:gd name="T52" fmla="*/ 74 w 192"/>
                <a:gd name="T53" fmla="*/ 241 h 248"/>
                <a:gd name="T54" fmla="*/ 70 w 192"/>
                <a:gd name="T55" fmla="*/ 248 h 248"/>
                <a:gd name="T56" fmla="*/ 59 w 192"/>
                <a:gd name="T57" fmla="*/ 248 h 248"/>
                <a:gd name="T58" fmla="*/ 55 w 192"/>
                <a:gd name="T59" fmla="*/ 241 h 248"/>
                <a:gd name="T60" fmla="*/ 48 w 192"/>
                <a:gd name="T61" fmla="*/ 233 h 248"/>
                <a:gd name="T62" fmla="*/ 33 w 192"/>
                <a:gd name="T63" fmla="*/ 222 h 248"/>
                <a:gd name="T64" fmla="*/ 33 w 192"/>
                <a:gd name="T65" fmla="*/ 215 h 248"/>
                <a:gd name="T66" fmla="*/ 33 w 192"/>
                <a:gd name="T67" fmla="*/ 211 h 248"/>
                <a:gd name="T68" fmla="*/ 41 w 192"/>
                <a:gd name="T69" fmla="*/ 211 h 248"/>
                <a:gd name="T70" fmla="*/ 48 w 192"/>
                <a:gd name="T71" fmla="*/ 211 h 248"/>
                <a:gd name="T72" fmla="*/ 55 w 192"/>
                <a:gd name="T73" fmla="*/ 211 h 248"/>
                <a:gd name="T74" fmla="*/ 52 w 192"/>
                <a:gd name="T75" fmla="*/ 207 h 248"/>
                <a:gd name="T76" fmla="*/ 44 w 192"/>
                <a:gd name="T77" fmla="*/ 200 h 248"/>
                <a:gd name="T78" fmla="*/ 48 w 192"/>
                <a:gd name="T79" fmla="*/ 189 h 248"/>
                <a:gd name="T80" fmla="*/ 48 w 192"/>
                <a:gd name="T81" fmla="*/ 185 h 248"/>
                <a:gd name="T82" fmla="*/ 44 w 192"/>
                <a:gd name="T83" fmla="*/ 178 h 248"/>
                <a:gd name="T84" fmla="*/ 37 w 192"/>
                <a:gd name="T85" fmla="*/ 166 h 248"/>
                <a:gd name="T86" fmla="*/ 26 w 192"/>
                <a:gd name="T87" fmla="*/ 159 h 248"/>
                <a:gd name="T88" fmla="*/ 18 w 192"/>
                <a:gd name="T89" fmla="*/ 137 h 248"/>
                <a:gd name="T90" fmla="*/ 22 w 192"/>
                <a:gd name="T91" fmla="*/ 133 h 248"/>
                <a:gd name="T92" fmla="*/ 52 w 192"/>
                <a:gd name="T93" fmla="*/ 85 h 248"/>
                <a:gd name="T94" fmla="*/ 59 w 192"/>
                <a:gd name="T95" fmla="*/ 48 h 248"/>
                <a:gd name="T96" fmla="*/ 48 w 192"/>
                <a:gd name="T97" fmla="*/ 29 h 248"/>
                <a:gd name="T98" fmla="*/ 41 w 192"/>
                <a:gd name="T99" fmla="*/ 7 h 248"/>
                <a:gd name="T100" fmla="*/ 0 w 192"/>
                <a:gd name="T101" fmla="*/ 163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2" h="248">
                  <a:moveTo>
                    <a:pt x="41" y="7"/>
                  </a:moveTo>
                  <a:lnTo>
                    <a:pt x="59" y="0"/>
                  </a:lnTo>
                  <a:lnTo>
                    <a:pt x="189" y="63"/>
                  </a:lnTo>
                  <a:lnTo>
                    <a:pt x="192" y="122"/>
                  </a:lnTo>
                  <a:lnTo>
                    <a:pt x="189" y="122"/>
                  </a:lnTo>
                  <a:lnTo>
                    <a:pt x="185" y="122"/>
                  </a:lnTo>
                  <a:lnTo>
                    <a:pt x="181" y="122"/>
                  </a:lnTo>
                  <a:lnTo>
                    <a:pt x="178" y="122"/>
                  </a:lnTo>
                  <a:lnTo>
                    <a:pt x="174" y="126"/>
                  </a:lnTo>
                  <a:lnTo>
                    <a:pt x="174" y="129"/>
                  </a:lnTo>
                  <a:lnTo>
                    <a:pt x="178" y="129"/>
                  </a:lnTo>
                  <a:lnTo>
                    <a:pt x="174" y="133"/>
                  </a:lnTo>
                  <a:lnTo>
                    <a:pt x="170" y="141"/>
                  </a:lnTo>
                  <a:lnTo>
                    <a:pt x="167" y="141"/>
                  </a:lnTo>
                  <a:lnTo>
                    <a:pt x="167" y="141"/>
                  </a:lnTo>
                  <a:lnTo>
                    <a:pt x="167" y="144"/>
                  </a:lnTo>
                  <a:lnTo>
                    <a:pt x="167" y="144"/>
                  </a:lnTo>
                  <a:lnTo>
                    <a:pt x="167" y="148"/>
                  </a:lnTo>
                  <a:lnTo>
                    <a:pt x="163" y="152"/>
                  </a:lnTo>
                  <a:lnTo>
                    <a:pt x="163" y="152"/>
                  </a:lnTo>
                  <a:lnTo>
                    <a:pt x="167" y="155"/>
                  </a:lnTo>
                  <a:lnTo>
                    <a:pt x="167" y="159"/>
                  </a:lnTo>
                  <a:lnTo>
                    <a:pt x="163" y="159"/>
                  </a:lnTo>
                  <a:lnTo>
                    <a:pt x="159" y="166"/>
                  </a:lnTo>
                  <a:lnTo>
                    <a:pt x="159" y="170"/>
                  </a:lnTo>
                  <a:lnTo>
                    <a:pt x="159" y="170"/>
                  </a:lnTo>
                  <a:lnTo>
                    <a:pt x="163" y="166"/>
                  </a:lnTo>
                  <a:lnTo>
                    <a:pt x="167" y="166"/>
                  </a:lnTo>
                  <a:lnTo>
                    <a:pt x="167" y="170"/>
                  </a:lnTo>
                  <a:lnTo>
                    <a:pt x="163" y="170"/>
                  </a:lnTo>
                  <a:lnTo>
                    <a:pt x="167" y="174"/>
                  </a:lnTo>
                  <a:lnTo>
                    <a:pt x="167" y="174"/>
                  </a:lnTo>
                  <a:lnTo>
                    <a:pt x="167" y="178"/>
                  </a:lnTo>
                  <a:lnTo>
                    <a:pt x="167" y="181"/>
                  </a:lnTo>
                  <a:lnTo>
                    <a:pt x="167" y="185"/>
                  </a:lnTo>
                  <a:lnTo>
                    <a:pt x="174" y="185"/>
                  </a:lnTo>
                  <a:lnTo>
                    <a:pt x="174" y="189"/>
                  </a:lnTo>
                  <a:lnTo>
                    <a:pt x="174" y="189"/>
                  </a:lnTo>
                  <a:lnTo>
                    <a:pt x="174" y="192"/>
                  </a:lnTo>
                  <a:lnTo>
                    <a:pt x="174" y="192"/>
                  </a:lnTo>
                  <a:lnTo>
                    <a:pt x="170" y="196"/>
                  </a:lnTo>
                  <a:lnTo>
                    <a:pt x="167" y="196"/>
                  </a:lnTo>
                  <a:lnTo>
                    <a:pt x="163" y="196"/>
                  </a:lnTo>
                  <a:lnTo>
                    <a:pt x="159" y="196"/>
                  </a:lnTo>
                  <a:lnTo>
                    <a:pt x="155" y="200"/>
                  </a:lnTo>
                  <a:lnTo>
                    <a:pt x="155" y="200"/>
                  </a:lnTo>
                  <a:lnTo>
                    <a:pt x="155" y="204"/>
                  </a:lnTo>
                  <a:lnTo>
                    <a:pt x="152" y="204"/>
                  </a:lnTo>
                  <a:lnTo>
                    <a:pt x="152" y="207"/>
                  </a:lnTo>
                  <a:lnTo>
                    <a:pt x="148" y="207"/>
                  </a:lnTo>
                  <a:lnTo>
                    <a:pt x="148" y="207"/>
                  </a:lnTo>
                  <a:lnTo>
                    <a:pt x="144" y="211"/>
                  </a:lnTo>
                  <a:lnTo>
                    <a:pt x="144" y="211"/>
                  </a:lnTo>
                  <a:lnTo>
                    <a:pt x="144" y="215"/>
                  </a:lnTo>
                  <a:lnTo>
                    <a:pt x="141" y="215"/>
                  </a:lnTo>
                  <a:lnTo>
                    <a:pt x="144" y="218"/>
                  </a:lnTo>
                  <a:lnTo>
                    <a:pt x="141" y="218"/>
                  </a:lnTo>
                  <a:lnTo>
                    <a:pt x="141" y="222"/>
                  </a:lnTo>
                  <a:lnTo>
                    <a:pt x="137" y="222"/>
                  </a:lnTo>
                  <a:lnTo>
                    <a:pt x="130" y="226"/>
                  </a:lnTo>
                  <a:lnTo>
                    <a:pt x="126" y="226"/>
                  </a:lnTo>
                  <a:lnTo>
                    <a:pt x="122" y="226"/>
                  </a:lnTo>
                  <a:lnTo>
                    <a:pt x="118" y="222"/>
                  </a:lnTo>
                  <a:lnTo>
                    <a:pt x="115" y="222"/>
                  </a:lnTo>
                  <a:lnTo>
                    <a:pt x="111" y="222"/>
                  </a:lnTo>
                  <a:lnTo>
                    <a:pt x="111" y="226"/>
                  </a:lnTo>
                  <a:lnTo>
                    <a:pt x="111" y="226"/>
                  </a:lnTo>
                  <a:lnTo>
                    <a:pt x="111" y="230"/>
                  </a:lnTo>
                  <a:lnTo>
                    <a:pt x="115" y="230"/>
                  </a:lnTo>
                  <a:lnTo>
                    <a:pt x="115" y="233"/>
                  </a:lnTo>
                  <a:lnTo>
                    <a:pt x="111" y="233"/>
                  </a:lnTo>
                  <a:lnTo>
                    <a:pt x="107" y="237"/>
                  </a:lnTo>
                  <a:lnTo>
                    <a:pt x="104" y="237"/>
                  </a:lnTo>
                  <a:lnTo>
                    <a:pt x="93" y="241"/>
                  </a:lnTo>
                  <a:lnTo>
                    <a:pt x="89" y="241"/>
                  </a:lnTo>
                  <a:lnTo>
                    <a:pt x="85" y="244"/>
                  </a:lnTo>
                  <a:lnTo>
                    <a:pt x="81" y="244"/>
                  </a:lnTo>
                  <a:lnTo>
                    <a:pt x="78" y="248"/>
                  </a:lnTo>
                  <a:lnTo>
                    <a:pt x="78" y="244"/>
                  </a:lnTo>
                  <a:lnTo>
                    <a:pt x="74" y="241"/>
                  </a:lnTo>
                  <a:lnTo>
                    <a:pt x="74" y="241"/>
                  </a:lnTo>
                  <a:lnTo>
                    <a:pt x="70" y="241"/>
                  </a:lnTo>
                  <a:lnTo>
                    <a:pt x="70" y="244"/>
                  </a:lnTo>
                  <a:lnTo>
                    <a:pt x="70" y="248"/>
                  </a:lnTo>
                  <a:lnTo>
                    <a:pt x="67" y="248"/>
                  </a:lnTo>
                  <a:lnTo>
                    <a:pt x="63" y="248"/>
                  </a:lnTo>
                  <a:lnTo>
                    <a:pt x="59" y="248"/>
                  </a:lnTo>
                  <a:lnTo>
                    <a:pt x="59" y="244"/>
                  </a:lnTo>
                  <a:lnTo>
                    <a:pt x="55" y="244"/>
                  </a:lnTo>
                  <a:lnTo>
                    <a:pt x="55" y="241"/>
                  </a:lnTo>
                  <a:lnTo>
                    <a:pt x="55" y="237"/>
                  </a:lnTo>
                  <a:lnTo>
                    <a:pt x="52" y="233"/>
                  </a:lnTo>
                  <a:lnTo>
                    <a:pt x="48" y="233"/>
                  </a:lnTo>
                  <a:lnTo>
                    <a:pt x="44" y="226"/>
                  </a:lnTo>
                  <a:lnTo>
                    <a:pt x="37" y="222"/>
                  </a:lnTo>
                  <a:lnTo>
                    <a:pt x="33" y="222"/>
                  </a:lnTo>
                  <a:lnTo>
                    <a:pt x="33" y="218"/>
                  </a:lnTo>
                  <a:lnTo>
                    <a:pt x="33" y="218"/>
                  </a:lnTo>
                  <a:lnTo>
                    <a:pt x="33" y="215"/>
                  </a:lnTo>
                  <a:lnTo>
                    <a:pt x="33" y="215"/>
                  </a:lnTo>
                  <a:lnTo>
                    <a:pt x="33" y="211"/>
                  </a:lnTo>
                  <a:lnTo>
                    <a:pt x="33" y="211"/>
                  </a:lnTo>
                  <a:lnTo>
                    <a:pt x="37" y="211"/>
                  </a:lnTo>
                  <a:lnTo>
                    <a:pt x="37" y="211"/>
                  </a:lnTo>
                  <a:lnTo>
                    <a:pt x="41" y="211"/>
                  </a:lnTo>
                  <a:lnTo>
                    <a:pt x="44" y="211"/>
                  </a:lnTo>
                  <a:lnTo>
                    <a:pt x="44" y="211"/>
                  </a:lnTo>
                  <a:lnTo>
                    <a:pt x="48" y="211"/>
                  </a:lnTo>
                  <a:lnTo>
                    <a:pt x="52" y="211"/>
                  </a:lnTo>
                  <a:lnTo>
                    <a:pt x="52" y="211"/>
                  </a:lnTo>
                  <a:lnTo>
                    <a:pt x="55" y="211"/>
                  </a:lnTo>
                  <a:lnTo>
                    <a:pt x="55" y="211"/>
                  </a:lnTo>
                  <a:lnTo>
                    <a:pt x="55" y="211"/>
                  </a:lnTo>
                  <a:lnTo>
                    <a:pt x="52" y="207"/>
                  </a:lnTo>
                  <a:lnTo>
                    <a:pt x="48" y="204"/>
                  </a:lnTo>
                  <a:lnTo>
                    <a:pt x="48" y="204"/>
                  </a:lnTo>
                  <a:lnTo>
                    <a:pt x="44" y="200"/>
                  </a:lnTo>
                  <a:lnTo>
                    <a:pt x="44" y="196"/>
                  </a:lnTo>
                  <a:lnTo>
                    <a:pt x="44" y="192"/>
                  </a:lnTo>
                  <a:lnTo>
                    <a:pt x="48" y="189"/>
                  </a:lnTo>
                  <a:lnTo>
                    <a:pt x="44" y="189"/>
                  </a:lnTo>
                  <a:lnTo>
                    <a:pt x="44" y="185"/>
                  </a:lnTo>
                  <a:lnTo>
                    <a:pt x="48" y="185"/>
                  </a:lnTo>
                  <a:lnTo>
                    <a:pt x="48" y="181"/>
                  </a:lnTo>
                  <a:lnTo>
                    <a:pt x="44" y="178"/>
                  </a:lnTo>
                  <a:lnTo>
                    <a:pt x="44" y="178"/>
                  </a:lnTo>
                  <a:lnTo>
                    <a:pt x="44" y="174"/>
                  </a:lnTo>
                  <a:lnTo>
                    <a:pt x="41" y="170"/>
                  </a:lnTo>
                  <a:lnTo>
                    <a:pt x="37" y="166"/>
                  </a:lnTo>
                  <a:lnTo>
                    <a:pt x="30" y="163"/>
                  </a:lnTo>
                  <a:lnTo>
                    <a:pt x="30" y="163"/>
                  </a:lnTo>
                  <a:lnTo>
                    <a:pt x="26" y="159"/>
                  </a:lnTo>
                  <a:lnTo>
                    <a:pt x="22" y="155"/>
                  </a:lnTo>
                  <a:lnTo>
                    <a:pt x="22" y="155"/>
                  </a:lnTo>
                  <a:lnTo>
                    <a:pt x="18" y="137"/>
                  </a:lnTo>
                  <a:lnTo>
                    <a:pt x="18" y="133"/>
                  </a:lnTo>
                  <a:lnTo>
                    <a:pt x="22" y="133"/>
                  </a:lnTo>
                  <a:lnTo>
                    <a:pt x="22" y="133"/>
                  </a:lnTo>
                  <a:lnTo>
                    <a:pt x="26" y="129"/>
                  </a:lnTo>
                  <a:lnTo>
                    <a:pt x="52" y="107"/>
                  </a:lnTo>
                  <a:lnTo>
                    <a:pt x="52" y="85"/>
                  </a:lnTo>
                  <a:lnTo>
                    <a:pt x="55" y="55"/>
                  </a:lnTo>
                  <a:lnTo>
                    <a:pt x="59" y="55"/>
                  </a:lnTo>
                  <a:lnTo>
                    <a:pt x="59" y="48"/>
                  </a:lnTo>
                  <a:lnTo>
                    <a:pt x="48" y="37"/>
                  </a:lnTo>
                  <a:lnTo>
                    <a:pt x="48" y="33"/>
                  </a:lnTo>
                  <a:lnTo>
                    <a:pt x="48" y="29"/>
                  </a:lnTo>
                  <a:lnTo>
                    <a:pt x="41" y="11"/>
                  </a:lnTo>
                  <a:lnTo>
                    <a:pt x="41" y="7"/>
                  </a:lnTo>
                  <a:lnTo>
                    <a:pt x="41" y="7"/>
                  </a:lnTo>
                  <a:close/>
                  <a:moveTo>
                    <a:pt x="4" y="163"/>
                  </a:moveTo>
                  <a:lnTo>
                    <a:pt x="4" y="163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4" y="1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1" name="Freeform 129"/>
            <p:cNvSpPr/>
            <p:nvPr/>
          </p:nvSpPr>
          <p:spPr bwMode="auto">
            <a:xfrm>
              <a:off x="4302026" y="2717929"/>
              <a:ext cx="324231" cy="229020"/>
            </a:xfrm>
            <a:custGeom>
              <a:avLst/>
              <a:gdLst>
                <a:gd name="T0" fmla="*/ 52 w 252"/>
                <a:gd name="T1" fmla="*/ 175 h 178"/>
                <a:gd name="T2" fmla="*/ 49 w 252"/>
                <a:gd name="T3" fmla="*/ 171 h 178"/>
                <a:gd name="T4" fmla="*/ 41 w 252"/>
                <a:gd name="T5" fmla="*/ 167 h 178"/>
                <a:gd name="T6" fmla="*/ 37 w 252"/>
                <a:gd name="T7" fmla="*/ 171 h 178"/>
                <a:gd name="T8" fmla="*/ 30 w 252"/>
                <a:gd name="T9" fmla="*/ 167 h 178"/>
                <a:gd name="T10" fmla="*/ 34 w 252"/>
                <a:gd name="T11" fmla="*/ 163 h 178"/>
                <a:gd name="T12" fmla="*/ 30 w 252"/>
                <a:gd name="T13" fmla="*/ 160 h 178"/>
                <a:gd name="T14" fmla="*/ 23 w 252"/>
                <a:gd name="T15" fmla="*/ 160 h 178"/>
                <a:gd name="T16" fmla="*/ 15 w 252"/>
                <a:gd name="T17" fmla="*/ 152 h 178"/>
                <a:gd name="T18" fmla="*/ 0 w 252"/>
                <a:gd name="T19" fmla="*/ 138 h 178"/>
                <a:gd name="T20" fmla="*/ 4 w 252"/>
                <a:gd name="T21" fmla="*/ 130 h 178"/>
                <a:gd name="T22" fmla="*/ 8 w 252"/>
                <a:gd name="T23" fmla="*/ 130 h 178"/>
                <a:gd name="T24" fmla="*/ 23 w 252"/>
                <a:gd name="T25" fmla="*/ 130 h 178"/>
                <a:gd name="T26" fmla="*/ 34 w 252"/>
                <a:gd name="T27" fmla="*/ 126 h 178"/>
                <a:gd name="T28" fmla="*/ 41 w 252"/>
                <a:gd name="T29" fmla="*/ 123 h 178"/>
                <a:gd name="T30" fmla="*/ 52 w 252"/>
                <a:gd name="T31" fmla="*/ 123 h 178"/>
                <a:gd name="T32" fmla="*/ 63 w 252"/>
                <a:gd name="T33" fmla="*/ 115 h 178"/>
                <a:gd name="T34" fmla="*/ 63 w 252"/>
                <a:gd name="T35" fmla="*/ 108 h 178"/>
                <a:gd name="T36" fmla="*/ 67 w 252"/>
                <a:gd name="T37" fmla="*/ 67 h 178"/>
                <a:gd name="T38" fmla="*/ 111 w 252"/>
                <a:gd name="T39" fmla="*/ 45 h 178"/>
                <a:gd name="T40" fmla="*/ 215 w 252"/>
                <a:gd name="T41" fmla="*/ 8 h 178"/>
                <a:gd name="T42" fmla="*/ 234 w 252"/>
                <a:gd name="T43" fmla="*/ 4 h 178"/>
                <a:gd name="T44" fmla="*/ 241 w 252"/>
                <a:gd name="T45" fmla="*/ 26 h 178"/>
                <a:gd name="T46" fmla="*/ 241 w 252"/>
                <a:gd name="T47" fmla="*/ 34 h 178"/>
                <a:gd name="T48" fmla="*/ 252 w 252"/>
                <a:gd name="T49" fmla="*/ 52 h 178"/>
                <a:gd name="T50" fmla="*/ 245 w 252"/>
                <a:gd name="T51" fmla="*/ 82 h 178"/>
                <a:gd name="T52" fmla="*/ 219 w 252"/>
                <a:gd name="T53" fmla="*/ 126 h 178"/>
                <a:gd name="T54" fmla="*/ 215 w 252"/>
                <a:gd name="T55" fmla="*/ 130 h 178"/>
                <a:gd name="T56" fmla="*/ 211 w 252"/>
                <a:gd name="T57" fmla="*/ 134 h 178"/>
                <a:gd name="T58" fmla="*/ 211 w 252"/>
                <a:gd name="T59" fmla="*/ 149 h 178"/>
                <a:gd name="T60" fmla="*/ 208 w 252"/>
                <a:gd name="T61" fmla="*/ 156 h 178"/>
                <a:gd name="T62" fmla="*/ 204 w 252"/>
                <a:gd name="T63" fmla="*/ 156 h 178"/>
                <a:gd name="T64" fmla="*/ 200 w 252"/>
                <a:gd name="T65" fmla="*/ 156 h 178"/>
                <a:gd name="T66" fmla="*/ 197 w 252"/>
                <a:gd name="T67" fmla="*/ 160 h 178"/>
                <a:gd name="T68" fmla="*/ 189 w 252"/>
                <a:gd name="T69" fmla="*/ 160 h 178"/>
                <a:gd name="T70" fmla="*/ 182 w 252"/>
                <a:gd name="T71" fmla="*/ 156 h 178"/>
                <a:gd name="T72" fmla="*/ 171 w 252"/>
                <a:gd name="T73" fmla="*/ 156 h 178"/>
                <a:gd name="T74" fmla="*/ 156 w 252"/>
                <a:gd name="T75" fmla="*/ 156 h 178"/>
                <a:gd name="T76" fmla="*/ 149 w 252"/>
                <a:gd name="T77" fmla="*/ 163 h 178"/>
                <a:gd name="T78" fmla="*/ 141 w 252"/>
                <a:gd name="T79" fmla="*/ 163 h 178"/>
                <a:gd name="T80" fmla="*/ 130 w 252"/>
                <a:gd name="T81" fmla="*/ 160 h 178"/>
                <a:gd name="T82" fmla="*/ 126 w 252"/>
                <a:gd name="T83" fmla="*/ 156 h 178"/>
                <a:gd name="T84" fmla="*/ 123 w 252"/>
                <a:gd name="T85" fmla="*/ 156 h 178"/>
                <a:gd name="T86" fmla="*/ 115 w 252"/>
                <a:gd name="T87" fmla="*/ 156 h 178"/>
                <a:gd name="T88" fmla="*/ 111 w 252"/>
                <a:gd name="T89" fmla="*/ 156 h 178"/>
                <a:gd name="T90" fmla="*/ 108 w 252"/>
                <a:gd name="T91" fmla="*/ 160 h 178"/>
                <a:gd name="T92" fmla="*/ 100 w 252"/>
                <a:gd name="T93" fmla="*/ 152 h 178"/>
                <a:gd name="T94" fmla="*/ 97 w 252"/>
                <a:gd name="T95" fmla="*/ 149 h 178"/>
                <a:gd name="T96" fmla="*/ 89 w 252"/>
                <a:gd name="T97" fmla="*/ 149 h 178"/>
                <a:gd name="T98" fmla="*/ 86 w 252"/>
                <a:gd name="T99" fmla="*/ 149 h 178"/>
                <a:gd name="T100" fmla="*/ 82 w 252"/>
                <a:gd name="T101" fmla="*/ 149 h 178"/>
                <a:gd name="T102" fmla="*/ 74 w 252"/>
                <a:gd name="T103" fmla="*/ 149 h 178"/>
                <a:gd name="T104" fmla="*/ 67 w 252"/>
                <a:gd name="T105" fmla="*/ 149 h 178"/>
                <a:gd name="T106" fmla="*/ 63 w 252"/>
                <a:gd name="T107" fmla="*/ 152 h 178"/>
                <a:gd name="T108" fmla="*/ 60 w 252"/>
                <a:gd name="T109" fmla="*/ 156 h 178"/>
                <a:gd name="T110" fmla="*/ 60 w 252"/>
                <a:gd name="T111" fmla="*/ 156 h 178"/>
                <a:gd name="T112" fmla="*/ 60 w 252"/>
                <a:gd name="T113" fmla="*/ 160 h 178"/>
                <a:gd name="T114" fmla="*/ 63 w 252"/>
                <a:gd name="T115" fmla="*/ 163 h 178"/>
                <a:gd name="T116" fmla="*/ 56 w 252"/>
                <a:gd name="T117" fmla="*/ 167 h 178"/>
                <a:gd name="T118" fmla="*/ 56 w 252"/>
                <a:gd name="T119" fmla="*/ 171 h 178"/>
                <a:gd name="T120" fmla="*/ 60 w 252"/>
                <a:gd name="T121" fmla="*/ 175 h 178"/>
                <a:gd name="T122" fmla="*/ 56 w 252"/>
                <a:gd name="T123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2" h="178">
                  <a:moveTo>
                    <a:pt x="56" y="178"/>
                  </a:moveTo>
                  <a:lnTo>
                    <a:pt x="52" y="175"/>
                  </a:lnTo>
                  <a:lnTo>
                    <a:pt x="49" y="175"/>
                  </a:lnTo>
                  <a:lnTo>
                    <a:pt x="49" y="171"/>
                  </a:lnTo>
                  <a:lnTo>
                    <a:pt x="41" y="167"/>
                  </a:lnTo>
                  <a:lnTo>
                    <a:pt x="41" y="167"/>
                  </a:lnTo>
                  <a:lnTo>
                    <a:pt x="41" y="171"/>
                  </a:lnTo>
                  <a:lnTo>
                    <a:pt x="37" y="171"/>
                  </a:lnTo>
                  <a:lnTo>
                    <a:pt x="34" y="171"/>
                  </a:lnTo>
                  <a:lnTo>
                    <a:pt x="30" y="167"/>
                  </a:lnTo>
                  <a:lnTo>
                    <a:pt x="34" y="163"/>
                  </a:lnTo>
                  <a:lnTo>
                    <a:pt x="34" y="163"/>
                  </a:lnTo>
                  <a:lnTo>
                    <a:pt x="30" y="160"/>
                  </a:lnTo>
                  <a:lnTo>
                    <a:pt x="30" y="160"/>
                  </a:lnTo>
                  <a:lnTo>
                    <a:pt x="30" y="160"/>
                  </a:lnTo>
                  <a:lnTo>
                    <a:pt x="23" y="160"/>
                  </a:lnTo>
                  <a:lnTo>
                    <a:pt x="15" y="156"/>
                  </a:lnTo>
                  <a:lnTo>
                    <a:pt x="15" y="152"/>
                  </a:lnTo>
                  <a:lnTo>
                    <a:pt x="0" y="141"/>
                  </a:lnTo>
                  <a:lnTo>
                    <a:pt x="0" y="138"/>
                  </a:lnTo>
                  <a:lnTo>
                    <a:pt x="4" y="134"/>
                  </a:lnTo>
                  <a:lnTo>
                    <a:pt x="4" y="130"/>
                  </a:lnTo>
                  <a:lnTo>
                    <a:pt x="4" y="130"/>
                  </a:lnTo>
                  <a:lnTo>
                    <a:pt x="8" y="130"/>
                  </a:lnTo>
                  <a:lnTo>
                    <a:pt x="19" y="130"/>
                  </a:lnTo>
                  <a:lnTo>
                    <a:pt x="23" y="130"/>
                  </a:lnTo>
                  <a:lnTo>
                    <a:pt x="26" y="126"/>
                  </a:lnTo>
                  <a:lnTo>
                    <a:pt x="34" y="126"/>
                  </a:lnTo>
                  <a:lnTo>
                    <a:pt x="37" y="126"/>
                  </a:lnTo>
                  <a:lnTo>
                    <a:pt x="41" y="123"/>
                  </a:lnTo>
                  <a:lnTo>
                    <a:pt x="49" y="123"/>
                  </a:lnTo>
                  <a:lnTo>
                    <a:pt x="52" y="123"/>
                  </a:lnTo>
                  <a:lnTo>
                    <a:pt x="60" y="119"/>
                  </a:lnTo>
                  <a:lnTo>
                    <a:pt x="63" y="115"/>
                  </a:lnTo>
                  <a:lnTo>
                    <a:pt x="63" y="108"/>
                  </a:lnTo>
                  <a:lnTo>
                    <a:pt x="63" y="108"/>
                  </a:lnTo>
                  <a:lnTo>
                    <a:pt x="67" y="93"/>
                  </a:lnTo>
                  <a:lnTo>
                    <a:pt x="67" y="67"/>
                  </a:lnTo>
                  <a:lnTo>
                    <a:pt x="93" y="60"/>
                  </a:lnTo>
                  <a:lnTo>
                    <a:pt x="111" y="45"/>
                  </a:lnTo>
                  <a:lnTo>
                    <a:pt x="186" y="0"/>
                  </a:lnTo>
                  <a:lnTo>
                    <a:pt x="215" y="8"/>
                  </a:lnTo>
                  <a:lnTo>
                    <a:pt x="219" y="11"/>
                  </a:lnTo>
                  <a:lnTo>
                    <a:pt x="234" y="4"/>
                  </a:lnTo>
                  <a:lnTo>
                    <a:pt x="234" y="8"/>
                  </a:lnTo>
                  <a:lnTo>
                    <a:pt x="241" y="26"/>
                  </a:lnTo>
                  <a:lnTo>
                    <a:pt x="241" y="30"/>
                  </a:lnTo>
                  <a:lnTo>
                    <a:pt x="241" y="34"/>
                  </a:lnTo>
                  <a:lnTo>
                    <a:pt x="252" y="45"/>
                  </a:lnTo>
                  <a:lnTo>
                    <a:pt x="252" y="52"/>
                  </a:lnTo>
                  <a:lnTo>
                    <a:pt x="248" y="52"/>
                  </a:lnTo>
                  <a:lnTo>
                    <a:pt x="245" y="82"/>
                  </a:lnTo>
                  <a:lnTo>
                    <a:pt x="245" y="104"/>
                  </a:lnTo>
                  <a:lnTo>
                    <a:pt x="219" y="126"/>
                  </a:lnTo>
                  <a:lnTo>
                    <a:pt x="215" y="130"/>
                  </a:lnTo>
                  <a:lnTo>
                    <a:pt x="215" y="130"/>
                  </a:lnTo>
                  <a:lnTo>
                    <a:pt x="211" y="130"/>
                  </a:lnTo>
                  <a:lnTo>
                    <a:pt x="211" y="134"/>
                  </a:lnTo>
                  <a:lnTo>
                    <a:pt x="215" y="152"/>
                  </a:lnTo>
                  <a:lnTo>
                    <a:pt x="211" y="149"/>
                  </a:lnTo>
                  <a:lnTo>
                    <a:pt x="208" y="152"/>
                  </a:lnTo>
                  <a:lnTo>
                    <a:pt x="208" y="156"/>
                  </a:lnTo>
                  <a:lnTo>
                    <a:pt x="208" y="156"/>
                  </a:lnTo>
                  <a:lnTo>
                    <a:pt x="204" y="156"/>
                  </a:lnTo>
                  <a:lnTo>
                    <a:pt x="204" y="156"/>
                  </a:lnTo>
                  <a:lnTo>
                    <a:pt x="200" y="156"/>
                  </a:lnTo>
                  <a:lnTo>
                    <a:pt x="197" y="156"/>
                  </a:lnTo>
                  <a:lnTo>
                    <a:pt x="197" y="160"/>
                  </a:lnTo>
                  <a:lnTo>
                    <a:pt x="193" y="160"/>
                  </a:lnTo>
                  <a:lnTo>
                    <a:pt x="189" y="160"/>
                  </a:lnTo>
                  <a:lnTo>
                    <a:pt x="186" y="160"/>
                  </a:lnTo>
                  <a:lnTo>
                    <a:pt x="182" y="156"/>
                  </a:lnTo>
                  <a:lnTo>
                    <a:pt x="174" y="156"/>
                  </a:lnTo>
                  <a:lnTo>
                    <a:pt x="171" y="156"/>
                  </a:lnTo>
                  <a:lnTo>
                    <a:pt x="160" y="156"/>
                  </a:lnTo>
                  <a:lnTo>
                    <a:pt x="156" y="156"/>
                  </a:lnTo>
                  <a:lnTo>
                    <a:pt x="152" y="163"/>
                  </a:lnTo>
                  <a:lnTo>
                    <a:pt x="149" y="163"/>
                  </a:lnTo>
                  <a:lnTo>
                    <a:pt x="145" y="163"/>
                  </a:lnTo>
                  <a:lnTo>
                    <a:pt x="141" y="163"/>
                  </a:lnTo>
                  <a:lnTo>
                    <a:pt x="137" y="163"/>
                  </a:lnTo>
                  <a:lnTo>
                    <a:pt x="130" y="160"/>
                  </a:lnTo>
                  <a:lnTo>
                    <a:pt x="126" y="160"/>
                  </a:lnTo>
                  <a:lnTo>
                    <a:pt x="126" y="156"/>
                  </a:lnTo>
                  <a:lnTo>
                    <a:pt x="126" y="156"/>
                  </a:lnTo>
                  <a:lnTo>
                    <a:pt x="123" y="156"/>
                  </a:lnTo>
                  <a:lnTo>
                    <a:pt x="123" y="156"/>
                  </a:lnTo>
                  <a:lnTo>
                    <a:pt x="115" y="156"/>
                  </a:lnTo>
                  <a:lnTo>
                    <a:pt x="115" y="156"/>
                  </a:lnTo>
                  <a:lnTo>
                    <a:pt x="111" y="156"/>
                  </a:lnTo>
                  <a:lnTo>
                    <a:pt x="111" y="160"/>
                  </a:lnTo>
                  <a:lnTo>
                    <a:pt x="108" y="160"/>
                  </a:lnTo>
                  <a:lnTo>
                    <a:pt x="104" y="160"/>
                  </a:lnTo>
                  <a:lnTo>
                    <a:pt x="100" y="152"/>
                  </a:lnTo>
                  <a:lnTo>
                    <a:pt x="100" y="152"/>
                  </a:lnTo>
                  <a:lnTo>
                    <a:pt x="97" y="149"/>
                  </a:lnTo>
                  <a:lnTo>
                    <a:pt x="93" y="149"/>
                  </a:lnTo>
                  <a:lnTo>
                    <a:pt x="89" y="149"/>
                  </a:lnTo>
                  <a:lnTo>
                    <a:pt x="86" y="149"/>
                  </a:lnTo>
                  <a:lnTo>
                    <a:pt x="86" y="149"/>
                  </a:lnTo>
                  <a:lnTo>
                    <a:pt x="82" y="149"/>
                  </a:lnTo>
                  <a:lnTo>
                    <a:pt x="82" y="149"/>
                  </a:lnTo>
                  <a:lnTo>
                    <a:pt x="74" y="149"/>
                  </a:lnTo>
                  <a:lnTo>
                    <a:pt x="74" y="149"/>
                  </a:lnTo>
                  <a:lnTo>
                    <a:pt x="71" y="149"/>
                  </a:lnTo>
                  <a:lnTo>
                    <a:pt x="67" y="149"/>
                  </a:lnTo>
                  <a:lnTo>
                    <a:pt x="67" y="149"/>
                  </a:lnTo>
                  <a:lnTo>
                    <a:pt x="63" y="152"/>
                  </a:lnTo>
                  <a:lnTo>
                    <a:pt x="60" y="152"/>
                  </a:lnTo>
                  <a:lnTo>
                    <a:pt x="60" y="156"/>
                  </a:lnTo>
                  <a:lnTo>
                    <a:pt x="63" y="156"/>
                  </a:lnTo>
                  <a:lnTo>
                    <a:pt x="60" y="156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3" y="163"/>
                  </a:lnTo>
                  <a:lnTo>
                    <a:pt x="63" y="163"/>
                  </a:lnTo>
                  <a:lnTo>
                    <a:pt x="60" y="163"/>
                  </a:lnTo>
                  <a:lnTo>
                    <a:pt x="56" y="167"/>
                  </a:lnTo>
                  <a:lnTo>
                    <a:pt x="56" y="171"/>
                  </a:lnTo>
                  <a:lnTo>
                    <a:pt x="56" y="171"/>
                  </a:lnTo>
                  <a:lnTo>
                    <a:pt x="60" y="175"/>
                  </a:lnTo>
                  <a:lnTo>
                    <a:pt x="60" y="175"/>
                  </a:lnTo>
                  <a:lnTo>
                    <a:pt x="60" y="178"/>
                  </a:lnTo>
                  <a:lnTo>
                    <a:pt x="56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2" name="Freeform 130"/>
            <p:cNvSpPr/>
            <p:nvPr/>
          </p:nvSpPr>
          <p:spPr bwMode="auto">
            <a:xfrm>
              <a:off x="4359925" y="2909636"/>
              <a:ext cx="238027" cy="185275"/>
            </a:xfrm>
            <a:custGeom>
              <a:avLst/>
              <a:gdLst>
                <a:gd name="T0" fmla="*/ 174 w 185"/>
                <a:gd name="T1" fmla="*/ 7 h 144"/>
                <a:gd name="T2" fmla="*/ 163 w 185"/>
                <a:gd name="T3" fmla="*/ 3 h 144"/>
                <a:gd name="T4" fmla="*/ 159 w 185"/>
                <a:gd name="T5" fmla="*/ 7 h 144"/>
                <a:gd name="T6" fmla="*/ 152 w 185"/>
                <a:gd name="T7" fmla="*/ 7 h 144"/>
                <a:gd name="T8" fmla="*/ 144 w 185"/>
                <a:gd name="T9" fmla="*/ 11 h 144"/>
                <a:gd name="T10" fmla="*/ 129 w 185"/>
                <a:gd name="T11" fmla="*/ 7 h 144"/>
                <a:gd name="T12" fmla="*/ 111 w 185"/>
                <a:gd name="T13" fmla="*/ 7 h 144"/>
                <a:gd name="T14" fmla="*/ 100 w 185"/>
                <a:gd name="T15" fmla="*/ 14 h 144"/>
                <a:gd name="T16" fmla="*/ 85 w 185"/>
                <a:gd name="T17" fmla="*/ 11 h 144"/>
                <a:gd name="T18" fmla="*/ 81 w 185"/>
                <a:gd name="T19" fmla="*/ 7 h 144"/>
                <a:gd name="T20" fmla="*/ 70 w 185"/>
                <a:gd name="T21" fmla="*/ 7 h 144"/>
                <a:gd name="T22" fmla="*/ 66 w 185"/>
                <a:gd name="T23" fmla="*/ 11 h 144"/>
                <a:gd name="T24" fmla="*/ 55 w 185"/>
                <a:gd name="T25" fmla="*/ 3 h 144"/>
                <a:gd name="T26" fmla="*/ 48 w 185"/>
                <a:gd name="T27" fmla="*/ 0 h 144"/>
                <a:gd name="T28" fmla="*/ 41 w 185"/>
                <a:gd name="T29" fmla="*/ 0 h 144"/>
                <a:gd name="T30" fmla="*/ 29 w 185"/>
                <a:gd name="T31" fmla="*/ 0 h 144"/>
                <a:gd name="T32" fmla="*/ 22 w 185"/>
                <a:gd name="T33" fmla="*/ 0 h 144"/>
                <a:gd name="T34" fmla="*/ 15 w 185"/>
                <a:gd name="T35" fmla="*/ 3 h 144"/>
                <a:gd name="T36" fmla="*/ 15 w 185"/>
                <a:gd name="T37" fmla="*/ 7 h 144"/>
                <a:gd name="T38" fmla="*/ 18 w 185"/>
                <a:gd name="T39" fmla="*/ 14 h 144"/>
                <a:gd name="T40" fmla="*/ 11 w 185"/>
                <a:gd name="T41" fmla="*/ 18 h 144"/>
                <a:gd name="T42" fmla="*/ 15 w 185"/>
                <a:gd name="T43" fmla="*/ 26 h 144"/>
                <a:gd name="T44" fmla="*/ 11 w 185"/>
                <a:gd name="T45" fmla="*/ 29 h 144"/>
                <a:gd name="T46" fmla="*/ 15 w 185"/>
                <a:gd name="T47" fmla="*/ 37 h 144"/>
                <a:gd name="T48" fmla="*/ 18 w 185"/>
                <a:gd name="T49" fmla="*/ 48 h 144"/>
                <a:gd name="T50" fmla="*/ 11 w 185"/>
                <a:gd name="T51" fmla="*/ 52 h 144"/>
                <a:gd name="T52" fmla="*/ 15 w 185"/>
                <a:gd name="T53" fmla="*/ 59 h 144"/>
                <a:gd name="T54" fmla="*/ 7 w 185"/>
                <a:gd name="T55" fmla="*/ 66 h 144"/>
                <a:gd name="T56" fmla="*/ 4 w 185"/>
                <a:gd name="T57" fmla="*/ 70 h 144"/>
                <a:gd name="T58" fmla="*/ 0 w 185"/>
                <a:gd name="T59" fmla="*/ 74 h 144"/>
                <a:gd name="T60" fmla="*/ 0 w 185"/>
                <a:gd name="T61" fmla="*/ 81 h 144"/>
                <a:gd name="T62" fmla="*/ 0 w 185"/>
                <a:gd name="T63" fmla="*/ 85 h 144"/>
                <a:gd name="T64" fmla="*/ 0 w 185"/>
                <a:gd name="T65" fmla="*/ 96 h 144"/>
                <a:gd name="T66" fmla="*/ 0 w 185"/>
                <a:gd name="T67" fmla="*/ 107 h 144"/>
                <a:gd name="T68" fmla="*/ 11 w 185"/>
                <a:gd name="T69" fmla="*/ 111 h 144"/>
                <a:gd name="T70" fmla="*/ 33 w 185"/>
                <a:gd name="T71" fmla="*/ 129 h 144"/>
                <a:gd name="T72" fmla="*/ 37 w 185"/>
                <a:gd name="T73" fmla="*/ 141 h 144"/>
                <a:gd name="T74" fmla="*/ 63 w 185"/>
                <a:gd name="T75" fmla="*/ 144 h 144"/>
                <a:gd name="T76" fmla="*/ 78 w 185"/>
                <a:gd name="T77" fmla="*/ 141 h 144"/>
                <a:gd name="T78" fmla="*/ 85 w 185"/>
                <a:gd name="T79" fmla="*/ 137 h 144"/>
                <a:gd name="T80" fmla="*/ 89 w 185"/>
                <a:gd name="T81" fmla="*/ 141 h 144"/>
                <a:gd name="T82" fmla="*/ 96 w 185"/>
                <a:gd name="T83" fmla="*/ 129 h 144"/>
                <a:gd name="T84" fmla="*/ 96 w 185"/>
                <a:gd name="T85" fmla="*/ 122 h 144"/>
                <a:gd name="T86" fmla="*/ 104 w 185"/>
                <a:gd name="T87" fmla="*/ 115 h 144"/>
                <a:gd name="T88" fmla="*/ 107 w 185"/>
                <a:gd name="T89" fmla="*/ 107 h 144"/>
                <a:gd name="T90" fmla="*/ 115 w 185"/>
                <a:gd name="T91" fmla="*/ 104 h 144"/>
                <a:gd name="T92" fmla="*/ 122 w 185"/>
                <a:gd name="T93" fmla="*/ 104 h 144"/>
                <a:gd name="T94" fmla="*/ 129 w 185"/>
                <a:gd name="T95" fmla="*/ 111 h 144"/>
                <a:gd name="T96" fmla="*/ 137 w 185"/>
                <a:gd name="T97" fmla="*/ 107 h 144"/>
                <a:gd name="T98" fmla="*/ 141 w 185"/>
                <a:gd name="T99" fmla="*/ 104 h 144"/>
                <a:gd name="T100" fmla="*/ 144 w 185"/>
                <a:gd name="T101" fmla="*/ 96 h 144"/>
                <a:gd name="T102" fmla="*/ 148 w 185"/>
                <a:gd name="T103" fmla="*/ 85 h 144"/>
                <a:gd name="T104" fmla="*/ 159 w 185"/>
                <a:gd name="T105" fmla="*/ 78 h 144"/>
                <a:gd name="T106" fmla="*/ 159 w 185"/>
                <a:gd name="T107" fmla="*/ 66 h 144"/>
                <a:gd name="T108" fmla="*/ 166 w 185"/>
                <a:gd name="T109" fmla="*/ 63 h 144"/>
                <a:gd name="T110" fmla="*/ 170 w 185"/>
                <a:gd name="T111" fmla="*/ 52 h 144"/>
                <a:gd name="T112" fmla="*/ 174 w 185"/>
                <a:gd name="T113" fmla="*/ 44 h 144"/>
                <a:gd name="T114" fmla="*/ 181 w 185"/>
                <a:gd name="T115" fmla="*/ 40 h 144"/>
                <a:gd name="T116" fmla="*/ 185 w 185"/>
                <a:gd name="T117" fmla="*/ 33 h 144"/>
                <a:gd name="T118" fmla="*/ 185 w 185"/>
                <a:gd name="T119" fmla="*/ 26 h 144"/>
                <a:gd name="T120" fmla="*/ 181 w 185"/>
                <a:gd name="T121" fmla="*/ 18 h 144"/>
                <a:gd name="T122" fmla="*/ 178 w 185"/>
                <a:gd name="T123" fmla="*/ 11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5" h="144">
                  <a:moveTo>
                    <a:pt x="178" y="11"/>
                  </a:moveTo>
                  <a:lnTo>
                    <a:pt x="178" y="11"/>
                  </a:lnTo>
                  <a:lnTo>
                    <a:pt x="174" y="7"/>
                  </a:lnTo>
                  <a:lnTo>
                    <a:pt x="170" y="3"/>
                  </a:lnTo>
                  <a:lnTo>
                    <a:pt x="166" y="0"/>
                  </a:lnTo>
                  <a:lnTo>
                    <a:pt x="163" y="3"/>
                  </a:lnTo>
                  <a:lnTo>
                    <a:pt x="163" y="7"/>
                  </a:lnTo>
                  <a:lnTo>
                    <a:pt x="163" y="7"/>
                  </a:lnTo>
                  <a:lnTo>
                    <a:pt x="159" y="7"/>
                  </a:lnTo>
                  <a:lnTo>
                    <a:pt x="159" y="7"/>
                  </a:lnTo>
                  <a:lnTo>
                    <a:pt x="155" y="7"/>
                  </a:lnTo>
                  <a:lnTo>
                    <a:pt x="152" y="7"/>
                  </a:lnTo>
                  <a:lnTo>
                    <a:pt x="152" y="11"/>
                  </a:lnTo>
                  <a:lnTo>
                    <a:pt x="148" y="11"/>
                  </a:lnTo>
                  <a:lnTo>
                    <a:pt x="144" y="11"/>
                  </a:lnTo>
                  <a:lnTo>
                    <a:pt x="141" y="11"/>
                  </a:lnTo>
                  <a:lnTo>
                    <a:pt x="137" y="7"/>
                  </a:lnTo>
                  <a:lnTo>
                    <a:pt x="129" y="7"/>
                  </a:lnTo>
                  <a:lnTo>
                    <a:pt x="126" y="7"/>
                  </a:lnTo>
                  <a:lnTo>
                    <a:pt x="115" y="7"/>
                  </a:lnTo>
                  <a:lnTo>
                    <a:pt x="111" y="7"/>
                  </a:lnTo>
                  <a:lnTo>
                    <a:pt x="107" y="14"/>
                  </a:lnTo>
                  <a:lnTo>
                    <a:pt x="104" y="14"/>
                  </a:lnTo>
                  <a:lnTo>
                    <a:pt x="100" y="14"/>
                  </a:lnTo>
                  <a:lnTo>
                    <a:pt x="96" y="14"/>
                  </a:lnTo>
                  <a:lnTo>
                    <a:pt x="92" y="14"/>
                  </a:lnTo>
                  <a:lnTo>
                    <a:pt x="85" y="11"/>
                  </a:lnTo>
                  <a:lnTo>
                    <a:pt x="81" y="11"/>
                  </a:lnTo>
                  <a:lnTo>
                    <a:pt x="81" y="7"/>
                  </a:lnTo>
                  <a:lnTo>
                    <a:pt x="81" y="7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0" y="7"/>
                  </a:lnTo>
                  <a:lnTo>
                    <a:pt x="70" y="7"/>
                  </a:lnTo>
                  <a:lnTo>
                    <a:pt x="66" y="7"/>
                  </a:lnTo>
                  <a:lnTo>
                    <a:pt x="66" y="11"/>
                  </a:lnTo>
                  <a:lnTo>
                    <a:pt x="63" y="11"/>
                  </a:lnTo>
                  <a:lnTo>
                    <a:pt x="59" y="11"/>
                  </a:lnTo>
                  <a:lnTo>
                    <a:pt x="55" y="3"/>
                  </a:lnTo>
                  <a:lnTo>
                    <a:pt x="55" y="3"/>
                  </a:lnTo>
                  <a:lnTo>
                    <a:pt x="52" y="0"/>
                  </a:lnTo>
                  <a:lnTo>
                    <a:pt x="48" y="0"/>
                  </a:lnTo>
                  <a:lnTo>
                    <a:pt x="44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3"/>
                  </a:lnTo>
                  <a:lnTo>
                    <a:pt x="15" y="3"/>
                  </a:lnTo>
                  <a:lnTo>
                    <a:pt x="15" y="7"/>
                  </a:lnTo>
                  <a:lnTo>
                    <a:pt x="18" y="7"/>
                  </a:lnTo>
                  <a:lnTo>
                    <a:pt x="15" y="7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5" y="14"/>
                  </a:lnTo>
                  <a:lnTo>
                    <a:pt x="11" y="18"/>
                  </a:lnTo>
                  <a:lnTo>
                    <a:pt x="11" y="22"/>
                  </a:lnTo>
                  <a:lnTo>
                    <a:pt x="11" y="22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1" y="29"/>
                  </a:lnTo>
                  <a:lnTo>
                    <a:pt x="11" y="33"/>
                  </a:lnTo>
                  <a:lnTo>
                    <a:pt x="11" y="37"/>
                  </a:lnTo>
                  <a:lnTo>
                    <a:pt x="15" y="37"/>
                  </a:lnTo>
                  <a:lnTo>
                    <a:pt x="15" y="40"/>
                  </a:lnTo>
                  <a:lnTo>
                    <a:pt x="18" y="48"/>
                  </a:lnTo>
                  <a:lnTo>
                    <a:pt x="18" y="48"/>
                  </a:lnTo>
                  <a:lnTo>
                    <a:pt x="15" y="48"/>
                  </a:lnTo>
                  <a:lnTo>
                    <a:pt x="11" y="52"/>
                  </a:lnTo>
                  <a:lnTo>
                    <a:pt x="11" y="52"/>
                  </a:lnTo>
                  <a:lnTo>
                    <a:pt x="15" y="55"/>
                  </a:lnTo>
                  <a:lnTo>
                    <a:pt x="15" y="59"/>
                  </a:lnTo>
                  <a:lnTo>
                    <a:pt x="15" y="59"/>
                  </a:lnTo>
                  <a:lnTo>
                    <a:pt x="11" y="59"/>
                  </a:lnTo>
                  <a:lnTo>
                    <a:pt x="11" y="6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4" y="70"/>
                  </a:lnTo>
                  <a:lnTo>
                    <a:pt x="4" y="7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4"/>
                  </a:lnTo>
                  <a:lnTo>
                    <a:pt x="0" y="78"/>
                  </a:lnTo>
                  <a:lnTo>
                    <a:pt x="0" y="81"/>
                  </a:lnTo>
                  <a:lnTo>
                    <a:pt x="0" y="81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6"/>
                  </a:lnTo>
                  <a:lnTo>
                    <a:pt x="0" y="96"/>
                  </a:lnTo>
                  <a:lnTo>
                    <a:pt x="0" y="100"/>
                  </a:lnTo>
                  <a:lnTo>
                    <a:pt x="0" y="107"/>
                  </a:lnTo>
                  <a:lnTo>
                    <a:pt x="0" y="111"/>
                  </a:lnTo>
                  <a:lnTo>
                    <a:pt x="7" y="111"/>
                  </a:lnTo>
                  <a:lnTo>
                    <a:pt x="11" y="111"/>
                  </a:lnTo>
                  <a:lnTo>
                    <a:pt x="22" y="115"/>
                  </a:lnTo>
                  <a:lnTo>
                    <a:pt x="29" y="122"/>
                  </a:lnTo>
                  <a:lnTo>
                    <a:pt x="33" y="129"/>
                  </a:lnTo>
                  <a:lnTo>
                    <a:pt x="33" y="133"/>
                  </a:lnTo>
                  <a:lnTo>
                    <a:pt x="37" y="133"/>
                  </a:lnTo>
                  <a:lnTo>
                    <a:pt x="37" y="141"/>
                  </a:lnTo>
                  <a:lnTo>
                    <a:pt x="41" y="144"/>
                  </a:lnTo>
                  <a:lnTo>
                    <a:pt x="48" y="144"/>
                  </a:lnTo>
                  <a:lnTo>
                    <a:pt x="63" y="144"/>
                  </a:lnTo>
                  <a:lnTo>
                    <a:pt x="66" y="141"/>
                  </a:lnTo>
                  <a:lnTo>
                    <a:pt x="70" y="144"/>
                  </a:lnTo>
                  <a:lnTo>
                    <a:pt x="78" y="141"/>
                  </a:lnTo>
                  <a:lnTo>
                    <a:pt x="81" y="141"/>
                  </a:lnTo>
                  <a:lnTo>
                    <a:pt x="85" y="141"/>
                  </a:lnTo>
                  <a:lnTo>
                    <a:pt x="85" y="137"/>
                  </a:lnTo>
                  <a:lnTo>
                    <a:pt x="89" y="141"/>
                  </a:lnTo>
                  <a:lnTo>
                    <a:pt x="89" y="141"/>
                  </a:lnTo>
                  <a:lnTo>
                    <a:pt x="89" y="141"/>
                  </a:lnTo>
                  <a:lnTo>
                    <a:pt x="89" y="137"/>
                  </a:lnTo>
                  <a:lnTo>
                    <a:pt x="96" y="133"/>
                  </a:lnTo>
                  <a:lnTo>
                    <a:pt x="96" y="129"/>
                  </a:lnTo>
                  <a:lnTo>
                    <a:pt x="96" y="126"/>
                  </a:lnTo>
                  <a:lnTo>
                    <a:pt x="96" y="122"/>
                  </a:lnTo>
                  <a:lnTo>
                    <a:pt x="96" y="122"/>
                  </a:lnTo>
                  <a:lnTo>
                    <a:pt x="96" y="118"/>
                  </a:lnTo>
                  <a:lnTo>
                    <a:pt x="100" y="118"/>
                  </a:lnTo>
                  <a:lnTo>
                    <a:pt x="104" y="115"/>
                  </a:lnTo>
                  <a:lnTo>
                    <a:pt x="104" y="115"/>
                  </a:lnTo>
                  <a:lnTo>
                    <a:pt x="107" y="111"/>
                  </a:lnTo>
                  <a:lnTo>
                    <a:pt x="107" y="107"/>
                  </a:lnTo>
                  <a:lnTo>
                    <a:pt x="111" y="107"/>
                  </a:lnTo>
                  <a:lnTo>
                    <a:pt x="115" y="104"/>
                  </a:lnTo>
                  <a:lnTo>
                    <a:pt x="115" y="104"/>
                  </a:lnTo>
                  <a:lnTo>
                    <a:pt x="115" y="104"/>
                  </a:lnTo>
                  <a:lnTo>
                    <a:pt x="118" y="107"/>
                  </a:lnTo>
                  <a:lnTo>
                    <a:pt x="122" y="104"/>
                  </a:lnTo>
                  <a:lnTo>
                    <a:pt x="126" y="107"/>
                  </a:lnTo>
                  <a:lnTo>
                    <a:pt x="126" y="111"/>
                  </a:lnTo>
                  <a:lnTo>
                    <a:pt x="129" y="111"/>
                  </a:lnTo>
                  <a:lnTo>
                    <a:pt x="129" y="111"/>
                  </a:lnTo>
                  <a:lnTo>
                    <a:pt x="133" y="111"/>
                  </a:lnTo>
                  <a:lnTo>
                    <a:pt x="137" y="107"/>
                  </a:lnTo>
                  <a:lnTo>
                    <a:pt x="137" y="107"/>
                  </a:lnTo>
                  <a:lnTo>
                    <a:pt x="137" y="104"/>
                  </a:lnTo>
                  <a:lnTo>
                    <a:pt x="141" y="104"/>
                  </a:lnTo>
                  <a:lnTo>
                    <a:pt x="144" y="100"/>
                  </a:lnTo>
                  <a:lnTo>
                    <a:pt x="144" y="100"/>
                  </a:lnTo>
                  <a:lnTo>
                    <a:pt x="144" y="96"/>
                  </a:lnTo>
                  <a:lnTo>
                    <a:pt x="148" y="89"/>
                  </a:lnTo>
                  <a:lnTo>
                    <a:pt x="148" y="89"/>
                  </a:lnTo>
                  <a:lnTo>
                    <a:pt x="148" y="85"/>
                  </a:lnTo>
                  <a:lnTo>
                    <a:pt x="152" y="85"/>
                  </a:lnTo>
                  <a:lnTo>
                    <a:pt x="155" y="81"/>
                  </a:lnTo>
                  <a:lnTo>
                    <a:pt x="159" y="78"/>
                  </a:lnTo>
                  <a:lnTo>
                    <a:pt x="159" y="74"/>
                  </a:lnTo>
                  <a:lnTo>
                    <a:pt x="159" y="74"/>
                  </a:lnTo>
                  <a:lnTo>
                    <a:pt x="159" y="66"/>
                  </a:lnTo>
                  <a:lnTo>
                    <a:pt x="163" y="66"/>
                  </a:lnTo>
                  <a:lnTo>
                    <a:pt x="166" y="63"/>
                  </a:lnTo>
                  <a:lnTo>
                    <a:pt x="166" y="63"/>
                  </a:lnTo>
                  <a:lnTo>
                    <a:pt x="170" y="59"/>
                  </a:lnTo>
                  <a:lnTo>
                    <a:pt x="170" y="55"/>
                  </a:lnTo>
                  <a:lnTo>
                    <a:pt x="170" y="52"/>
                  </a:lnTo>
                  <a:lnTo>
                    <a:pt x="170" y="48"/>
                  </a:lnTo>
                  <a:lnTo>
                    <a:pt x="174" y="44"/>
                  </a:lnTo>
                  <a:lnTo>
                    <a:pt x="174" y="44"/>
                  </a:lnTo>
                  <a:lnTo>
                    <a:pt x="174" y="40"/>
                  </a:lnTo>
                  <a:lnTo>
                    <a:pt x="178" y="40"/>
                  </a:lnTo>
                  <a:lnTo>
                    <a:pt x="181" y="40"/>
                  </a:lnTo>
                  <a:lnTo>
                    <a:pt x="181" y="37"/>
                  </a:lnTo>
                  <a:lnTo>
                    <a:pt x="185" y="37"/>
                  </a:lnTo>
                  <a:lnTo>
                    <a:pt x="185" y="33"/>
                  </a:lnTo>
                  <a:lnTo>
                    <a:pt x="185" y="29"/>
                  </a:lnTo>
                  <a:lnTo>
                    <a:pt x="185" y="29"/>
                  </a:lnTo>
                  <a:lnTo>
                    <a:pt x="185" y="26"/>
                  </a:lnTo>
                  <a:lnTo>
                    <a:pt x="181" y="26"/>
                  </a:lnTo>
                  <a:lnTo>
                    <a:pt x="181" y="22"/>
                  </a:lnTo>
                  <a:lnTo>
                    <a:pt x="181" y="18"/>
                  </a:lnTo>
                  <a:lnTo>
                    <a:pt x="181" y="14"/>
                  </a:lnTo>
                  <a:lnTo>
                    <a:pt x="178" y="11"/>
                  </a:lnTo>
                  <a:lnTo>
                    <a:pt x="178" y="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3" name="Freeform 131"/>
            <p:cNvSpPr/>
            <p:nvPr/>
          </p:nvSpPr>
          <p:spPr bwMode="auto">
            <a:xfrm>
              <a:off x="4430689" y="3172109"/>
              <a:ext cx="5147" cy="3860"/>
            </a:xfrm>
            <a:custGeom>
              <a:avLst/>
              <a:gdLst>
                <a:gd name="T0" fmla="*/ 0 w 4"/>
                <a:gd name="T1" fmla="*/ 3 h 3"/>
                <a:gd name="T2" fmla="*/ 0 w 4"/>
                <a:gd name="T3" fmla="*/ 0 h 3"/>
                <a:gd name="T4" fmla="*/ 0 w 4"/>
                <a:gd name="T5" fmla="*/ 0 h 3"/>
                <a:gd name="T6" fmla="*/ 4 w 4"/>
                <a:gd name="T7" fmla="*/ 0 h 3"/>
                <a:gd name="T8" fmla="*/ 4 w 4"/>
                <a:gd name="T9" fmla="*/ 3 h 3"/>
                <a:gd name="T10" fmla="*/ 0 w 4"/>
                <a:gd name="T11" fmla="*/ 3 h 3"/>
                <a:gd name="T12" fmla="*/ 0 w 4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4" name="Freeform 132"/>
            <p:cNvSpPr/>
            <p:nvPr/>
          </p:nvSpPr>
          <p:spPr bwMode="auto">
            <a:xfrm>
              <a:off x="4469289" y="3105203"/>
              <a:ext cx="9007" cy="14153"/>
            </a:xfrm>
            <a:custGeom>
              <a:avLst/>
              <a:gdLst>
                <a:gd name="T0" fmla="*/ 0 w 7"/>
                <a:gd name="T1" fmla="*/ 7 h 11"/>
                <a:gd name="T2" fmla="*/ 0 w 7"/>
                <a:gd name="T3" fmla="*/ 3 h 11"/>
                <a:gd name="T4" fmla="*/ 4 w 7"/>
                <a:gd name="T5" fmla="*/ 3 h 11"/>
                <a:gd name="T6" fmla="*/ 4 w 7"/>
                <a:gd name="T7" fmla="*/ 0 h 11"/>
                <a:gd name="T8" fmla="*/ 7 w 7"/>
                <a:gd name="T9" fmla="*/ 0 h 11"/>
                <a:gd name="T10" fmla="*/ 7 w 7"/>
                <a:gd name="T11" fmla="*/ 0 h 11"/>
                <a:gd name="T12" fmla="*/ 7 w 7"/>
                <a:gd name="T13" fmla="*/ 3 h 11"/>
                <a:gd name="T14" fmla="*/ 7 w 7"/>
                <a:gd name="T15" fmla="*/ 11 h 11"/>
                <a:gd name="T16" fmla="*/ 4 w 7"/>
                <a:gd name="T17" fmla="*/ 7 h 11"/>
                <a:gd name="T18" fmla="*/ 0 w 7"/>
                <a:gd name="T19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11">
                  <a:moveTo>
                    <a:pt x="0" y="7"/>
                  </a:moveTo>
                  <a:lnTo>
                    <a:pt x="0" y="3"/>
                  </a:lnTo>
                  <a:lnTo>
                    <a:pt x="4" y="3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7" y="3"/>
                  </a:lnTo>
                  <a:lnTo>
                    <a:pt x="7" y="11"/>
                  </a:lnTo>
                  <a:lnTo>
                    <a:pt x="4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5" name="Freeform 133"/>
            <p:cNvSpPr/>
            <p:nvPr/>
          </p:nvSpPr>
          <p:spPr bwMode="auto">
            <a:xfrm>
              <a:off x="4474436" y="2923790"/>
              <a:ext cx="162115" cy="218727"/>
            </a:xfrm>
            <a:custGeom>
              <a:avLst/>
              <a:gdLst>
                <a:gd name="T0" fmla="*/ 7 w 126"/>
                <a:gd name="T1" fmla="*/ 122 h 170"/>
                <a:gd name="T2" fmla="*/ 7 w 126"/>
                <a:gd name="T3" fmla="*/ 111 h 170"/>
                <a:gd name="T4" fmla="*/ 11 w 126"/>
                <a:gd name="T5" fmla="*/ 107 h 170"/>
                <a:gd name="T6" fmla="*/ 18 w 126"/>
                <a:gd name="T7" fmla="*/ 100 h 170"/>
                <a:gd name="T8" fmla="*/ 26 w 126"/>
                <a:gd name="T9" fmla="*/ 93 h 170"/>
                <a:gd name="T10" fmla="*/ 29 w 126"/>
                <a:gd name="T11" fmla="*/ 96 h 170"/>
                <a:gd name="T12" fmla="*/ 37 w 126"/>
                <a:gd name="T13" fmla="*/ 100 h 170"/>
                <a:gd name="T14" fmla="*/ 44 w 126"/>
                <a:gd name="T15" fmla="*/ 100 h 170"/>
                <a:gd name="T16" fmla="*/ 48 w 126"/>
                <a:gd name="T17" fmla="*/ 93 h 170"/>
                <a:gd name="T18" fmla="*/ 55 w 126"/>
                <a:gd name="T19" fmla="*/ 89 h 170"/>
                <a:gd name="T20" fmla="*/ 59 w 126"/>
                <a:gd name="T21" fmla="*/ 78 h 170"/>
                <a:gd name="T22" fmla="*/ 66 w 126"/>
                <a:gd name="T23" fmla="*/ 70 h 170"/>
                <a:gd name="T24" fmla="*/ 70 w 126"/>
                <a:gd name="T25" fmla="*/ 63 h 170"/>
                <a:gd name="T26" fmla="*/ 77 w 126"/>
                <a:gd name="T27" fmla="*/ 52 h 170"/>
                <a:gd name="T28" fmla="*/ 81 w 126"/>
                <a:gd name="T29" fmla="*/ 44 h 170"/>
                <a:gd name="T30" fmla="*/ 85 w 126"/>
                <a:gd name="T31" fmla="*/ 33 h 170"/>
                <a:gd name="T32" fmla="*/ 89 w 126"/>
                <a:gd name="T33" fmla="*/ 29 h 170"/>
                <a:gd name="T34" fmla="*/ 96 w 126"/>
                <a:gd name="T35" fmla="*/ 26 h 170"/>
                <a:gd name="T36" fmla="*/ 96 w 126"/>
                <a:gd name="T37" fmla="*/ 18 h 170"/>
                <a:gd name="T38" fmla="*/ 92 w 126"/>
                <a:gd name="T39" fmla="*/ 11 h 170"/>
                <a:gd name="T40" fmla="*/ 89 w 126"/>
                <a:gd name="T41" fmla="*/ 0 h 170"/>
                <a:gd name="T42" fmla="*/ 103 w 126"/>
                <a:gd name="T43" fmla="*/ 11 h 170"/>
                <a:gd name="T44" fmla="*/ 107 w 126"/>
                <a:gd name="T45" fmla="*/ 18 h 170"/>
                <a:gd name="T46" fmla="*/ 103 w 126"/>
                <a:gd name="T47" fmla="*/ 26 h 170"/>
                <a:gd name="T48" fmla="*/ 103 w 126"/>
                <a:gd name="T49" fmla="*/ 33 h 170"/>
                <a:gd name="T50" fmla="*/ 107 w 126"/>
                <a:gd name="T51" fmla="*/ 41 h 170"/>
                <a:gd name="T52" fmla="*/ 114 w 126"/>
                <a:gd name="T53" fmla="*/ 48 h 170"/>
                <a:gd name="T54" fmla="*/ 111 w 126"/>
                <a:gd name="T55" fmla="*/ 48 h 170"/>
                <a:gd name="T56" fmla="*/ 103 w 126"/>
                <a:gd name="T57" fmla="*/ 48 h 170"/>
                <a:gd name="T58" fmla="*/ 96 w 126"/>
                <a:gd name="T59" fmla="*/ 48 h 170"/>
                <a:gd name="T60" fmla="*/ 92 w 126"/>
                <a:gd name="T61" fmla="*/ 52 h 170"/>
                <a:gd name="T62" fmla="*/ 92 w 126"/>
                <a:gd name="T63" fmla="*/ 55 h 170"/>
                <a:gd name="T64" fmla="*/ 103 w 126"/>
                <a:gd name="T65" fmla="*/ 63 h 170"/>
                <a:gd name="T66" fmla="*/ 114 w 126"/>
                <a:gd name="T67" fmla="*/ 74 h 170"/>
                <a:gd name="T68" fmla="*/ 114 w 126"/>
                <a:gd name="T69" fmla="*/ 85 h 170"/>
                <a:gd name="T70" fmla="*/ 107 w 126"/>
                <a:gd name="T71" fmla="*/ 96 h 170"/>
                <a:gd name="T72" fmla="*/ 100 w 126"/>
                <a:gd name="T73" fmla="*/ 104 h 170"/>
                <a:gd name="T74" fmla="*/ 100 w 126"/>
                <a:gd name="T75" fmla="*/ 111 h 170"/>
                <a:gd name="T76" fmla="*/ 100 w 126"/>
                <a:gd name="T77" fmla="*/ 122 h 170"/>
                <a:gd name="T78" fmla="*/ 107 w 126"/>
                <a:gd name="T79" fmla="*/ 133 h 170"/>
                <a:gd name="T80" fmla="*/ 114 w 126"/>
                <a:gd name="T81" fmla="*/ 144 h 170"/>
                <a:gd name="T82" fmla="*/ 126 w 126"/>
                <a:gd name="T83" fmla="*/ 152 h 170"/>
                <a:gd name="T84" fmla="*/ 126 w 126"/>
                <a:gd name="T85" fmla="*/ 159 h 170"/>
                <a:gd name="T86" fmla="*/ 126 w 126"/>
                <a:gd name="T87" fmla="*/ 163 h 170"/>
                <a:gd name="T88" fmla="*/ 122 w 126"/>
                <a:gd name="T89" fmla="*/ 170 h 170"/>
                <a:gd name="T90" fmla="*/ 122 w 126"/>
                <a:gd name="T91" fmla="*/ 170 h 170"/>
                <a:gd name="T92" fmla="*/ 118 w 126"/>
                <a:gd name="T93" fmla="*/ 170 h 170"/>
                <a:gd name="T94" fmla="*/ 111 w 126"/>
                <a:gd name="T95" fmla="*/ 167 h 170"/>
                <a:gd name="T96" fmla="*/ 107 w 126"/>
                <a:gd name="T97" fmla="*/ 170 h 170"/>
                <a:gd name="T98" fmla="*/ 100 w 126"/>
                <a:gd name="T99" fmla="*/ 167 h 170"/>
                <a:gd name="T100" fmla="*/ 96 w 126"/>
                <a:gd name="T101" fmla="*/ 167 h 170"/>
                <a:gd name="T102" fmla="*/ 74 w 126"/>
                <a:gd name="T103" fmla="*/ 163 h 170"/>
                <a:gd name="T104" fmla="*/ 66 w 126"/>
                <a:gd name="T105" fmla="*/ 163 h 170"/>
                <a:gd name="T106" fmla="*/ 63 w 126"/>
                <a:gd name="T107" fmla="*/ 163 h 170"/>
                <a:gd name="T108" fmla="*/ 55 w 126"/>
                <a:gd name="T109" fmla="*/ 163 h 170"/>
                <a:gd name="T110" fmla="*/ 48 w 126"/>
                <a:gd name="T111" fmla="*/ 163 h 170"/>
                <a:gd name="T112" fmla="*/ 44 w 126"/>
                <a:gd name="T113" fmla="*/ 167 h 170"/>
                <a:gd name="T114" fmla="*/ 22 w 126"/>
                <a:gd name="T115" fmla="*/ 167 h 170"/>
                <a:gd name="T116" fmla="*/ 18 w 126"/>
                <a:gd name="T117" fmla="*/ 163 h 170"/>
                <a:gd name="T118" fmla="*/ 18 w 126"/>
                <a:gd name="T119" fmla="*/ 148 h 170"/>
                <a:gd name="T120" fmla="*/ 18 w 126"/>
                <a:gd name="T121" fmla="*/ 137 h 170"/>
                <a:gd name="T122" fmla="*/ 7 w 126"/>
                <a:gd name="T123" fmla="*/ 137 h 170"/>
                <a:gd name="T124" fmla="*/ 0 w 126"/>
                <a:gd name="T125" fmla="*/ 13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6" h="170">
                  <a:moveTo>
                    <a:pt x="0" y="130"/>
                  </a:moveTo>
                  <a:lnTo>
                    <a:pt x="0" y="126"/>
                  </a:lnTo>
                  <a:lnTo>
                    <a:pt x="7" y="122"/>
                  </a:lnTo>
                  <a:lnTo>
                    <a:pt x="7" y="118"/>
                  </a:lnTo>
                  <a:lnTo>
                    <a:pt x="7" y="115"/>
                  </a:lnTo>
                  <a:lnTo>
                    <a:pt x="7" y="111"/>
                  </a:lnTo>
                  <a:lnTo>
                    <a:pt x="7" y="111"/>
                  </a:lnTo>
                  <a:lnTo>
                    <a:pt x="7" y="107"/>
                  </a:lnTo>
                  <a:lnTo>
                    <a:pt x="11" y="107"/>
                  </a:lnTo>
                  <a:lnTo>
                    <a:pt x="15" y="104"/>
                  </a:lnTo>
                  <a:lnTo>
                    <a:pt x="15" y="104"/>
                  </a:lnTo>
                  <a:lnTo>
                    <a:pt x="18" y="100"/>
                  </a:lnTo>
                  <a:lnTo>
                    <a:pt x="18" y="96"/>
                  </a:lnTo>
                  <a:lnTo>
                    <a:pt x="22" y="96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9" y="96"/>
                  </a:lnTo>
                  <a:lnTo>
                    <a:pt x="33" y="93"/>
                  </a:lnTo>
                  <a:lnTo>
                    <a:pt x="37" y="96"/>
                  </a:lnTo>
                  <a:lnTo>
                    <a:pt x="37" y="100"/>
                  </a:lnTo>
                  <a:lnTo>
                    <a:pt x="40" y="100"/>
                  </a:lnTo>
                  <a:lnTo>
                    <a:pt x="40" y="100"/>
                  </a:lnTo>
                  <a:lnTo>
                    <a:pt x="44" y="100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48" y="93"/>
                  </a:lnTo>
                  <a:lnTo>
                    <a:pt x="52" y="93"/>
                  </a:lnTo>
                  <a:lnTo>
                    <a:pt x="55" y="89"/>
                  </a:lnTo>
                  <a:lnTo>
                    <a:pt x="55" y="89"/>
                  </a:lnTo>
                  <a:lnTo>
                    <a:pt x="55" y="85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4"/>
                  </a:lnTo>
                  <a:lnTo>
                    <a:pt x="63" y="74"/>
                  </a:lnTo>
                  <a:lnTo>
                    <a:pt x="66" y="70"/>
                  </a:lnTo>
                  <a:lnTo>
                    <a:pt x="70" y="67"/>
                  </a:lnTo>
                  <a:lnTo>
                    <a:pt x="70" y="63"/>
                  </a:lnTo>
                  <a:lnTo>
                    <a:pt x="70" y="63"/>
                  </a:lnTo>
                  <a:lnTo>
                    <a:pt x="70" y="55"/>
                  </a:lnTo>
                  <a:lnTo>
                    <a:pt x="74" y="55"/>
                  </a:lnTo>
                  <a:lnTo>
                    <a:pt x="77" y="52"/>
                  </a:lnTo>
                  <a:lnTo>
                    <a:pt x="77" y="52"/>
                  </a:lnTo>
                  <a:lnTo>
                    <a:pt x="81" y="48"/>
                  </a:lnTo>
                  <a:lnTo>
                    <a:pt x="81" y="44"/>
                  </a:lnTo>
                  <a:lnTo>
                    <a:pt x="81" y="41"/>
                  </a:lnTo>
                  <a:lnTo>
                    <a:pt x="81" y="37"/>
                  </a:lnTo>
                  <a:lnTo>
                    <a:pt x="85" y="33"/>
                  </a:lnTo>
                  <a:lnTo>
                    <a:pt x="85" y="33"/>
                  </a:lnTo>
                  <a:lnTo>
                    <a:pt x="85" y="29"/>
                  </a:lnTo>
                  <a:lnTo>
                    <a:pt x="89" y="29"/>
                  </a:lnTo>
                  <a:lnTo>
                    <a:pt x="92" y="29"/>
                  </a:lnTo>
                  <a:lnTo>
                    <a:pt x="92" y="26"/>
                  </a:lnTo>
                  <a:lnTo>
                    <a:pt x="96" y="26"/>
                  </a:lnTo>
                  <a:lnTo>
                    <a:pt x="96" y="22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5"/>
                  </a:lnTo>
                  <a:lnTo>
                    <a:pt x="92" y="15"/>
                  </a:lnTo>
                  <a:lnTo>
                    <a:pt x="92" y="11"/>
                  </a:lnTo>
                  <a:lnTo>
                    <a:pt x="92" y="7"/>
                  </a:lnTo>
                  <a:lnTo>
                    <a:pt x="92" y="3"/>
                  </a:lnTo>
                  <a:lnTo>
                    <a:pt x="89" y="0"/>
                  </a:lnTo>
                  <a:lnTo>
                    <a:pt x="96" y="3"/>
                  </a:lnTo>
                  <a:lnTo>
                    <a:pt x="100" y="7"/>
                  </a:lnTo>
                  <a:lnTo>
                    <a:pt x="103" y="11"/>
                  </a:lnTo>
                  <a:lnTo>
                    <a:pt x="103" y="15"/>
                  </a:lnTo>
                  <a:lnTo>
                    <a:pt x="103" y="15"/>
                  </a:lnTo>
                  <a:lnTo>
                    <a:pt x="107" y="18"/>
                  </a:lnTo>
                  <a:lnTo>
                    <a:pt x="107" y="22"/>
                  </a:lnTo>
                  <a:lnTo>
                    <a:pt x="103" y="22"/>
                  </a:lnTo>
                  <a:lnTo>
                    <a:pt x="103" y="26"/>
                  </a:lnTo>
                  <a:lnTo>
                    <a:pt x="107" y="26"/>
                  </a:lnTo>
                  <a:lnTo>
                    <a:pt x="103" y="29"/>
                  </a:lnTo>
                  <a:lnTo>
                    <a:pt x="103" y="33"/>
                  </a:lnTo>
                  <a:lnTo>
                    <a:pt x="103" y="37"/>
                  </a:lnTo>
                  <a:lnTo>
                    <a:pt x="107" y="41"/>
                  </a:lnTo>
                  <a:lnTo>
                    <a:pt x="107" y="41"/>
                  </a:lnTo>
                  <a:lnTo>
                    <a:pt x="111" y="44"/>
                  </a:lnTo>
                  <a:lnTo>
                    <a:pt x="114" y="48"/>
                  </a:lnTo>
                  <a:lnTo>
                    <a:pt x="114" y="48"/>
                  </a:lnTo>
                  <a:lnTo>
                    <a:pt x="114" y="48"/>
                  </a:lnTo>
                  <a:lnTo>
                    <a:pt x="111" y="48"/>
                  </a:lnTo>
                  <a:lnTo>
                    <a:pt x="111" y="48"/>
                  </a:lnTo>
                  <a:lnTo>
                    <a:pt x="107" y="48"/>
                  </a:lnTo>
                  <a:lnTo>
                    <a:pt x="103" y="48"/>
                  </a:lnTo>
                  <a:lnTo>
                    <a:pt x="103" y="48"/>
                  </a:lnTo>
                  <a:lnTo>
                    <a:pt x="100" y="48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2" y="48"/>
                  </a:lnTo>
                  <a:lnTo>
                    <a:pt x="92" y="48"/>
                  </a:lnTo>
                  <a:lnTo>
                    <a:pt x="92" y="52"/>
                  </a:lnTo>
                  <a:lnTo>
                    <a:pt x="92" y="52"/>
                  </a:lnTo>
                  <a:lnTo>
                    <a:pt x="92" y="55"/>
                  </a:lnTo>
                  <a:lnTo>
                    <a:pt x="92" y="55"/>
                  </a:lnTo>
                  <a:lnTo>
                    <a:pt x="92" y="59"/>
                  </a:lnTo>
                  <a:lnTo>
                    <a:pt x="96" y="59"/>
                  </a:lnTo>
                  <a:lnTo>
                    <a:pt x="103" y="63"/>
                  </a:lnTo>
                  <a:lnTo>
                    <a:pt x="107" y="70"/>
                  </a:lnTo>
                  <a:lnTo>
                    <a:pt x="111" y="70"/>
                  </a:lnTo>
                  <a:lnTo>
                    <a:pt x="114" y="74"/>
                  </a:lnTo>
                  <a:lnTo>
                    <a:pt x="114" y="78"/>
                  </a:lnTo>
                  <a:lnTo>
                    <a:pt x="114" y="81"/>
                  </a:lnTo>
                  <a:lnTo>
                    <a:pt x="114" y="85"/>
                  </a:lnTo>
                  <a:lnTo>
                    <a:pt x="111" y="85"/>
                  </a:lnTo>
                  <a:lnTo>
                    <a:pt x="111" y="89"/>
                  </a:lnTo>
                  <a:lnTo>
                    <a:pt x="107" y="96"/>
                  </a:lnTo>
                  <a:lnTo>
                    <a:pt x="103" y="100"/>
                  </a:lnTo>
                  <a:lnTo>
                    <a:pt x="100" y="104"/>
                  </a:lnTo>
                  <a:lnTo>
                    <a:pt x="100" y="104"/>
                  </a:lnTo>
                  <a:lnTo>
                    <a:pt x="96" y="104"/>
                  </a:lnTo>
                  <a:lnTo>
                    <a:pt x="100" y="107"/>
                  </a:lnTo>
                  <a:lnTo>
                    <a:pt x="100" y="111"/>
                  </a:lnTo>
                  <a:lnTo>
                    <a:pt x="100" y="115"/>
                  </a:lnTo>
                  <a:lnTo>
                    <a:pt x="100" y="118"/>
                  </a:lnTo>
                  <a:lnTo>
                    <a:pt x="100" y="122"/>
                  </a:lnTo>
                  <a:lnTo>
                    <a:pt x="100" y="130"/>
                  </a:lnTo>
                  <a:lnTo>
                    <a:pt x="103" y="130"/>
                  </a:lnTo>
                  <a:lnTo>
                    <a:pt x="107" y="133"/>
                  </a:lnTo>
                  <a:lnTo>
                    <a:pt x="111" y="137"/>
                  </a:lnTo>
                  <a:lnTo>
                    <a:pt x="111" y="137"/>
                  </a:lnTo>
                  <a:lnTo>
                    <a:pt x="114" y="144"/>
                  </a:lnTo>
                  <a:lnTo>
                    <a:pt x="118" y="148"/>
                  </a:lnTo>
                  <a:lnTo>
                    <a:pt x="118" y="152"/>
                  </a:lnTo>
                  <a:lnTo>
                    <a:pt x="126" y="152"/>
                  </a:lnTo>
                  <a:lnTo>
                    <a:pt x="126" y="156"/>
                  </a:lnTo>
                  <a:lnTo>
                    <a:pt x="126" y="159"/>
                  </a:lnTo>
                  <a:lnTo>
                    <a:pt x="126" y="159"/>
                  </a:lnTo>
                  <a:lnTo>
                    <a:pt x="126" y="159"/>
                  </a:lnTo>
                  <a:lnTo>
                    <a:pt x="126" y="159"/>
                  </a:lnTo>
                  <a:lnTo>
                    <a:pt x="126" y="163"/>
                  </a:lnTo>
                  <a:lnTo>
                    <a:pt x="122" y="167"/>
                  </a:lnTo>
                  <a:lnTo>
                    <a:pt x="122" y="167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14" y="170"/>
                  </a:lnTo>
                  <a:lnTo>
                    <a:pt x="111" y="170"/>
                  </a:lnTo>
                  <a:lnTo>
                    <a:pt x="111" y="167"/>
                  </a:lnTo>
                  <a:lnTo>
                    <a:pt x="107" y="167"/>
                  </a:lnTo>
                  <a:lnTo>
                    <a:pt x="107" y="170"/>
                  </a:lnTo>
                  <a:lnTo>
                    <a:pt x="107" y="170"/>
                  </a:lnTo>
                  <a:lnTo>
                    <a:pt x="103" y="167"/>
                  </a:lnTo>
                  <a:lnTo>
                    <a:pt x="103" y="167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96" y="167"/>
                  </a:lnTo>
                  <a:lnTo>
                    <a:pt x="96" y="167"/>
                  </a:lnTo>
                  <a:lnTo>
                    <a:pt x="74" y="167"/>
                  </a:lnTo>
                  <a:lnTo>
                    <a:pt x="74" y="163"/>
                  </a:lnTo>
                  <a:lnTo>
                    <a:pt x="74" y="163"/>
                  </a:lnTo>
                  <a:lnTo>
                    <a:pt x="70" y="167"/>
                  </a:lnTo>
                  <a:lnTo>
                    <a:pt x="66" y="163"/>
                  </a:lnTo>
                  <a:lnTo>
                    <a:pt x="66" y="163"/>
                  </a:lnTo>
                  <a:lnTo>
                    <a:pt x="66" y="163"/>
                  </a:lnTo>
                  <a:lnTo>
                    <a:pt x="63" y="163"/>
                  </a:lnTo>
                  <a:lnTo>
                    <a:pt x="59" y="163"/>
                  </a:lnTo>
                  <a:lnTo>
                    <a:pt x="55" y="163"/>
                  </a:lnTo>
                  <a:lnTo>
                    <a:pt x="55" y="163"/>
                  </a:lnTo>
                  <a:lnTo>
                    <a:pt x="48" y="163"/>
                  </a:lnTo>
                  <a:lnTo>
                    <a:pt x="48" y="163"/>
                  </a:lnTo>
                  <a:lnTo>
                    <a:pt x="48" y="163"/>
                  </a:lnTo>
                  <a:lnTo>
                    <a:pt x="44" y="167"/>
                  </a:lnTo>
                  <a:lnTo>
                    <a:pt x="44" y="167"/>
                  </a:lnTo>
                  <a:lnTo>
                    <a:pt x="44" y="167"/>
                  </a:lnTo>
                  <a:lnTo>
                    <a:pt x="26" y="167"/>
                  </a:lnTo>
                  <a:lnTo>
                    <a:pt x="22" y="167"/>
                  </a:lnTo>
                  <a:lnTo>
                    <a:pt x="22" y="167"/>
                  </a:lnTo>
                  <a:lnTo>
                    <a:pt x="18" y="167"/>
                  </a:lnTo>
                  <a:lnTo>
                    <a:pt x="22" y="163"/>
                  </a:lnTo>
                  <a:lnTo>
                    <a:pt x="18" y="163"/>
                  </a:lnTo>
                  <a:lnTo>
                    <a:pt x="22" y="156"/>
                  </a:lnTo>
                  <a:lnTo>
                    <a:pt x="22" y="152"/>
                  </a:lnTo>
                  <a:lnTo>
                    <a:pt x="18" y="148"/>
                  </a:lnTo>
                  <a:lnTo>
                    <a:pt x="18" y="141"/>
                  </a:lnTo>
                  <a:lnTo>
                    <a:pt x="18" y="141"/>
                  </a:lnTo>
                  <a:lnTo>
                    <a:pt x="18" y="137"/>
                  </a:lnTo>
                  <a:lnTo>
                    <a:pt x="11" y="137"/>
                  </a:lnTo>
                  <a:lnTo>
                    <a:pt x="11" y="137"/>
                  </a:lnTo>
                  <a:lnTo>
                    <a:pt x="7" y="137"/>
                  </a:lnTo>
                  <a:lnTo>
                    <a:pt x="7" y="126"/>
                  </a:lnTo>
                  <a:lnTo>
                    <a:pt x="3" y="130"/>
                  </a:lnTo>
                  <a:lnTo>
                    <a:pt x="0" y="1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6" name="Freeform 134"/>
            <p:cNvSpPr/>
            <p:nvPr/>
          </p:nvSpPr>
          <p:spPr bwMode="auto">
            <a:xfrm>
              <a:off x="4478295" y="3133509"/>
              <a:ext cx="119657" cy="119657"/>
            </a:xfrm>
            <a:custGeom>
              <a:avLst/>
              <a:gdLst>
                <a:gd name="T0" fmla="*/ 41 w 93"/>
                <a:gd name="T1" fmla="*/ 4 h 93"/>
                <a:gd name="T2" fmla="*/ 45 w 93"/>
                <a:gd name="T3" fmla="*/ 0 h 93"/>
                <a:gd name="T4" fmla="*/ 52 w 93"/>
                <a:gd name="T5" fmla="*/ 0 h 93"/>
                <a:gd name="T6" fmla="*/ 56 w 93"/>
                <a:gd name="T7" fmla="*/ 0 h 93"/>
                <a:gd name="T8" fmla="*/ 63 w 93"/>
                <a:gd name="T9" fmla="*/ 0 h 93"/>
                <a:gd name="T10" fmla="*/ 63 w 93"/>
                <a:gd name="T11" fmla="*/ 0 h 93"/>
                <a:gd name="T12" fmla="*/ 71 w 93"/>
                <a:gd name="T13" fmla="*/ 0 h 93"/>
                <a:gd name="T14" fmla="*/ 71 w 93"/>
                <a:gd name="T15" fmla="*/ 4 h 93"/>
                <a:gd name="T16" fmla="*/ 71 w 93"/>
                <a:gd name="T17" fmla="*/ 7 h 93"/>
                <a:gd name="T18" fmla="*/ 71 w 93"/>
                <a:gd name="T19" fmla="*/ 11 h 93"/>
                <a:gd name="T20" fmla="*/ 71 w 93"/>
                <a:gd name="T21" fmla="*/ 15 h 93"/>
                <a:gd name="T22" fmla="*/ 74 w 93"/>
                <a:gd name="T23" fmla="*/ 15 h 93"/>
                <a:gd name="T24" fmla="*/ 82 w 93"/>
                <a:gd name="T25" fmla="*/ 15 h 93"/>
                <a:gd name="T26" fmla="*/ 89 w 93"/>
                <a:gd name="T27" fmla="*/ 15 h 93"/>
                <a:gd name="T28" fmla="*/ 93 w 93"/>
                <a:gd name="T29" fmla="*/ 19 h 93"/>
                <a:gd name="T30" fmla="*/ 93 w 93"/>
                <a:gd name="T31" fmla="*/ 22 h 93"/>
                <a:gd name="T32" fmla="*/ 89 w 93"/>
                <a:gd name="T33" fmla="*/ 26 h 93"/>
                <a:gd name="T34" fmla="*/ 86 w 93"/>
                <a:gd name="T35" fmla="*/ 30 h 93"/>
                <a:gd name="T36" fmla="*/ 86 w 93"/>
                <a:gd name="T37" fmla="*/ 33 h 93"/>
                <a:gd name="T38" fmla="*/ 86 w 93"/>
                <a:gd name="T39" fmla="*/ 33 h 93"/>
                <a:gd name="T40" fmla="*/ 82 w 93"/>
                <a:gd name="T41" fmla="*/ 37 h 93"/>
                <a:gd name="T42" fmla="*/ 86 w 93"/>
                <a:gd name="T43" fmla="*/ 41 h 93"/>
                <a:gd name="T44" fmla="*/ 89 w 93"/>
                <a:gd name="T45" fmla="*/ 41 h 93"/>
                <a:gd name="T46" fmla="*/ 89 w 93"/>
                <a:gd name="T47" fmla="*/ 45 h 93"/>
                <a:gd name="T48" fmla="*/ 93 w 93"/>
                <a:gd name="T49" fmla="*/ 48 h 93"/>
                <a:gd name="T50" fmla="*/ 86 w 93"/>
                <a:gd name="T51" fmla="*/ 67 h 93"/>
                <a:gd name="T52" fmla="*/ 86 w 93"/>
                <a:gd name="T53" fmla="*/ 70 h 93"/>
                <a:gd name="T54" fmla="*/ 86 w 93"/>
                <a:gd name="T55" fmla="*/ 70 h 93"/>
                <a:gd name="T56" fmla="*/ 78 w 93"/>
                <a:gd name="T57" fmla="*/ 67 h 93"/>
                <a:gd name="T58" fmla="*/ 74 w 93"/>
                <a:gd name="T59" fmla="*/ 70 h 93"/>
                <a:gd name="T60" fmla="*/ 67 w 93"/>
                <a:gd name="T61" fmla="*/ 67 h 93"/>
                <a:gd name="T62" fmla="*/ 63 w 93"/>
                <a:gd name="T63" fmla="*/ 63 h 93"/>
                <a:gd name="T64" fmla="*/ 60 w 93"/>
                <a:gd name="T65" fmla="*/ 67 h 93"/>
                <a:gd name="T66" fmla="*/ 56 w 93"/>
                <a:gd name="T67" fmla="*/ 70 h 93"/>
                <a:gd name="T68" fmla="*/ 52 w 93"/>
                <a:gd name="T69" fmla="*/ 70 h 93"/>
                <a:gd name="T70" fmla="*/ 45 w 93"/>
                <a:gd name="T71" fmla="*/ 70 h 93"/>
                <a:gd name="T72" fmla="*/ 41 w 93"/>
                <a:gd name="T73" fmla="*/ 74 h 93"/>
                <a:gd name="T74" fmla="*/ 41 w 93"/>
                <a:gd name="T75" fmla="*/ 78 h 93"/>
                <a:gd name="T76" fmla="*/ 49 w 93"/>
                <a:gd name="T77" fmla="*/ 78 h 93"/>
                <a:gd name="T78" fmla="*/ 52 w 93"/>
                <a:gd name="T79" fmla="*/ 78 h 93"/>
                <a:gd name="T80" fmla="*/ 52 w 93"/>
                <a:gd name="T81" fmla="*/ 89 h 93"/>
                <a:gd name="T82" fmla="*/ 45 w 93"/>
                <a:gd name="T83" fmla="*/ 85 h 93"/>
                <a:gd name="T84" fmla="*/ 41 w 93"/>
                <a:gd name="T85" fmla="*/ 89 h 93"/>
                <a:gd name="T86" fmla="*/ 41 w 93"/>
                <a:gd name="T87" fmla="*/ 89 h 93"/>
                <a:gd name="T88" fmla="*/ 37 w 93"/>
                <a:gd name="T89" fmla="*/ 93 h 93"/>
                <a:gd name="T90" fmla="*/ 34 w 93"/>
                <a:gd name="T91" fmla="*/ 89 h 93"/>
                <a:gd name="T92" fmla="*/ 26 w 93"/>
                <a:gd name="T93" fmla="*/ 82 h 93"/>
                <a:gd name="T94" fmla="*/ 15 w 93"/>
                <a:gd name="T95" fmla="*/ 74 h 93"/>
                <a:gd name="T96" fmla="*/ 12 w 93"/>
                <a:gd name="T97" fmla="*/ 70 h 93"/>
                <a:gd name="T98" fmla="*/ 8 w 93"/>
                <a:gd name="T99" fmla="*/ 63 h 93"/>
                <a:gd name="T100" fmla="*/ 4 w 93"/>
                <a:gd name="T101" fmla="*/ 56 h 93"/>
                <a:gd name="T102" fmla="*/ 4 w 93"/>
                <a:gd name="T103" fmla="*/ 52 h 93"/>
                <a:gd name="T104" fmla="*/ 0 w 93"/>
                <a:gd name="T105" fmla="*/ 45 h 93"/>
                <a:gd name="T106" fmla="*/ 8 w 93"/>
                <a:gd name="T107" fmla="*/ 45 h 93"/>
                <a:gd name="T108" fmla="*/ 8 w 93"/>
                <a:gd name="T109" fmla="*/ 30 h 93"/>
                <a:gd name="T110" fmla="*/ 15 w 93"/>
                <a:gd name="T111" fmla="*/ 30 h 93"/>
                <a:gd name="T112" fmla="*/ 8 w 93"/>
                <a:gd name="T113" fmla="*/ 26 h 93"/>
                <a:gd name="T114" fmla="*/ 12 w 93"/>
                <a:gd name="T115" fmla="*/ 22 h 93"/>
                <a:gd name="T116" fmla="*/ 15 w 93"/>
                <a:gd name="T117" fmla="*/ 19 h 93"/>
                <a:gd name="T118" fmla="*/ 19 w 93"/>
                <a:gd name="T119" fmla="*/ 22 h 93"/>
                <a:gd name="T120" fmla="*/ 41 w 93"/>
                <a:gd name="T121" fmla="*/ 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3" h="93">
                  <a:moveTo>
                    <a:pt x="41" y="4"/>
                  </a:moveTo>
                  <a:lnTo>
                    <a:pt x="41" y="4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6" y="0"/>
                  </a:lnTo>
                  <a:lnTo>
                    <a:pt x="60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67" y="4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71" y="7"/>
                  </a:lnTo>
                  <a:lnTo>
                    <a:pt x="71" y="7"/>
                  </a:lnTo>
                  <a:lnTo>
                    <a:pt x="71" y="11"/>
                  </a:lnTo>
                  <a:lnTo>
                    <a:pt x="71" y="15"/>
                  </a:lnTo>
                  <a:lnTo>
                    <a:pt x="71" y="15"/>
                  </a:lnTo>
                  <a:lnTo>
                    <a:pt x="74" y="19"/>
                  </a:lnTo>
                  <a:lnTo>
                    <a:pt x="74" y="15"/>
                  </a:lnTo>
                  <a:lnTo>
                    <a:pt x="78" y="15"/>
                  </a:lnTo>
                  <a:lnTo>
                    <a:pt x="82" y="15"/>
                  </a:lnTo>
                  <a:lnTo>
                    <a:pt x="86" y="15"/>
                  </a:lnTo>
                  <a:lnTo>
                    <a:pt x="89" y="15"/>
                  </a:lnTo>
                  <a:lnTo>
                    <a:pt x="93" y="15"/>
                  </a:lnTo>
                  <a:lnTo>
                    <a:pt x="93" y="19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3" y="26"/>
                  </a:lnTo>
                  <a:lnTo>
                    <a:pt x="89" y="26"/>
                  </a:lnTo>
                  <a:lnTo>
                    <a:pt x="86" y="30"/>
                  </a:lnTo>
                  <a:lnTo>
                    <a:pt x="86" y="30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6" y="37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9" y="41"/>
                  </a:lnTo>
                  <a:lnTo>
                    <a:pt x="89" y="45"/>
                  </a:lnTo>
                  <a:lnTo>
                    <a:pt x="89" y="45"/>
                  </a:lnTo>
                  <a:lnTo>
                    <a:pt x="93" y="45"/>
                  </a:lnTo>
                  <a:lnTo>
                    <a:pt x="93" y="48"/>
                  </a:lnTo>
                  <a:lnTo>
                    <a:pt x="89" y="56"/>
                  </a:lnTo>
                  <a:lnTo>
                    <a:pt x="86" y="67"/>
                  </a:lnTo>
                  <a:lnTo>
                    <a:pt x="89" y="70"/>
                  </a:lnTo>
                  <a:lnTo>
                    <a:pt x="86" y="70"/>
                  </a:lnTo>
                  <a:lnTo>
                    <a:pt x="86" y="70"/>
                  </a:lnTo>
                  <a:lnTo>
                    <a:pt x="86" y="70"/>
                  </a:lnTo>
                  <a:lnTo>
                    <a:pt x="82" y="67"/>
                  </a:lnTo>
                  <a:lnTo>
                    <a:pt x="78" y="67"/>
                  </a:lnTo>
                  <a:lnTo>
                    <a:pt x="74" y="70"/>
                  </a:lnTo>
                  <a:lnTo>
                    <a:pt x="74" y="70"/>
                  </a:lnTo>
                  <a:lnTo>
                    <a:pt x="71" y="70"/>
                  </a:lnTo>
                  <a:lnTo>
                    <a:pt x="67" y="67"/>
                  </a:lnTo>
                  <a:lnTo>
                    <a:pt x="67" y="63"/>
                  </a:lnTo>
                  <a:lnTo>
                    <a:pt x="63" y="63"/>
                  </a:lnTo>
                  <a:lnTo>
                    <a:pt x="60" y="63"/>
                  </a:lnTo>
                  <a:lnTo>
                    <a:pt x="60" y="67"/>
                  </a:lnTo>
                  <a:lnTo>
                    <a:pt x="60" y="70"/>
                  </a:lnTo>
                  <a:lnTo>
                    <a:pt x="56" y="70"/>
                  </a:lnTo>
                  <a:lnTo>
                    <a:pt x="52" y="70"/>
                  </a:lnTo>
                  <a:lnTo>
                    <a:pt x="52" y="70"/>
                  </a:lnTo>
                  <a:lnTo>
                    <a:pt x="49" y="74"/>
                  </a:lnTo>
                  <a:lnTo>
                    <a:pt x="45" y="70"/>
                  </a:lnTo>
                  <a:lnTo>
                    <a:pt x="45" y="70"/>
                  </a:lnTo>
                  <a:lnTo>
                    <a:pt x="41" y="74"/>
                  </a:lnTo>
                  <a:lnTo>
                    <a:pt x="41" y="74"/>
                  </a:lnTo>
                  <a:lnTo>
                    <a:pt x="41" y="78"/>
                  </a:lnTo>
                  <a:lnTo>
                    <a:pt x="45" y="78"/>
                  </a:lnTo>
                  <a:lnTo>
                    <a:pt x="49" y="78"/>
                  </a:lnTo>
                  <a:lnTo>
                    <a:pt x="49" y="78"/>
                  </a:lnTo>
                  <a:lnTo>
                    <a:pt x="52" y="78"/>
                  </a:lnTo>
                  <a:lnTo>
                    <a:pt x="52" y="85"/>
                  </a:lnTo>
                  <a:lnTo>
                    <a:pt x="52" y="89"/>
                  </a:lnTo>
                  <a:lnTo>
                    <a:pt x="49" y="85"/>
                  </a:lnTo>
                  <a:lnTo>
                    <a:pt x="45" y="85"/>
                  </a:lnTo>
                  <a:lnTo>
                    <a:pt x="45" y="89"/>
                  </a:lnTo>
                  <a:lnTo>
                    <a:pt x="41" y="89"/>
                  </a:lnTo>
                  <a:lnTo>
                    <a:pt x="41" y="89"/>
                  </a:lnTo>
                  <a:lnTo>
                    <a:pt x="41" y="89"/>
                  </a:lnTo>
                  <a:lnTo>
                    <a:pt x="37" y="93"/>
                  </a:lnTo>
                  <a:lnTo>
                    <a:pt x="37" y="93"/>
                  </a:lnTo>
                  <a:lnTo>
                    <a:pt x="34" y="93"/>
                  </a:lnTo>
                  <a:lnTo>
                    <a:pt x="34" y="89"/>
                  </a:lnTo>
                  <a:lnTo>
                    <a:pt x="26" y="85"/>
                  </a:lnTo>
                  <a:lnTo>
                    <a:pt x="26" y="82"/>
                  </a:lnTo>
                  <a:lnTo>
                    <a:pt x="19" y="78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2" y="70"/>
                  </a:lnTo>
                  <a:lnTo>
                    <a:pt x="8" y="67"/>
                  </a:lnTo>
                  <a:lnTo>
                    <a:pt x="8" y="63"/>
                  </a:lnTo>
                  <a:lnTo>
                    <a:pt x="8" y="59"/>
                  </a:lnTo>
                  <a:lnTo>
                    <a:pt x="4" y="56"/>
                  </a:lnTo>
                  <a:lnTo>
                    <a:pt x="4" y="52"/>
                  </a:lnTo>
                  <a:lnTo>
                    <a:pt x="4" y="52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4" y="45"/>
                  </a:lnTo>
                  <a:lnTo>
                    <a:pt x="8" y="45"/>
                  </a:lnTo>
                  <a:lnTo>
                    <a:pt x="8" y="33"/>
                  </a:lnTo>
                  <a:lnTo>
                    <a:pt x="8" y="30"/>
                  </a:lnTo>
                  <a:lnTo>
                    <a:pt x="8" y="33"/>
                  </a:lnTo>
                  <a:lnTo>
                    <a:pt x="15" y="30"/>
                  </a:lnTo>
                  <a:lnTo>
                    <a:pt x="12" y="30"/>
                  </a:lnTo>
                  <a:lnTo>
                    <a:pt x="8" y="26"/>
                  </a:lnTo>
                  <a:lnTo>
                    <a:pt x="12" y="26"/>
                  </a:lnTo>
                  <a:lnTo>
                    <a:pt x="12" y="22"/>
                  </a:lnTo>
                  <a:lnTo>
                    <a:pt x="15" y="22"/>
                  </a:lnTo>
                  <a:lnTo>
                    <a:pt x="15" y="19"/>
                  </a:lnTo>
                  <a:lnTo>
                    <a:pt x="19" y="19"/>
                  </a:lnTo>
                  <a:lnTo>
                    <a:pt x="19" y="22"/>
                  </a:lnTo>
                  <a:lnTo>
                    <a:pt x="41" y="22"/>
                  </a:lnTo>
                  <a:lnTo>
                    <a:pt x="41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7" name="Freeform 135"/>
            <p:cNvSpPr/>
            <p:nvPr/>
          </p:nvSpPr>
          <p:spPr bwMode="auto">
            <a:xfrm>
              <a:off x="4488588" y="3138657"/>
              <a:ext cx="42459" cy="23159"/>
            </a:xfrm>
            <a:custGeom>
              <a:avLst/>
              <a:gdLst>
                <a:gd name="T0" fmla="*/ 4 w 33"/>
                <a:gd name="T1" fmla="*/ 18 h 18"/>
                <a:gd name="T2" fmla="*/ 7 w 33"/>
                <a:gd name="T3" fmla="*/ 18 h 18"/>
                <a:gd name="T4" fmla="*/ 7 w 33"/>
                <a:gd name="T5" fmla="*/ 15 h 18"/>
                <a:gd name="T6" fmla="*/ 11 w 33"/>
                <a:gd name="T7" fmla="*/ 15 h 18"/>
                <a:gd name="T8" fmla="*/ 11 w 33"/>
                <a:gd name="T9" fmla="*/ 18 h 18"/>
                <a:gd name="T10" fmla="*/ 33 w 33"/>
                <a:gd name="T11" fmla="*/ 18 h 18"/>
                <a:gd name="T12" fmla="*/ 33 w 33"/>
                <a:gd name="T13" fmla="*/ 0 h 18"/>
                <a:gd name="T14" fmla="*/ 15 w 33"/>
                <a:gd name="T15" fmla="*/ 0 h 18"/>
                <a:gd name="T16" fmla="*/ 11 w 33"/>
                <a:gd name="T17" fmla="*/ 0 h 18"/>
                <a:gd name="T18" fmla="*/ 11 w 33"/>
                <a:gd name="T19" fmla="*/ 0 h 18"/>
                <a:gd name="T20" fmla="*/ 7 w 33"/>
                <a:gd name="T21" fmla="*/ 0 h 18"/>
                <a:gd name="T22" fmla="*/ 7 w 33"/>
                <a:gd name="T23" fmla="*/ 0 h 18"/>
                <a:gd name="T24" fmla="*/ 11 w 33"/>
                <a:gd name="T25" fmla="*/ 3 h 18"/>
                <a:gd name="T26" fmla="*/ 4 w 33"/>
                <a:gd name="T27" fmla="*/ 7 h 18"/>
                <a:gd name="T28" fmla="*/ 0 w 33"/>
                <a:gd name="T29" fmla="*/ 15 h 18"/>
                <a:gd name="T30" fmla="*/ 4 w 33"/>
                <a:gd name="T31" fmla="*/ 15 h 18"/>
                <a:gd name="T32" fmla="*/ 4 w 33"/>
                <a:gd name="T33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" h="18">
                  <a:moveTo>
                    <a:pt x="4" y="18"/>
                  </a:moveTo>
                  <a:lnTo>
                    <a:pt x="7" y="18"/>
                  </a:lnTo>
                  <a:lnTo>
                    <a:pt x="7" y="15"/>
                  </a:lnTo>
                  <a:lnTo>
                    <a:pt x="11" y="15"/>
                  </a:lnTo>
                  <a:lnTo>
                    <a:pt x="11" y="18"/>
                  </a:lnTo>
                  <a:lnTo>
                    <a:pt x="33" y="18"/>
                  </a:lnTo>
                  <a:lnTo>
                    <a:pt x="33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11" y="3"/>
                  </a:lnTo>
                  <a:lnTo>
                    <a:pt x="4" y="7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4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8" name="Freeform 136"/>
            <p:cNvSpPr/>
            <p:nvPr/>
          </p:nvSpPr>
          <p:spPr bwMode="auto">
            <a:xfrm>
              <a:off x="4525901" y="3105204"/>
              <a:ext cx="162115" cy="171122"/>
            </a:xfrm>
            <a:custGeom>
              <a:avLst/>
              <a:gdLst>
                <a:gd name="T0" fmla="*/ 4 w 126"/>
                <a:gd name="T1" fmla="*/ 111 h 133"/>
                <a:gd name="T2" fmla="*/ 8 w 126"/>
                <a:gd name="T3" fmla="*/ 107 h 133"/>
                <a:gd name="T4" fmla="*/ 15 w 126"/>
                <a:gd name="T5" fmla="*/ 107 h 133"/>
                <a:gd name="T6" fmla="*/ 12 w 126"/>
                <a:gd name="T7" fmla="*/ 100 h 133"/>
                <a:gd name="T8" fmla="*/ 4 w 126"/>
                <a:gd name="T9" fmla="*/ 96 h 133"/>
                <a:gd name="T10" fmla="*/ 8 w 126"/>
                <a:gd name="T11" fmla="*/ 92 h 133"/>
                <a:gd name="T12" fmla="*/ 15 w 126"/>
                <a:gd name="T13" fmla="*/ 92 h 133"/>
                <a:gd name="T14" fmla="*/ 23 w 126"/>
                <a:gd name="T15" fmla="*/ 89 h 133"/>
                <a:gd name="T16" fmla="*/ 30 w 126"/>
                <a:gd name="T17" fmla="*/ 85 h 133"/>
                <a:gd name="T18" fmla="*/ 37 w 126"/>
                <a:gd name="T19" fmla="*/ 92 h 133"/>
                <a:gd name="T20" fmla="*/ 45 w 126"/>
                <a:gd name="T21" fmla="*/ 89 h 133"/>
                <a:gd name="T22" fmla="*/ 49 w 126"/>
                <a:gd name="T23" fmla="*/ 92 h 133"/>
                <a:gd name="T24" fmla="*/ 52 w 126"/>
                <a:gd name="T25" fmla="*/ 78 h 133"/>
                <a:gd name="T26" fmla="*/ 52 w 126"/>
                <a:gd name="T27" fmla="*/ 67 h 133"/>
                <a:gd name="T28" fmla="*/ 49 w 126"/>
                <a:gd name="T29" fmla="*/ 63 h 133"/>
                <a:gd name="T30" fmla="*/ 45 w 126"/>
                <a:gd name="T31" fmla="*/ 59 h 133"/>
                <a:gd name="T32" fmla="*/ 49 w 126"/>
                <a:gd name="T33" fmla="*/ 55 h 133"/>
                <a:gd name="T34" fmla="*/ 49 w 126"/>
                <a:gd name="T35" fmla="*/ 52 h 133"/>
                <a:gd name="T36" fmla="*/ 56 w 126"/>
                <a:gd name="T37" fmla="*/ 48 h 133"/>
                <a:gd name="T38" fmla="*/ 56 w 126"/>
                <a:gd name="T39" fmla="*/ 41 h 133"/>
                <a:gd name="T40" fmla="*/ 49 w 126"/>
                <a:gd name="T41" fmla="*/ 37 h 133"/>
                <a:gd name="T42" fmla="*/ 37 w 126"/>
                <a:gd name="T43" fmla="*/ 37 h 133"/>
                <a:gd name="T44" fmla="*/ 34 w 126"/>
                <a:gd name="T45" fmla="*/ 37 h 133"/>
                <a:gd name="T46" fmla="*/ 34 w 126"/>
                <a:gd name="T47" fmla="*/ 29 h 133"/>
                <a:gd name="T48" fmla="*/ 56 w 126"/>
                <a:gd name="T49" fmla="*/ 26 h 133"/>
                <a:gd name="T50" fmla="*/ 60 w 126"/>
                <a:gd name="T51" fmla="*/ 26 h 133"/>
                <a:gd name="T52" fmla="*/ 67 w 126"/>
                <a:gd name="T53" fmla="*/ 29 h 133"/>
                <a:gd name="T54" fmla="*/ 71 w 126"/>
                <a:gd name="T55" fmla="*/ 26 h 133"/>
                <a:gd name="T56" fmla="*/ 78 w 126"/>
                <a:gd name="T57" fmla="*/ 29 h 133"/>
                <a:gd name="T58" fmla="*/ 82 w 126"/>
                <a:gd name="T59" fmla="*/ 29 h 133"/>
                <a:gd name="T60" fmla="*/ 82 w 126"/>
                <a:gd name="T61" fmla="*/ 29 h 133"/>
                <a:gd name="T62" fmla="*/ 86 w 126"/>
                <a:gd name="T63" fmla="*/ 22 h 133"/>
                <a:gd name="T64" fmla="*/ 97 w 126"/>
                <a:gd name="T65" fmla="*/ 3 h 133"/>
                <a:gd name="T66" fmla="*/ 108 w 126"/>
                <a:gd name="T67" fmla="*/ 0 h 133"/>
                <a:gd name="T68" fmla="*/ 115 w 126"/>
                <a:gd name="T69" fmla="*/ 0 h 133"/>
                <a:gd name="T70" fmla="*/ 123 w 126"/>
                <a:gd name="T71" fmla="*/ 3 h 133"/>
                <a:gd name="T72" fmla="*/ 126 w 126"/>
                <a:gd name="T73" fmla="*/ 3 h 133"/>
                <a:gd name="T74" fmla="*/ 123 w 126"/>
                <a:gd name="T75" fmla="*/ 11 h 133"/>
                <a:gd name="T76" fmla="*/ 119 w 126"/>
                <a:gd name="T77" fmla="*/ 29 h 133"/>
                <a:gd name="T78" fmla="*/ 115 w 126"/>
                <a:gd name="T79" fmla="*/ 37 h 133"/>
                <a:gd name="T80" fmla="*/ 112 w 126"/>
                <a:gd name="T81" fmla="*/ 48 h 133"/>
                <a:gd name="T82" fmla="*/ 112 w 126"/>
                <a:gd name="T83" fmla="*/ 55 h 133"/>
                <a:gd name="T84" fmla="*/ 104 w 126"/>
                <a:gd name="T85" fmla="*/ 70 h 133"/>
                <a:gd name="T86" fmla="*/ 97 w 126"/>
                <a:gd name="T87" fmla="*/ 74 h 133"/>
                <a:gd name="T88" fmla="*/ 89 w 126"/>
                <a:gd name="T89" fmla="*/ 85 h 133"/>
                <a:gd name="T90" fmla="*/ 82 w 126"/>
                <a:gd name="T91" fmla="*/ 96 h 133"/>
                <a:gd name="T92" fmla="*/ 82 w 126"/>
                <a:gd name="T93" fmla="*/ 107 h 133"/>
                <a:gd name="T94" fmla="*/ 78 w 126"/>
                <a:gd name="T95" fmla="*/ 115 h 133"/>
                <a:gd name="T96" fmla="*/ 67 w 126"/>
                <a:gd name="T97" fmla="*/ 126 h 133"/>
                <a:gd name="T98" fmla="*/ 56 w 126"/>
                <a:gd name="T99" fmla="*/ 130 h 133"/>
                <a:gd name="T100" fmla="*/ 56 w 126"/>
                <a:gd name="T101" fmla="*/ 122 h 133"/>
                <a:gd name="T102" fmla="*/ 49 w 126"/>
                <a:gd name="T103" fmla="*/ 126 h 133"/>
                <a:gd name="T104" fmla="*/ 45 w 126"/>
                <a:gd name="T105" fmla="*/ 126 h 133"/>
                <a:gd name="T106" fmla="*/ 37 w 126"/>
                <a:gd name="T107" fmla="*/ 130 h 133"/>
                <a:gd name="T108" fmla="*/ 34 w 126"/>
                <a:gd name="T109" fmla="*/ 126 h 133"/>
                <a:gd name="T110" fmla="*/ 30 w 126"/>
                <a:gd name="T111" fmla="*/ 122 h 133"/>
                <a:gd name="T112" fmla="*/ 26 w 126"/>
                <a:gd name="T113" fmla="*/ 126 h 133"/>
                <a:gd name="T114" fmla="*/ 19 w 126"/>
                <a:gd name="T115" fmla="*/ 130 h 133"/>
                <a:gd name="T116" fmla="*/ 15 w 126"/>
                <a:gd name="T117" fmla="*/ 133 h 133"/>
                <a:gd name="T118" fmla="*/ 12 w 126"/>
                <a:gd name="T119" fmla="*/ 126 h 133"/>
                <a:gd name="T120" fmla="*/ 4 w 126"/>
                <a:gd name="T121" fmla="*/ 118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6" h="133">
                  <a:moveTo>
                    <a:pt x="0" y="115"/>
                  </a:moveTo>
                  <a:lnTo>
                    <a:pt x="4" y="111"/>
                  </a:lnTo>
                  <a:lnTo>
                    <a:pt x="4" y="111"/>
                  </a:lnTo>
                  <a:lnTo>
                    <a:pt x="4" y="111"/>
                  </a:lnTo>
                  <a:lnTo>
                    <a:pt x="8" y="111"/>
                  </a:lnTo>
                  <a:lnTo>
                    <a:pt x="8" y="107"/>
                  </a:lnTo>
                  <a:lnTo>
                    <a:pt x="12" y="107"/>
                  </a:lnTo>
                  <a:lnTo>
                    <a:pt x="15" y="111"/>
                  </a:lnTo>
                  <a:lnTo>
                    <a:pt x="15" y="107"/>
                  </a:lnTo>
                  <a:lnTo>
                    <a:pt x="15" y="100"/>
                  </a:lnTo>
                  <a:lnTo>
                    <a:pt x="12" y="100"/>
                  </a:lnTo>
                  <a:lnTo>
                    <a:pt x="12" y="100"/>
                  </a:lnTo>
                  <a:lnTo>
                    <a:pt x="8" y="100"/>
                  </a:lnTo>
                  <a:lnTo>
                    <a:pt x="4" y="100"/>
                  </a:lnTo>
                  <a:lnTo>
                    <a:pt x="4" y="96"/>
                  </a:lnTo>
                  <a:lnTo>
                    <a:pt x="4" y="96"/>
                  </a:lnTo>
                  <a:lnTo>
                    <a:pt x="8" y="92"/>
                  </a:lnTo>
                  <a:lnTo>
                    <a:pt x="8" y="92"/>
                  </a:lnTo>
                  <a:lnTo>
                    <a:pt x="12" y="96"/>
                  </a:lnTo>
                  <a:lnTo>
                    <a:pt x="15" y="92"/>
                  </a:lnTo>
                  <a:lnTo>
                    <a:pt x="15" y="92"/>
                  </a:lnTo>
                  <a:lnTo>
                    <a:pt x="19" y="92"/>
                  </a:lnTo>
                  <a:lnTo>
                    <a:pt x="23" y="92"/>
                  </a:lnTo>
                  <a:lnTo>
                    <a:pt x="23" y="89"/>
                  </a:lnTo>
                  <a:lnTo>
                    <a:pt x="23" y="85"/>
                  </a:lnTo>
                  <a:lnTo>
                    <a:pt x="26" y="85"/>
                  </a:lnTo>
                  <a:lnTo>
                    <a:pt x="30" y="85"/>
                  </a:lnTo>
                  <a:lnTo>
                    <a:pt x="30" y="89"/>
                  </a:lnTo>
                  <a:lnTo>
                    <a:pt x="34" y="92"/>
                  </a:lnTo>
                  <a:lnTo>
                    <a:pt x="37" y="92"/>
                  </a:lnTo>
                  <a:lnTo>
                    <a:pt x="37" y="92"/>
                  </a:lnTo>
                  <a:lnTo>
                    <a:pt x="41" y="89"/>
                  </a:lnTo>
                  <a:lnTo>
                    <a:pt x="45" y="89"/>
                  </a:lnTo>
                  <a:lnTo>
                    <a:pt x="49" y="92"/>
                  </a:lnTo>
                  <a:lnTo>
                    <a:pt x="49" y="92"/>
                  </a:lnTo>
                  <a:lnTo>
                    <a:pt x="49" y="92"/>
                  </a:lnTo>
                  <a:lnTo>
                    <a:pt x="52" y="92"/>
                  </a:lnTo>
                  <a:lnTo>
                    <a:pt x="49" y="89"/>
                  </a:lnTo>
                  <a:lnTo>
                    <a:pt x="52" y="78"/>
                  </a:lnTo>
                  <a:lnTo>
                    <a:pt x="56" y="70"/>
                  </a:lnTo>
                  <a:lnTo>
                    <a:pt x="56" y="67"/>
                  </a:lnTo>
                  <a:lnTo>
                    <a:pt x="52" y="67"/>
                  </a:lnTo>
                  <a:lnTo>
                    <a:pt x="52" y="67"/>
                  </a:lnTo>
                  <a:lnTo>
                    <a:pt x="52" y="63"/>
                  </a:lnTo>
                  <a:lnTo>
                    <a:pt x="49" y="63"/>
                  </a:lnTo>
                  <a:lnTo>
                    <a:pt x="49" y="63"/>
                  </a:lnTo>
                  <a:lnTo>
                    <a:pt x="49" y="59"/>
                  </a:lnTo>
                  <a:lnTo>
                    <a:pt x="45" y="59"/>
                  </a:lnTo>
                  <a:lnTo>
                    <a:pt x="45" y="59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9" y="52"/>
                  </a:lnTo>
                  <a:lnTo>
                    <a:pt x="49" y="52"/>
                  </a:lnTo>
                  <a:lnTo>
                    <a:pt x="52" y="48"/>
                  </a:lnTo>
                  <a:lnTo>
                    <a:pt x="56" y="4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56" y="41"/>
                  </a:lnTo>
                  <a:lnTo>
                    <a:pt x="56" y="37"/>
                  </a:lnTo>
                  <a:lnTo>
                    <a:pt x="52" y="37"/>
                  </a:lnTo>
                  <a:lnTo>
                    <a:pt x="49" y="37"/>
                  </a:lnTo>
                  <a:lnTo>
                    <a:pt x="45" y="37"/>
                  </a:lnTo>
                  <a:lnTo>
                    <a:pt x="41" y="37"/>
                  </a:lnTo>
                  <a:lnTo>
                    <a:pt x="37" y="37"/>
                  </a:lnTo>
                  <a:lnTo>
                    <a:pt x="37" y="41"/>
                  </a:lnTo>
                  <a:lnTo>
                    <a:pt x="34" y="37"/>
                  </a:lnTo>
                  <a:lnTo>
                    <a:pt x="34" y="37"/>
                  </a:lnTo>
                  <a:lnTo>
                    <a:pt x="34" y="33"/>
                  </a:lnTo>
                  <a:lnTo>
                    <a:pt x="34" y="29"/>
                  </a:lnTo>
                  <a:lnTo>
                    <a:pt x="34" y="29"/>
                  </a:lnTo>
                  <a:lnTo>
                    <a:pt x="34" y="26"/>
                  </a:lnTo>
                  <a:lnTo>
                    <a:pt x="56" y="26"/>
                  </a:lnTo>
                  <a:lnTo>
                    <a:pt x="56" y="26"/>
                  </a:lnTo>
                  <a:lnTo>
                    <a:pt x="60" y="26"/>
                  </a:lnTo>
                  <a:lnTo>
                    <a:pt x="60" y="26"/>
                  </a:lnTo>
                  <a:lnTo>
                    <a:pt x="60" y="26"/>
                  </a:lnTo>
                  <a:lnTo>
                    <a:pt x="63" y="26"/>
                  </a:lnTo>
                  <a:lnTo>
                    <a:pt x="63" y="26"/>
                  </a:lnTo>
                  <a:lnTo>
                    <a:pt x="67" y="29"/>
                  </a:lnTo>
                  <a:lnTo>
                    <a:pt x="67" y="29"/>
                  </a:lnTo>
                  <a:lnTo>
                    <a:pt x="67" y="26"/>
                  </a:lnTo>
                  <a:lnTo>
                    <a:pt x="71" y="26"/>
                  </a:lnTo>
                  <a:lnTo>
                    <a:pt x="71" y="29"/>
                  </a:lnTo>
                  <a:lnTo>
                    <a:pt x="74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82" y="29"/>
                  </a:lnTo>
                  <a:lnTo>
                    <a:pt x="82" y="29"/>
                  </a:lnTo>
                  <a:lnTo>
                    <a:pt x="82" y="29"/>
                  </a:lnTo>
                  <a:lnTo>
                    <a:pt x="82" y="29"/>
                  </a:lnTo>
                  <a:lnTo>
                    <a:pt x="82" y="26"/>
                  </a:lnTo>
                  <a:lnTo>
                    <a:pt x="82" y="26"/>
                  </a:lnTo>
                  <a:lnTo>
                    <a:pt x="86" y="22"/>
                  </a:lnTo>
                  <a:lnTo>
                    <a:pt x="86" y="18"/>
                  </a:lnTo>
                  <a:lnTo>
                    <a:pt x="93" y="7"/>
                  </a:lnTo>
                  <a:lnTo>
                    <a:pt x="97" y="3"/>
                  </a:lnTo>
                  <a:lnTo>
                    <a:pt x="100" y="3"/>
                  </a:lnTo>
                  <a:lnTo>
                    <a:pt x="100" y="3"/>
                  </a:lnTo>
                  <a:lnTo>
                    <a:pt x="108" y="0"/>
                  </a:lnTo>
                  <a:lnTo>
                    <a:pt x="112" y="0"/>
                  </a:lnTo>
                  <a:lnTo>
                    <a:pt x="112" y="0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19" y="0"/>
                  </a:lnTo>
                  <a:lnTo>
                    <a:pt x="123" y="3"/>
                  </a:lnTo>
                  <a:lnTo>
                    <a:pt x="123" y="0"/>
                  </a:lnTo>
                  <a:lnTo>
                    <a:pt x="126" y="0"/>
                  </a:lnTo>
                  <a:lnTo>
                    <a:pt x="126" y="3"/>
                  </a:lnTo>
                  <a:lnTo>
                    <a:pt x="126" y="3"/>
                  </a:lnTo>
                  <a:lnTo>
                    <a:pt x="126" y="11"/>
                  </a:lnTo>
                  <a:lnTo>
                    <a:pt x="123" y="11"/>
                  </a:lnTo>
                  <a:lnTo>
                    <a:pt x="123" y="15"/>
                  </a:lnTo>
                  <a:lnTo>
                    <a:pt x="115" y="22"/>
                  </a:lnTo>
                  <a:lnTo>
                    <a:pt x="119" y="29"/>
                  </a:lnTo>
                  <a:lnTo>
                    <a:pt x="115" y="33"/>
                  </a:lnTo>
                  <a:lnTo>
                    <a:pt x="115" y="33"/>
                  </a:lnTo>
                  <a:lnTo>
                    <a:pt x="115" y="37"/>
                  </a:lnTo>
                  <a:lnTo>
                    <a:pt x="112" y="41"/>
                  </a:lnTo>
                  <a:lnTo>
                    <a:pt x="115" y="44"/>
                  </a:lnTo>
                  <a:lnTo>
                    <a:pt x="112" y="48"/>
                  </a:lnTo>
                  <a:lnTo>
                    <a:pt x="115" y="48"/>
                  </a:lnTo>
                  <a:lnTo>
                    <a:pt x="112" y="52"/>
                  </a:lnTo>
                  <a:lnTo>
                    <a:pt x="112" y="55"/>
                  </a:lnTo>
                  <a:lnTo>
                    <a:pt x="108" y="59"/>
                  </a:lnTo>
                  <a:lnTo>
                    <a:pt x="108" y="63"/>
                  </a:lnTo>
                  <a:lnTo>
                    <a:pt x="104" y="70"/>
                  </a:lnTo>
                  <a:lnTo>
                    <a:pt x="100" y="74"/>
                  </a:lnTo>
                  <a:lnTo>
                    <a:pt x="97" y="74"/>
                  </a:lnTo>
                  <a:lnTo>
                    <a:pt x="97" y="74"/>
                  </a:lnTo>
                  <a:lnTo>
                    <a:pt x="93" y="78"/>
                  </a:lnTo>
                  <a:lnTo>
                    <a:pt x="89" y="81"/>
                  </a:lnTo>
                  <a:lnTo>
                    <a:pt x="89" y="85"/>
                  </a:lnTo>
                  <a:lnTo>
                    <a:pt x="86" y="89"/>
                  </a:lnTo>
                  <a:lnTo>
                    <a:pt x="82" y="92"/>
                  </a:lnTo>
                  <a:lnTo>
                    <a:pt x="82" y="96"/>
                  </a:lnTo>
                  <a:lnTo>
                    <a:pt x="82" y="96"/>
                  </a:lnTo>
                  <a:lnTo>
                    <a:pt x="82" y="104"/>
                  </a:lnTo>
                  <a:lnTo>
                    <a:pt x="82" y="107"/>
                  </a:lnTo>
                  <a:lnTo>
                    <a:pt x="82" y="111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74" y="118"/>
                  </a:lnTo>
                  <a:lnTo>
                    <a:pt x="74" y="118"/>
                  </a:lnTo>
                  <a:lnTo>
                    <a:pt x="67" y="126"/>
                  </a:lnTo>
                  <a:lnTo>
                    <a:pt x="63" y="130"/>
                  </a:lnTo>
                  <a:lnTo>
                    <a:pt x="60" y="130"/>
                  </a:lnTo>
                  <a:lnTo>
                    <a:pt x="56" y="130"/>
                  </a:lnTo>
                  <a:lnTo>
                    <a:pt x="56" y="126"/>
                  </a:lnTo>
                  <a:lnTo>
                    <a:pt x="52" y="126"/>
                  </a:lnTo>
                  <a:lnTo>
                    <a:pt x="56" y="122"/>
                  </a:lnTo>
                  <a:lnTo>
                    <a:pt x="56" y="122"/>
                  </a:lnTo>
                  <a:lnTo>
                    <a:pt x="52" y="122"/>
                  </a:lnTo>
                  <a:lnTo>
                    <a:pt x="49" y="126"/>
                  </a:lnTo>
                  <a:lnTo>
                    <a:pt x="45" y="126"/>
                  </a:lnTo>
                  <a:lnTo>
                    <a:pt x="45" y="126"/>
                  </a:lnTo>
                  <a:lnTo>
                    <a:pt x="45" y="126"/>
                  </a:lnTo>
                  <a:lnTo>
                    <a:pt x="41" y="130"/>
                  </a:lnTo>
                  <a:lnTo>
                    <a:pt x="37" y="130"/>
                  </a:lnTo>
                  <a:lnTo>
                    <a:pt x="37" y="130"/>
                  </a:lnTo>
                  <a:lnTo>
                    <a:pt x="37" y="126"/>
                  </a:lnTo>
                  <a:lnTo>
                    <a:pt x="34" y="126"/>
                  </a:lnTo>
                  <a:lnTo>
                    <a:pt x="34" y="126"/>
                  </a:lnTo>
                  <a:lnTo>
                    <a:pt x="34" y="130"/>
                  </a:lnTo>
                  <a:lnTo>
                    <a:pt x="34" y="126"/>
                  </a:lnTo>
                  <a:lnTo>
                    <a:pt x="30" y="122"/>
                  </a:lnTo>
                  <a:lnTo>
                    <a:pt x="30" y="122"/>
                  </a:lnTo>
                  <a:lnTo>
                    <a:pt x="26" y="122"/>
                  </a:lnTo>
                  <a:lnTo>
                    <a:pt x="26" y="126"/>
                  </a:lnTo>
                  <a:lnTo>
                    <a:pt x="23" y="126"/>
                  </a:lnTo>
                  <a:lnTo>
                    <a:pt x="23" y="126"/>
                  </a:lnTo>
                  <a:lnTo>
                    <a:pt x="19" y="130"/>
                  </a:lnTo>
                  <a:lnTo>
                    <a:pt x="19" y="130"/>
                  </a:lnTo>
                  <a:lnTo>
                    <a:pt x="15" y="133"/>
                  </a:lnTo>
                  <a:lnTo>
                    <a:pt x="15" y="133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12" y="126"/>
                  </a:lnTo>
                  <a:lnTo>
                    <a:pt x="12" y="122"/>
                  </a:lnTo>
                  <a:lnTo>
                    <a:pt x="4" y="118"/>
                  </a:lnTo>
                  <a:lnTo>
                    <a:pt x="4" y="118"/>
                  </a:lnTo>
                  <a:lnTo>
                    <a:pt x="0" y="1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79" name="Freeform 137"/>
            <p:cNvSpPr/>
            <p:nvPr/>
          </p:nvSpPr>
          <p:spPr bwMode="auto">
            <a:xfrm>
              <a:off x="4545201" y="3262173"/>
              <a:ext cx="24446" cy="28306"/>
            </a:xfrm>
            <a:custGeom>
              <a:avLst/>
              <a:gdLst>
                <a:gd name="T0" fmla="*/ 19 w 19"/>
                <a:gd name="T1" fmla="*/ 8 h 22"/>
                <a:gd name="T2" fmla="*/ 19 w 19"/>
                <a:gd name="T3" fmla="*/ 4 h 22"/>
                <a:gd name="T4" fmla="*/ 15 w 19"/>
                <a:gd name="T5" fmla="*/ 0 h 22"/>
                <a:gd name="T6" fmla="*/ 15 w 19"/>
                <a:gd name="T7" fmla="*/ 0 h 22"/>
                <a:gd name="T8" fmla="*/ 11 w 19"/>
                <a:gd name="T9" fmla="*/ 0 h 22"/>
                <a:gd name="T10" fmla="*/ 11 w 19"/>
                <a:gd name="T11" fmla="*/ 4 h 22"/>
                <a:gd name="T12" fmla="*/ 8 w 19"/>
                <a:gd name="T13" fmla="*/ 4 h 22"/>
                <a:gd name="T14" fmla="*/ 8 w 19"/>
                <a:gd name="T15" fmla="*/ 4 h 22"/>
                <a:gd name="T16" fmla="*/ 4 w 19"/>
                <a:gd name="T17" fmla="*/ 8 h 22"/>
                <a:gd name="T18" fmla="*/ 4 w 19"/>
                <a:gd name="T19" fmla="*/ 8 h 22"/>
                <a:gd name="T20" fmla="*/ 0 w 19"/>
                <a:gd name="T21" fmla="*/ 11 h 22"/>
                <a:gd name="T22" fmla="*/ 0 w 19"/>
                <a:gd name="T23" fmla="*/ 11 h 22"/>
                <a:gd name="T24" fmla="*/ 0 w 19"/>
                <a:gd name="T25" fmla="*/ 11 h 22"/>
                <a:gd name="T26" fmla="*/ 4 w 19"/>
                <a:gd name="T27" fmla="*/ 19 h 22"/>
                <a:gd name="T28" fmla="*/ 0 w 19"/>
                <a:gd name="T29" fmla="*/ 19 h 22"/>
                <a:gd name="T30" fmla="*/ 0 w 19"/>
                <a:gd name="T31" fmla="*/ 22 h 22"/>
                <a:gd name="T32" fmla="*/ 4 w 19"/>
                <a:gd name="T33" fmla="*/ 19 h 22"/>
                <a:gd name="T34" fmla="*/ 8 w 19"/>
                <a:gd name="T35" fmla="*/ 19 h 22"/>
                <a:gd name="T36" fmla="*/ 11 w 19"/>
                <a:gd name="T37" fmla="*/ 19 h 22"/>
                <a:gd name="T38" fmla="*/ 8 w 19"/>
                <a:gd name="T39" fmla="*/ 11 h 22"/>
                <a:gd name="T40" fmla="*/ 11 w 19"/>
                <a:gd name="T41" fmla="*/ 11 h 22"/>
                <a:gd name="T42" fmla="*/ 15 w 19"/>
                <a:gd name="T43" fmla="*/ 8 h 22"/>
                <a:gd name="T44" fmla="*/ 19 w 19"/>
                <a:gd name="T45" fmla="*/ 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2">
                  <a:moveTo>
                    <a:pt x="19" y="8"/>
                  </a:moveTo>
                  <a:lnTo>
                    <a:pt x="19" y="4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11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4" y="19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4" y="19"/>
                  </a:lnTo>
                  <a:lnTo>
                    <a:pt x="8" y="19"/>
                  </a:lnTo>
                  <a:lnTo>
                    <a:pt x="11" y="19"/>
                  </a:lnTo>
                  <a:lnTo>
                    <a:pt x="8" y="11"/>
                  </a:lnTo>
                  <a:lnTo>
                    <a:pt x="11" y="11"/>
                  </a:lnTo>
                  <a:lnTo>
                    <a:pt x="15" y="8"/>
                  </a:ln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0" name="Freeform 138"/>
            <p:cNvSpPr/>
            <p:nvPr/>
          </p:nvSpPr>
          <p:spPr bwMode="auto">
            <a:xfrm>
              <a:off x="4911889" y="3195268"/>
              <a:ext cx="238027" cy="220014"/>
            </a:xfrm>
            <a:custGeom>
              <a:avLst/>
              <a:gdLst>
                <a:gd name="T0" fmla="*/ 23 w 185"/>
                <a:gd name="T1" fmla="*/ 4 h 171"/>
                <a:gd name="T2" fmla="*/ 78 w 185"/>
                <a:gd name="T3" fmla="*/ 0 h 171"/>
                <a:gd name="T4" fmla="*/ 141 w 185"/>
                <a:gd name="T5" fmla="*/ 37 h 171"/>
                <a:gd name="T6" fmla="*/ 163 w 185"/>
                <a:gd name="T7" fmla="*/ 56 h 171"/>
                <a:gd name="T8" fmla="*/ 163 w 185"/>
                <a:gd name="T9" fmla="*/ 60 h 171"/>
                <a:gd name="T10" fmla="*/ 156 w 185"/>
                <a:gd name="T11" fmla="*/ 74 h 171"/>
                <a:gd name="T12" fmla="*/ 163 w 185"/>
                <a:gd name="T13" fmla="*/ 86 h 171"/>
                <a:gd name="T14" fmla="*/ 167 w 185"/>
                <a:gd name="T15" fmla="*/ 93 h 171"/>
                <a:gd name="T16" fmla="*/ 163 w 185"/>
                <a:gd name="T17" fmla="*/ 97 h 171"/>
                <a:gd name="T18" fmla="*/ 167 w 185"/>
                <a:gd name="T19" fmla="*/ 108 h 171"/>
                <a:gd name="T20" fmla="*/ 167 w 185"/>
                <a:gd name="T21" fmla="*/ 119 h 171"/>
                <a:gd name="T22" fmla="*/ 167 w 185"/>
                <a:gd name="T23" fmla="*/ 123 h 171"/>
                <a:gd name="T24" fmla="*/ 171 w 185"/>
                <a:gd name="T25" fmla="*/ 126 h 171"/>
                <a:gd name="T26" fmla="*/ 174 w 185"/>
                <a:gd name="T27" fmla="*/ 141 h 171"/>
                <a:gd name="T28" fmla="*/ 185 w 185"/>
                <a:gd name="T29" fmla="*/ 145 h 171"/>
                <a:gd name="T30" fmla="*/ 182 w 185"/>
                <a:gd name="T31" fmla="*/ 145 h 171"/>
                <a:gd name="T32" fmla="*/ 174 w 185"/>
                <a:gd name="T33" fmla="*/ 149 h 171"/>
                <a:gd name="T34" fmla="*/ 167 w 185"/>
                <a:gd name="T35" fmla="*/ 152 h 171"/>
                <a:gd name="T36" fmla="*/ 160 w 185"/>
                <a:gd name="T37" fmla="*/ 152 h 171"/>
                <a:gd name="T38" fmla="*/ 148 w 185"/>
                <a:gd name="T39" fmla="*/ 156 h 171"/>
                <a:gd name="T40" fmla="*/ 141 w 185"/>
                <a:gd name="T41" fmla="*/ 156 h 171"/>
                <a:gd name="T42" fmla="*/ 141 w 185"/>
                <a:gd name="T43" fmla="*/ 160 h 171"/>
                <a:gd name="T44" fmla="*/ 130 w 185"/>
                <a:gd name="T45" fmla="*/ 160 h 171"/>
                <a:gd name="T46" fmla="*/ 126 w 185"/>
                <a:gd name="T47" fmla="*/ 160 h 171"/>
                <a:gd name="T48" fmla="*/ 119 w 185"/>
                <a:gd name="T49" fmla="*/ 163 h 171"/>
                <a:gd name="T50" fmla="*/ 111 w 185"/>
                <a:gd name="T51" fmla="*/ 160 h 171"/>
                <a:gd name="T52" fmla="*/ 108 w 185"/>
                <a:gd name="T53" fmla="*/ 160 h 171"/>
                <a:gd name="T54" fmla="*/ 104 w 185"/>
                <a:gd name="T55" fmla="*/ 160 h 171"/>
                <a:gd name="T56" fmla="*/ 82 w 185"/>
                <a:gd name="T57" fmla="*/ 171 h 171"/>
                <a:gd name="T58" fmla="*/ 74 w 185"/>
                <a:gd name="T59" fmla="*/ 134 h 171"/>
                <a:gd name="T60" fmla="*/ 71 w 185"/>
                <a:gd name="T61" fmla="*/ 130 h 171"/>
                <a:gd name="T62" fmla="*/ 67 w 185"/>
                <a:gd name="T63" fmla="*/ 130 h 171"/>
                <a:gd name="T64" fmla="*/ 63 w 185"/>
                <a:gd name="T65" fmla="*/ 130 h 171"/>
                <a:gd name="T66" fmla="*/ 60 w 185"/>
                <a:gd name="T67" fmla="*/ 126 h 171"/>
                <a:gd name="T68" fmla="*/ 56 w 185"/>
                <a:gd name="T69" fmla="*/ 123 h 171"/>
                <a:gd name="T70" fmla="*/ 52 w 185"/>
                <a:gd name="T71" fmla="*/ 119 h 171"/>
                <a:gd name="T72" fmla="*/ 37 w 185"/>
                <a:gd name="T73" fmla="*/ 119 h 171"/>
                <a:gd name="T74" fmla="*/ 34 w 185"/>
                <a:gd name="T75" fmla="*/ 112 h 171"/>
                <a:gd name="T76" fmla="*/ 26 w 185"/>
                <a:gd name="T77" fmla="*/ 112 h 171"/>
                <a:gd name="T78" fmla="*/ 8 w 185"/>
                <a:gd name="T79" fmla="*/ 86 h 171"/>
                <a:gd name="T80" fmla="*/ 8 w 185"/>
                <a:gd name="T81" fmla="*/ 52 h 171"/>
                <a:gd name="T82" fmla="*/ 23 w 185"/>
                <a:gd name="T83" fmla="*/ 45 h 171"/>
                <a:gd name="T84" fmla="*/ 26 w 185"/>
                <a:gd name="T85" fmla="*/ 37 h 171"/>
                <a:gd name="T86" fmla="*/ 26 w 185"/>
                <a:gd name="T87" fmla="*/ 34 h 171"/>
                <a:gd name="T88" fmla="*/ 23 w 185"/>
                <a:gd name="T89" fmla="*/ 26 h 171"/>
                <a:gd name="T90" fmla="*/ 23 w 185"/>
                <a:gd name="T91" fmla="*/ 26 h 171"/>
                <a:gd name="T92" fmla="*/ 26 w 185"/>
                <a:gd name="T93" fmla="*/ 22 h 171"/>
                <a:gd name="T94" fmla="*/ 26 w 185"/>
                <a:gd name="T95" fmla="*/ 15 h 171"/>
                <a:gd name="T96" fmla="*/ 26 w 185"/>
                <a:gd name="T97" fmla="*/ 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5" h="171">
                  <a:moveTo>
                    <a:pt x="23" y="4"/>
                  </a:moveTo>
                  <a:lnTo>
                    <a:pt x="23" y="4"/>
                  </a:lnTo>
                  <a:lnTo>
                    <a:pt x="23" y="4"/>
                  </a:lnTo>
                  <a:lnTo>
                    <a:pt x="26" y="0"/>
                  </a:lnTo>
                  <a:lnTo>
                    <a:pt x="45" y="0"/>
                  </a:lnTo>
                  <a:lnTo>
                    <a:pt x="78" y="0"/>
                  </a:lnTo>
                  <a:lnTo>
                    <a:pt x="137" y="34"/>
                  </a:lnTo>
                  <a:lnTo>
                    <a:pt x="141" y="37"/>
                  </a:lnTo>
                  <a:lnTo>
                    <a:pt x="141" y="37"/>
                  </a:lnTo>
                  <a:lnTo>
                    <a:pt x="141" y="41"/>
                  </a:lnTo>
                  <a:lnTo>
                    <a:pt x="145" y="41"/>
                  </a:lnTo>
                  <a:lnTo>
                    <a:pt x="163" y="56"/>
                  </a:lnTo>
                  <a:lnTo>
                    <a:pt x="163" y="56"/>
                  </a:lnTo>
                  <a:lnTo>
                    <a:pt x="163" y="56"/>
                  </a:lnTo>
                  <a:lnTo>
                    <a:pt x="163" y="60"/>
                  </a:lnTo>
                  <a:lnTo>
                    <a:pt x="163" y="60"/>
                  </a:lnTo>
                  <a:lnTo>
                    <a:pt x="160" y="71"/>
                  </a:lnTo>
                  <a:lnTo>
                    <a:pt x="156" y="74"/>
                  </a:lnTo>
                  <a:lnTo>
                    <a:pt x="156" y="78"/>
                  </a:lnTo>
                  <a:lnTo>
                    <a:pt x="163" y="82"/>
                  </a:lnTo>
                  <a:lnTo>
                    <a:pt x="163" y="86"/>
                  </a:lnTo>
                  <a:lnTo>
                    <a:pt x="167" y="86"/>
                  </a:lnTo>
                  <a:lnTo>
                    <a:pt x="171" y="93"/>
                  </a:lnTo>
                  <a:lnTo>
                    <a:pt x="167" y="93"/>
                  </a:lnTo>
                  <a:lnTo>
                    <a:pt x="167" y="93"/>
                  </a:lnTo>
                  <a:lnTo>
                    <a:pt x="163" y="93"/>
                  </a:lnTo>
                  <a:lnTo>
                    <a:pt x="163" y="97"/>
                  </a:lnTo>
                  <a:lnTo>
                    <a:pt x="163" y="104"/>
                  </a:lnTo>
                  <a:lnTo>
                    <a:pt x="167" y="104"/>
                  </a:lnTo>
                  <a:lnTo>
                    <a:pt x="167" y="108"/>
                  </a:lnTo>
                  <a:lnTo>
                    <a:pt x="163" y="112"/>
                  </a:lnTo>
                  <a:lnTo>
                    <a:pt x="163" y="115"/>
                  </a:lnTo>
                  <a:lnTo>
                    <a:pt x="167" y="119"/>
                  </a:lnTo>
                  <a:lnTo>
                    <a:pt x="167" y="119"/>
                  </a:lnTo>
                  <a:lnTo>
                    <a:pt x="167" y="119"/>
                  </a:lnTo>
                  <a:lnTo>
                    <a:pt x="167" y="123"/>
                  </a:lnTo>
                  <a:lnTo>
                    <a:pt x="171" y="123"/>
                  </a:lnTo>
                  <a:lnTo>
                    <a:pt x="167" y="126"/>
                  </a:lnTo>
                  <a:lnTo>
                    <a:pt x="171" y="126"/>
                  </a:lnTo>
                  <a:lnTo>
                    <a:pt x="171" y="134"/>
                  </a:lnTo>
                  <a:lnTo>
                    <a:pt x="171" y="134"/>
                  </a:lnTo>
                  <a:lnTo>
                    <a:pt x="174" y="141"/>
                  </a:lnTo>
                  <a:lnTo>
                    <a:pt x="182" y="141"/>
                  </a:lnTo>
                  <a:lnTo>
                    <a:pt x="185" y="141"/>
                  </a:lnTo>
                  <a:lnTo>
                    <a:pt x="185" y="145"/>
                  </a:lnTo>
                  <a:lnTo>
                    <a:pt x="185" y="145"/>
                  </a:lnTo>
                  <a:lnTo>
                    <a:pt x="185" y="145"/>
                  </a:lnTo>
                  <a:lnTo>
                    <a:pt x="182" y="145"/>
                  </a:lnTo>
                  <a:lnTo>
                    <a:pt x="178" y="145"/>
                  </a:lnTo>
                  <a:lnTo>
                    <a:pt x="178" y="149"/>
                  </a:lnTo>
                  <a:lnTo>
                    <a:pt x="174" y="149"/>
                  </a:lnTo>
                  <a:lnTo>
                    <a:pt x="171" y="149"/>
                  </a:lnTo>
                  <a:lnTo>
                    <a:pt x="171" y="152"/>
                  </a:lnTo>
                  <a:lnTo>
                    <a:pt x="167" y="152"/>
                  </a:lnTo>
                  <a:lnTo>
                    <a:pt x="163" y="152"/>
                  </a:lnTo>
                  <a:lnTo>
                    <a:pt x="163" y="156"/>
                  </a:lnTo>
                  <a:lnTo>
                    <a:pt x="160" y="152"/>
                  </a:lnTo>
                  <a:lnTo>
                    <a:pt x="152" y="156"/>
                  </a:lnTo>
                  <a:lnTo>
                    <a:pt x="152" y="156"/>
                  </a:lnTo>
                  <a:lnTo>
                    <a:pt x="148" y="156"/>
                  </a:lnTo>
                  <a:lnTo>
                    <a:pt x="145" y="156"/>
                  </a:lnTo>
                  <a:lnTo>
                    <a:pt x="145" y="156"/>
                  </a:lnTo>
                  <a:lnTo>
                    <a:pt x="141" y="156"/>
                  </a:lnTo>
                  <a:lnTo>
                    <a:pt x="141" y="156"/>
                  </a:lnTo>
                  <a:lnTo>
                    <a:pt x="141" y="160"/>
                  </a:lnTo>
                  <a:lnTo>
                    <a:pt x="141" y="160"/>
                  </a:lnTo>
                  <a:lnTo>
                    <a:pt x="134" y="160"/>
                  </a:lnTo>
                  <a:lnTo>
                    <a:pt x="130" y="163"/>
                  </a:lnTo>
                  <a:lnTo>
                    <a:pt x="130" y="160"/>
                  </a:lnTo>
                  <a:lnTo>
                    <a:pt x="126" y="160"/>
                  </a:lnTo>
                  <a:lnTo>
                    <a:pt x="126" y="160"/>
                  </a:lnTo>
                  <a:lnTo>
                    <a:pt x="126" y="160"/>
                  </a:lnTo>
                  <a:lnTo>
                    <a:pt x="123" y="160"/>
                  </a:lnTo>
                  <a:lnTo>
                    <a:pt x="123" y="160"/>
                  </a:lnTo>
                  <a:lnTo>
                    <a:pt x="119" y="163"/>
                  </a:lnTo>
                  <a:lnTo>
                    <a:pt x="115" y="163"/>
                  </a:lnTo>
                  <a:lnTo>
                    <a:pt x="115" y="163"/>
                  </a:lnTo>
                  <a:lnTo>
                    <a:pt x="111" y="160"/>
                  </a:lnTo>
                  <a:lnTo>
                    <a:pt x="111" y="160"/>
                  </a:lnTo>
                  <a:lnTo>
                    <a:pt x="108" y="160"/>
                  </a:lnTo>
                  <a:lnTo>
                    <a:pt x="108" y="160"/>
                  </a:lnTo>
                  <a:lnTo>
                    <a:pt x="108" y="156"/>
                  </a:lnTo>
                  <a:lnTo>
                    <a:pt x="104" y="156"/>
                  </a:lnTo>
                  <a:lnTo>
                    <a:pt x="104" y="160"/>
                  </a:lnTo>
                  <a:lnTo>
                    <a:pt x="100" y="160"/>
                  </a:lnTo>
                  <a:lnTo>
                    <a:pt x="86" y="160"/>
                  </a:lnTo>
                  <a:lnTo>
                    <a:pt x="82" y="171"/>
                  </a:lnTo>
                  <a:lnTo>
                    <a:pt x="82" y="145"/>
                  </a:lnTo>
                  <a:lnTo>
                    <a:pt x="82" y="141"/>
                  </a:lnTo>
                  <a:lnTo>
                    <a:pt x="74" y="134"/>
                  </a:lnTo>
                  <a:lnTo>
                    <a:pt x="74" y="134"/>
                  </a:lnTo>
                  <a:lnTo>
                    <a:pt x="71" y="130"/>
                  </a:lnTo>
                  <a:lnTo>
                    <a:pt x="71" y="130"/>
                  </a:lnTo>
                  <a:lnTo>
                    <a:pt x="71" y="130"/>
                  </a:lnTo>
                  <a:lnTo>
                    <a:pt x="71" y="130"/>
                  </a:lnTo>
                  <a:lnTo>
                    <a:pt x="67" y="130"/>
                  </a:lnTo>
                  <a:lnTo>
                    <a:pt x="67" y="130"/>
                  </a:lnTo>
                  <a:lnTo>
                    <a:pt x="67" y="130"/>
                  </a:lnTo>
                  <a:lnTo>
                    <a:pt x="63" y="130"/>
                  </a:lnTo>
                  <a:lnTo>
                    <a:pt x="63" y="126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60" y="126"/>
                  </a:lnTo>
                  <a:lnTo>
                    <a:pt x="56" y="123"/>
                  </a:lnTo>
                  <a:lnTo>
                    <a:pt x="56" y="123"/>
                  </a:lnTo>
                  <a:lnTo>
                    <a:pt x="52" y="123"/>
                  </a:lnTo>
                  <a:lnTo>
                    <a:pt x="52" y="119"/>
                  </a:lnTo>
                  <a:lnTo>
                    <a:pt x="48" y="119"/>
                  </a:lnTo>
                  <a:lnTo>
                    <a:pt x="41" y="119"/>
                  </a:lnTo>
                  <a:lnTo>
                    <a:pt x="37" y="119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34" y="112"/>
                  </a:lnTo>
                  <a:lnTo>
                    <a:pt x="34" y="112"/>
                  </a:lnTo>
                  <a:lnTo>
                    <a:pt x="30" y="112"/>
                  </a:lnTo>
                  <a:lnTo>
                    <a:pt x="26" y="112"/>
                  </a:lnTo>
                  <a:lnTo>
                    <a:pt x="23" y="112"/>
                  </a:lnTo>
                  <a:lnTo>
                    <a:pt x="19" y="97"/>
                  </a:lnTo>
                  <a:lnTo>
                    <a:pt x="8" y="86"/>
                  </a:lnTo>
                  <a:lnTo>
                    <a:pt x="4" y="67"/>
                  </a:lnTo>
                  <a:lnTo>
                    <a:pt x="0" y="52"/>
                  </a:lnTo>
                  <a:lnTo>
                    <a:pt x="8" y="52"/>
                  </a:lnTo>
                  <a:lnTo>
                    <a:pt x="15" y="52"/>
                  </a:lnTo>
                  <a:lnTo>
                    <a:pt x="15" y="48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6" y="41"/>
                  </a:lnTo>
                  <a:lnTo>
                    <a:pt x="26" y="37"/>
                  </a:lnTo>
                  <a:lnTo>
                    <a:pt x="30" y="37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6" y="30"/>
                  </a:lnTo>
                  <a:lnTo>
                    <a:pt x="23" y="30"/>
                  </a:lnTo>
                  <a:lnTo>
                    <a:pt x="23" y="26"/>
                  </a:lnTo>
                  <a:lnTo>
                    <a:pt x="23" y="26"/>
                  </a:lnTo>
                  <a:lnTo>
                    <a:pt x="23" y="22"/>
                  </a:lnTo>
                  <a:lnTo>
                    <a:pt x="23" y="26"/>
                  </a:lnTo>
                  <a:lnTo>
                    <a:pt x="23" y="26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30" y="19"/>
                  </a:lnTo>
                  <a:lnTo>
                    <a:pt x="26" y="15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6" y="8"/>
                  </a:lnTo>
                  <a:lnTo>
                    <a:pt x="23" y="8"/>
                  </a:lnTo>
                  <a:lnTo>
                    <a:pt x="23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1" name="Freeform 139"/>
            <p:cNvSpPr/>
            <p:nvPr/>
          </p:nvSpPr>
          <p:spPr bwMode="auto">
            <a:xfrm>
              <a:off x="4908029" y="3200415"/>
              <a:ext cx="42459" cy="33452"/>
            </a:xfrm>
            <a:custGeom>
              <a:avLst/>
              <a:gdLst>
                <a:gd name="T0" fmla="*/ 7 w 33"/>
                <a:gd name="T1" fmla="*/ 4 h 26"/>
                <a:gd name="T2" fmla="*/ 7 w 33"/>
                <a:gd name="T3" fmla="*/ 4 h 26"/>
                <a:gd name="T4" fmla="*/ 11 w 33"/>
                <a:gd name="T5" fmla="*/ 4 h 26"/>
                <a:gd name="T6" fmla="*/ 14 w 33"/>
                <a:gd name="T7" fmla="*/ 0 h 26"/>
                <a:gd name="T8" fmla="*/ 14 w 33"/>
                <a:gd name="T9" fmla="*/ 0 h 26"/>
                <a:gd name="T10" fmla="*/ 18 w 33"/>
                <a:gd name="T11" fmla="*/ 4 h 26"/>
                <a:gd name="T12" fmla="*/ 18 w 33"/>
                <a:gd name="T13" fmla="*/ 4 h 26"/>
                <a:gd name="T14" fmla="*/ 22 w 33"/>
                <a:gd name="T15" fmla="*/ 0 h 26"/>
                <a:gd name="T16" fmla="*/ 22 w 33"/>
                <a:gd name="T17" fmla="*/ 0 h 26"/>
                <a:gd name="T18" fmla="*/ 22 w 33"/>
                <a:gd name="T19" fmla="*/ 0 h 26"/>
                <a:gd name="T20" fmla="*/ 26 w 33"/>
                <a:gd name="T21" fmla="*/ 4 h 26"/>
                <a:gd name="T22" fmla="*/ 29 w 33"/>
                <a:gd name="T23" fmla="*/ 4 h 26"/>
                <a:gd name="T24" fmla="*/ 29 w 33"/>
                <a:gd name="T25" fmla="*/ 7 h 26"/>
                <a:gd name="T26" fmla="*/ 29 w 33"/>
                <a:gd name="T27" fmla="*/ 7 h 26"/>
                <a:gd name="T28" fmla="*/ 29 w 33"/>
                <a:gd name="T29" fmla="*/ 11 h 26"/>
                <a:gd name="T30" fmla="*/ 33 w 33"/>
                <a:gd name="T31" fmla="*/ 15 h 26"/>
                <a:gd name="T32" fmla="*/ 29 w 33"/>
                <a:gd name="T33" fmla="*/ 18 h 26"/>
                <a:gd name="T34" fmla="*/ 29 w 33"/>
                <a:gd name="T35" fmla="*/ 18 h 26"/>
                <a:gd name="T36" fmla="*/ 29 w 33"/>
                <a:gd name="T37" fmla="*/ 18 h 26"/>
                <a:gd name="T38" fmla="*/ 26 w 33"/>
                <a:gd name="T39" fmla="*/ 22 h 26"/>
                <a:gd name="T40" fmla="*/ 26 w 33"/>
                <a:gd name="T41" fmla="*/ 22 h 26"/>
                <a:gd name="T42" fmla="*/ 26 w 33"/>
                <a:gd name="T43" fmla="*/ 18 h 26"/>
                <a:gd name="T44" fmla="*/ 26 w 33"/>
                <a:gd name="T45" fmla="*/ 18 h 26"/>
                <a:gd name="T46" fmla="*/ 22 w 33"/>
                <a:gd name="T47" fmla="*/ 18 h 26"/>
                <a:gd name="T48" fmla="*/ 22 w 33"/>
                <a:gd name="T49" fmla="*/ 15 h 26"/>
                <a:gd name="T50" fmla="*/ 18 w 33"/>
                <a:gd name="T51" fmla="*/ 15 h 26"/>
                <a:gd name="T52" fmla="*/ 18 w 33"/>
                <a:gd name="T53" fmla="*/ 15 h 26"/>
                <a:gd name="T54" fmla="*/ 18 w 33"/>
                <a:gd name="T55" fmla="*/ 15 h 26"/>
                <a:gd name="T56" fmla="*/ 18 w 33"/>
                <a:gd name="T57" fmla="*/ 18 h 26"/>
                <a:gd name="T58" fmla="*/ 14 w 33"/>
                <a:gd name="T59" fmla="*/ 22 h 26"/>
                <a:gd name="T60" fmla="*/ 14 w 33"/>
                <a:gd name="T61" fmla="*/ 22 h 26"/>
                <a:gd name="T62" fmla="*/ 11 w 33"/>
                <a:gd name="T63" fmla="*/ 26 h 26"/>
                <a:gd name="T64" fmla="*/ 11 w 33"/>
                <a:gd name="T65" fmla="*/ 22 h 26"/>
                <a:gd name="T66" fmla="*/ 11 w 33"/>
                <a:gd name="T67" fmla="*/ 22 h 26"/>
                <a:gd name="T68" fmla="*/ 7 w 33"/>
                <a:gd name="T69" fmla="*/ 26 h 26"/>
                <a:gd name="T70" fmla="*/ 7 w 33"/>
                <a:gd name="T71" fmla="*/ 22 h 26"/>
                <a:gd name="T72" fmla="*/ 3 w 33"/>
                <a:gd name="T73" fmla="*/ 22 h 26"/>
                <a:gd name="T74" fmla="*/ 3 w 33"/>
                <a:gd name="T75" fmla="*/ 18 h 26"/>
                <a:gd name="T76" fmla="*/ 0 w 33"/>
                <a:gd name="T77" fmla="*/ 18 h 26"/>
                <a:gd name="T78" fmla="*/ 0 w 33"/>
                <a:gd name="T79" fmla="*/ 22 h 26"/>
                <a:gd name="T80" fmla="*/ 0 w 33"/>
                <a:gd name="T81" fmla="*/ 18 h 26"/>
                <a:gd name="T82" fmla="*/ 0 w 33"/>
                <a:gd name="T83" fmla="*/ 7 h 26"/>
                <a:gd name="T84" fmla="*/ 3 w 33"/>
                <a:gd name="T85" fmla="*/ 7 h 26"/>
                <a:gd name="T86" fmla="*/ 7 w 33"/>
                <a:gd name="T87" fmla="*/ 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3" h="26">
                  <a:moveTo>
                    <a:pt x="7" y="4"/>
                  </a:moveTo>
                  <a:lnTo>
                    <a:pt x="7" y="4"/>
                  </a:lnTo>
                  <a:lnTo>
                    <a:pt x="11" y="4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9" y="4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9" y="11"/>
                  </a:lnTo>
                  <a:lnTo>
                    <a:pt x="33" y="15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18"/>
                  </a:lnTo>
                  <a:lnTo>
                    <a:pt x="26" y="18"/>
                  </a:lnTo>
                  <a:lnTo>
                    <a:pt x="22" y="18"/>
                  </a:lnTo>
                  <a:lnTo>
                    <a:pt x="22" y="15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18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1" y="26"/>
                  </a:lnTo>
                  <a:lnTo>
                    <a:pt x="11" y="22"/>
                  </a:lnTo>
                  <a:lnTo>
                    <a:pt x="11" y="22"/>
                  </a:lnTo>
                  <a:lnTo>
                    <a:pt x="7" y="26"/>
                  </a:lnTo>
                  <a:lnTo>
                    <a:pt x="7" y="22"/>
                  </a:lnTo>
                  <a:lnTo>
                    <a:pt x="3" y="22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7"/>
                  </a:lnTo>
                  <a:lnTo>
                    <a:pt x="3" y="7"/>
                  </a:lnTo>
                  <a:lnTo>
                    <a:pt x="7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2" name="Freeform 140"/>
            <p:cNvSpPr/>
            <p:nvPr/>
          </p:nvSpPr>
          <p:spPr bwMode="auto">
            <a:xfrm>
              <a:off x="4908029" y="3219715"/>
              <a:ext cx="42459" cy="42459"/>
            </a:xfrm>
            <a:custGeom>
              <a:avLst/>
              <a:gdLst>
                <a:gd name="T0" fmla="*/ 3 w 33"/>
                <a:gd name="T1" fmla="*/ 33 h 33"/>
                <a:gd name="T2" fmla="*/ 11 w 33"/>
                <a:gd name="T3" fmla="*/ 33 h 33"/>
                <a:gd name="T4" fmla="*/ 18 w 33"/>
                <a:gd name="T5" fmla="*/ 33 h 33"/>
                <a:gd name="T6" fmla="*/ 18 w 33"/>
                <a:gd name="T7" fmla="*/ 29 h 33"/>
                <a:gd name="T8" fmla="*/ 26 w 33"/>
                <a:gd name="T9" fmla="*/ 26 h 33"/>
                <a:gd name="T10" fmla="*/ 26 w 33"/>
                <a:gd name="T11" fmla="*/ 26 h 33"/>
                <a:gd name="T12" fmla="*/ 29 w 33"/>
                <a:gd name="T13" fmla="*/ 22 h 33"/>
                <a:gd name="T14" fmla="*/ 29 w 33"/>
                <a:gd name="T15" fmla="*/ 18 h 33"/>
                <a:gd name="T16" fmla="*/ 33 w 33"/>
                <a:gd name="T17" fmla="*/ 18 h 33"/>
                <a:gd name="T18" fmla="*/ 29 w 33"/>
                <a:gd name="T19" fmla="*/ 15 h 33"/>
                <a:gd name="T20" fmla="*/ 29 w 33"/>
                <a:gd name="T21" fmla="*/ 15 h 33"/>
                <a:gd name="T22" fmla="*/ 29 w 33"/>
                <a:gd name="T23" fmla="*/ 11 h 33"/>
                <a:gd name="T24" fmla="*/ 26 w 33"/>
                <a:gd name="T25" fmla="*/ 11 h 33"/>
                <a:gd name="T26" fmla="*/ 26 w 33"/>
                <a:gd name="T27" fmla="*/ 7 h 33"/>
                <a:gd name="T28" fmla="*/ 26 w 33"/>
                <a:gd name="T29" fmla="*/ 7 h 33"/>
                <a:gd name="T30" fmla="*/ 26 w 33"/>
                <a:gd name="T31" fmla="*/ 3 h 33"/>
                <a:gd name="T32" fmla="*/ 22 w 33"/>
                <a:gd name="T33" fmla="*/ 3 h 33"/>
                <a:gd name="T34" fmla="*/ 22 w 33"/>
                <a:gd name="T35" fmla="*/ 0 h 33"/>
                <a:gd name="T36" fmla="*/ 18 w 33"/>
                <a:gd name="T37" fmla="*/ 0 h 33"/>
                <a:gd name="T38" fmla="*/ 18 w 33"/>
                <a:gd name="T39" fmla="*/ 0 h 33"/>
                <a:gd name="T40" fmla="*/ 18 w 33"/>
                <a:gd name="T41" fmla="*/ 0 h 33"/>
                <a:gd name="T42" fmla="*/ 18 w 33"/>
                <a:gd name="T43" fmla="*/ 3 h 33"/>
                <a:gd name="T44" fmla="*/ 14 w 33"/>
                <a:gd name="T45" fmla="*/ 7 h 33"/>
                <a:gd name="T46" fmla="*/ 14 w 33"/>
                <a:gd name="T47" fmla="*/ 7 h 33"/>
                <a:gd name="T48" fmla="*/ 11 w 33"/>
                <a:gd name="T49" fmla="*/ 11 h 33"/>
                <a:gd name="T50" fmla="*/ 11 w 33"/>
                <a:gd name="T51" fmla="*/ 7 h 33"/>
                <a:gd name="T52" fmla="*/ 11 w 33"/>
                <a:gd name="T53" fmla="*/ 7 h 33"/>
                <a:gd name="T54" fmla="*/ 7 w 33"/>
                <a:gd name="T55" fmla="*/ 11 h 33"/>
                <a:gd name="T56" fmla="*/ 7 w 33"/>
                <a:gd name="T57" fmla="*/ 7 h 33"/>
                <a:gd name="T58" fmla="*/ 3 w 33"/>
                <a:gd name="T59" fmla="*/ 7 h 33"/>
                <a:gd name="T60" fmla="*/ 3 w 33"/>
                <a:gd name="T61" fmla="*/ 3 h 33"/>
                <a:gd name="T62" fmla="*/ 0 w 33"/>
                <a:gd name="T63" fmla="*/ 3 h 33"/>
                <a:gd name="T64" fmla="*/ 0 w 33"/>
                <a:gd name="T65" fmla="*/ 7 h 33"/>
                <a:gd name="T66" fmla="*/ 0 w 33"/>
                <a:gd name="T67" fmla="*/ 7 h 33"/>
                <a:gd name="T68" fmla="*/ 0 w 33"/>
                <a:gd name="T69" fmla="*/ 11 h 33"/>
                <a:gd name="T70" fmla="*/ 0 w 33"/>
                <a:gd name="T71" fmla="*/ 15 h 33"/>
                <a:gd name="T72" fmla="*/ 0 w 33"/>
                <a:gd name="T73" fmla="*/ 18 h 33"/>
                <a:gd name="T74" fmla="*/ 3 w 33"/>
                <a:gd name="T7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3" h="33">
                  <a:moveTo>
                    <a:pt x="3" y="33"/>
                  </a:moveTo>
                  <a:lnTo>
                    <a:pt x="11" y="33"/>
                  </a:lnTo>
                  <a:lnTo>
                    <a:pt x="18" y="33"/>
                  </a:lnTo>
                  <a:lnTo>
                    <a:pt x="18" y="29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9" y="22"/>
                  </a:lnTo>
                  <a:lnTo>
                    <a:pt x="29" y="18"/>
                  </a:lnTo>
                  <a:lnTo>
                    <a:pt x="33" y="18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29" y="11"/>
                  </a:lnTo>
                  <a:lnTo>
                    <a:pt x="26" y="11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6" y="3"/>
                  </a:lnTo>
                  <a:lnTo>
                    <a:pt x="22" y="3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3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1" y="11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7" y="11"/>
                  </a:lnTo>
                  <a:lnTo>
                    <a:pt x="7" y="7"/>
                  </a:lnTo>
                  <a:lnTo>
                    <a:pt x="3" y="7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3" name="Freeform 141"/>
            <p:cNvSpPr/>
            <p:nvPr/>
          </p:nvSpPr>
          <p:spPr bwMode="auto">
            <a:xfrm>
              <a:off x="4545201" y="3075612"/>
              <a:ext cx="405289" cy="362830"/>
            </a:xfrm>
            <a:custGeom>
              <a:avLst/>
              <a:gdLst>
                <a:gd name="T0" fmla="*/ 11 w 315"/>
                <a:gd name="T1" fmla="*/ 156 h 282"/>
                <a:gd name="T2" fmla="*/ 22 w 315"/>
                <a:gd name="T3" fmla="*/ 153 h 282"/>
                <a:gd name="T4" fmla="*/ 37 w 315"/>
                <a:gd name="T5" fmla="*/ 145 h 282"/>
                <a:gd name="T6" fmla="*/ 45 w 315"/>
                <a:gd name="T7" fmla="*/ 153 h 282"/>
                <a:gd name="T8" fmla="*/ 63 w 315"/>
                <a:gd name="T9" fmla="*/ 138 h 282"/>
                <a:gd name="T10" fmla="*/ 67 w 315"/>
                <a:gd name="T11" fmla="*/ 115 h 282"/>
                <a:gd name="T12" fmla="*/ 82 w 315"/>
                <a:gd name="T13" fmla="*/ 97 h 282"/>
                <a:gd name="T14" fmla="*/ 97 w 315"/>
                <a:gd name="T15" fmla="*/ 75 h 282"/>
                <a:gd name="T16" fmla="*/ 100 w 315"/>
                <a:gd name="T17" fmla="*/ 56 h 282"/>
                <a:gd name="T18" fmla="*/ 111 w 315"/>
                <a:gd name="T19" fmla="*/ 34 h 282"/>
                <a:gd name="T20" fmla="*/ 111 w 315"/>
                <a:gd name="T21" fmla="*/ 15 h 282"/>
                <a:gd name="T22" fmla="*/ 115 w 315"/>
                <a:gd name="T23" fmla="*/ 8 h 282"/>
                <a:gd name="T24" fmla="*/ 126 w 315"/>
                <a:gd name="T25" fmla="*/ 4 h 282"/>
                <a:gd name="T26" fmla="*/ 141 w 315"/>
                <a:gd name="T27" fmla="*/ 12 h 282"/>
                <a:gd name="T28" fmla="*/ 159 w 315"/>
                <a:gd name="T29" fmla="*/ 15 h 282"/>
                <a:gd name="T30" fmla="*/ 171 w 315"/>
                <a:gd name="T31" fmla="*/ 15 h 282"/>
                <a:gd name="T32" fmla="*/ 185 w 315"/>
                <a:gd name="T33" fmla="*/ 8 h 282"/>
                <a:gd name="T34" fmla="*/ 208 w 315"/>
                <a:gd name="T35" fmla="*/ 4 h 282"/>
                <a:gd name="T36" fmla="*/ 215 w 315"/>
                <a:gd name="T37" fmla="*/ 4 h 282"/>
                <a:gd name="T38" fmla="*/ 222 w 315"/>
                <a:gd name="T39" fmla="*/ 0 h 282"/>
                <a:gd name="T40" fmla="*/ 237 w 315"/>
                <a:gd name="T41" fmla="*/ 4 h 282"/>
                <a:gd name="T42" fmla="*/ 256 w 315"/>
                <a:gd name="T43" fmla="*/ 4 h 282"/>
                <a:gd name="T44" fmla="*/ 271 w 315"/>
                <a:gd name="T45" fmla="*/ 15 h 282"/>
                <a:gd name="T46" fmla="*/ 282 w 315"/>
                <a:gd name="T47" fmla="*/ 12 h 282"/>
                <a:gd name="T48" fmla="*/ 293 w 315"/>
                <a:gd name="T49" fmla="*/ 8 h 282"/>
                <a:gd name="T50" fmla="*/ 308 w 315"/>
                <a:gd name="T51" fmla="*/ 19 h 282"/>
                <a:gd name="T52" fmla="*/ 315 w 315"/>
                <a:gd name="T53" fmla="*/ 26 h 282"/>
                <a:gd name="T54" fmla="*/ 311 w 315"/>
                <a:gd name="T55" fmla="*/ 45 h 282"/>
                <a:gd name="T56" fmla="*/ 300 w 315"/>
                <a:gd name="T57" fmla="*/ 67 h 282"/>
                <a:gd name="T58" fmla="*/ 289 w 315"/>
                <a:gd name="T59" fmla="*/ 101 h 282"/>
                <a:gd name="T60" fmla="*/ 282 w 315"/>
                <a:gd name="T61" fmla="*/ 127 h 282"/>
                <a:gd name="T62" fmla="*/ 304 w 315"/>
                <a:gd name="T63" fmla="*/ 201 h 282"/>
                <a:gd name="T64" fmla="*/ 274 w 315"/>
                <a:gd name="T65" fmla="*/ 227 h 282"/>
                <a:gd name="T66" fmla="*/ 274 w 315"/>
                <a:gd name="T67" fmla="*/ 238 h 282"/>
                <a:gd name="T68" fmla="*/ 271 w 315"/>
                <a:gd name="T69" fmla="*/ 256 h 282"/>
                <a:gd name="T70" fmla="*/ 285 w 315"/>
                <a:gd name="T71" fmla="*/ 268 h 282"/>
                <a:gd name="T72" fmla="*/ 289 w 315"/>
                <a:gd name="T73" fmla="*/ 282 h 282"/>
                <a:gd name="T74" fmla="*/ 278 w 315"/>
                <a:gd name="T75" fmla="*/ 282 h 282"/>
                <a:gd name="T76" fmla="*/ 256 w 315"/>
                <a:gd name="T77" fmla="*/ 264 h 282"/>
                <a:gd name="T78" fmla="*/ 245 w 315"/>
                <a:gd name="T79" fmla="*/ 253 h 282"/>
                <a:gd name="T80" fmla="*/ 234 w 315"/>
                <a:gd name="T81" fmla="*/ 260 h 282"/>
                <a:gd name="T82" fmla="*/ 219 w 315"/>
                <a:gd name="T83" fmla="*/ 256 h 282"/>
                <a:gd name="T84" fmla="*/ 211 w 315"/>
                <a:gd name="T85" fmla="*/ 249 h 282"/>
                <a:gd name="T86" fmla="*/ 204 w 315"/>
                <a:gd name="T87" fmla="*/ 253 h 282"/>
                <a:gd name="T88" fmla="*/ 196 w 315"/>
                <a:gd name="T89" fmla="*/ 245 h 282"/>
                <a:gd name="T90" fmla="*/ 182 w 315"/>
                <a:gd name="T91" fmla="*/ 249 h 282"/>
                <a:gd name="T92" fmla="*/ 171 w 315"/>
                <a:gd name="T93" fmla="*/ 249 h 282"/>
                <a:gd name="T94" fmla="*/ 167 w 315"/>
                <a:gd name="T95" fmla="*/ 242 h 282"/>
                <a:gd name="T96" fmla="*/ 163 w 315"/>
                <a:gd name="T97" fmla="*/ 230 h 282"/>
                <a:gd name="T98" fmla="*/ 163 w 315"/>
                <a:gd name="T99" fmla="*/ 223 h 282"/>
                <a:gd name="T100" fmla="*/ 159 w 315"/>
                <a:gd name="T101" fmla="*/ 208 h 282"/>
                <a:gd name="T102" fmla="*/ 159 w 315"/>
                <a:gd name="T103" fmla="*/ 197 h 282"/>
                <a:gd name="T104" fmla="*/ 141 w 315"/>
                <a:gd name="T105" fmla="*/ 186 h 282"/>
                <a:gd name="T106" fmla="*/ 122 w 315"/>
                <a:gd name="T107" fmla="*/ 190 h 282"/>
                <a:gd name="T108" fmla="*/ 104 w 315"/>
                <a:gd name="T109" fmla="*/ 201 h 282"/>
                <a:gd name="T110" fmla="*/ 85 w 315"/>
                <a:gd name="T111" fmla="*/ 193 h 282"/>
                <a:gd name="T112" fmla="*/ 82 w 315"/>
                <a:gd name="T113" fmla="*/ 182 h 282"/>
                <a:gd name="T114" fmla="*/ 78 w 315"/>
                <a:gd name="T115" fmla="*/ 171 h 282"/>
                <a:gd name="T116" fmla="*/ 37 w 315"/>
                <a:gd name="T117" fmla="*/ 167 h 282"/>
                <a:gd name="T118" fmla="*/ 19 w 315"/>
                <a:gd name="T119" fmla="*/ 167 h 282"/>
                <a:gd name="T120" fmla="*/ 11 w 315"/>
                <a:gd name="T121" fmla="*/ 17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5" h="282">
                  <a:moveTo>
                    <a:pt x="0" y="167"/>
                  </a:moveTo>
                  <a:lnTo>
                    <a:pt x="4" y="164"/>
                  </a:lnTo>
                  <a:lnTo>
                    <a:pt x="8" y="164"/>
                  </a:lnTo>
                  <a:lnTo>
                    <a:pt x="11" y="164"/>
                  </a:lnTo>
                  <a:lnTo>
                    <a:pt x="8" y="156"/>
                  </a:lnTo>
                  <a:lnTo>
                    <a:pt x="11" y="156"/>
                  </a:lnTo>
                  <a:lnTo>
                    <a:pt x="15" y="153"/>
                  </a:lnTo>
                  <a:lnTo>
                    <a:pt x="19" y="149"/>
                  </a:lnTo>
                  <a:lnTo>
                    <a:pt x="19" y="149"/>
                  </a:lnTo>
                  <a:lnTo>
                    <a:pt x="22" y="149"/>
                  </a:lnTo>
                  <a:lnTo>
                    <a:pt x="22" y="153"/>
                  </a:lnTo>
                  <a:lnTo>
                    <a:pt x="22" y="153"/>
                  </a:lnTo>
                  <a:lnTo>
                    <a:pt x="26" y="153"/>
                  </a:lnTo>
                  <a:lnTo>
                    <a:pt x="30" y="149"/>
                  </a:lnTo>
                  <a:lnTo>
                    <a:pt x="30" y="149"/>
                  </a:lnTo>
                  <a:lnTo>
                    <a:pt x="30" y="149"/>
                  </a:lnTo>
                  <a:lnTo>
                    <a:pt x="34" y="149"/>
                  </a:lnTo>
                  <a:lnTo>
                    <a:pt x="37" y="145"/>
                  </a:lnTo>
                  <a:lnTo>
                    <a:pt x="41" y="145"/>
                  </a:lnTo>
                  <a:lnTo>
                    <a:pt x="41" y="145"/>
                  </a:lnTo>
                  <a:lnTo>
                    <a:pt x="37" y="149"/>
                  </a:lnTo>
                  <a:lnTo>
                    <a:pt x="41" y="149"/>
                  </a:lnTo>
                  <a:lnTo>
                    <a:pt x="41" y="153"/>
                  </a:lnTo>
                  <a:lnTo>
                    <a:pt x="45" y="153"/>
                  </a:lnTo>
                  <a:lnTo>
                    <a:pt x="48" y="153"/>
                  </a:lnTo>
                  <a:lnTo>
                    <a:pt x="52" y="149"/>
                  </a:lnTo>
                  <a:lnTo>
                    <a:pt x="59" y="141"/>
                  </a:lnTo>
                  <a:lnTo>
                    <a:pt x="59" y="141"/>
                  </a:lnTo>
                  <a:lnTo>
                    <a:pt x="63" y="138"/>
                  </a:lnTo>
                  <a:lnTo>
                    <a:pt x="63" y="138"/>
                  </a:lnTo>
                  <a:lnTo>
                    <a:pt x="67" y="134"/>
                  </a:lnTo>
                  <a:lnTo>
                    <a:pt x="67" y="130"/>
                  </a:lnTo>
                  <a:lnTo>
                    <a:pt x="67" y="127"/>
                  </a:lnTo>
                  <a:lnTo>
                    <a:pt x="67" y="119"/>
                  </a:lnTo>
                  <a:lnTo>
                    <a:pt x="67" y="119"/>
                  </a:lnTo>
                  <a:lnTo>
                    <a:pt x="67" y="115"/>
                  </a:lnTo>
                  <a:lnTo>
                    <a:pt x="71" y="112"/>
                  </a:lnTo>
                  <a:lnTo>
                    <a:pt x="74" y="108"/>
                  </a:lnTo>
                  <a:lnTo>
                    <a:pt x="74" y="104"/>
                  </a:lnTo>
                  <a:lnTo>
                    <a:pt x="78" y="101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5" y="97"/>
                  </a:lnTo>
                  <a:lnTo>
                    <a:pt x="89" y="93"/>
                  </a:lnTo>
                  <a:lnTo>
                    <a:pt x="93" y="86"/>
                  </a:lnTo>
                  <a:lnTo>
                    <a:pt x="93" y="82"/>
                  </a:lnTo>
                  <a:lnTo>
                    <a:pt x="97" y="78"/>
                  </a:lnTo>
                  <a:lnTo>
                    <a:pt x="97" y="75"/>
                  </a:lnTo>
                  <a:lnTo>
                    <a:pt x="100" y="71"/>
                  </a:lnTo>
                  <a:lnTo>
                    <a:pt x="97" y="71"/>
                  </a:lnTo>
                  <a:lnTo>
                    <a:pt x="100" y="67"/>
                  </a:lnTo>
                  <a:lnTo>
                    <a:pt x="97" y="64"/>
                  </a:lnTo>
                  <a:lnTo>
                    <a:pt x="100" y="60"/>
                  </a:lnTo>
                  <a:lnTo>
                    <a:pt x="100" y="56"/>
                  </a:lnTo>
                  <a:lnTo>
                    <a:pt x="100" y="56"/>
                  </a:lnTo>
                  <a:lnTo>
                    <a:pt x="104" y="52"/>
                  </a:lnTo>
                  <a:lnTo>
                    <a:pt x="100" y="45"/>
                  </a:lnTo>
                  <a:lnTo>
                    <a:pt x="108" y="38"/>
                  </a:lnTo>
                  <a:lnTo>
                    <a:pt x="108" y="34"/>
                  </a:lnTo>
                  <a:lnTo>
                    <a:pt x="111" y="34"/>
                  </a:lnTo>
                  <a:lnTo>
                    <a:pt x="111" y="26"/>
                  </a:lnTo>
                  <a:lnTo>
                    <a:pt x="111" y="26"/>
                  </a:lnTo>
                  <a:lnTo>
                    <a:pt x="111" y="23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5"/>
                  </a:lnTo>
                  <a:lnTo>
                    <a:pt x="111" y="12"/>
                  </a:lnTo>
                  <a:lnTo>
                    <a:pt x="111" y="12"/>
                  </a:lnTo>
                  <a:lnTo>
                    <a:pt x="115" y="12"/>
                  </a:lnTo>
                  <a:lnTo>
                    <a:pt x="115" y="12"/>
                  </a:lnTo>
                  <a:lnTo>
                    <a:pt x="115" y="8"/>
                  </a:lnTo>
                  <a:lnTo>
                    <a:pt x="115" y="8"/>
                  </a:lnTo>
                  <a:lnTo>
                    <a:pt x="115" y="4"/>
                  </a:lnTo>
                  <a:lnTo>
                    <a:pt x="119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26" y="4"/>
                  </a:lnTo>
                  <a:lnTo>
                    <a:pt x="130" y="4"/>
                  </a:lnTo>
                  <a:lnTo>
                    <a:pt x="130" y="4"/>
                  </a:lnTo>
                  <a:lnTo>
                    <a:pt x="134" y="8"/>
                  </a:lnTo>
                  <a:lnTo>
                    <a:pt x="137" y="8"/>
                  </a:lnTo>
                  <a:lnTo>
                    <a:pt x="141" y="12"/>
                  </a:lnTo>
                  <a:lnTo>
                    <a:pt x="141" y="12"/>
                  </a:lnTo>
                  <a:lnTo>
                    <a:pt x="145" y="12"/>
                  </a:lnTo>
                  <a:lnTo>
                    <a:pt x="148" y="15"/>
                  </a:lnTo>
                  <a:lnTo>
                    <a:pt x="152" y="15"/>
                  </a:lnTo>
                  <a:lnTo>
                    <a:pt x="156" y="15"/>
                  </a:lnTo>
                  <a:lnTo>
                    <a:pt x="159" y="15"/>
                  </a:lnTo>
                  <a:lnTo>
                    <a:pt x="159" y="15"/>
                  </a:lnTo>
                  <a:lnTo>
                    <a:pt x="163" y="15"/>
                  </a:lnTo>
                  <a:lnTo>
                    <a:pt x="167" y="15"/>
                  </a:lnTo>
                  <a:lnTo>
                    <a:pt x="167" y="15"/>
                  </a:lnTo>
                  <a:lnTo>
                    <a:pt x="171" y="15"/>
                  </a:lnTo>
                  <a:lnTo>
                    <a:pt x="174" y="15"/>
                  </a:lnTo>
                  <a:lnTo>
                    <a:pt x="171" y="15"/>
                  </a:lnTo>
                  <a:lnTo>
                    <a:pt x="171" y="12"/>
                  </a:lnTo>
                  <a:lnTo>
                    <a:pt x="174" y="8"/>
                  </a:lnTo>
                  <a:lnTo>
                    <a:pt x="174" y="8"/>
                  </a:lnTo>
                  <a:lnTo>
                    <a:pt x="178" y="8"/>
                  </a:lnTo>
                  <a:lnTo>
                    <a:pt x="182" y="8"/>
                  </a:lnTo>
                  <a:lnTo>
                    <a:pt x="185" y="8"/>
                  </a:lnTo>
                  <a:lnTo>
                    <a:pt x="185" y="8"/>
                  </a:lnTo>
                  <a:lnTo>
                    <a:pt x="193" y="8"/>
                  </a:lnTo>
                  <a:lnTo>
                    <a:pt x="193" y="8"/>
                  </a:lnTo>
                  <a:lnTo>
                    <a:pt x="196" y="4"/>
                  </a:lnTo>
                  <a:lnTo>
                    <a:pt x="204" y="4"/>
                  </a:lnTo>
                  <a:lnTo>
                    <a:pt x="208" y="4"/>
                  </a:lnTo>
                  <a:lnTo>
                    <a:pt x="208" y="4"/>
                  </a:lnTo>
                  <a:lnTo>
                    <a:pt x="208" y="4"/>
                  </a:lnTo>
                  <a:lnTo>
                    <a:pt x="208" y="4"/>
                  </a:lnTo>
                  <a:lnTo>
                    <a:pt x="211" y="4"/>
                  </a:lnTo>
                  <a:lnTo>
                    <a:pt x="211" y="4"/>
                  </a:lnTo>
                  <a:lnTo>
                    <a:pt x="215" y="4"/>
                  </a:lnTo>
                  <a:lnTo>
                    <a:pt x="219" y="4"/>
                  </a:lnTo>
                  <a:lnTo>
                    <a:pt x="219" y="4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26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34" y="0"/>
                  </a:lnTo>
                  <a:lnTo>
                    <a:pt x="234" y="0"/>
                  </a:lnTo>
                  <a:lnTo>
                    <a:pt x="237" y="4"/>
                  </a:lnTo>
                  <a:lnTo>
                    <a:pt x="245" y="4"/>
                  </a:lnTo>
                  <a:lnTo>
                    <a:pt x="245" y="4"/>
                  </a:lnTo>
                  <a:lnTo>
                    <a:pt x="248" y="0"/>
                  </a:lnTo>
                  <a:lnTo>
                    <a:pt x="252" y="0"/>
                  </a:lnTo>
                  <a:lnTo>
                    <a:pt x="256" y="4"/>
                  </a:lnTo>
                  <a:lnTo>
                    <a:pt x="256" y="4"/>
                  </a:lnTo>
                  <a:lnTo>
                    <a:pt x="259" y="8"/>
                  </a:lnTo>
                  <a:lnTo>
                    <a:pt x="259" y="8"/>
                  </a:lnTo>
                  <a:lnTo>
                    <a:pt x="263" y="8"/>
                  </a:lnTo>
                  <a:lnTo>
                    <a:pt x="263" y="12"/>
                  </a:lnTo>
                  <a:lnTo>
                    <a:pt x="267" y="12"/>
                  </a:lnTo>
                  <a:lnTo>
                    <a:pt x="271" y="15"/>
                  </a:lnTo>
                  <a:lnTo>
                    <a:pt x="271" y="15"/>
                  </a:lnTo>
                  <a:lnTo>
                    <a:pt x="274" y="12"/>
                  </a:lnTo>
                  <a:lnTo>
                    <a:pt x="274" y="12"/>
                  </a:lnTo>
                  <a:lnTo>
                    <a:pt x="278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5" y="12"/>
                  </a:lnTo>
                  <a:lnTo>
                    <a:pt x="289" y="8"/>
                  </a:lnTo>
                  <a:lnTo>
                    <a:pt x="289" y="8"/>
                  </a:lnTo>
                  <a:lnTo>
                    <a:pt x="293" y="8"/>
                  </a:lnTo>
                  <a:lnTo>
                    <a:pt x="293" y="8"/>
                  </a:lnTo>
                  <a:lnTo>
                    <a:pt x="296" y="12"/>
                  </a:lnTo>
                  <a:lnTo>
                    <a:pt x="300" y="15"/>
                  </a:lnTo>
                  <a:lnTo>
                    <a:pt x="300" y="15"/>
                  </a:lnTo>
                  <a:lnTo>
                    <a:pt x="304" y="15"/>
                  </a:lnTo>
                  <a:lnTo>
                    <a:pt x="304" y="19"/>
                  </a:lnTo>
                  <a:lnTo>
                    <a:pt x="308" y="19"/>
                  </a:lnTo>
                  <a:lnTo>
                    <a:pt x="308" y="23"/>
                  </a:lnTo>
                  <a:lnTo>
                    <a:pt x="308" y="23"/>
                  </a:lnTo>
                  <a:lnTo>
                    <a:pt x="308" y="26"/>
                  </a:lnTo>
                  <a:lnTo>
                    <a:pt x="311" y="26"/>
                  </a:lnTo>
                  <a:lnTo>
                    <a:pt x="315" y="26"/>
                  </a:lnTo>
                  <a:lnTo>
                    <a:pt x="315" y="26"/>
                  </a:lnTo>
                  <a:lnTo>
                    <a:pt x="315" y="30"/>
                  </a:lnTo>
                  <a:lnTo>
                    <a:pt x="311" y="30"/>
                  </a:lnTo>
                  <a:lnTo>
                    <a:pt x="311" y="34"/>
                  </a:lnTo>
                  <a:lnTo>
                    <a:pt x="311" y="41"/>
                  </a:lnTo>
                  <a:lnTo>
                    <a:pt x="311" y="45"/>
                  </a:lnTo>
                  <a:lnTo>
                    <a:pt x="311" y="45"/>
                  </a:lnTo>
                  <a:lnTo>
                    <a:pt x="315" y="49"/>
                  </a:lnTo>
                  <a:lnTo>
                    <a:pt x="315" y="49"/>
                  </a:lnTo>
                  <a:lnTo>
                    <a:pt x="315" y="52"/>
                  </a:lnTo>
                  <a:lnTo>
                    <a:pt x="308" y="60"/>
                  </a:lnTo>
                  <a:lnTo>
                    <a:pt x="300" y="67"/>
                  </a:lnTo>
                  <a:lnTo>
                    <a:pt x="300" y="67"/>
                  </a:lnTo>
                  <a:lnTo>
                    <a:pt x="293" y="78"/>
                  </a:lnTo>
                  <a:lnTo>
                    <a:pt x="293" y="82"/>
                  </a:lnTo>
                  <a:lnTo>
                    <a:pt x="293" y="86"/>
                  </a:lnTo>
                  <a:lnTo>
                    <a:pt x="293" y="90"/>
                  </a:lnTo>
                  <a:lnTo>
                    <a:pt x="289" y="97"/>
                  </a:lnTo>
                  <a:lnTo>
                    <a:pt x="289" y="101"/>
                  </a:lnTo>
                  <a:lnTo>
                    <a:pt x="285" y="104"/>
                  </a:lnTo>
                  <a:lnTo>
                    <a:pt x="282" y="104"/>
                  </a:lnTo>
                  <a:lnTo>
                    <a:pt x="282" y="115"/>
                  </a:lnTo>
                  <a:lnTo>
                    <a:pt x="282" y="119"/>
                  </a:lnTo>
                  <a:lnTo>
                    <a:pt x="282" y="123"/>
                  </a:lnTo>
                  <a:lnTo>
                    <a:pt x="282" y="127"/>
                  </a:lnTo>
                  <a:lnTo>
                    <a:pt x="282" y="130"/>
                  </a:lnTo>
                  <a:lnTo>
                    <a:pt x="289" y="160"/>
                  </a:lnTo>
                  <a:lnTo>
                    <a:pt x="293" y="179"/>
                  </a:lnTo>
                  <a:lnTo>
                    <a:pt x="304" y="190"/>
                  </a:lnTo>
                  <a:lnTo>
                    <a:pt x="308" y="205"/>
                  </a:lnTo>
                  <a:lnTo>
                    <a:pt x="304" y="201"/>
                  </a:lnTo>
                  <a:lnTo>
                    <a:pt x="278" y="208"/>
                  </a:lnTo>
                  <a:lnTo>
                    <a:pt x="271" y="219"/>
                  </a:lnTo>
                  <a:lnTo>
                    <a:pt x="271" y="223"/>
                  </a:lnTo>
                  <a:lnTo>
                    <a:pt x="274" y="223"/>
                  </a:lnTo>
                  <a:lnTo>
                    <a:pt x="274" y="227"/>
                  </a:lnTo>
                  <a:lnTo>
                    <a:pt x="274" y="227"/>
                  </a:lnTo>
                  <a:lnTo>
                    <a:pt x="274" y="227"/>
                  </a:lnTo>
                  <a:lnTo>
                    <a:pt x="274" y="230"/>
                  </a:lnTo>
                  <a:lnTo>
                    <a:pt x="274" y="230"/>
                  </a:lnTo>
                  <a:lnTo>
                    <a:pt x="274" y="234"/>
                  </a:lnTo>
                  <a:lnTo>
                    <a:pt x="274" y="238"/>
                  </a:lnTo>
                  <a:lnTo>
                    <a:pt x="274" y="238"/>
                  </a:lnTo>
                  <a:lnTo>
                    <a:pt x="274" y="238"/>
                  </a:lnTo>
                  <a:lnTo>
                    <a:pt x="271" y="242"/>
                  </a:lnTo>
                  <a:lnTo>
                    <a:pt x="271" y="242"/>
                  </a:lnTo>
                  <a:lnTo>
                    <a:pt x="271" y="245"/>
                  </a:lnTo>
                  <a:lnTo>
                    <a:pt x="271" y="253"/>
                  </a:lnTo>
                  <a:lnTo>
                    <a:pt x="271" y="256"/>
                  </a:lnTo>
                  <a:lnTo>
                    <a:pt x="271" y="260"/>
                  </a:lnTo>
                  <a:lnTo>
                    <a:pt x="274" y="264"/>
                  </a:lnTo>
                  <a:lnTo>
                    <a:pt x="278" y="264"/>
                  </a:lnTo>
                  <a:lnTo>
                    <a:pt x="278" y="268"/>
                  </a:lnTo>
                  <a:lnTo>
                    <a:pt x="285" y="268"/>
                  </a:lnTo>
                  <a:lnTo>
                    <a:pt x="285" y="268"/>
                  </a:lnTo>
                  <a:lnTo>
                    <a:pt x="285" y="264"/>
                  </a:lnTo>
                  <a:lnTo>
                    <a:pt x="285" y="264"/>
                  </a:lnTo>
                  <a:lnTo>
                    <a:pt x="289" y="264"/>
                  </a:lnTo>
                  <a:lnTo>
                    <a:pt x="289" y="264"/>
                  </a:lnTo>
                  <a:lnTo>
                    <a:pt x="293" y="279"/>
                  </a:lnTo>
                  <a:lnTo>
                    <a:pt x="289" y="282"/>
                  </a:lnTo>
                  <a:lnTo>
                    <a:pt x="289" y="282"/>
                  </a:lnTo>
                  <a:lnTo>
                    <a:pt x="289" y="279"/>
                  </a:lnTo>
                  <a:lnTo>
                    <a:pt x="285" y="279"/>
                  </a:lnTo>
                  <a:lnTo>
                    <a:pt x="285" y="279"/>
                  </a:lnTo>
                  <a:lnTo>
                    <a:pt x="282" y="282"/>
                  </a:lnTo>
                  <a:lnTo>
                    <a:pt x="278" y="282"/>
                  </a:lnTo>
                  <a:lnTo>
                    <a:pt x="274" y="279"/>
                  </a:lnTo>
                  <a:lnTo>
                    <a:pt x="271" y="275"/>
                  </a:lnTo>
                  <a:lnTo>
                    <a:pt x="271" y="271"/>
                  </a:lnTo>
                  <a:lnTo>
                    <a:pt x="267" y="268"/>
                  </a:lnTo>
                  <a:lnTo>
                    <a:pt x="263" y="268"/>
                  </a:lnTo>
                  <a:lnTo>
                    <a:pt x="256" y="264"/>
                  </a:lnTo>
                  <a:lnTo>
                    <a:pt x="252" y="264"/>
                  </a:lnTo>
                  <a:lnTo>
                    <a:pt x="252" y="260"/>
                  </a:lnTo>
                  <a:lnTo>
                    <a:pt x="248" y="256"/>
                  </a:lnTo>
                  <a:lnTo>
                    <a:pt x="248" y="253"/>
                  </a:lnTo>
                  <a:lnTo>
                    <a:pt x="248" y="253"/>
                  </a:lnTo>
                  <a:lnTo>
                    <a:pt x="245" y="253"/>
                  </a:lnTo>
                  <a:lnTo>
                    <a:pt x="245" y="253"/>
                  </a:lnTo>
                  <a:lnTo>
                    <a:pt x="241" y="256"/>
                  </a:lnTo>
                  <a:lnTo>
                    <a:pt x="241" y="260"/>
                  </a:lnTo>
                  <a:lnTo>
                    <a:pt x="237" y="260"/>
                  </a:lnTo>
                  <a:lnTo>
                    <a:pt x="234" y="260"/>
                  </a:lnTo>
                  <a:lnTo>
                    <a:pt x="234" y="260"/>
                  </a:lnTo>
                  <a:lnTo>
                    <a:pt x="230" y="260"/>
                  </a:lnTo>
                  <a:lnTo>
                    <a:pt x="226" y="260"/>
                  </a:lnTo>
                  <a:lnTo>
                    <a:pt x="222" y="256"/>
                  </a:lnTo>
                  <a:lnTo>
                    <a:pt x="222" y="256"/>
                  </a:lnTo>
                  <a:lnTo>
                    <a:pt x="219" y="256"/>
                  </a:lnTo>
                  <a:lnTo>
                    <a:pt x="219" y="256"/>
                  </a:lnTo>
                  <a:lnTo>
                    <a:pt x="219" y="253"/>
                  </a:lnTo>
                  <a:lnTo>
                    <a:pt x="219" y="253"/>
                  </a:lnTo>
                  <a:lnTo>
                    <a:pt x="215" y="249"/>
                  </a:lnTo>
                  <a:lnTo>
                    <a:pt x="215" y="249"/>
                  </a:lnTo>
                  <a:lnTo>
                    <a:pt x="215" y="249"/>
                  </a:lnTo>
                  <a:lnTo>
                    <a:pt x="211" y="249"/>
                  </a:lnTo>
                  <a:lnTo>
                    <a:pt x="211" y="249"/>
                  </a:lnTo>
                  <a:lnTo>
                    <a:pt x="208" y="249"/>
                  </a:lnTo>
                  <a:lnTo>
                    <a:pt x="204" y="249"/>
                  </a:lnTo>
                  <a:lnTo>
                    <a:pt x="204" y="253"/>
                  </a:lnTo>
                  <a:lnTo>
                    <a:pt x="204" y="253"/>
                  </a:lnTo>
                  <a:lnTo>
                    <a:pt x="204" y="253"/>
                  </a:lnTo>
                  <a:lnTo>
                    <a:pt x="200" y="249"/>
                  </a:lnTo>
                  <a:lnTo>
                    <a:pt x="200" y="249"/>
                  </a:lnTo>
                  <a:lnTo>
                    <a:pt x="200" y="245"/>
                  </a:lnTo>
                  <a:lnTo>
                    <a:pt x="196" y="245"/>
                  </a:lnTo>
                  <a:lnTo>
                    <a:pt x="196" y="245"/>
                  </a:lnTo>
                  <a:lnTo>
                    <a:pt x="196" y="245"/>
                  </a:lnTo>
                  <a:lnTo>
                    <a:pt x="193" y="245"/>
                  </a:lnTo>
                  <a:lnTo>
                    <a:pt x="189" y="245"/>
                  </a:lnTo>
                  <a:lnTo>
                    <a:pt x="185" y="249"/>
                  </a:lnTo>
                  <a:lnTo>
                    <a:pt x="185" y="249"/>
                  </a:lnTo>
                  <a:lnTo>
                    <a:pt x="182" y="249"/>
                  </a:lnTo>
                  <a:lnTo>
                    <a:pt x="182" y="249"/>
                  </a:lnTo>
                  <a:lnTo>
                    <a:pt x="178" y="249"/>
                  </a:lnTo>
                  <a:lnTo>
                    <a:pt x="174" y="249"/>
                  </a:lnTo>
                  <a:lnTo>
                    <a:pt x="174" y="245"/>
                  </a:lnTo>
                  <a:lnTo>
                    <a:pt x="171" y="245"/>
                  </a:lnTo>
                  <a:lnTo>
                    <a:pt x="171" y="245"/>
                  </a:lnTo>
                  <a:lnTo>
                    <a:pt x="171" y="249"/>
                  </a:lnTo>
                  <a:lnTo>
                    <a:pt x="171" y="249"/>
                  </a:lnTo>
                  <a:lnTo>
                    <a:pt x="167" y="249"/>
                  </a:lnTo>
                  <a:lnTo>
                    <a:pt x="167" y="249"/>
                  </a:lnTo>
                  <a:lnTo>
                    <a:pt x="167" y="245"/>
                  </a:lnTo>
                  <a:lnTo>
                    <a:pt x="167" y="245"/>
                  </a:lnTo>
                  <a:lnTo>
                    <a:pt x="167" y="242"/>
                  </a:lnTo>
                  <a:lnTo>
                    <a:pt x="167" y="242"/>
                  </a:lnTo>
                  <a:lnTo>
                    <a:pt x="167" y="238"/>
                  </a:lnTo>
                  <a:lnTo>
                    <a:pt x="167" y="238"/>
                  </a:lnTo>
                  <a:lnTo>
                    <a:pt x="167" y="234"/>
                  </a:lnTo>
                  <a:lnTo>
                    <a:pt x="167" y="234"/>
                  </a:lnTo>
                  <a:lnTo>
                    <a:pt x="163" y="230"/>
                  </a:lnTo>
                  <a:lnTo>
                    <a:pt x="163" y="230"/>
                  </a:lnTo>
                  <a:lnTo>
                    <a:pt x="167" y="227"/>
                  </a:lnTo>
                  <a:lnTo>
                    <a:pt x="163" y="227"/>
                  </a:lnTo>
                  <a:lnTo>
                    <a:pt x="163" y="227"/>
                  </a:lnTo>
                  <a:lnTo>
                    <a:pt x="163" y="223"/>
                  </a:lnTo>
                  <a:lnTo>
                    <a:pt x="163" y="223"/>
                  </a:lnTo>
                  <a:lnTo>
                    <a:pt x="163" y="223"/>
                  </a:lnTo>
                  <a:lnTo>
                    <a:pt x="159" y="219"/>
                  </a:lnTo>
                  <a:lnTo>
                    <a:pt x="159" y="219"/>
                  </a:lnTo>
                  <a:lnTo>
                    <a:pt x="159" y="216"/>
                  </a:lnTo>
                  <a:lnTo>
                    <a:pt x="159" y="216"/>
                  </a:lnTo>
                  <a:lnTo>
                    <a:pt x="159" y="208"/>
                  </a:lnTo>
                  <a:lnTo>
                    <a:pt x="159" y="208"/>
                  </a:lnTo>
                  <a:lnTo>
                    <a:pt x="159" y="205"/>
                  </a:lnTo>
                  <a:lnTo>
                    <a:pt x="159" y="205"/>
                  </a:lnTo>
                  <a:lnTo>
                    <a:pt x="159" y="205"/>
                  </a:lnTo>
                  <a:lnTo>
                    <a:pt x="159" y="201"/>
                  </a:lnTo>
                  <a:lnTo>
                    <a:pt x="159" y="197"/>
                  </a:lnTo>
                  <a:lnTo>
                    <a:pt x="159" y="197"/>
                  </a:lnTo>
                  <a:lnTo>
                    <a:pt x="159" y="193"/>
                  </a:lnTo>
                  <a:lnTo>
                    <a:pt x="159" y="190"/>
                  </a:lnTo>
                  <a:lnTo>
                    <a:pt x="159" y="190"/>
                  </a:lnTo>
                  <a:lnTo>
                    <a:pt x="141" y="190"/>
                  </a:lnTo>
                  <a:lnTo>
                    <a:pt x="141" y="186"/>
                  </a:lnTo>
                  <a:lnTo>
                    <a:pt x="141" y="186"/>
                  </a:lnTo>
                  <a:lnTo>
                    <a:pt x="141" y="182"/>
                  </a:lnTo>
                  <a:lnTo>
                    <a:pt x="137" y="182"/>
                  </a:lnTo>
                  <a:lnTo>
                    <a:pt x="137" y="186"/>
                  </a:lnTo>
                  <a:lnTo>
                    <a:pt x="122" y="186"/>
                  </a:lnTo>
                  <a:lnTo>
                    <a:pt x="122" y="190"/>
                  </a:lnTo>
                  <a:lnTo>
                    <a:pt x="119" y="190"/>
                  </a:lnTo>
                  <a:lnTo>
                    <a:pt x="119" y="193"/>
                  </a:lnTo>
                  <a:lnTo>
                    <a:pt x="119" y="193"/>
                  </a:lnTo>
                  <a:lnTo>
                    <a:pt x="119" y="197"/>
                  </a:lnTo>
                  <a:lnTo>
                    <a:pt x="108" y="201"/>
                  </a:lnTo>
                  <a:lnTo>
                    <a:pt x="104" y="201"/>
                  </a:lnTo>
                  <a:lnTo>
                    <a:pt x="100" y="201"/>
                  </a:lnTo>
                  <a:lnTo>
                    <a:pt x="97" y="201"/>
                  </a:lnTo>
                  <a:lnTo>
                    <a:pt x="93" y="201"/>
                  </a:lnTo>
                  <a:lnTo>
                    <a:pt x="89" y="201"/>
                  </a:lnTo>
                  <a:lnTo>
                    <a:pt x="89" y="201"/>
                  </a:lnTo>
                  <a:lnTo>
                    <a:pt x="85" y="193"/>
                  </a:lnTo>
                  <a:lnTo>
                    <a:pt x="85" y="193"/>
                  </a:lnTo>
                  <a:lnTo>
                    <a:pt x="82" y="190"/>
                  </a:lnTo>
                  <a:lnTo>
                    <a:pt x="82" y="190"/>
                  </a:lnTo>
                  <a:lnTo>
                    <a:pt x="82" y="186"/>
                  </a:lnTo>
                  <a:lnTo>
                    <a:pt x="82" y="186"/>
                  </a:lnTo>
                  <a:lnTo>
                    <a:pt x="82" y="182"/>
                  </a:lnTo>
                  <a:lnTo>
                    <a:pt x="78" y="179"/>
                  </a:lnTo>
                  <a:lnTo>
                    <a:pt x="78" y="179"/>
                  </a:lnTo>
                  <a:lnTo>
                    <a:pt x="78" y="175"/>
                  </a:lnTo>
                  <a:lnTo>
                    <a:pt x="78" y="175"/>
                  </a:lnTo>
                  <a:lnTo>
                    <a:pt x="78" y="171"/>
                  </a:lnTo>
                  <a:lnTo>
                    <a:pt x="78" y="171"/>
                  </a:lnTo>
                  <a:lnTo>
                    <a:pt x="78" y="171"/>
                  </a:lnTo>
                  <a:lnTo>
                    <a:pt x="78" y="167"/>
                  </a:lnTo>
                  <a:lnTo>
                    <a:pt x="59" y="167"/>
                  </a:lnTo>
                  <a:lnTo>
                    <a:pt x="48" y="167"/>
                  </a:lnTo>
                  <a:lnTo>
                    <a:pt x="41" y="167"/>
                  </a:lnTo>
                  <a:lnTo>
                    <a:pt x="37" y="167"/>
                  </a:lnTo>
                  <a:lnTo>
                    <a:pt x="34" y="167"/>
                  </a:lnTo>
                  <a:lnTo>
                    <a:pt x="30" y="167"/>
                  </a:lnTo>
                  <a:lnTo>
                    <a:pt x="26" y="167"/>
                  </a:lnTo>
                  <a:lnTo>
                    <a:pt x="22" y="167"/>
                  </a:lnTo>
                  <a:lnTo>
                    <a:pt x="22" y="167"/>
                  </a:lnTo>
                  <a:lnTo>
                    <a:pt x="19" y="167"/>
                  </a:lnTo>
                  <a:lnTo>
                    <a:pt x="15" y="167"/>
                  </a:lnTo>
                  <a:lnTo>
                    <a:pt x="11" y="167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8" y="171"/>
                  </a:lnTo>
                  <a:lnTo>
                    <a:pt x="8" y="171"/>
                  </a:lnTo>
                  <a:lnTo>
                    <a:pt x="8" y="167"/>
                  </a:lnTo>
                  <a:lnTo>
                    <a:pt x="4" y="167"/>
                  </a:lnTo>
                  <a:lnTo>
                    <a:pt x="0" y="1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4" name="Freeform 142"/>
            <p:cNvSpPr/>
            <p:nvPr/>
          </p:nvSpPr>
          <p:spPr bwMode="auto">
            <a:xfrm>
              <a:off x="4983940" y="3357384"/>
              <a:ext cx="66905" cy="153109"/>
            </a:xfrm>
            <a:custGeom>
              <a:avLst/>
              <a:gdLst>
                <a:gd name="T0" fmla="*/ 4 w 52"/>
                <a:gd name="T1" fmla="*/ 0 h 119"/>
                <a:gd name="T2" fmla="*/ 7 w 52"/>
                <a:gd name="T3" fmla="*/ 4 h 119"/>
                <a:gd name="T4" fmla="*/ 11 w 52"/>
                <a:gd name="T5" fmla="*/ 4 h 119"/>
                <a:gd name="T6" fmla="*/ 15 w 52"/>
                <a:gd name="T7" fmla="*/ 4 h 119"/>
                <a:gd name="T8" fmla="*/ 15 w 52"/>
                <a:gd name="T9" fmla="*/ 4 h 119"/>
                <a:gd name="T10" fmla="*/ 18 w 52"/>
                <a:gd name="T11" fmla="*/ 8 h 119"/>
                <a:gd name="T12" fmla="*/ 26 w 52"/>
                <a:gd name="T13" fmla="*/ 15 h 119"/>
                <a:gd name="T14" fmla="*/ 26 w 52"/>
                <a:gd name="T15" fmla="*/ 45 h 119"/>
                <a:gd name="T16" fmla="*/ 26 w 52"/>
                <a:gd name="T17" fmla="*/ 60 h 119"/>
                <a:gd name="T18" fmla="*/ 33 w 52"/>
                <a:gd name="T19" fmla="*/ 63 h 119"/>
                <a:gd name="T20" fmla="*/ 37 w 52"/>
                <a:gd name="T21" fmla="*/ 67 h 119"/>
                <a:gd name="T22" fmla="*/ 44 w 52"/>
                <a:gd name="T23" fmla="*/ 75 h 119"/>
                <a:gd name="T24" fmla="*/ 48 w 52"/>
                <a:gd name="T25" fmla="*/ 82 h 119"/>
                <a:gd name="T26" fmla="*/ 52 w 52"/>
                <a:gd name="T27" fmla="*/ 86 h 119"/>
                <a:gd name="T28" fmla="*/ 48 w 52"/>
                <a:gd name="T29" fmla="*/ 89 h 119"/>
                <a:gd name="T30" fmla="*/ 44 w 52"/>
                <a:gd name="T31" fmla="*/ 89 h 119"/>
                <a:gd name="T32" fmla="*/ 44 w 52"/>
                <a:gd name="T33" fmla="*/ 93 h 119"/>
                <a:gd name="T34" fmla="*/ 48 w 52"/>
                <a:gd name="T35" fmla="*/ 100 h 119"/>
                <a:gd name="T36" fmla="*/ 44 w 52"/>
                <a:gd name="T37" fmla="*/ 104 h 119"/>
                <a:gd name="T38" fmla="*/ 41 w 52"/>
                <a:gd name="T39" fmla="*/ 108 h 119"/>
                <a:gd name="T40" fmla="*/ 37 w 52"/>
                <a:gd name="T41" fmla="*/ 115 h 119"/>
                <a:gd name="T42" fmla="*/ 37 w 52"/>
                <a:gd name="T43" fmla="*/ 119 h 119"/>
                <a:gd name="T44" fmla="*/ 33 w 52"/>
                <a:gd name="T45" fmla="*/ 119 h 119"/>
                <a:gd name="T46" fmla="*/ 33 w 52"/>
                <a:gd name="T47" fmla="*/ 115 h 119"/>
                <a:gd name="T48" fmla="*/ 30 w 52"/>
                <a:gd name="T49" fmla="*/ 112 h 119"/>
                <a:gd name="T50" fmla="*/ 22 w 52"/>
                <a:gd name="T51" fmla="*/ 108 h 119"/>
                <a:gd name="T52" fmla="*/ 22 w 52"/>
                <a:gd name="T53" fmla="*/ 100 h 119"/>
                <a:gd name="T54" fmla="*/ 22 w 52"/>
                <a:gd name="T55" fmla="*/ 97 h 119"/>
                <a:gd name="T56" fmla="*/ 26 w 52"/>
                <a:gd name="T57" fmla="*/ 89 h 119"/>
                <a:gd name="T58" fmla="*/ 30 w 52"/>
                <a:gd name="T59" fmla="*/ 82 h 119"/>
                <a:gd name="T60" fmla="*/ 22 w 52"/>
                <a:gd name="T61" fmla="*/ 78 h 119"/>
                <a:gd name="T62" fmla="*/ 18 w 52"/>
                <a:gd name="T63" fmla="*/ 78 h 119"/>
                <a:gd name="T64" fmla="*/ 15 w 52"/>
                <a:gd name="T65" fmla="*/ 78 h 119"/>
                <a:gd name="T66" fmla="*/ 11 w 52"/>
                <a:gd name="T67" fmla="*/ 78 h 119"/>
                <a:gd name="T68" fmla="*/ 7 w 52"/>
                <a:gd name="T69" fmla="*/ 75 h 119"/>
                <a:gd name="T70" fmla="*/ 4 w 52"/>
                <a:gd name="T71" fmla="*/ 75 h 119"/>
                <a:gd name="T72" fmla="*/ 0 w 52"/>
                <a:gd name="T73" fmla="*/ 67 h 119"/>
                <a:gd name="T74" fmla="*/ 0 w 52"/>
                <a:gd name="T75" fmla="*/ 63 h 119"/>
                <a:gd name="T76" fmla="*/ 4 w 52"/>
                <a:gd name="T77" fmla="*/ 60 h 119"/>
                <a:gd name="T78" fmla="*/ 4 w 52"/>
                <a:gd name="T79" fmla="*/ 56 h 119"/>
                <a:gd name="T80" fmla="*/ 4 w 52"/>
                <a:gd name="T81" fmla="*/ 56 h 119"/>
                <a:gd name="T82" fmla="*/ 7 w 52"/>
                <a:gd name="T83" fmla="*/ 52 h 119"/>
                <a:gd name="T84" fmla="*/ 11 w 52"/>
                <a:gd name="T85" fmla="*/ 49 h 119"/>
                <a:gd name="T86" fmla="*/ 11 w 52"/>
                <a:gd name="T87" fmla="*/ 49 h 119"/>
                <a:gd name="T88" fmla="*/ 11 w 52"/>
                <a:gd name="T89" fmla="*/ 45 h 119"/>
                <a:gd name="T90" fmla="*/ 11 w 52"/>
                <a:gd name="T91" fmla="*/ 41 h 119"/>
                <a:gd name="T92" fmla="*/ 7 w 52"/>
                <a:gd name="T93" fmla="*/ 37 h 119"/>
                <a:gd name="T94" fmla="*/ 11 w 52"/>
                <a:gd name="T95" fmla="*/ 34 h 119"/>
                <a:gd name="T96" fmla="*/ 7 w 52"/>
                <a:gd name="T97" fmla="*/ 30 h 119"/>
                <a:gd name="T98" fmla="*/ 11 w 52"/>
                <a:gd name="T99" fmla="*/ 23 h 119"/>
                <a:gd name="T100" fmla="*/ 15 w 52"/>
                <a:gd name="T101" fmla="*/ 23 h 119"/>
                <a:gd name="T102" fmla="*/ 11 w 52"/>
                <a:gd name="T103" fmla="*/ 15 h 119"/>
                <a:gd name="T104" fmla="*/ 7 w 52"/>
                <a:gd name="T105" fmla="*/ 11 h 119"/>
                <a:gd name="T106" fmla="*/ 11 w 52"/>
                <a:gd name="T107" fmla="*/ 8 h 119"/>
                <a:gd name="T108" fmla="*/ 7 w 52"/>
                <a:gd name="T109" fmla="*/ 8 h 119"/>
                <a:gd name="T110" fmla="*/ 4 w 52"/>
                <a:gd name="T111" fmla="*/ 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2" h="119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8" y="8"/>
                  </a:lnTo>
                  <a:lnTo>
                    <a:pt x="18" y="8"/>
                  </a:lnTo>
                  <a:lnTo>
                    <a:pt x="26" y="15"/>
                  </a:lnTo>
                  <a:lnTo>
                    <a:pt x="26" y="19"/>
                  </a:lnTo>
                  <a:lnTo>
                    <a:pt x="26" y="45"/>
                  </a:lnTo>
                  <a:lnTo>
                    <a:pt x="26" y="49"/>
                  </a:lnTo>
                  <a:lnTo>
                    <a:pt x="26" y="60"/>
                  </a:lnTo>
                  <a:lnTo>
                    <a:pt x="33" y="63"/>
                  </a:lnTo>
                  <a:lnTo>
                    <a:pt x="33" y="63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44" y="71"/>
                  </a:lnTo>
                  <a:lnTo>
                    <a:pt x="44" y="75"/>
                  </a:lnTo>
                  <a:lnTo>
                    <a:pt x="48" y="78"/>
                  </a:lnTo>
                  <a:lnTo>
                    <a:pt x="48" y="82"/>
                  </a:lnTo>
                  <a:lnTo>
                    <a:pt x="52" y="86"/>
                  </a:lnTo>
                  <a:lnTo>
                    <a:pt x="52" y="86"/>
                  </a:lnTo>
                  <a:lnTo>
                    <a:pt x="48" y="86"/>
                  </a:lnTo>
                  <a:lnTo>
                    <a:pt x="48" y="89"/>
                  </a:lnTo>
                  <a:lnTo>
                    <a:pt x="48" y="89"/>
                  </a:lnTo>
                  <a:lnTo>
                    <a:pt x="44" y="89"/>
                  </a:lnTo>
                  <a:lnTo>
                    <a:pt x="48" y="89"/>
                  </a:lnTo>
                  <a:lnTo>
                    <a:pt x="44" y="93"/>
                  </a:lnTo>
                  <a:lnTo>
                    <a:pt x="48" y="93"/>
                  </a:lnTo>
                  <a:lnTo>
                    <a:pt x="48" y="100"/>
                  </a:lnTo>
                  <a:lnTo>
                    <a:pt x="48" y="100"/>
                  </a:lnTo>
                  <a:lnTo>
                    <a:pt x="44" y="104"/>
                  </a:lnTo>
                  <a:lnTo>
                    <a:pt x="41" y="104"/>
                  </a:lnTo>
                  <a:lnTo>
                    <a:pt x="41" y="108"/>
                  </a:lnTo>
                  <a:lnTo>
                    <a:pt x="41" y="112"/>
                  </a:lnTo>
                  <a:lnTo>
                    <a:pt x="37" y="115"/>
                  </a:lnTo>
                  <a:lnTo>
                    <a:pt x="37" y="119"/>
                  </a:lnTo>
                  <a:lnTo>
                    <a:pt x="37" y="119"/>
                  </a:lnTo>
                  <a:lnTo>
                    <a:pt x="33" y="119"/>
                  </a:lnTo>
                  <a:lnTo>
                    <a:pt x="33" y="119"/>
                  </a:lnTo>
                  <a:lnTo>
                    <a:pt x="33" y="115"/>
                  </a:lnTo>
                  <a:lnTo>
                    <a:pt x="33" y="115"/>
                  </a:lnTo>
                  <a:lnTo>
                    <a:pt x="30" y="112"/>
                  </a:lnTo>
                  <a:lnTo>
                    <a:pt x="30" y="112"/>
                  </a:lnTo>
                  <a:lnTo>
                    <a:pt x="26" y="108"/>
                  </a:lnTo>
                  <a:lnTo>
                    <a:pt x="22" y="108"/>
                  </a:lnTo>
                  <a:lnTo>
                    <a:pt x="22" y="104"/>
                  </a:lnTo>
                  <a:lnTo>
                    <a:pt x="22" y="100"/>
                  </a:lnTo>
                  <a:lnTo>
                    <a:pt x="22" y="97"/>
                  </a:lnTo>
                  <a:lnTo>
                    <a:pt x="22" y="97"/>
                  </a:lnTo>
                  <a:lnTo>
                    <a:pt x="22" y="93"/>
                  </a:lnTo>
                  <a:lnTo>
                    <a:pt x="26" y="89"/>
                  </a:lnTo>
                  <a:lnTo>
                    <a:pt x="30" y="86"/>
                  </a:lnTo>
                  <a:lnTo>
                    <a:pt x="30" y="82"/>
                  </a:lnTo>
                  <a:lnTo>
                    <a:pt x="26" y="78"/>
                  </a:lnTo>
                  <a:lnTo>
                    <a:pt x="22" y="78"/>
                  </a:lnTo>
                  <a:lnTo>
                    <a:pt x="18" y="78"/>
                  </a:lnTo>
                  <a:lnTo>
                    <a:pt x="18" y="78"/>
                  </a:lnTo>
                  <a:lnTo>
                    <a:pt x="15" y="78"/>
                  </a:lnTo>
                  <a:lnTo>
                    <a:pt x="15" y="78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1" y="75"/>
                  </a:lnTo>
                  <a:lnTo>
                    <a:pt x="7" y="75"/>
                  </a:lnTo>
                  <a:lnTo>
                    <a:pt x="7" y="71"/>
                  </a:lnTo>
                  <a:lnTo>
                    <a:pt x="4" y="75"/>
                  </a:lnTo>
                  <a:lnTo>
                    <a:pt x="4" y="7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0"/>
                  </a:lnTo>
                  <a:lnTo>
                    <a:pt x="4" y="60"/>
                  </a:lnTo>
                  <a:lnTo>
                    <a:pt x="4" y="56"/>
                  </a:lnTo>
                  <a:lnTo>
                    <a:pt x="4" y="56"/>
                  </a:lnTo>
                  <a:lnTo>
                    <a:pt x="4" y="56"/>
                  </a:lnTo>
                  <a:lnTo>
                    <a:pt x="4" y="52"/>
                  </a:lnTo>
                  <a:lnTo>
                    <a:pt x="7" y="52"/>
                  </a:lnTo>
                  <a:lnTo>
                    <a:pt x="11" y="49"/>
                  </a:lnTo>
                  <a:lnTo>
                    <a:pt x="11" y="49"/>
                  </a:lnTo>
                  <a:lnTo>
                    <a:pt x="11" y="49"/>
                  </a:lnTo>
                  <a:lnTo>
                    <a:pt x="11" y="49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7" y="41"/>
                  </a:lnTo>
                  <a:lnTo>
                    <a:pt x="11" y="41"/>
                  </a:lnTo>
                  <a:lnTo>
                    <a:pt x="11" y="41"/>
                  </a:lnTo>
                  <a:lnTo>
                    <a:pt x="7" y="37"/>
                  </a:lnTo>
                  <a:lnTo>
                    <a:pt x="11" y="37"/>
                  </a:lnTo>
                  <a:lnTo>
                    <a:pt x="11" y="34"/>
                  </a:lnTo>
                  <a:lnTo>
                    <a:pt x="11" y="34"/>
                  </a:lnTo>
                  <a:lnTo>
                    <a:pt x="7" y="30"/>
                  </a:lnTo>
                  <a:lnTo>
                    <a:pt x="7" y="26"/>
                  </a:lnTo>
                  <a:lnTo>
                    <a:pt x="11" y="23"/>
                  </a:lnTo>
                  <a:lnTo>
                    <a:pt x="11" y="23"/>
                  </a:lnTo>
                  <a:lnTo>
                    <a:pt x="15" y="23"/>
                  </a:lnTo>
                  <a:lnTo>
                    <a:pt x="15" y="19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7" y="11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4"/>
                  </a:lnTo>
                  <a:lnTo>
                    <a:pt x="4" y="4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5" name="Freeform 143"/>
            <p:cNvSpPr/>
            <p:nvPr/>
          </p:nvSpPr>
          <p:spPr bwMode="auto">
            <a:xfrm>
              <a:off x="4749773" y="3334224"/>
              <a:ext cx="253467" cy="195568"/>
            </a:xfrm>
            <a:custGeom>
              <a:avLst/>
              <a:gdLst>
                <a:gd name="T0" fmla="*/ 41 w 197"/>
                <a:gd name="T1" fmla="*/ 48 h 152"/>
                <a:gd name="T2" fmla="*/ 45 w 197"/>
                <a:gd name="T3" fmla="*/ 52 h 152"/>
                <a:gd name="T4" fmla="*/ 52 w 197"/>
                <a:gd name="T5" fmla="*/ 48 h 152"/>
                <a:gd name="T6" fmla="*/ 60 w 197"/>
                <a:gd name="T7" fmla="*/ 52 h 152"/>
                <a:gd name="T8" fmla="*/ 63 w 197"/>
                <a:gd name="T9" fmla="*/ 55 h 152"/>
                <a:gd name="T10" fmla="*/ 75 w 197"/>
                <a:gd name="T11" fmla="*/ 59 h 152"/>
                <a:gd name="T12" fmla="*/ 82 w 197"/>
                <a:gd name="T13" fmla="*/ 55 h 152"/>
                <a:gd name="T14" fmla="*/ 89 w 197"/>
                <a:gd name="T15" fmla="*/ 52 h 152"/>
                <a:gd name="T16" fmla="*/ 97 w 197"/>
                <a:gd name="T17" fmla="*/ 63 h 152"/>
                <a:gd name="T18" fmla="*/ 112 w 197"/>
                <a:gd name="T19" fmla="*/ 74 h 152"/>
                <a:gd name="T20" fmla="*/ 126 w 197"/>
                <a:gd name="T21" fmla="*/ 78 h 152"/>
                <a:gd name="T22" fmla="*/ 130 w 197"/>
                <a:gd name="T23" fmla="*/ 81 h 152"/>
                <a:gd name="T24" fmla="*/ 126 w 197"/>
                <a:gd name="T25" fmla="*/ 63 h 152"/>
                <a:gd name="T26" fmla="*/ 119 w 197"/>
                <a:gd name="T27" fmla="*/ 67 h 152"/>
                <a:gd name="T28" fmla="*/ 112 w 197"/>
                <a:gd name="T29" fmla="*/ 55 h 152"/>
                <a:gd name="T30" fmla="*/ 112 w 197"/>
                <a:gd name="T31" fmla="*/ 41 h 152"/>
                <a:gd name="T32" fmla="*/ 115 w 197"/>
                <a:gd name="T33" fmla="*/ 33 h 152"/>
                <a:gd name="T34" fmla="*/ 115 w 197"/>
                <a:gd name="T35" fmla="*/ 26 h 152"/>
                <a:gd name="T36" fmla="*/ 112 w 197"/>
                <a:gd name="T37" fmla="*/ 18 h 152"/>
                <a:gd name="T38" fmla="*/ 156 w 197"/>
                <a:gd name="T39" fmla="*/ 4 h 152"/>
                <a:gd name="T40" fmla="*/ 163 w 197"/>
                <a:gd name="T41" fmla="*/ 7 h 152"/>
                <a:gd name="T42" fmla="*/ 178 w 197"/>
                <a:gd name="T43" fmla="*/ 11 h 152"/>
                <a:gd name="T44" fmla="*/ 186 w 197"/>
                <a:gd name="T45" fmla="*/ 18 h 152"/>
                <a:gd name="T46" fmla="*/ 189 w 197"/>
                <a:gd name="T47" fmla="*/ 26 h 152"/>
                <a:gd name="T48" fmla="*/ 189 w 197"/>
                <a:gd name="T49" fmla="*/ 29 h 152"/>
                <a:gd name="T50" fmla="*/ 197 w 197"/>
                <a:gd name="T51" fmla="*/ 41 h 152"/>
                <a:gd name="T52" fmla="*/ 189 w 197"/>
                <a:gd name="T53" fmla="*/ 48 h 152"/>
                <a:gd name="T54" fmla="*/ 189 w 197"/>
                <a:gd name="T55" fmla="*/ 55 h 152"/>
                <a:gd name="T56" fmla="*/ 193 w 197"/>
                <a:gd name="T57" fmla="*/ 63 h 152"/>
                <a:gd name="T58" fmla="*/ 193 w 197"/>
                <a:gd name="T59" fmla="*/ 67 h 152"/>
                <a:gd name="T60" fmla="*/ 186 w 197"/>
                <a:gd name="T61" fmla="*/ 74 h 152"/>
                <a:gd name="T62" fmla="*/ 186 w 197"/>
                <a:gd name="T63" fmla="*/ 78 h 152"/>
                <a:gd name="T64" fmla="*/ 182 w 197"/>
                <a:gd name="T65" fmla="*/ 85 h 152"/>
                <a:gd name="T66" fmla="*/ 182 w 197"/>
                <a:gd name="T67" fmla="*/ 93 h 152"/>
                <a:gd name="T68" fmla="*/ 149 w 197"/>
                <a:gd name="T69" fmla="*/ 104 h 152"/>
                <a:gd name="T70" fmla="*/ 141 w 197"/>
                <a:gd name="T71" fmla="*/ 115 h 152"/>
                <a:gd name="T72" fmla="*/ 134 w 197"/>
                <a:gd name="T73" fmla="*/ 115 h 152"/>
                <a:gd name="T74" fmla="*/ 123 w 197"/>
                <a:gd name="T75" fmla="*/ 115 h 152"/>
                <a:gd name="T76" fmla="*/ 115 w 197"/>
                <a:gd name="T77" fmla="*/ 122 h 152"/>
                <a:gd name="T78" fmla="*/ 112 w 197"/>
                <a:gd name="T79" fmla="*/ 126 h 152"/>
                <a:gd name="T80" fmla="*/ 86 w 197"/>
                <a:gd name="T81" fmla="*/ 148 h 152"/>
                <a:gd name="T82" fmla="*/ 75 w 197"/>
                <a:gd name="T83" fmla="*/ 148 h 152"/>
                <a:gd name="T84" fmla="*/ 67 w 197"/>
                <a:gd name="T85" fmla="*/ 148 h 152"/>
                <a:gd name="T86" fmla="*/ 60 w 197"/>
                <a:gd name="T87" fmla="*/ 148 h 152"/>
                <a:gd name="T88" fmla="*/ 49 w 197"/>
                <a:gd name="T89" fmla="*/ 144 h 152"/>
                <a:gd name="T90" fmla="*/ 45 w 197"/>
                <a:gd name="T91" fmla="*/ 141 h 152"/>
                <a:gd name="T92" fmla="*/ 23 w 197"/>
                <a:gd name="T93" fmla="*/ 144 h 152"/>
                <a:gd name="T94" fmla="*/ 15 w 197"/>
                <a:gd name="T95" fmla="*/ 137 h 152"/>
                <a:gd name="T96" fmla="*/ 8 w 197"/>
                <a:gd name="T97" fmla="*/ 130 h 152"/>
                <a:gd name="T98" fmla="*/ 0 w 197"/>
                <a:gd name="T99" fmla="*/ 122 h 152"/>
                <a:gd name="T100" fmla="*/ 37 w 197"/>
                <a:gd name="T101" fmla="*/ 70 h 152"/>
                <a:gd name="T102" fmla="*/ 37 w 197"/>
                <a:gd name="T103" fmla="*/ 59 h 152"/>
                <a:gd name="T104" fmla="*/ 37 w 197"/>
                <a:gd name="T105" fmla="*/ 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97" h="152">
                  <a:moveTo>
                    <a:pt x="37" y="44"/>
                  </a:moveTo>
                  <a:lnTo>
                    <a:pt x="37" y="44"/>
                  </a:lnTo>
                  <a:lnTo>
                    <a:pt x="41" y="44"/>
                  </a:lnTo>
                  <a:lnTo>
                    <a:pt x="41" y="48"/>
                  </a:lnTo>
                  <a:lnTo>
                    <a:pt x="41" y="48"/>
                  </a:lnTo>
                  <a:lnTo>
                    <a:pt x="45" y="52"/>
                  </a:lnTo>
                  <a:lnTo>
                    <a:pt x="45" y="52"/>
                  </a:lnTo>
                  <a:lnTo>
                    <a:pt x="45" y="52"/>
                  </a:lnTo>
                  <a:lnTo>
                    <a:pt x="45" y="48"/>
                  </a:lnTo>
                  <a:lnTo>
                    <a:pt x="49" y="48"/>
                  </a:lnTo>
                  <a:lnTo>
                    <a:pt x="52" y="48"/>
                  </a:lnTo>
                  <a:lnTo>
                    <a:pt x="52" y="48"/>
                  </a:lnTo>
                  <a:lnTo>
                    <a:pt x="56" y="48"/>
                  </a:lnTo>
                  <a:lnTo>
                    <a:pt x="56" y="48"/>
                  </a:lnTo>
                  <a:lnTo>
                    <a:pt x="56" y="48"/>
                  </a:lnTo>
                  <a:lnTo>
                    <a:pt x="60" y="52"/>
                  </a:lnTo>
                  <a:lnTo>
                    <a:pt x="60" y="52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63" y="55"/>
                  </a:lnTo>
                  <a:lnTo>
                    <a:pt x="63" y="55"/>
                  </a:lnTo>
                  <a:lnTo>
                    <a:pt x="67" y="59"/>
                  </a:lnTo>
                  <a:lnTo>
                    <a:pt x="71" y="59"/>
                  </a:lnTo>
                  <a:lnTo>
                    <a:pt x="75" y="59"/>
                  </a:lnTo>
                  <a:lnTo>
                    <a:pt x="75" y="59"/>
                  </a:lnTo>
                  <a:lnTo>
                    <a:pt x="78" y="59"/>
                  </a:lnTo>
                  <a:lnTo>
                    <a:pt x="82" y="59"/>
                  </a:lnTo>
                  <a:lnTo>
                    <a:pt x="82" y="55"/>
                  </a:lnTo>
                  <a:lnTo>
                    <a:pt x="86" y="52"/>
                  </a:lnTo>
                  <a:lnTo>
                    <a:pt x="86" y="52"/>
                  </a:lnTo>
                  <a:lnTo>
                    <a:pt x="89" y="52"/>
                  </a:lnTo>
                  <a:lnTo>
                    <a:pt x="89" y="52"/>
                  </a:lnTo>
                  <a:lnTo>
                    <a:pt x="89" y="55"/>
                  </a:lnTo>
                  <a:lnTo>
                    <a:pt x="93" y="59"/>
                  </a:lnTo>
                  <a:lnTo>
                    <a:pt x="93" y="63"/>
                  </a:lnTo>
                  <a:lnTo>
                    <a:pt x="97" y="63"/>
                  </a:lnTo>
                  <a:lnTo>
                    <a:pt x="104" y="67"/>
                  </a:lnTo>
                  <a:lnTo>
                    <a:pt x="108" y="67"/>
                  </a:lnTo>
                  <a:lnTo>
                    <a:pt x="112" y="70"/>
                  </a:lnTo>
                  <a:lnTo>
                    <a:pt x="112" y="74"/>
                  </a:lnTo>
                  <a:lnTo>
                    <a:pt x="115" y="78"/>
                  </a:lnTo>
                  <a:lnTo>
                    <a:pt x="119" y="81"/>
                  </a:lnTo>
                  <a:lnTo>
                    <a:pt x="123" y="81"/>
                  </a:lnTo>
                  <a:lnTo>
                    <a:pt x="126" y="78"/>
                  </a:lnTo>
                  <a:lnTo>
                    <a:pt x="126" y="78"/>
                  </a:lnTo>
                  <a:lnTo>
                    <a:pt x="130" y="78"/>
                  </a:lnTo>
                  <a:lnTo>
                    <a:pt x="130" y="81"/>
                  </a:lnTo>
                  <a:lnTo>
                    <a:pt x="130" y="81"/>
                  </a:lnTo>
                  <a:lnTo>
                    <a:pt x="134" y="78"/>
                  </a:lnTo>
                  <a:lnTo>
                    <a:pt x="130" y="63"/>
                  </a:lnTo>
                  <a:lnTo>
                    <a:pt x="130" y="63"/>
                  </a:lnTo>
                  <a:lnTo>
                    <a:pt x="126" y="63"/>
                  </a:lnTo>
                  <a:lnTo>
                    <a:pt x="126" y="63"/>
                  </a:lnTo>
                  <a:lnTo>
                    <a:pt x="126" y="67"/>
                  </a:lnTo>
                  <a:lnTo>
                    <a:pt x="126" y="67"/>
                  </a:lnTo>
                  <a:lnTo>
                    <a:pt x="119" y="67"/>
                  </a:lnTo>
                  <a:lnTo>
                    <a:pt x="119" y="63"/>
                  </a:lnTo>
                  <a:lnTo>
                    <a:pt x="115" y="63"/>
                  </a:lnTo>
                  <a:lnTo>
                    <a:pt x="112" y="59"/>
                  </a:lnTo>
                  <a:lnTo>
                    <a:pt x="112" y="55"/>
                  </a:lnTo>
                  <a:lnTo>
                    <a:pt x="112" y="52"/>
                  </a:lnTo>
                  <a:lnTo>
                    <a:pt x="112" y="44"/>
                  </a:lnTo>
                  <a:lnTo>
                    <a:pt x="112" y="41"/>
                  </a:lnTo>
                  <a:lnTo>
                    <a:pt x="112" y="41"/>
                  </a:lnTo>
                  <a:lnTo>
                    <a:pt x="115" y="37"/>
                  </a:lnTo>
                  <a:lnTo>
                    <a:pt x="115" y="37"/>
                  </a:lnTo>
                  <a:lnTo>
                    <a:pt x="115" y="37"/>
                  </a:lnTo>
                  <a:lnTo>
                    <a:pt x="115" y="33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5" y="26"/>
                  </a:lnTo>
                  <a:lnTo>
                    <a:pt x="115" y="26"/>
                  </a:lnTo>
                  <a:lnTo>
                    <a:pt x="115" y="26"/>
                  </a:lnTo>
                  <a:lnTo>
                    <a:pt x="115" y="22"/>
                  </a:lnTo>
                  <a:lnTo>
                    <a:pt x="112" y="22"/>
                  </a:lnTo>
                  <a:lnTo>
                    <a:pt x="112" y="18"/>
                  </a:lnTo>
                  <a:lnTo>
                    <a:pt x="119" y="7"/>
                  </a:lnTo>
                  <a:lnTo>
                    <a:pt x="145" y="0"/>
                  </a:lnTo>
                  <a:lnTo>
                    <a:pt x="152" y="4"/>
                  </a:lnTo>
                  <a:lnTo>
                    <a:pt x="156" y="4"/>
                  </a:lnTo>
                  <a:lnTo>
                    <a:pt x="160" y="4"/>
                  </a:lnTo>
                  <a:lnTo>
                    <a:pt x="160" y="4"/>
                  </a:lnTo>
                  <a:lnTo>
                    <a:pt x="163" y="7"/>
                  </a:lnTo>
                  <a:lnTo>
                    <a:pt x="163" y="7"/>
                  </a:lnTo>
                  <a:lnTo>
                    <a:pt x="163" y="11"/>
                  </a:lnTo>
                  <a:lnTo>
                    <a:pt x="167" y="11"/>
                  </a:lnTo>
                  <a:lnTo>
                    <a:pt x="174" y="11"/>
                  </a:lnTo>
                  <a:lnTo>
                    <a:pt x="178" y="11"/>
                  </a:lnTo>
                  <a:lnTo>
                    <a:pt x="178" y="15"/>
                  </a:lnTo>
                  <a:lnTo>
                    <a:pt x="182" y="15"/>
                  </a:lnTo>
                  <a:lnTo>
                    <a:pt x="182" y="15"/>
                  </a:lnTo>
                  <a:lnTo>
                    <a:pt x="186" y="18"/>
                  </a:lnTo>
                  <a:lnTo>
                    <a:pt x="186" y="18"/>
                  </a:lnTo>
                  <a:lnTo>
                    <a:pt x="186" y="22"/>
                  </a:lnTo>
                  <a:lnTo>
                    <a:pt x="189" y="22"/>
                  </a:lnTo>
                  <a:lnTo>
                    <a:pt x="189" y="26"/>
                  </a:lnTo>
                  <a:lnTo>
                    <a:pt x="189" y="26"/>
                  </a:lnTo>
                  <a:lnTo>
                    <a:pt x="193" y="26"/>
                  </a:lnTo>
                  <a:lnTo>
                    <a:pt x="193" y="26"/>
                  </a:lnTo>
                  <a:lnTo>
                    <a:pt x="189" y="29"/>
                  </a:lnTo>
                  <a:lnTo>
                    <a:pt x="193" y="33"/>
                  </a:lnTo>
                  <a:lnTo>
                    <a:pt x="193" y="33"/>
                  </a:lnTo>
                  <a:lnTo>
                    <a:pt x="197" y="37"/>
                  </a:lnTo>
                  <a:lnTo>
                    <a:pt x="197" y="41"/>
                  </a:lnTo>
                  <a:lnTo>
                    <a:pt x="193" y="41"/>
                  </a:lnTo>
                  <a:lnTo>
                    <a:pt x="193" y="41"/>
                  </a:lnTo>
                  <a:lnTo>
                    <a:pt x="189" y="44"/>
                  </a:lnTo>
                  <a:lnTo>
                    <a:pt x="189" y="48"/>
                  </a:lnTo>
                  <a:lnTo>
                    <a:pt x="193" y="52"/>
                  </a:lnTo>
                  <a:lnTo>
                    <a:pt x="193" y="52"/>
                  </a:lnTo>
                  <a:lnTo>
                    <a:pt x="193" y="55"/>
                  </a:lnTo>
                  <a:lnTo>
                    <a:pt x="189" y="55"/>
                  </a:lnTo>
                  <a:lnTo>
                    <a:pt x="193" y="59"/>
                  </a:lnTo>
                  <a:lnTo>
                    <a:pt x="193" y="59"/>
                  </a:lnTo>
                  <a:lnTo>
                    <a:pt x="189" y="59"/>
                  </a:lnTo>
                  <a:lnTo>
                    <a:pt x="193" y="63"/>
                  </a:lnTo>
                  <a:lnTo>
                    <a:pt x="193" y="63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89" y="70"/>
                  </a:lnTo>
                  <a:lnTo>
                    <a:pt x="186" y="70"/>
                  </a:lnTo>
                  <a:lnTo>
                    <a:pt x="186" y="74"/>
                  </a:lnTo>
                  <a:lnTo>
                    <a:pt x="186" y="74"/>
                  </a:lnTo>
                  <a:lnTo>
                    <a:pt x="186" y="74"/>
                  </a:lnTo>
                  <a:lnTo>
                    <a:pt x="186" y="78"/>
                  </a:lnTo>
                  <a:lnTo>
                    <a:pt x="186" y="78"/>
                  </a:lnTo>
                  <a:lnTo>
                    <a:pt x="182" y="81"/>
                  </a:lnTo>
                  <a:lnTo>
                    <a:pt x="182" y="81"/>
                  </a:lnTo>
                  <a:lnTo>
                    <a:pt x="182" y="85"/>
                  </a:lnTo>
                  <a:lnTo>
                    <a:pt x="182" y="85"/>
                  </a:lnTo>
                  <a:lnTo>
                    <a:pt x="186" y="89"/>
                  </a:lnTo>
                  <a:lnTo>
                    <a:pt x="186" y="93"/>
                  </a:lnTo>
                  <a:lnTo>
                    <a:pt x="186" y="93"/>
                  </a:lnTo>
                  <a:lnTo>
                    <a:pt x="182" y="93"/>
                  </a:lnTo>
                  <a:lnTo>
                    <a:pt x="171" y="96"/>
                  </a:lnTo>
                  <a:lnTo>
                    <a:pt x="167" y="96"/>
                  </a:lnTo>
                  <a:lnTo>
                    <a:pt x="152" y="104"/>
                  </a:lnTo>
                  <a:lnTo>
                    <a:pt x="149" y="104"/>
                  </a:lnTo>
                  <a:lnTo>
                    <a:pt x="141" y="107"/>
                  </a:lnTo>
                  <a:lnTo>
                    <a:pt x="141" y="107"/>
                  </a:lnTo>
                  <a:lnTo>
                    <a:pt x="141" y="111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37" y="115"/>
                  </a:lnTo>
                  <a:lnTo>
                    <a:pt x="134" y="115"/>
                  </a:lnTo>
                  <a:lnTo>
                    <a:pt x="134" y="115"/>
                  </a:lnTo>
                  <a:lnTo>
                    <a:pt x="134" y="115"/>
                  </a:lnTo>
                  <a:lnTo>
                    <a:pt x="130" y="115"/>
                  </a:lnTo>
                  <a:lnTo>
                    <a:pt x="126" y="115"/>
                  </a:lnTo>
                  <a:lnTo>
                    <a:pt x="123" y="115"/>
                  </a:lnTo>
                  <a:lnTo>
                    <a:pt x="119" y="115"/>
                  </a:lnTo>
                  <a:lnTo>
                    <a:pt x="115" y="118"/>
                  </a:lnTo>
                  <a:lnTo>
                    <a:pt x="115" y="122"/>
                  </a:lnTo>
                  <a:lnTo>
                    <a:pt x="115" y="122"/>
                  </a:lnTo>
                  <a:lnTo>
                    <a:pt x="115" y="122"/>
                  </a:lnTo>
                  <a:lnTo>
                    <a:pt x="115" y="126"/>
                  </a:lnTo>
                  <a:lnTo>
                    <a:pt x="115" y="126"/>
                  </a:lnTo>
                  <a:lnTo>
                    <a:pt x="112" y="126"/>
                  </a:lnTo>
                  <a:lnTo>
                    <a:pt x="108" y="130"/>
                  </a:lnTo>
                  <a:lnTo>
                    <a:pt x="97" y="133"/>
                  </a:lnTo>
                  <a:lnTo>
                    <a:pt x="89" y="144"/>
                  </a:lnTo>
                  <a:lnTo>
                    <a:pt x="86" y="148"/>
                  </a:lnTo>
                  <a:lnTo>
                    <a:pt x="82" y="152"/>
                  </a:lnTo>
                  <a:lnTo>
                    <a:pt x="78" y="152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1" y="148"/>
                  </a:lnTo>
                  <a:lnTo>
                    <a:pt x="67" y="148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60" y="148"/>
                  </a:lnTo>
                  <a:lnTo>
                    <a:pt x="60" y="148"/>
                  </a:lnTo>
                  <a:lnTo>
                    <a:pt x="56" y="148"/>
                  </a:lnTo>
                  <a:lnTo>
                    <a:pt x="52" y="148"/>
                  </a:lnTo>
                  <a:lnTo>
                    <a:pt x="52" y="144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1" y="144"/>
                  </a:lnTo>
                  <a:lnTo>
                    <a:pt x="37" y="141"/>
                  </a:lnTo>
                  <a:lnTo>
                    <a:pt x="23" y="144"/>
                  </a:lnTo>
                  <a:lnTo>
                    <a:pt x="23" y="144"/>
                  </a:lnTo>
                  <a:lnTo>
                    <a:pt x="19" y="141"/>
                  </a:lnTo>
                  <a:lnTo>
                    <a:pt x="19" y="141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2" y="137"/>
                  </a:lnTo>
                  <a:lnTo>
                    <a:pt x="8" y="133"/>
                  </a:lnTo>
                  <a:lnTo>
                    <a:pt x="8" y="130"/>
                  </a:lnTo>
                  <a:lnTo>
                    <a:pt x="4" y="130"/>
                  </a:lnTo>
                  <a:lnTo>
                    <a:pt x="4" y="130"/>
                  </a:lnTo>
                  <a:lnTo>
                    <a:pt x="0" y="126"/>
                  </a:lnTo>
                  <a:lnTo>
                    <a:pt x="0" y="122"/>
                  </a:lnTo>
                  <a:lnTo>
                    <a:pt x="0" y="74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7" y="70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7" y="63"/>
                  </a:lnTo>
                  <a:lnTo>
                    <a:pt x="37" y="59"/>
                  </a:lnTo>
                  <a:lnTo>
                    <a:pt x="37" y="52"/>
                  </a:lnTo>
                  <a:lnTo>
                    <a:pt x="34" y="48"/>
                  </a:lnTo>
                  <a:lnTo>
                    <a:pt x="37" y="48"/>
                  </a:lnTo>
                  <a:lnTo>
                    <a:pt x="37" y="44"/>
                  </a:lnTo>
                  <a:lnTo>
                    <a:pt x="37" y="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6" name="Freeform 144"/>
            <p:cNvSpPr/>
            <p:nvPr/>
          </p:nvSpPr>
          <p:spPr bwMode="auto">
            <a:xfrm>
              <a:off x="4531048" y="3290478"/>
              <a:ext cx="266333" cy="239313"/>
            </a:xfrm>
            <a:custGeom>
              <a:avLst/>
              <a:gdLst>
                <a:gd name="T0" fmla="*/ 189 w 207"/>
                <a:gd name="T1" fmla="*/ 175 h 186"/>
                <a:gd name="T2" fmla="*/ 178 w 207"/>
                <a:gd name="T3" fmla="*/ 167 h 186"/>
                <a:gd name="T4" fmla="*/ 170 w 207"/>
                <a:gd name="T5" fmla="*/ 160 h 186"/>
                <a:gd name="T6" fmla="*/ 207 w 207"/>
                <a:gd name="T7" fmla="*/ 108 h 186"/>
                <a:gd name="T8" fmla="*/ 207 w 207"/>
                <a:gd name="T9" fmla="*/ 97 h 186"/>
                <a:gd name="T10" fmla="*/ 207 w 207"/>
                <a:gd name="T11" fmla="*/ 82 h 186"/>
                <a:gd name="T12" fmla="*/ 200 w 207"/>
                <a:gd name="T13" fmla="*/ 78 h 186"/>
                <a:gd name="T14" fmla="*/ 193 w 207"/>
                <a:gd name="T15" fmla="*/ 82 h 186"/>
                <a:gd name="T16" fmla="*/ 182 w 207"/>
                <a:gd name="T17" fmla="*/ 78 h 186"/>
                <a:gd name="T18" fmla="*/ 178 w 207"/>
                <a:gd name="T19" fmla="*/ 82 h 186"/>
                <a:gd name="T20" fmla="*/ 178 w 207"/>
                <a:gd name="T21" fmla="*/ 75 h 186"/>
                <a:gd name="T22" fmla="*/ 178 w 207"/>
                <a:gd name="T23" fmla="*/ 67 h 186"/>
                <a:gd name="T24" fmla="*/ 178 w 207"/>
                <a:gd name="T25" fmla="*/ 60 h 186"/>
                <a:gd name="T26" fmla="*/ 174 w 207"/>
                <a:gd name="T27" fmla="*/ 56 h 186"/>
                <a:gd name="T28" fmla="*/ 170 w 207"/>
                <a:gd name="T29" fmla="*/ 49 h 186"/>
                <a:gd name="T30" fmla="*/ 170 w 207"/>
                <a:gd name="T31" fmla="*/ 38 h 186"/>
                <a:gd name="T32" fmla="*/ 170 w 207"/>
                <a:gd name="T33" fmla="*/ 30 h 186"/>
                <a:gd name="T34" fmla="*/ 170 w 207"/>
                <a:gd name="T35" fmla="*/ 23 h 186"/>
                <a:gd name="T36" fmla="*/ 152 w 207"/>
                <a:gd name="T37" fmla="*/ 15 h 186"/>
                <a:gd name="T38" fmla="*/ 133 w 207"/>
                <a:gd name="T39" fmla="*/ 23 h 186"/>
                <a:gd name="T40" fmla="*/ 130 w 207"/>
                <a:gd name="T41" fmla="*/ 30 h 186"/>
                <a:gd name="T42" fmla="*/ 108 w 207"/>
                <a:gd name="T43" fmla="*/ 34 h 186"/>
                <a:gd name="T44" fmla="*/ 96 w 207"/>
                <a:gd name="T45" fmla="*/ 26 h 186"/>
                <a:gd name="T46" fmla="*/ 93 w 207"/>
                <a:gd name="T47" fmla="*/ 19 h 186"/>
                <a:gd name="T48" fmla="*/ 89 w 207"/>
                <a:gd name="T49" fmla="*/ 12 h 186"/>
                <a:gd name="T50" fmla="*/ 89 w 207"/>
                <a:gd name="T51" fmla="*/ 4 h 186"/>
                <a:gd name="T52" fmla="*/ 59 w 207"/>
                <a:gd name="T53" fmla="*/ 0 h 186"/>
                <a:gd name="T54" fmla="*/ 41 w 207"/>
                <a:gd name="T55" fmla="*/ 0 h 186"/>
                <a:gd name="T56" fmla="*/ 30 w 207"/>
                <a:gd name="T57" fmla="*/ 0 h 186"/>
                <a:gd name="T58" fmla="*/ 22 w 207"/>
                <a:gd name="T59" fmla="*/ 4 h 186"/>
                <a:gd name="T60" fmla="*/ 15 w 207"/>
                <a:gd name="T61" fmla="*/ 4 h 186"/>
                <a:gd name="T62" fmla="*/ 26 w 207"/>
                <a:gd name="T63" fmla="*/ 30 h 186"/>
                <a:gd name="T64" fmla="*/ 30 w 207"/>
                <a:gd name="T65" fmla="*/ 49 h 186"/>
                <a:gd name="T66" fmla="*/ 37 w 207"/>
                <a:gd name="T67" fmla="*/ 71 h 186"/>
                <a:gd name="T68" fmla="*/ 33 w 207"/>
                <a:gd name="T69" fmla="*/ 101 h 186"/>
                <a:gd name="T70" fmla="*/ 15 w 207"/>
                <a:gd name="T71" fmla="*/ 115 h 186"/>
                <a:gd name="T72" fmla="*/ 8 w 207"/>
                <a:gd name="T73" fmla="*/ 141 h 186"/>
                <a:gd name="T74" fmla="*/ 4 w 207"/>
                <a:gd name="T75" fmla="*/ 160 h 186"/>
                <a:gd name="T76" fmla="*/ 0 w 207"/>
                <a:gd name="T77" fmla="*/ 175 h 186"/>
                <a:gd name="T78" fmla="*/ 8 w 207"/>
                <a:gd name="T79" fmla="*/ 171 h 186"/>
                <a:gd name="T80" fmla="*/ 15 w 207"/>
                <a:gd name="T81" fmla="*/ 171 h 186"/>
                <a:gd name="T82" fmla="*/ 26 w 207"/>
                <a:gd name="T83" fmla="*/ 167 h 186"/>
                <a:gd name="T84" fmla="*/ 30 w 207"/>
                <a:gd name="T85" fmla="*/ 167 h 186"/>
                <a:gd name="T86" fmla="*/ 33 w 207"/>
                <a:gd name="T87" fmla="*/ 171 h 186"/>
                <a:gd name="T88" fmla="*/ 45 w 207"/>
                <a:gd name="T89" fmla="*/ 175 h 186"/>
                <a:gd name="T90" fmla="*/ 111 w 207"/>
                <a:gd name="T91" fmla="*/ 175 h 186"/>
                <a:gd name="T92" fmla="*/ 119 w 207"/>
                <a:gd name="T93" fmla="*/ 178 h 186"/>
                <a:gd name="T94" fmla="*/ 126 w 207"/>
                <a:gd name="T95" fmla="*/ 182 h 186"/>
                <a:gd name="T96" fmla="*/ 137 w 207"/>
                <a:gd name="T97" fmla="*/ 182 h 186"/>
                <a:gd name="T98" fmla="*/ 145 w 207"/>
                <a:gd name="T99" fmla="*/ 182 h 186"/>
                <a:gd name="T100" fmla="*/ 156 w 207"/>
                <a:gd name="T101" fmla="*/ 186 h 186"/>
                <a:gd name="T102" fmla="*/ 159 w 207"/>
                <a:gd name="T103" fmla="*/ 182 h 186"/>
                <a:gd name="T104" fmla="*/ 163 w 207"/>
                <a:gd name="T105" fmla="*/ 186 h 186"/>
                <a:gd name="T106" fmla="*/ 193 w 207"/>
                <a:gd name="T107" fmla="*/ 178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" h="186">
                  <a:moveTo>
                    <a:pt x="193" y="178"/>
                  </a:moveTo>
                  <a:lnTo>
                    <a:pt x="193" y="178"/>
                  </a:lnTo>
                  <a:lnTo>
                    <a:pt x="189" y="175"/>
                  </a:lnTo>
                  <a:lnTo>
                    <a:pt x="189" y="175"/>
                  </a:lnTo>
                  <a:lnTo>
                    <a:pt x="185" y="171"/>
                  </a:lnTo>
                  <a:lnTo>
                    <a:pt x="185" y="171"/>
                  </a:lnTo>
                  <a:lnTo>
                    <a:pt x="182" y="171"/>
                  </a:lnTo>
                  <a:lnTo>
                    <a:pt x="178" y="167"/>
                  </a:lnTo>
                  <a:lnTo>
                    <a:pt x="178" y="164"/>
                  </a:lnTo>
                  <a:lnTo>
                    <a:pt x="174" y="164"/>
                  </a:lnTo>
                  <a:lnTo>
                    <a:pt x="174" y="164"/>
                  </a:lnTo>
                  <a:lnTo>
                    <a:pt x="170" y="160"/>
                  </a:lnTo>
                  <a:lnTo>
                    <a:pt x="170" y="156"/>
                  </a:lnTo>
                  <a:lnTo>
                    <a:pt x="170" y="108"/>
                  </a:lnTo>
                  <a:lnTo>
                    <a:pt x="207" y="108"/>
                  </a:lnTo>
                  <a:lnTo>
                    <a:pt x="207" y="108"/>
                  </a:lnTo>
                  <a:lnTo>
                    <a:pt x="207" y="104"/>
                  </a:lnTo>
                  <a:lnTo>
                    <a:pt x="207" y="101"/>
                  </a:lnTo>
                  <a:lnTo>
                    <a:pt x="207" y="101"/>
                  </a:lnTo>
                  <a:lnTo>
                    <a:pt x="207" y="97"/>
                  </a:lnTo>
                  <a:lnTo>
                    <a:pt x="207" y="93"/>
                  </a:lnTo>
                  <a:lnTo>
                    <a:pt x="207" y="86"/>
                  </a:lnTo>
                  <a:lnTo>
                    <a:pt x="204" y="82"/>
                  </a:lnTo>
                  <a:lnTo>
                    <a:pt x="207" y="82"/>
                  </a:lnTo>
                  <a:lnTo>
                    <a:pt x="207" y="78"/>
                  </a:lnTo>
                  <a:lnTo>
                    <a:pt x="207" y="78"/>
                  </a:lnTo>
                  <a:lnTo>
                    <a:pt x="204" y="78"/>
                  </a:lnTo>
                  <a:lnTo>
                    <a:pt x="200" y="78"/>
                  </a:lnTo>
                  <a:lnTo>
                    <a:pt x="196" y="82"/>
                  </a:lnTo>
                  <a:lnTo>
                    <a:pt x="196" y="82"/>
                  </a:lnTo>
                  <a:lnTo>
                    <a:pt x="193" y="82"/>
                  </a:lnTo>
                  <a:lnTo>
                    <a:pt x="193" y="82"/>
                  </a:lnTo>
                  <a:lnTo>
                    <a:pt x="189" y="82"/>
                  </a:lnTo>
                  <a:lnTo>
                    <a:pt x="185" y="82"/>
                  </a:lnTo>
                  <a:lnTo>
                    <a:pt x="185" y="78"/>
                  </a:lnTo>
                  <a:lnTo>
                    <a:pt x="182" y="78"/>
                  </a:lnTo>
                  <a:lnTo>
                    <a:pt x="182" y="78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78" y="82"/>
                  </a:lnTo>
                  <a:lnTo>
                    <a:pt x="178" y="82"/>
                  </a:lnTo>
                  <a:lnTo>
                    <a:pt x="178" y="78"/>
                  </a:lnTo>
                  <a:lnTo>
                    <a:pt x="178" y="78"/>
                  </a:lnTo>
                  <a:lnTo>
                    <a:pt x="178" y="75"/>
                  </a:lnTo>
                  <a:lnTo>
                    <a:pt x="178" y="75"/>
                  </a:lnTo>
                  <a:lnTo>
                    <a:pt x="178" y="71"/>
                  </a:lnTo>
                  <a:lnTo>
                    <a:pt x="178" y="71"/>
                  </a:lnTo>
                  <a:lnTo>
                    <a:pt x="178" y="67"/>
                  </a:lnTo>
                  <a:lnTo>
                    <a:pt x="178" y="67"/>
                  </a:lnTo>
                  <a:lnTo>
                    <a:pt x="174" y="63"/>
                  </a:lnTo>
                  <a:lnTo>
                    <a:pt x="174" y="63"/>
                  </a:lnTo>
                  <a:lnTo>
                    <a:pt x="178" y="60"/>
                  </a:lnTo>
                  <a:lnTo>
                    <a:pt x="174" y="60"/>
                  </a:lnTo>
                  <a:lnTo>
                    <a:pt x="174" y="60"/>
                  </a:lnTo>
                  <a:lnTo>
                    <a:pt x="174" y="56"/>
                  </a:lnTo>
                  <a:lnTo>
                    <a:pt x="174" y="56"/>
                  </a:lnTo>
                  <a:lnTo>
                    <a:pt x="174" y="56"/>
                  </a:lnTo>
                  <a:lnTo>
                    <a:pt x="170" y="52"/>
                  </a:lnTo>
                  <a:lnTo>
                    <a:pt x="170" y="52"/>
                  </a:lnTo>
                  <a:lnTo>
                    <a:pt x="170" y="49"/>
                  </a:lnTo>
                  <a:lnTo>
                    <a:pt x="170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170" y="38"/>
                  </a:lnTo>
                  <a:lnTo>
                    <a:pt x="170" y="38"/>
                  </a:lnTo>
                  <a:lnTo>
                    <a:pt x="170" y="38"/>
                  </a:lnTo>
                  <a:lnTo>
                    <a:pt x="170" y="34"/>
                  </a:lnTo>
                  <a:lnTo>
                    <a:pt x="170" y="30"/>
                  </a:lnTo>
                  <a:lnTo>
                    <a:pt x="170" y="30"/>
                  </a:lnTo>
                  <a:lnTo>
                    <a:pt x="170" y="26"/>
                  </a:lnTo>
                  <a:lnTo>
                    <a:pt x="170" y="23"/>
                  </a:lnTo>
                  <a:lnTo>
                    <a:pt x="170" y="23"/>
                  </a:lnTo>
                  <a:lnTo>
                    <a:pt x="152" y="23"/>
                  </a:lnTo>
                  <a:lnTo>
                    <a:pt x="152" y="19"/>
                  </a:lnTo>
                  <a:lnTo>
                    <a:pt x="152" y="19"/>
                  </a:lnTo>
                  <a:lnTo>
                    <a:pt x="152" y="15"/>
                  </a:lnTo>
                  <a:lnTo>
                    <a:pt x="148" y="15"/>
                  </a:lnTo>
                  <a:lnTo>
                    <a:pt x="148" y="19"/>
                  </a:lnTo>
                  <a:lnTo>
                    <a:pt x="133" y="19"/>
                  </a:lnTo>
                  <a:lnTo>
                    <a:pt x="133" y="23"/>
                  </a:lnTo>
                  <a:lnTo>
                    <a:pt x="130" y="23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0" y="30"/>
                  </a:lnTo>
                  <a:lnTo>
                    <a:pt x="119" y="34"/>
                  </a:lnTo>
                  <a:lnTo>
                    <a:pt x="115" y="34"/>
                  </a:lnTo>
                  <a:lnTo>
                    <a:pt x="111" y="34"/>
                  </a:lnTo>
                  <a:lnTo>
                    <a:pt x="108" y="34"/>
                  </a:lnTo>
                  <a:lnTo>
                    <a:pt x="104" y="34"/>
                  </a:lnTo>
                  <a:lnTo>
                    <a:pt x="100" y="34"/>
                  </a:lnTo>
                  <a:lnTo>
                    <a:pt x="100" y="34"/>
                  </a:lnTo>
                  <a:lnTo>
                    <a:pt x="96" y="26"/>
                  </a:lnTo>
                  <a:lnTo>
                    <a:pt x="96" y="26"/>
                  </a:lnTo>
                  <a:lnTo>
                    <a:pt x="93" y="23"/>
                  </a:lnTo>
                  <a:lnTo>
                    <a:pt x="93" y="23"/>
                  </a:lnTo>
                  <a:lnTo>
                    <a:pt x="93" y="19"/>
                  </a:lnTo>
                  <a:lnTo>
                    <a:pt x="93" y="19"/>
                  </a:lnTo>
                  <a:lnTo>
                    <a:pt x="93" y="15"/>
                  </a:lnTo>
                  <a:lnTo>
                    <a:pt x="89" y="12"/>
                  </a:lnTo>
                  <a:lnTo>
                    <a:pt x="89" y="12"/>
                  </a:lnTo>
                  <a:lnTo>
                    <a:pt x="89" y="8"/>
                  </a:lnTo>
                  <a:lnTo>
                    <a:pt x="89" y="8"/>
                  </a:lnTo>
                  <a:lnTo>
                    <a:pt x="89" y="4"/>
                  </a:lnTo>
                  <a:lnTo>
                    <a:pt x="89" y="4"/>
                  </a:lnTo>
                  <a:lnTo>
                    <a:pt x="89" y="4"/>
                  </a:lnTo>
                  <a:lnTo>
                    <a:pt x="89" y="0"/>
                  </a:lnTo>
                  <a:lnTo>
                    <a:pt x="70" y="0"/>
                  </a:lnTo>
                  <a:lnTo>
                    <a:pt x="59" y="0"/>
                  </a:lnTo>
                  <a:lnTo>
                    <a:pt x="52" y="0"/>
                  </a:lnTo>
                  <a:lnTo>
                    <a:pt x="48" y="0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22" y="4"/>
                  </a:lnTo>
                  <a:lnTo>
                    <a:pt x="19" y="4"/>
                  </a:lnTo>
                  <a:lnTo>
                    <a:pt x="15" y="4"/>
                  </a:lnTo>
                  <a:lnTo>
                    <a:pt x="19" y="8"/>
                  </a:lnTo>
                  <a:lnTo>
                    <a:pt x="19" y="12"/>
                  </a:lnTo>
                  <a:lnTo>
                    <a:pt x="26" y="19"/>
                  </a:lnTo>
                  <a:lnTo>
                    <a:pt x="26" y="30"/>
                  </a:lnTo>
                  <a:lnTo>
                    <a:pt x="33" y="38"/>
                  </a:lnTo>
                  <a:lnTo>
                    <a:pt x="30" y="41"/>
                  </a:lnTo>
                  <a:lnTo>
                    <a:pt x="26" y="49"/>
                  </a:lnTo>
                  <a:lnTo>
                    <a:pt x="30" y="49"/>
                  </a:lnTo>
                  <a:lnTo>
                    <a:pt x="30" y="56"/>
                  </a:lnTo>
                  <a:lnTo>
                    <a:pt x="30" y="60"/>
                  </a:lnTo>
                  <a:lnTo>
                    <a:pt x="30" y="63"/>
                  </a:lnTo>
                  <a:lnTo>
                    <a:pt x="37" y="71"/>
                  </a:lnTo>
                  <a:lnTo>
                    <a:pt x="37" y="75"/>
                  </a:lnTo>
                  <a:lnTo>
                    <a:pt x="41" y="78"/>
                  </a:lnTo>
                  <a:lnTo>
                    <a:pt x="41" y="89"/>
                  </a:lnTo>
                  <a:lnTo>
                    <a:pt x="33" y="101"/>
                  </a:lnTo>
                  <a:lnTo>
                    <a:pt x="30" y="101"/>
                  </a:lnTo>
                  <a:lnTo>
                    <a:pt x="22" y="104"/>
                  </a:lnTo>
                  <a:lnTo>
                    <a:pt x="22" y="108"/>
                  </a:lnTo>
                  <a:lnTo>
                    <a:pt x="15" y="115"/>
                  </a:lnTo>
                  <a:lnTo>
                    <a:pt x="15" y="123"/>
                  </a:lnTo>
                  <a:lnTo>
                    <a:pt x="11" y="123"/>
                  </a:lnTo>
                  <a:lnTo>
                    <a:pt x="11" y="134"/>
                  </a:lnTo>
                  <a:lnTo>
                    <a:pt x="8" y="141"/>
                  </a:lnTo>
                  <a:lnTo>
                    <a:pt x="8" y="145"/>
                  </a:lnTo>
                  <a:lnTo>
                    <a:pt x="4" y="149"/>
                  </a:lnTo>
                  <a:lnTo>
                    <a:pt x="4" y="156"/>
                  </a:lnTo>
                  <a:lnTo>
                    <a:pt x="4" y="160"/>
                  </a:lnTo>
                  <a:lnTo>
                    <a:pt x="4" y="167"/>
                  </a:lnTo>
                  <a:lnTo>
                    <a:pt x="0" y="171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4" y="175"/>
                  </a:lnTo>
                  <a:lnTo>
                    <a:pt x="4" y="175"/>
                  </a:lnTo>
                  <a:lnTo>
                    <a:pt x="8" y="175"/>
                  </a:lnTo>
                  <a:lnTo>
                    <a:pt x="8" y="171"/>
                  </a:lnTo>
                  <a:lnTo>
                    <a:pt x="8" y="171"/>
                  </a:lnTo>
                  <a:lnTo>
                    <a:pt x="11" y="171"/>
                  </a:lnTo>
                  <a:lnTo>
                    <a:pt x="15" y="175"/>
                  </a:lnTo>
                  <a:lnTo>
                    <a:pt x="15" y="171"/>
                  </a:lnTo>
                  <a:lnTo>
                    <a:pt x="15" y="171"/>
                  </a:lnTo>
                  <a:lnTo>
                    <a:pt x="22" y="167"/>
                  </a:lnTo>
                  <a:lnTo>
                    <a:pt x="22" y="167"/>
                  </a:lnTo>
                  <a:lnTo>
                    <a:pt x="26" y="167"/>
                  </a:lnTo>
                  <a:lnTo>
                    <a:pt x="26" y="167"/>
                  </a:lnTo>
                  <a:lnTo>
                    <a:pt x="26" y="167"/>
                  </a:lnTo>
                  <a:lnTo>
                    <a:pt x="30" y="167"/>
                  </a:lnTo>
                  <a:lnTo>
                    <a:pt x="30" y="167"/>
                  </a:lnTo>
                  <a:lnTo>
                    <a:pt x="30" y="171"/>
                  </a:lnTo>
                  <a:lnTo>
                    <a:pt x="33" y="171"/>
                  </a:lnTo>
                  <a:lnTo>
                    <a:pt x="33" y="171"/>
                  </a:lnTo>
                  <a:lnTo>
                    <a:pt x="33" y="171"/>
                  </a:lnTo>
                  <a:lnTo>
                    <a:pt x="37" y="175"/>
                  </a:lnTo>
                  <a:lnTo>
                    <a:pt x="41" y="175"/>
                  </a:lnTo>
                  <a:lnTo>
                    <a:pt x="45" y="175"/>
                  </a:lnTo>
                  <a:lnTo>
                    <a:pt x="45" y="175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111" y="175"/>
                  </a:lnTo>
                  <a:lnTo>
                    <a:pt x="111" y="175"/>
                  </a:lnTo>
                  <a:lnTo>
                    <a:pt x="115" y="178"/>
                  </a:lnTo>
                  <a:lnTo>
                    <a:pt x="115" y="178"/>
                  </a:lnTo>
                  <a:lnTo>
                    <a:pt x="119" y="178"/>
                  </a:lnTo>
                  <a:lnTo>
                    <a:pt x="122" y="182"/>
                  </a:lnTo>
                  <a:lnTo>
                    <a:pt x="122" y="182"/>
                  </a:lnTo>
                  <a:lnTo>
                    <a:pt x="126" y="182"/>
                  </a:lnTo>
                  <a:lnTo>
                    <a:pt x="126" y="182"/>
                  </a:lnTo>
                  <a:lnTo>
                    <a:pt x="130" y="182"/>
                  </a:lnTo>
                  <a:lnTo>
                    <a:pt x="130" y="182"/>
                  </a:lnTo>
                  <a:lnTo>
                    <a:pt x="133" y="182"/>
                  </a:lnTo>
                  <a:lnTo>
                    <a:pt x="137" y="182"/>
                  </a:lnTo>
                  <a:lnTo>
                    <a:pt x="141" y="182"/>
                  </a:lnTo>
                  <a:lnTo>
                    <a:pt x="141" y="178"/>
                  </a:lnTo>
                  <a:lnTo>
                    <a:pt x="141" y="182"/>
                  </a:lnTo>
                  <a:lnTo>
                    <a:pt x="145" y="182"/>
                  </a:lnTo>
                  <a:lnTo>
                    <a:pt x="148" y="182"/>
                  </a:lnTo>
                  <a:lnTo>
                    <a:pt x="148" y="186"/>
                  </a:lnTo>
                  <a:lnTo>
                    <a:pt x="152" y="186"/>
                  </a:lnTo>
                  <a:lnTo>
                    <a:pt x="156" y="186"/>
                  </a:lnTo>
                  <a:lnTo>
                    <a:pt x="156" y="182"/>
                  </a:lnTo>
                  <a:lnTo>
                    <a:pt x="156" y="182"/>
                  </a:lnTo>
                  <a:lnTo>
                    <a:pt x="159" y="182"/>
                  </a:lnTo>
                  <a:lnTo>
                    <a:pt x="159" y="182"/>
                  </a:lnTo>
                  <a:lnTo>
                    <a:pt x="159" y="182"/>
                  </a:lnTo>
                  <a:lnTo>
                    <a:pt x="163" y="186"/>
                  </a:lnTo>
                  <a:lnTo>
                    <a:pt x="163" y="186"/>
                  </a:lnTo>
                  <a:lnTo>
                    <a:pt x="163" y="186"/>
                  </a:lnTo>
                  <a:lnTo>
                    <a:pt x="167" y="186"/>
                  </a:lnTo>
                  <a:lnTo>
                    <a:pt x="167" y="186"/>
                  </a:lnTo>
                  <a:lnTo>
                    <a:pt x="167" y="186"/>
                  </a:lnTo>
                  <a:lnTo>
                    <a:pt x="193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7" name="Freeform 145"/>
            <p:cNvSpPr/>
            <p:nvPr/>
          </p:nvSpPr>
          <p:spPr bwMode="auto">
            <a:xfrm>
              <a:off x="4816680" y="3482187"/>
              <a:ext cx="167262" cy="133810"/>
            </a:xfrm>
            <a:custGeom>
              <a:avLst/>
              <a:gdLst>
                <a:gd name="T0" fmla="*/ 8 w 130"/>
                <a:gd name="T1" fmla="*/ 33 h 104"/>
                <a:gd name="T2" fmla="*/ 11 w 130"/>
                <a:gd name="T3" fmla="*/ 33 h 104"/>
                <a:gd name="T4" fmla="*/ 23 w 130"/>
                <a:gd name="T5" fmla="*/ 33 h 104"/>
                <a:gd name="T6" fmla="*/ 23 w 130"/>
                <a:gd name="T7" fmla="*/ 33 h 104"/>
                <a:gd name="T8" fmla="*/ 34 w 130"/>
                <a:gd name="T9" fmla="*/ 33 h 104"/>
                <a:gd name="T10" fmla="*/ 56 w 130"/>
                <a:gd name="T11" fmla="*/ 15 h 104"/>
                <a:gd name="T12" fmla="*/ 63 w 130"/>
                <a:gd name="T13" fmla="*/ 11 h 104"/>
                <a:gd name="T14" fmla="*/ 63 w 130"/>
                <a:gd name="T15" fmla="*/ 7 h 104"/>
                <a:gd name="T16" fmla="*/ 71 w 130"/>
                <a:gd name="T17" fmla="*/ 0 h 104"/>
                <a:gd name="T18" fmla="*/ 82 w 130"/>
                <a:gd name="T19" fmla="*/ 0 h 104"/>
                <a:gd name="T20" fmla="*/ 85 w 130"/>
                <a:gd name="T21" fmla="*/ 0 h 104"/>
                <a:gd name="T22" fmla="*/ 89 w 130"/>
                <a:gd name="T23" fmla="*/ 3 h 104"/>
                <a:gd name="T24" fmla="*/ 97 w 130"/>
                <a:gd name="T25" fmla="*/ 7 h 104"/>
                <a:gd name="T26" fmla="*/ 104 w 130"/>
                <a:gd name="T27" fmla="*/ 7 h 104"/>
                <a:gd name="T28" fmla="*/ 115 w 130"/>
                <a:gd name="T29" fmla="*/ 11 h 104"/>
                <a:gd name="T30" fmla="*/ 126 w 130"/>
                <a:gd name="T31" fmla="*/ 18 h 104"/>
                <a:gd name="T32" fmla="*/ 130 w 130"/>
                <a:gd name="T33" fmla="*/ 22 h 104"/>
                <a:gd name="T34" fmla="*/ 130 w 130"/>
                <a:gd name="T35" fmla="*/ 29 h 104"/>
                <a:gd name="T36" fmla="*/ 126 w 130"/>
                <a:gd name="T37" fmla="*/ 37 h 104"/>
                <a:gd name="T38" fmla="*/ 130 w 130"/>
                <a:gd name="T39" fmla="*/ 41 h 104"/>
                <a:gd name="T40" fmla="*/ 126 w 130"/>
                <a:gd name="T41" fmla="*/ 48 h 104"/>
                <a:gd name="T42" fmla="*/ 122 w 130"/>
                <a:gd name="T43" fmla="*/ 52 h 104"/>
                <a:gd name="T44" fmla="*/ 126 w 130"/>
                <a:gd name="T45" fmla="*/ 59 h 104"/>
                <a:gd name="T46" fmla="*/ 126 w 130"/>
                <a:gd name="T47" fmla="*/ 63 h 104"/>
                <a:gd name="T48" fmla="*/ 122 w 130"/>
                <a:gd name="T49" fmla="*/ 70 h 104"/>
                <a:gd name="T50" fmla="*/ 119 w 130"/>
                <a:gd name="T51" fmla="*/ 74 h 104"/>
                <a:gd name="T52" fmla="*/ 119 w 130"/>
                <a:gd name="T53" fmla="*/ 85 h 104"/>
                <a:gd name="T54" fmla="*/ 97 w 130"/>
                <a:gd name="T55" fmla="*/ 104 h 104"/>
                <a:gd name="T56" fmla="*/ 85 w 130"/>
                <a:gd name="T57" fmla="*/ 104 h 104"/>
                <a:gd name="T58" fmla="*/ 78 w 130"/>
                <a:gd name="T59" fmla="*/ 100 h 104"/>
                <a:gd name="T60" fmla="*/ 67 w 130"/>
                <a:gd name="T61" fmla="*/ 100 h 104"/>
                <a:gd name="T62" fmla="*/ 63 w 130"/>
                <a:gd name="T63" fmla="*/ 96 h 104"/>
                <a:gd name="T64" fmla="*/ 56 w 130"/>
                <a:gd name="T65" fmla="*/ 93 h 104"/>
                <a:gd name="T66" fmla="*/ 48 w 130"/>
                <a:gd name="T67" fmla="*/ 93 h 104"/>
                <a:gd name="T68" fmla="*/ 41 w 130"/>
                <a:gd name="T69" fmla="*/ 85 h 104"/>
                <a:gd name="T70" fmla="*/ 37 w 130"/>
                <a:gd name="T71" fmla="*/ 78 h 104"/>
                <a:gd name="T72" fmla="*/ 34 w 130"/>
                <a:gd name="T73" fmla="*/ 74 h 104"/>
                <a:gd name="T74" fmla="*/ 34 w 130"/>
                <a:gd name="T75" fmla="*/ 70 h 104"/>
                <a:gd name="T76" fmla="*/ 26 w 130"/>
                <a:gd name="T77" fmla="*/ 67 h 104"/>
                <a:gd name="T78" fmla="*/ 19 w 130"/>
                <a:gd name="T79" fmla="*/ 55 h 104"/>
                <a:gd name="T80" fmla="*/ 15 w 130"/>
                <a:gd name="T81" fmla="*/ 52 h 104"/>
                <a:gd name="T82" fmla="*/ 11 w 130"/>
                <a:gd name="T83" fmla="*/ 44 h 104"/>
                <a:gd name="T84" fmla="*/ 8 w 130"/>
                <a:gd name="T85" fmla="*/ 41 h 104"/>
                <a:gd name="T86" fmla="*/ 0 w 130"/>
                <a:gd name="T87" fmla="*/ 37 h 104"/>
                <a:gd name="T88" fmla="*/ 0 w 130"/>
                <a:gd name="T89" fmla="*/ 33 h 104"/>
                <a:gd name="T90" fmla="*/ 0 w 130"/>
                <a:gd name="T91" fmla="*/ 3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0" h="104">
                  <a:moveTo>
                    <a:pt x="0" y="33"/>
                  </a:moveTo>
                  <a:lnTo>
                    <a:pt x="4" y="33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11" y="33"/>
                  </a:lnTo>
                  <a:lnTo>
                    <a:pt x="11" y="33"/>
                  </a:lnTo>
                  <a:lnTo>
                    <a:pt x="15" y="33"/>
                  </a:lnTo>
                  <a:lnTo>
                    <a:pt x="19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6" y="37"/>
                  </a:lnTo>
                  <a:lnTo>
                    <a:pt x="30" y="37"/>
                  </a:lnTo>
                  <a:lnTo>
                    <a:pt x="34" y="33"/>
                  </a:lnTo>
                  <a:lnTo>
                    <a:pt x="37" y="29"/>
                  </a:lnTo>
                  <a:lnTo>
                    <a:pt x="45" y="18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3" y="11"/>
                  </a:lnTo>
                  <a:lnTo>
                    <a:pt x="63" y="11"/>
                  </a:lnTo>
                  <a:lnTo>
                    <a:pt x="63" y="7"/>
                  </a:lnTo>
                  <a:lnTo>
                    <a:pt x="63" y="7"/>
                  </a:lnTo>
                  <a:lnTo>
                    <a:pt x="63" y="7"/>
                  </a:lnTo>
                  <a:lnTo>
                    <a:pt x="63" y="3"/>
                  </a:lnTo>
                  <a:lnTo>
                    <a:pt x="67" y="0"/>
                  </a:lnTo>
                  <a:lnTo>
                    <a:pt x="71" y="0"/>
                  </a:lnTo>
                  <a:lnTo>
                    <a:pt x="74" y="0"/>
                  </a:lnTo>
                  <a:lnTo>
                    <a:pt x="78" y="0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85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89" y="3"/>
                  </a:lnTo>
                  <a:lnTo>
                    <a:pt x="97" y="3"/>
                  </a:lnTo>
                  <a:lnTo>
                    <a:pt x="97" y="3"/>
                  </a:lnTo>
                  <a:lnTo>
                    <a:pt x="97" y="7"/>
                  </a:lnTo>
                  <a:lnTo>
                    <a:pt x="100" y="7"/>
                  </a:lnTo>
                  <a:lnTo>
                    <a:pt x="100" y="3"/>
                  </a:lnTo>
                  <a:lnTo>
                    <a:pt x="104" y="7"/>
                  </a:lnTo>
                  <a:lnTo>
                    <a:pt x="111" y="7"/>
                  </a:lnTo>
                  <a:lnTo>
                    <a:pt x="111" y="11"/>
                  </a:lnTo>
                  <a:lnTo>
                    <a:pt x="115" y="11"/>
                  </a:lnTo>
                  <a:lnTo>
                    <a:pt x="122" y="11"/>
                  </a:lnTo>
                  <a:lnTo>
                    <a:pt x="122" y="15"/>
                  </a:lnTo>
                  <a:lnTo>
                    <a:pt x="126" y="18"/>
                  </a:lnTo>
                  <a:lnTo>
                    <a:pt x="130" y="18"/>
                  </a:lnTo>
                  <a:lnTo>
                    <a:pt x="130" y="18"/>
                  </a:lnTo>
                  <a:lnTo>
                    <a:pt x="130" y="22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0" y="29"/>
                  </a:lnTo>
                  <a:lnTo>
                    <a:pt x="130" y="29"/>
                  </a:lnTo>
                  <a:lnTo>
                    <a:pt x="126" y="33"/>
                  </a:lnTo>
                  <a:lnTo>
                    <a:pt x="126" y="37"/>
                  </a:lnTo>
                  <a:lnTo>
                    <a:pt x="126" y="41"/>
                  </a:lnTo>
                  <a:lnTo>
                    <a:pt x="126" y="41"/>
                  </a:lnTo>
                  <a:lnTo>
                    <a:pt x="130" y="41"/>
                  </a:lnTo>
                  <a:lnTo>
                    <a:pt x="126" y="41"/>
                  </a:lnTo>
                  <a:lnTo>
                    <a:pt x="126" y="44"/>
                  </a:lnTo>
                  <a:lnTo>
                    <a:pt x="126" y="48"/>
                  </a:lnTo>
                  <a:lnTo>
                    <a:pt x="126" y="48"/>
                  </a:lnTo>
                  <a:lnTo>
                    <a:pt x="122" y="52"/>
                  </a:lnTo>
                  <a:lnTo>
                    <a:pt x="122" y="52"/>
                  </a:lnTo>
                  <a:lnTo>
                    <a:pt x="126" y="55"/>
                  </a:lnTo>
                  <a:lnTo>
                    <a:pt x="126" y="55"/>
                  </a:lnTo>
                  <a:lnTo>
                    <a:pt x="126" y="59"/>
                  </a:lnTo>
                  <a:lnTo>
                    <a:pt x="126" y="59"/>
                  </a:lnTo>
                  <a:lnTo>
                    <a:pt x="126" y="63"/>
                  </a:lnTo>
                  <a:lnTo>
                    <a:pt x="126" y="63"/>
                  </a:lnTo>
                  <a:lnTo>
                    <a:pt x="126" y="67"/>
                  </a:lnTo>
                  <a:lnTo>
                    <a:pt x="122" y="70"/>
                  </a:lnTo>
                  <a:lnTo>
                    <a:pt x="122" y="70"/>
                  </a:lnTo>
                  <a:lnTo>
                    <a:pt x="119" y="70"/>
                  </a:lnTo>
                  <a:lnTo>
                    <a:pt x="119" y="74"/>
                  </a:lnTo>
                  <a:lnTo>
                    <a:pt x="119" y="74"/>
                  </a:lnTo>
                  <a:lnTo>
                    <a:pt x="119" y="78"/>
                  </a:lnTo>
                  <a:lnTo>
                    <a:pt x="119" y="81"/>
                  </a:lnTo>
                  <a:lnTo>
                    <a:pt x="119" y="85"/>
                  </a:lnTo>
                  <a:lnTo>
                    <a:pt x="119" y="89"/>
                  </a:lnTo>
                  <a:lnTo>
                    <a:pt x="100" y="104"/>
                  </a:lnTo>
                  <a:lnTo>
                    <a:pt x="97" y="104"/>
                  </a:lnTo>
                  <a:lnTo>
                    <a:pt x="89" y="100"/>
                  </a:lnTo>
                  <a:lnTo>
                    <a:pt x="85" y="104"/>
                  </a:lnTo>
                  <a:lnTo>
                    <a:pt x="85" y="104"/>
                  </a:lnTo>
                  <a:lnTo>
                    <a:pt x="82" y="104"/>
                  </a:lnTo>
                  <a:lnTo>
                    <a:pt x="78" y="100"/>
                  </a:lnTo>
                  <a:lnTo>
                    <a:pt x="78" y="100"/>
                  </a:lnTo>
                  <a:lnTo>
                    <a:pt x="74" y="100"/>
                  </a:lnTo>
                  <a:lnTo>
                    <a:pt x="71" y="100"/>
                  </a:lnTo>
                  <a:lnTo>
                    <a:pt x="67" y="100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3"/>
                  </a:lnTo>
                  <a:lnTo>
                    <a:pt x="60" y="93"/>
                  </a:lnTo>
                  <a:lnTo>
                    <a:pt x="56" y="93"/>
                  </a:lnTo>
                  <a:lnTo>
                    <a:pt x="56" y="93"/>
                  </a:lnTo>
                  <a:lnTo>
                    <a:pt x="52" y="89"/>
                  </a:lnTo>
                  <a:lnTo>
                    <a:pt x="48" y="93"/>
                  </a:lnTo>
                  <a:lnTo>
                    <a:pt x="45" y="89"/>
                  </a:lnTo>
                  <a:lnTo>
                    <a:pt x="45" y="89"/>
                  </a:lnTo>
                  <a:lnTo>
                    <a:pt x="41" y="85"/>
                  </a:lnTo>
                  <a:lnTo>
                    <a:pt x="37" y="81"/>
                  </a:lnTo>
                  <a:lnTo>
                    <a:pt x="37" y="81"/>
                  </a:lnTo>
                  <a:lnTo>
                    <a:pt x="37" y="78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4" y="74"/>
                  </a:lnTo>
                  <a:lnTo>
                    <a:pt x="34" y="70"/>
                  </a:lnTo>
                  <a:lnTo>
                    <a:pt x="34" y="70"/>
                  </a:lnTo>
                  <a:lnTo>
                    <a:pt x="34" y="70"/>
                  </a:lnTo>
                  <a:lnTo>
                    <a:pt x="30" y="67"/>
                  </a:lnTo>
                  <a:lnTo>
                    <a:pt x="30" y="67"/>
                  </a:lnTo>
                  <a:lnTo>
                    <a:pt x="26" y="67"/>
                  </a:lnTo>
                  <a:lnTo>
                    <a:pt x="23" y="63"/>
                  </a:lnTo>
                  <a:lnTo>
                    <a:pt x="19" y="55"/>
                  </a:lnTo>
                  <a:lnTo>
                    <a:pt x="19" y="55"/>
                  </a:lnTo>
                  <a:lnTo>
                    <a:pt x="15" y="55"/>
                  </a:lnTo>
                  <a:lnTo>
                    <a:pt x="15" y="52"/>
                  </a:lnTo>
                  <a:lnTo>
                    <a:pt x="15" y="52"/>
                  </a:lnTo>
                  <a:lnTo>
                    <a:pt x="11" y="48"/>
                  </a:lnTo>
                  <a:lnTo>
                    <a:pt x="11" y="48"/>
                  </a:lnTo>
                  <a:lnTo>
                    <a:pt x="11" y="44"/>
                  </a:lnTo>
                  <a:lnTo>
                    <a:pt x="8" y="44"/>
                  </a:lnTo>
                  <a:lnTo>
                    <a:pt x="8" y="44"/>
                  </a:lnTo>
                  <a:lnTo>
                    <a:pt x="8" y="41"/>
                  </a:lnTo>
                  <a:lnTo>
                    <a:pt x="4" y="41"/>
                  </a:lnTo>
                  <a:lnTo>
                    <a:pt x="4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8" name="Freeform 146"/>
            <p:cNvSpPr/>
            <p:nvPr/>
          </p:nvSpPr>
          <p:spPr bwMode="auto">
            <a:xfrm>
              <a:off x="4702168" y="3524645"/>
              <a:ext cx="200714" cy="176269"/>
            </a:xfrm>
            <a:custGeom>
              <a:avLst/>
              <a:gdLst>
                <a:gd name="T0" fmla="*/ 89 w 156"/>
                <a:gd name="T1" fmla="*/ 0 h 137"/>
                <a:gd name="T2" fmla="*/ 93 w 156"/>
                <a:gd name="T3" fmla="*/ 4 h 137"/>
                <a:gd name="T4" fmla="*/ 97 w 156"/>
                <a:gd name="T5" fmla="*/ 11 h 137"/>
                <a:gd name="T6" fmla="*/ 100 w 156"/>
                <a:gd name="T7" fmla="*/ 15 h 137"/>
                <a:gd name="T8" fmla="*/ 104 w 156"/>
                <a:gd name="T9" fmla="*/ 19 h 137"/>
                <a:gd name="T10" fmla="*/ 108 w 156"/>
                <a:gd name="T11" fmla="*/ 22 h 137"/>
                <a:gd name="T12" fmla="*/ 119 w 156"/>
                <a:gd name="T13" fmla="*/ 34 h 137"/>
                <a:gd name="T14" fmla="*/ 123 w 156"/>
                <a:gd name="T15" fmla="*/ 37 h 137"/>
                <a:gd name="T16" fmla="*/ 126 w 156"/>
                <a:gd name="T17" fmla="*/ 41 h 137"/>
                <a:gd name="T18" fmla="*/ 126 w 156"/>
                <a:gd name="T19" fmla="*/ 48 h 137"/>
                <a:gd name="T20" fmla="*/ 134 w 156"/>
                <a:gd name="T21" fmla="*/ 56 h 137"/>
                <a:gd name="T22" fmla="*/ 141 w 156"/>
                <a:gd name="T23" fmla="*/ 56 h 137"/>
                <a:gd name="T24" fmla="*/ 149 w 156"/>
                <a:gd name="T25" fmla="*/ 60 h 137"/>
                <a:gd name="T26" fmla="*/ 152 w 156"/>
                <a:gd name="T27" fmla="*/ 63 h 137"/>
                <a:gd name="T28" fmla="*/ 152 w 156"/>
                <a:gd name="T29" fmla="*/ 67 h 137"/>
                <a:gd name="T30" fmla="*/ 149 w 156"/>
                <a:gd name="T31" fmla="*/ 67 h 137"/>
                <a:gd name="T32" fmla="*/ 145 w 156"/>
                <a:gd name="T33" fmla="*/ 74 h 137"/>
                <a:gd name="T34" fmla="*/ 137 w 156"/>
                <a:gd name="T35" fmla="*/ 74 h 137"/>
                <a:gd name="T36" fmla="*/ 130 w 156"/>
                <a:gd name="T37" fmla="*/ 78 h 137"/>
                <a:gd name="T38" fmla="*/ 126 w 156"/>
                <a:gd name="T39" fmla="*/ 82 h 137"/>
                <a:gd name="T40" fmla="*/ 119 w 156"/>
                <a:gd name="T41" fmla="*/ 85 h 137"/>
                <a:gd name="T42" fmla="*/ 112 w 156"/>
                <a:gd name="T43" fmla="*/ 93 h 137"/>
                <a:gd name="T44" fmla="*/ 112 w 156"/>
                <a:gd name="T45" fmla="*/ 97 h 137"/>
                <a:gd name="T46" fmla="*/ 108 w 156"/>
                <a:gd name="T47" fmla="*/ 100 h 137"/>
                <a:gd name="T48" fmla="*/ 104 w 156"/>
                <a:gd name="T49" fmla="*/ 104 h 137"/>
                <a:gd name="T50" fmla="*/ 97 w 156"/>
                <a:gd name="T51" fmla="*/ 108 h 137"/>
                <a:gd name="T52" fmla="*/ 93 w 156"/>
                <a:gd name="T53" fmla="*/ 115 h 137"/>
                <a:gd name="T54" fmla="*/ 93 w 156"/>
                <a:gd name="T55" fmla="*/ 123 h 137"/>
                <a:gd name="T56" fmla="*/ 86 w 156"/>
                <a:gd name="T57" fmla="*/ 123 h 137"/>
                <a:gd name="T58" fmla="*/ 74 w 156"/>
                <a:gd name="T59" fmla="*/ 123 h 137"/>
                <a:gd name="T60" fmla="*/ 63 w 156"/>
                <a:gd name="T61" fmla="*/ 119 h 137"/>
                <a:gd name="T62" fmla="*/ 56 w 156"/>
                <a:gd name="T63" fmla="*/ 115 h 137"/>
                <a:gd name="T64" fmla="*/ 45 w 156"/>
                <a:gd name="T65" fmla="*/ 126 h 137"/>
                <a:gd name="T66" fmla="*/ 34 w 156"/>
                <a:gd name="T67" fmla="*/ 134 h 137"/>
                <a:gd name="T68" fmla="*/ 26 w 156"/>
                <a:gd name="T69" fmla="*/ 137 h 137"/>
                <a:gd name="T70" fmla="*/ 15 w 156"/>
                <a:gd name="T71" fmla="*/ 137 h 137"/>
                <a:gd name="T72" fmla="*/ 12 w 156"/>
                <a:gd name="T73" fmla="*/ 130 h 137"/>
                <a:gd name="T74" fmla="*/ 8 w 156"/>
                <a:gd name="T75" fmla="*/ 115 h 137"/>
                <a:gd name="T76" fmla="*/ 0 w 156"/>
                <a:gd name="T77" fmla="*/ 111 h 137"/>
                <a:gd name="T78" fmla="*/ 19 w 156"/>
                <a:gd name="T79" fmla="*/ 63 h 137"/>
                <a:gd name="T80" fmla="*/ 49 w 156"/>
                <a:gd name="T81" fmla="*/ 8 h 137"/>
                <a:gd name="T82" fmla="*/ 56 w 156"/>
                <a:gd name="T83" fmla="*/ 4 h 137"/>
                <a:gd name="T84" fmla="*/ 60 w 156"/>
                <a:gd name="T85" fmla="*/ 8 h 137"/>
                <a:gd name="T86" fmla="*/ 60 w 156"/>
                <a:gd name="T87" fmla="*/ 11 h 137"/>
                <a:gd name="T88" fmla="*/ 74 w 156"/>
                <a:gd name="T89" fmla="*/ 0 h 137"/>
                <a:gd name="T90" fmla="*/ 78 w 156"/>
                <a:gd name="T91" fmla="*/ 4 h 137"/>
                <a:gd name="T92" fmla="*/ 89 w 156"/>
                <a:gd name="T93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56" h="137">
                  <a:moveTo>
                    <a:pt x="89" y="0"/>
                  </a:moveTo>
                  <a:lnTo>
                    <a:pt x="89" y="0"/>
                  </a:lnTo>
                  <a:lnTo>
                    <a:pt x="89" y="0"/>
                  </a:lnTo>
                  <a:lnTo>
                    <a:pt x="89" y="4"/>
                  </a:lnTo>
                  <a:lnTo>
                    <a:pt x="89" y="4"/>
                  </a:lnTo>
                  <a:lnTo>
                    <a:pt x="93" y="4"/>
                  </a:lnTo>
                  <a:lnTo>
                    <a:pt x="93" y="8"/>
                  </a:lnTo>
                  <a:lnTo>
                    <a:pt x="97" y="8"/>
                  </a:lnTo>
                  <a:lnTo>
                    <a:pt x="97" y="11"/>
                  </a:lnTo>
                  <a:lnTo>
                    <a:pt x="97" y="11"/>
                  </a:lnTo>
                  <a:lnTo>
                    <a:pt x="100" y="11"/>
                  </a:lnTo>
                  <a:lnTo>
                    <a:pt x="100" y="15"/>
                  </a:lnTo>
                  <a:lnTo>
                    <a:pt x="100" y="15"/>
                  </a:lnTo>
                  <a:lnTo>
                    <a:pt x="104" y="19"/>
                  </a:lnTo>
                  <a:lnTo>
                    <a:pt x="104" y="19"/>
                  </a:lnTo>
                  <a:lnTo>
                    <a:pt x="104" y="22"/>
                  </a:lnTo>
                  <a:lnTo>
                    <a:pt x="108" y="22"/>
                  </a:lnTo>
                  <a:lnTo>
                    <a:pt x="108" y="22"/>
                  </a:lnTo>
                  <a:lnTo>
                    <a:pt x="112" y="30"/>
                  </a:lnTo>
                  <a:lnTo>
                    <a:pt x="115" y="34"/>
                  </a:lnTo>
                  <a:lnTo>
                    <a:pt x="119" y="34"/>
                  </a:lnTo>
                  <a:lnTo>
                    <a:pt x="119" y="34"/>
                  </a:lnTo>
                  <a:lnTo>
                    <a:pt x="123" y="37"/>
                  </a:lnTo>
                  <a:lnTo>
                    <a:pt x="123" y="37"/>
                  </a:lnTo>
                  <a:lnTo>
                    <a:pt x="123" y="37"/>
                  </a:lnTo>
                  <a:lnTo>
                    <a:pt x="123" y="41"/>
                  </a:lnTo>
                  <a:lnTo>
                    <a:pt x="126" y="41"/>
                  </a:lnTo>
                  <a:lnTo>
                    <a:pt x="126" y="41"/>
                  </a:lnTo>
                  <a:lnTo>
                    <a:pt x="126" y="45"/>
                  </a:lnTo>
                  <a:lnTo>
                    <a:pt x="126" y="48"/>
                  </a:lnTo>
                  <a:lnTo>
                    <a:pt x="126" y="48"/>
                  </a:lnTo>
                  <a:lnTo>
                    <a:pt x="130" y="52"/>
                  </a:lnTo>
                  <a:lnTo>
                    <a:pt x="134" y="56"/>
                  </a:lnTo>
                  <a:lnTo>
                    <a:pt x="134" y="56"/>
                  </a:lnTo>
                  <a:lnTo>
                    <a:pt x="137" y="60"/>
                  </a:lnTo>
                  <a:lnTo>
                    <a:pt x="141" y="56"/>
                  </a:lnTo>
                  <a:lnTo>
                    <a:pt x="145" y="60"/>
                  </a:lnTo>
                  <a:lnTo>
                    <a:pt x="145" y="60"/>
                  </a:lnTo>
                  <a:lnTo>
                    <a:pt x="149" y="60"/>
                  </a:lnTo>
                  <a:lnTo>
                    <a:pt x="152" y="60"/>
                  </a:lnTo>
                  <a:lnTo>
                    <a:pt x="152" y="63"/>
                  </a:lnTo>
                  <a:lnTo>
                    <a:pt x="152" y="63"/>
                  </a:lnTo>
                  <a:lnTo>
                    <a:pt x="152" y="63"/>
                  </a:lnTo>
                  <a:lnTo>
                    <a:pt x="156" y="67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49" y="67"/>
                  </a:lnTo>
                  <a:lnTo>
                    <a:pt x="149" y="67"/>
                  </a:lnTo>
                  <a:lnTo>
                    <a:pt x="149" y="71"/>
                  </a:lnTo>
                  <a:lnTo>
                    <a:pt x="145" y="71"/>
                  </a:lnTo>
                  <a:lnTo>
                    <a:pt x="145" y="74"/>
                  </a:lnTo>
                  <a:lnTo>
                    <a:pt x="141" y="74"/>
                  </a:lnTo>
                  <a:lnTo>
                    <a:pt x="137" y="74"/>
                  </a:lnTo>
                  <a:lnTo>
                    <a:pt x="137" y="74"/>
                  </a:lnTo>
                  <a:lnTo>
                    <a:pt x="137" y="74"/>
                  </a:lnTo>
                  <a:lnTo>
                    <a:pt x="134" y="74"/>
                  </a:lnTo>
                  <a:lnTo>
                    <a:pt x="130" y="78"/>
                  </a:lnTo>
                  <a:lnTo>
                    <a:pt x="126" y="78"/>
                  </a:lnTo>
                  <a:lnTo>
                    <a:pt x="126" y="82"/>
                  </a:lnTo>
                  <a:lnTo>
                    <a:pt x="126" y="82"/>
                  </a:lnTo>
                  <a:lnTo>
                    <a:pt x="123" y="82"/>
                  </a:lnTo>
                  <a:lnTo>
                    <a:pt x="123" y="85"/>
                  </a:lnTo>
                  <a:lnTo>
                    <a:pt x="119" y="85"/>
                  </a:lnTo>
                  <a:lnTo>
                    <a:pt x="119" y="85"/>
                  </a:lnTo>
                  <a:lnTo>
                    <a:pt x="112" y="89"/>
                  </a:lnTo>
                  <a:lnTo>
                    <a:pt x="112" y="93"/>
                  </a:lnTo>
                  <a:lnTo>
                    <a:pt x="115" y="97"/>
                  </a:lnTo>
                  <a:lnTo>
                    <a:pt x="115" y="97"/>
                  </a:lnTo>
                  <a:lnTo>
                    <a:pt x="112" y="97"/>
                  </a:lnTo>
                  <a:lnTo>
                    <a:pt x="112" y="100"/>
                  </a:lnTo>
                  <a:lnTo>
                    <a:pt x="108" y="100"/>
                  </a:lnTo>
                  <a:lnTo>
                    <a:pt x="108" y="100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4" y="104"/>
                  </a:lnTo>
                  <a:lnTo>
                    <a:pt x="100" y="108"/>
                  </a:lnTo>
                  <a:lnTo>
                    <a:pt x="100" y="108"/>
                  </a:lnTo>
                  <a:lnTo>
                    <a:pt x="97" y="108"/>
                  </a:lnTo>
                  <a:lnTo>
                    <a:pt x="93" y="111"/>
                  </a:lnTo>
                  <a:lnTo>
                    <a:pt x="93" y="115"/>
                  </a:lnTo>
                  <a:lnTo>
                    <a:pt x="93" y="115"/>
                  </a:lnTo>
                  <a:lnTo>
                    <a:pt x="93" y="119"/>
                  </a:lnTo>
                  <a:lnTo>
                    <a:pt x="93" y="119"/>
                  </a:lnTo>
                  <a:lnTo>
                    <a:pt x="93" y="123"/>
                  </a:lnTo>
                  <a:lnTo>
                    <a:pt x="89" y="123"/>
                  </a:lnTo>
                  <a:lnTo>
                    <a:pt x="86" y="123"/>
                  </a:lnTo>
                  <a:lnTo>
                    <a:pt x="86" y="123"/>
                  </a:lnTo>
                  <a:lnTo>
                    <a:pt x="82" y="123"/>
                  </a:lnTo>
                  <a:lnTo>
                    <a:pt x="78" y="123"/>
                  </a:lnTo>
                  <a:lnTo>
                    <a:pt x="74" y="123"/>
                  </a:lnTo>
                  <a:lnTo>
                    <a:pt x="74" y="123"/>
                  </a:lnTo>
                  <a:lnTo>
                    <a:pt x="71" y="123"/>
                  </a:lnTo>
                  <a:lnTo>
                    <a:pt x="63" y="119"/>
                  </a:lnTo>
                  <a:lnTo>
                    <a:pt x="63" y="119"/>
                  </a:lnTo>
                  <a:lnTo>
                    <a:pt x="60" y="115"/>
                  </a:lnTo>
                  <a:lnTo>
                    <a:pt x="56" y="115"/>
                  </a:lnTo>
                  <a:lnTo>
                    <a:pt x="52" y="115"/>
                  </a:lnTo>
                  <a:lnTo>
                    <a:pt x="49" y="119"/>
                  </a:lnTo>
                  <a:lnTo>
                    <a:pt x="45" y="126"/>
                  </a:lnTo>
                  <a:lnTo>
                    <a:pt x="41" y="130"/>
                  </a:lnTo>
                  <a:lnTo>
                    <a:pt x="37" y="130"/>
                  </a:lnTo>
                  <a:lnTo>
                    <a:pt x="34" y="134"/>
                  </a:lnTo>
                  <a:lnTo>
                    <a:pt x="30" y="134"/>
                  </a:lnTo>
                  <a:lnTo>
                    <a:pt x="26" y="137"/>
                  </a:lnTo>
                  <a:lnTo>
                    <a:pt x="26" y="137"/>
                  </a:lnTo>
                  <a:lnTo>
                    <a:pt x="23" y="137"/>
                  </a:lnTo>
                  <a:lnTo>
                    <a:pt x="19" y="137"/>
                  </a:lnTo>
                  <a:lnTo>
                    <a:pt x="15" y="137"/>
                  </a:lnTo>
                  <a:lnTo>
                    <a:pt x="12" y="137"/>
                  </a:lnTo>
                  <a:lnTo>
                    <a:pt x="12" y="134"/>
                  </a:lnTo>
                  <a:lnTo>
                    <a:pt x="12" y="130"/>
                  </a:lnTo>
                  <a:lnTo>
                    <a:pt x="12" y="126"/>
                  </a:lnTo>
                  <a:lnTo>
                    <a:pt x="8" y="119"/>
                  </a:lnTo>
                  <a:lnTo>
                    <a:pt x="8" y="115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0" y="108"/>
                  </a:lnTo>
                  <a:lnTo>
                    <a:pt x="4" y="63"/>
                  </a:lnTo>
                  <a:lnTo>
                    <a:pt x="19" y="63"/>
                  </a:lnTo>
                  <a:lnTo>
                    <a:pt x="23" y="8"/>
                  </a:lnTo>
                  <a:lnTo>
                    <a:pt x="34" y="8"/>
                  </a:lnTo>
                  <a:lnTo>
                    <a:pt x="49" y="8"/>
                  </a:lnTo>
                  <a:lnTo>
                    <a:pt x="56" y="4"/>
                  </a:lnTo>
                  <a:lnTo>
                    <a:pt x="56" y="4"/>
                  </a:lnTo>
                  <a:lnTo>
                    <a:pt x="56" y="4"/>
                  </a:lnTo>
                  <a:lnTo>
                    <a:pt x="60" y="4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7" y="8"/>
                  </a:lnTo>
                  <a:lnTo>
                    <a:pt x="71" y="4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8" y="4"/>
                  </a:lnTo>
                  <a:lnTo>
                    <a:pt x="78" y="4"/>
                  </a:lnTo>
                  <a:lnTo>
                    <a:pt x="82" y="0"/>
                  </a:lnTo>
                  <a:lnTo>
                    <a:pt x="86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89" name="Freeform 147"/>
            <p:cNvSpPr/>
            <p:nvPr/>
          </p:nvSpPr>
          <p:spPr bwMode="auto">
            <a:xfrm>
              <a:off x="4531048" y="3505347"/>
              <a:ext cx="285632" cy="244460"/>
            </a:xfrm>
            <a:custGeom>
              <a:avLst/>
              <a:gdLst>
                <a:gd name="T0" fmla="*/ 137 w 222"/>
                <a:gd name="T1" fmla="*/ 78 h 190"/>
                <a:gd name="T2" fmla="*/ 167 w 222"/>
                <a:gd name="T3" fmla="*/ 23 h 190"/>
                <a:gd name="T4" fmla="*/ 189 w 222"/>
                <a:gd name="T5" fmla="*/ 19 h 190"/>
                <a:gd name="T6" fmla="*/ 193 w 222"/>
                <a:gd name="T7" fmla="*/ 23 h 190"/>
                <a:gd name="T8" fmla="*/ 193 w 222"/>
                <a:gd name="T9" fmla="*/ 26 h 190"/>
                <a:gd name="T10" fmla="*/ 204 w 222"/>
                <a:gd name="T11" fmla="*/ 19 h 190"/>
                <a:gd name="T12" fmla="*/ 211 w 222"/>
                <a:gd name="T13" fmla="*/ 19 h 190"/>
                <a:gd name="T14" fmla="*/ 219 w 222"/>
                <a:gd name="T15" fmla="*/ 15 h 190"/>
                <a:gd name="T16" fmla="*/ 219 w 222"/>
                <a:gd name="T17" fmla="*/ 11 h 190"/>
                <a:gd name="T18" fmla="*/ 215 w 222"/>
                <a:gd name="T19" fmla="*/ 8 h 190"/>
                <a:gd name="T20" fmla="*/ 211 w 222"/>
                <a:gd name="T21" fmla="*/ 11 h 190"/>
                <a:gd name="T22" fmla="*/ 167 w 222"/>
                <a:gd name="T23" fmla="*/ 19 h 190"/>
                <a:gd name="T24" fmla="*/ 163 w 222"/>
                <a:gd name="T25" fmla="*/ 19 h 190"/>
                <a:gd name="T26" fmla="*/ 159 w 222"/>
                <a:gd name="T27" fmla="*/ 15 h 190"/>
                <a:gd name="T28" fmla="*/ 156 w 222"/>
                <a:gd name="T29" fmla="*/ 15 h 190"/>
                <a:gd name="T30" fmla="*/ 148 w 222"/>
                <a:gd name="T31" fmla="*/ 19 h 190"/>
                <a:gd name="T32" fmla="*/ 141 w 222"/>
                <a:gd name="T33" fmla="*/ 15 h 190"/>
                <a:gd name="T34" fmla="*/ 137 w 222"/>
                <a:gd name="T35" fmla="*/ 15 h 190"/>
                <a:gd name="T36" fmla="*/ 130 w 222"/>
                <a:gd name="T37" fmla="*/ 15 h 190"/>
                <a:gd name="T38" fmla="*/ 122 w 222"/>
                <a:gd name="T39" fmla="*/ 15 h 190"/>
                <a:gd name="T40" fmla="*/ 115 w 222"/>
                <a:gd name="T41" fmla="*/ 11 h 190"/>
                <a:gd name="T42" fmla="*/ 111 w 222"/>
                <a:gd name="T43" fmla="*/ 8 h 190"/>
                <a:gd name="T44" fmla="*/ 48 w 222"/>
                <a:gd name="T45" fmla="*/ 8 h 190"/>
                <a:gd name="T46" fmla="*/ 41 w 222"/>
                <a:gd name="T47" fmla="*/ 8 h 190"/>
                <a:gd name="T48" fmla="*/ 33 w 222"/>
                <a:gd name="T49" fmla="*/ 4 h 190"/>
                <a:gd name="T50" fmla="*/ 30 w 222"/>
                <a:gd name="T51" fmla="*/ 0 h 190"/>
                <a:gd name="T52" fmla="*/ 26 w 222"/>
                <a:gd name="T53" fmla="*/ 0 h 190"/>
                <a:gd name="T54" fmla="*/ 22 w 222"/>
                <a:gd name="T55" fmla="*/ 0 h 190"/>
                <a:gd name="T56" fmla="*/ 15 w 222"/>
                <a:gd name="T57" fmla="*/ 8 h 190"/>
                <a:gd name="T58" fmla="*/ 8 w 222"/>
                <a:gd name="T59" fmla="*/ 4 h 190"/>
                <a:gd name="T60" fmla="*/ 4 w 222"/>
                <a:gd name="T61" fmla="*/ 8 h 190"/>
                <a:gd name="T62" fmla="*/ 4 w 222"/>
                <a:gd name="T63" fmla="*/ 19 h 190"/>
                <a:gd name="T64" fmla="*/ 26 w 222"/>
                <a:gd name="T65" fmla="*/ 52 h 190"/>
                <a:gd name="T66" fmla="*/ 33 w 222"/>
                <a:gd name="T67" fmla="*/ 75 h 190"/>
                <a:gd name="T68" fmla="*/ 41 w 222"/>
                <a:gd name="T69" fmla="*/ 93 h 190"/>
                <a:gd name="T70" fmla="*/ 48 w 222"/>
                <a:gd name="T71" fmla="*/ 123 h 190"/>
                <a:gd name="T72" fmla="*/ 48 w 222"/>
                <a:gd name="T73" fmla="*/ 134 h 190"/>
                <a:gd name="T74" fmla="*/ 52 w 222"/>
                <a:gd name="T75" fmla="*/ 145 h 190"/>
                <a:gd name="T76" fmla="*/ 52 w 222"/>
                <a:gd name="T77" fmla="*/ 152 h 190"/>
                <a:gd name="T78" fmla="*/ 59 w 222"/>
                <a:gd name="T79" fmla="*/ 167 h 190"/>
                <a:gd name="T80" fmla="*/ 67 w 222"/>
                <a:gd name="T81" fmla="*/ 178 h 190"/>
                <a:gd name="T82" fmla="*/ 78 w 222"/>
                <a:gd name="T83" fmla="*/ 178 h 190"/>
                <a:gd name="T84" fmla="*/ 82 w 222"/>
                <a:gd name="T85" fmla="*/ 175 h 190"/>
                <a:gd name="T86" fmla="*/ 89 w 222"/>
                <a:gd name="T87" fmla="*/ 175 h 190"/>
                <a:gd name="T88" fmla="*/ 96 w 222"/>
                <a:gd name="T89" fmla="*/ 186 h 190"/>
                <a:gd name="T90" fmla="*/ 104 w 222"/>
                <a:gd name="T91" fmla="*/ 186 h 190"/>
                <a:gd name="T92" fmla="*/ 111 w 222"/>
                <a:gd name="T93" fmla="*/ 186 h 190"/>
                <a:gd name="T94" fmla="*/ 115 w 222"/>
                <a:gd name="T95" fmla="*/ 190 h 190"/>
                <a:gd name="T96" fmla="*/ 119 w 222"/>
                <a:gd name="T97" fmla="*/ 182 h 190"/>
                <a:gd name="T98" fmla="*/ 130 w 222"/>
                <a:gd name="T99" fmla="*/ 178 h 190"/>
                <a:gd name="T100" fmla="*/ 133 w 222"/>
                <a:gd name="T101" fmla="*/ 12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22" h="190">
                  <a:moveTo>
                    <a:pt x="133" y="126"/>
                  </a:moveTo>
                  <a:lnTo>
                    <a:pt x="133" y="123"/>
                  </a:lnTo>
                  <a:lnTo>
                    <a:pt x="137" y="78"/>
                  </a:lnTo>
                  <a:lnTo>
                    <a:pt x="152" y="78"/>
                  </a:lnTo>
                  <a:lnTo>
                    <a:pt x="156" y="23"/>
                  </a:lnTo>
                  <a:lnTo>
                    <a:pt x="167" y="23"/>
                  </a:lnTo>
                  <a:lnTo>
                    <a:pt x="182" y="23"/>
                  </a:lnTo>
                  <a:lnTo>
                    <a:pt x="189" y="19"/>
                  </a:lnTo>
                  <a:lnTo>
                    <a:pt x="189" y="19"/>
                  </a:lnTo>
                  <a:lnTo>
                    <a:pt x="189" y="19"/>
                  </a:lnTo>
                  <a:lnTo>
                    <a:pt x="193" y="19"/>
                  </a:lnTo>
                  <a:lnTo>
                    <a:pt x="193" y="23"/>
                  </a:lnTo>
                  <a:lnTo>
                    <a:pt x="193" y="23"/>
                  </a:lnTo>
                  <a:lnTo>
                    <a:pt x="193" y="23"/>
                  </a:lnTo>
                  <a:lnTo>
                    <a:pt x="193" y="26"/>
                  </a:lnTo>
                  <a:lnTo>
                    <a:pt x="193" y="26"/>
                  </a:lnTo>
                  <a:lnTo>
                    <a:pt x="200" y="23"/>
                  </a:lnTo>
                  <a:lnTo>
                    <a:pt x="204" y="19"/>
                  </a:lnTo>
                  <a:lnTo>
                    <a:pt x="207" y="15"/>
                  </a:lnTo>
                  <a:lnTo>
                    <a:pt x="207" y="15"/>
                  </a:lnTo>
                  <a:lnTo>
                    <a:pt x="211" y="19"/>
                  </a:lnTo>
                  <a:lnTo>
                    <a:pt x="211" y="19"/>
                  </a:lnTo>
                  <a:lnTo>
                    <a:pt x="215" y="15"/>
                  </a:lnTo>
                  <a:lnTo>
                    <a:pt x="219" y="15"/>
                  </a:lnTo>
                  <a:lnTo>
                    <a:pt x="222" y="15"/>
                  </a:lnTo>
                  <a:lnTo>
                    <a:pt x="222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5" y="8"/>
                  </a:lnTo>
                  <a:lnTo>
                    <a:pt x="215" y="8"/>
                  </a:lnTo>
                  <a:lnTo>
                    <a:pt x="215" y="8"/>
                  </a:lnTo>
                  <a:lnTo>
                    <a:pt x="211" y="11"/>
                  </a:lnTo>
                  <a:lnTo>
                    <a:pt x="207" y="8"/>
                  </a:lnTo>
                  <a:lnTo>
                    <a:pt x="167" y="19"/>
                  </a:lnTo>
                  <a:lnTo>
                    <a:pt x="167" y="19"/>
                  </a:lnTo>
                  <a:lnTo>
                    <a:pt x="167" y="19"/>
                  </a:lnTo>
                  <a:lnTo>
                    <a:pt x="163" y="19"/>
                  </a:lnTo>
                  <a:lnTo>
                    <a:pt x="163" y="19"/>
                  </a:lnTo>
                  <a:lnTo>
                    <a:pt x="163" y="19"/>
                  </a:lnTo>
                  <a:lnTo>
                    <a:pt x="159" y="15"/>
                  </a:lnTo>
                  <a:lnTo>
                    <a:pt x="159" y="15"/>
                  </a:lnTo>
                  <a:lnTo>
                    <a:pt x="159" y="15"/>
                  </a:lnTo>
                  <a:lnTo>
                    <a:pt x="156" y="15"/>
                  </a:lnTo>
                  <a:lnTo>
                    <a:pt x="156" y="15"/>
                  </a:lnTo>
                  <a:lnTo>
                    <a:pt x="156" y="19"/>
                  </a:lnTo>
                  <a:lnTo>
                    <a:pt x="152" y="19"/>
                  </a:lnTo>
                  <a:lnTo>
                    <a:pt x="148" y="19"/>
                  </a:lnTo>
                  <a:lnTo>
                    <a:pt x="148" y="15"/>
                  </a:lnTo>
                  <a:lnTo>
                    <a:pt x="145" y="15"/>
                  </a:lnTo>
                  <a:lnTo>
                    <a:pt x="141" y="15"/>
                  </a:lnTo>
                  <a:lnTo>
                    <a:pt x="141" y="11"/>
                  </a:lnTo>
                  <a:lnTo>
                    <a:pt x="141" y="15"/>
                  </a:lnTo>
                  <a:lnTo>
                    <a:pt x="137" y="15"/>
                  </a:lnTo>
                  <a:lnTo>
                    <a:pt x="133" y="15"/>
                  </a:lnTo>
                  <a:lnTo>
                    <a:pt x="130" y="15"/>
                  </a:lnTo>
                  <a:lnTo>
                    <a:pt x="130" y="15"/>
                  </a:lnTo>
                  <a:lnTo>
                    <a:pt x="126" y="15"/>
                  </a:lnTo>
                  <a:lnTo>
                    <a:pt x="126" y="15"/>
                  </a:lnTo>
                  <a:lnTo>
                    <a:pt x="122" y="15"/>
                  </a:lnTo>
                  <a:lnTo>
                    <a:pt x="122" y="15"/>
                  </a:lnTo>
                  <a:lnTo>
                    <a:pt x="119" y="11"/>
                  </a:lnTo>
                  <a:lnTo>
                    <a:pt x="115" y="11"/>
                  </a:lnTo>
                  <a:lnTo>
                    <a:pt x="115" y="11"/>
                  </a:lnTo>
                  <a:lnTo>
                    <a:pt x="111" y="8"/>
                  </a:lnTo>
                  <a:lnTo>
                    <a:pt x="111" y="8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41" y="8"/>
                  </a:lnTo>
                  <a:lnTo>
                    <a:pt x="37" y="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0" y="4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8"/>
                  </a:lnTo>
                  <a:lnTo>
                    <a:pt x="11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8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19"/>
                  </a:lnTo>
                  <a:lnTo>
                    <a:pt x="11" y="30"/>
                  </a:lnTo>
                  <a:lnTo>
                    <a:pt x="19" y="37"/>
                  </a:lnTo>
                  <a:lnTo>
                    <a:pt x="26" y="52"/>
                  </a:lnTo>
                  <a:lnTo>
                    <a:pt x="26" y="60"/>
                  </a:lnTo>
                  <a:lnTo>
                    <a:pt x="33" y="71"/>
                  </a:lnTo>
                  <a:lnTo>
                    <a:pt x="33" y="75"/>
                  </a:lnTo>
                  <a:lnTo>
                    <a:pt x="45" y="86"/>
                  </a:lnTo>
                  <a:lnTo>
                    <a:pt x="45" y="93"/>
                  </a:lnTo>
                  <a:lnTo>
                    <a:pt x="41" y="93"/>
                  </a:lnTo>
                  <a:lnTo>
                    <a:pt x="45" y="100"/>
                  </a:lnTo>
                  <a:lnTo>
                    <a:pt x="45" y="112"/>
                  </a:lnTo>
                  <a:lnTo>
                    <a:pt x="48" y="123"/>
                  </a:lnTo>
                  <a:lnTo>
                    <a:pt x="48" y="130"/>
                  </a:lnTo>
                  <a:lnTo>
                    <a:pt x="52" y="134"/>
                  </a:lnTo>
                  <a:lnTo>
                    <a:pt x="48" y="134"/>
                  </a:lnTo>
                  <a:lnTo>
                    <a:pt x="52" y="138"/>
                  </a:lnTo>
                  <a:lnTo>
                    <a:pt x="52" y="145"/>
                  </a:lnTo>
                  <a:lnTo>
                    <a:pt x="52" y="145"/>
                  </a:lnTo>
                  <a:lnTo>
                    <a:pt x="56" y="149"/>
                  </a:lnTo>
                  <a:lnTo>
                    <a:pt x="52" y="149"/>
                  </a:lnTo>
                  <a:lnTo>
                    <a:pt x="52" y="152"/>
                  </a:lnTo>
                  <a:lnTo>
                    <a:pt x="56" y="156"/>
                  </a:lnTo>
                  <a:lnTo>
                    <a:pt x="56" y="164"/>
                  </a:lnTo>
                  <a:lnTo>
                    <a:pt x="59" y="167"/>
                  </a:lnTo>
                  <a:lnTo>
                    <a:pt x="63" y="171"/>
                  </a:lnTo>
                  <a:lnTo>
                    <a:pt x="67" y="175"/>
                  </a:lnTo>
                  <a:lnTo>
                    <a:pt x="67" y="178"/>
                  </a:lnTo>
                  <a:lnTo>
                    <a:pt x="74" y="182"/>
                  </a:lnTo>
                  <a:lnTo>
                    <a:pt x="78" y="182"/>
                  </a:lnTo>
                  <a:lnTo>
                    <a:pt x="78" y="178"/>
                  </a:lnTo>
                  <a:lnTo>
                    <a:pt x="78" y="178"/>
                  </a:lnTo>
                  <a:lnTo>
                    <a:pt x="78" y="178"/>
                  </a:lnTo>
                  <a:lnTo>
                    <a:pt x="82" y="175"/>
                  </a:lnTo>
                  <a:lnTo>
                    <a:pt x="85" y="175"/>
                  </a:lnTo>
                  <a:lnTo>
                    <a:pt x="85" y="175"/>
                  </a:lnTo>
                  <a:lnTo>
                    <a:pt x="89" y="175"/>
                  </a:lnTo>
                  <a:lnTo>
                    <a:pt x="89" y="178"/>
                  </a:lnTo>
                  <a:lnTo>
                    <a:pt x="89" y="186"/>
                  </a:lnTo>
                  <a:lnTo>
                    <a:pt x="96" y="186"/>
                  </a:lnTo>
                  <a:lnTo>
                    <a:pt x="100" y="186"/>
                  </a:lnTo>
                  <a:lnTo>
                    <a:pt x="100" y="186"/>
                  </a:lnTo>
                  <a:lnTo>
                    <a:pt x="104" y="186"/>
                  </a:lnTo>
                  <a:lnTo>
                    <a:pt x="108" y="186"/>
                  </a:lnTo>
                  <a:lnTo>
                    <a:pt x="108" y="186"/>
                  </a:lnTo>
                  <a:lnTo>
                    <a:pt x="111" y="186"/>
                  </a:lnTo>
                  <a:lnTo>
                    <a:pt x="111" y="190"/>
                  </a:lnTo>
                  <a:lnTo>
                    <a:pt x="115" y="190"/>
                  </a:lnTo>
                  <a:lnTo>
                    <a:pt x="115" y="190"/>
                  </a:lnTo>
                  <a:lnTo>
                    <a:pt x="115" y="186"/>
                  </a:lnTo>
                  <a:lnTo>
                    <a:pt x="119" y="182"/>
                  </a:lnTo>
                  <a:lnTo>
                    <a:pt x="119" y="182"/>
                  </a:lnTo>
                  <a:lnTo>
                    <a:pt x="122" y="182"/>
                  </a:lnTo>
                  <a:lnTo>
                    <a:pt x="126" y="178"/>
                  </a:lnTo>
                  <a:lnTo>
                    <a:pt x="130" y="178"/>
                  </a:lnTo>
                  <a:lnTo>
                    <a:pt x="133" y="178"/>
                  </a:lnTo>
                  <a:lnTo>
                    <a:pt x="133" y="126"/>
                  </a:lnTo>
                  <a:lnTo>
                    <a:pt x="133" y="1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0" name="Freeform 148"/>
            <p:cNvSpPr/>
            <p:nvPr/>
          </p:nvSpPr>
          <p:spPr bwMode="auto">
            <a:xfrm>
              <a:off x="5450989" y="3586403"/>
              <a:ext cx="14153" cy="10293"/>
            </a:xfrm>
            <a:custGeom>
              <a:avLst/>
              <a:gdLst>
                <a:gd name="T0" fmla="*/ 0 w 11"/>
                <a:gd name="T1" fmla="*/ 0 h 8"/>
                <a:gd name="T2" fmla="*/ 0 w 11"/>
                <a:gd name="T3" fmla="*/ 4 h 8"/>
                <a:gd name="T4" fmla="*/ 3 w 11"/>
                <a:gd name="T5" fmla="*/ 8 h 8"/>
                <a:gd name="T6" fmla="*/ 3 w 11"/>
                <a:gd name="T7" fmla="*/ 8 h 8"/>
                <a:gd name="T8" fmla="*/ 11 w 11"/>
                <a:gd name="T9" fmla="*/ 4 h 8"/>
                <a:gd name="T10" fmla="*/ 7 w 11"/>
                <a:gd name="T11" fmla="*/ 4 h 8"/>
                <a:gd name="T12" fmla="*/ 7 w 11"/>
                <a:gd name="T13" fmla="*/ 0 h 8"/>
                <a:gd name="T14" fmla="*/ 3 w 11"/>
                <a:gd name="T15" fmla="*/ 0 h 8"/>
                <a:gd name="T16" fmla="*/ 0 w 11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0" y="4"/>
                  </a:lnTo>
                  <a:lnTo>
                    <a:pt x="3" y="8"/>
                  </a:lnTo>
                  <a:lnTo>
                    <a:pt x="3" y="8"/>
                  </a:lnTo>
                  <a:lnTo>
                    <a:pt x="11" y="4"/>
                  </a:lnTo>
                  <a:lnTo>
                    <a:pt x="7" y="4"/>
                  </a:lnTo>
                  <a:lnTo>
                    <a:pt x="7" y="0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1" name="Freeform 149"/>
            <p:cNvSpPr>
              <a:spLocks noEditPoints="1"/>
            </p:cNvSpPr>
            <p:nvPr/>
          </p:nvSpPr>
          <p:spPr bwMode="auto">
            <a:xfrm>
              <a:off x="5188516" y="3410136"/>
              <a:ext cx="162115" cy="272766"/>
            </a:xfrm>
            <a:custGeom>
              <a:avLst/>
              <a:gdLst>
                <a:gd name="T0" fmla="*/ 37 w 126"/>
                <a:gd name="T1" fmla="*/ 208 h 212"/>
                <a:gd name="T2" fmla="*/ 59 w 126"/>
                <a:gd name="T3" fmla="*/ 204 h 212"/>
                <a:gd name="T4" fmla="*/ 67 w 126"/>
                <a:gd name="T5" fmla="*/ 193 h 212"/>
                <a:gd name="T6" fmla="*/ 70 w 126"/>
                <a:gd name="T7" fmla="*/ 182 h 212"/>
                <a:gd name="T8" fmla="*/ 74 w 126"/>
                <a:gd name="T9" fmla="*/ 174 h 212"/>
                <a:gd name="T10" fmla="*/ 85 w 126"/>
                <a:gd name="T11" fmla="*/ 152 h 212"/>
                <a:gd name="T12" fmla="*/ 96 w 126"/>
                <a:gd name="T13" fmla="*/ 123 h 212"/>
                <a:gd name="T14" fmla="*/ 104 w 126"/>
                <a:gd name="T15" fmla="*/ 104 h 212"/>
                <a:gd name="T16" fmla="*/ 111 w 126"/>
                <a:gd name="T17" fmla="*/ 85 h 212"/>
                <a:gd name="T18" fmla="*/ 111 w 126"/>
                <a:gd name="T19" fmla="*/ 71 h 212"/>
                <a:gd name="T20" fmla="*/ 115 w 126"/>
                <a:gd name="T21" fmla="*/ 63 h 212"/>
                <a:gd name="T22" fmla="*/ 115 w 126"/>
                <a:gd name="T23" fmla="*/ 52 h 212"/>
                <a:gd name="T24" fmla="*/ 122 w 126"/>
                <a:gd name="T25" fmla="*/ 59 h 212"/>
                <a:gd name="T26" fmla="*/ 126 w 126"/>
                <a:gd name="T27" fmla="*/ 52 h 212"/>
                <a:gd name="T28" fmla="*/ 122 w 126"/>
                <a:gd name="T29" fmla="*/ 41 h 212"/>
                <a:gd name="T30" fmla="*/ 122 w 126"/>
                <a:gd name="T31" fmla="*/ 34 h 212"/>
                <a:gd name="T32" fmla="*/ 119 w 126"/>
                <a:gd name="T33" fmla="*/ 11 h 212"/>
                <a:gd name="T34" fmla="*/ 111 w 126"/>
                <a:gd name="T35" fmla="*/ 8 h 212"/>
                <a:gd name="T36" fmla="*/ 107 w 126"/>
                <a:gd name="T37" fmla="*/ 4 h 212"/>
                <a:gd name="T38" fmla="*/ 104 w 126"/>
                <a:gd name="T39" fmla="*/ 8 h 212"/>
                <a:gd name="T40" fmla="*/ 104 w 126"/>
                <a:gd name="T41" fmla="*/ 15 h 212"/>
                <a:gd name="T42" fmla="*/ 96 w 126"/>
                <a:gd name="T43" fmla="*/ 26 h 212"/>
                <a:gd name="T44" fmla="*/ 93 w 126"/>
                <a:gd name="T45" fmla="*/ 26 h 212"/>
                <a:gd name="T46" fmla="*/ 93 w 126"/>
                <a:gd name="T47" fmla="*/ 34 h 212"/>
                <a:gd name="T48" fmla="*/ 85 w 126"/>
                <a:gd name="T49" fmla="*/ 37 h 212"/>
                <a:gd name="T50" fmla="*/ 89 w 126"/>
                <a:gd name="T51" fmla="*/ 41 h 212"/>
                <a:gd name="T52" fmla="*/ 78 w 126"/>
                <a:gd name="T53" fmla="*/ 48 h 212"/>
                <a:gd name="T54" fmla="*/ 74 w 126"/>
                <a:gd name="T55" fmla="*/ 45 h 212"/>
                <a:gd name="T56" fmla="*/ 74 w 126"/>
                <a:gd name="T57" fmla="*/ 52 h 212"/>
                <a:gd name="T58" fmla="*/ 70 w 126"/>
                <a:gd name="T59" fmla="*/ 56 h 212"/>
                <a:gd name="T60" fmla="*/ 70 w 126"/>
                <a:gd name="T61" fmla="*/ 48 h 212"/>
                <a:gd name="T62" fmla="*/ 63 w 126"/>
                <a:gd name="T63" fmla="*/ 63 h 212"/>
                <a:gd name="T64" fmla="*/ 59 w 126"/>
                <a:gd name="T65" fmla="*/ 56 h 212"/>
                <a:gd name="T66" fmla="*/ 48 w 126"/>
                <a:gd name="T67" fmla="*/ 59 h 212"/>
                <a:gd name="T68" fmla="*/ 45 w 126"/>
                <a:gd name="T69" fmla="*/ 59 h 212"/>
                <a:gd name="T70" fmla="*/ 33 w 126"/>
                <a:gd name="T71" fmla="*/ 67 h 212"/>
                <a:gd name="T72" fmla="*/ 26 w 126"/>
                <a:gd name="T73" fmla="*/ 67 h 212"/>
                <a:gd name="T74" fmla="*/ 19 w 126"/>
                <a:gd name="T75" fmla="*/ 82 h 212"/>
                <a:gd name="T76" fmla="*/ 19 w 126"/>
                <a:gd name="T77" fmla="*/ 93 h 212"/>
                <a:gd name="T78" fmla="*/ 26 w 126"/>
                <a:gd name="T79" fmla="*/ 111 h 212"/>
                <a:gd name="T80" fmla="*/ 22 w 126"/>
                <a:gd name="T81" fmla="*/ 123 h 212"/>
                <a:gd name="T82" fmla="*/ 15 w 126"/>
                <a:gd name="T83" fmla="*/ 134 h 212"/>
                <a:gd name="T84" fmla="*/ 8 w 126"/>
                <a:gd name="T85" fmla="*/ 141 h 212"/>
                <a:gd name="T86" fmla="*/ 4 w 126"/>
                <a:gd name="T87" fmla="*/ 156 h 212"/>
                <a:gd name="T88" fmla="*/ 8 w 126"/>
                <a:gd name="T89" fmla="*/ 171 h 212"/>
                <a:gd name="T90" fmla="*/ 11 w 126"/>
                <a:gd name="T91" fmla="*/ 174 h 212"/>
                <a:gd name="T92" fmla="*/ 8 w 126"/>
                <a:gd name="T93" fmla="*/ 186 h 212"/>
                <a:gd name="T94" fmla="*/ 8 w 126"/>
                <a:gd name="T95" fmla="*/ 197 h 212"/>
                <a:gd name="T96" fmla="*/ 15 w 126"/>
                <a:gd name="T97" fmla="*/ 204 h 212"/>
                <a:gd name="T98" fmla="*/ 26 w 126"/>
                <a:gd name="T99" fmla="*/ 208 h 212"/>
                <a:gd name="T100" fmla="*/ 26 w 126"/>
                <a:gd name="T101" fmla="*/ 212 h 212"/>
                <a:gd name="T102" fmla="*/ 100 w 126"/>
                <a:gd name="T103" fmla="*/ 11 h 212"/>
                <a:gd name="T104" fmla="*/ 100 w 126"/>
                <a:gd name="T105" fmla="*/ 19 h 212"/>
                <a:gd name="T106" fmla="*/ 100 w 126"/>
                <a:gd name="T107" fmla="*/ 19 h 212"/>
                <a:gd name="T108" fmla="*/ 96 w 126"/>
                <a:gd name="T109" fmla="*/ 19 h 212"/>
                <a:gd name="T110" fmla="*/ 93 w 126"/>
                <a:gd name="T111" fmla="*/ 19 h 212"/>
                <a:gd name="T112" fmla="*/ 115 w 126"/>
                <a:gd name="T113" fmla="*/ 74 h 212"/>
                <a:gd name="T114" fmla="*/ 119 w 126"/>
                <a:gd name="T115" fmla="*/ 74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6" h="212">
                  <a:moveTo>
                    <a:pt x="26" y="212"/>
                  </a:moveTo>
                  <a:lnTo>
                    <a:pt x="30" y="212"/>
                  </a:lnTo>
                  <a:lnTo>
                    <a:pt x="33" y="212"/>
                  </a:lnTo>
                  <a:lnTo>
                    <a:pt x="37" y="208"/>
                  </a:lnTo>
                  <a:lnTo>
                    <a:pt x="41" y="204"/>
                  </a:lnTo>
                  <a:lnTo>
                    <a:pt x="52" y="204"/>
                  </a:lnTo>
                  <a:lnTo>
                    <a:pt x="56" y="204"/>
                  </a:lnTo>
                  <a:lnTo>
                    <a:pt x="59" y="204"/>
                  </a:lnTo>
                  <a:lnTo>
                    <a:pt x="59" y="200"/>
                  </a:lnTo>
                  <a:lnTo>
                    <a:pt x="63" y="200"/>
                  </a:lnTo>
                  <a:lnTo>
                    <a:pt x="67" y="197"/>
                  </a:lnTo>
                  <a:lnTo>
                    <a:pt x="67" y="193"/>
                  </a:lnTo>
                  <a:lnTo>
                    <a:pt x="67" y="189"/>
                  </a:lnTo>
                  <a:lnTo>
                    <a:pt x="70" y="186"/>
                  </a:lnTo>
                  <a:lnTo>
                    <a:pt x="70" y="182"/>
                  </a:lnTo>
                  <a:lnTo>
                    <a:pt x="70" y="182"/>
                  </a:lnTo>
                  <a:lnTo>
                    <a:pt x="70" y="182"/>
                  </a:lnTo>
                  <a:lnTo>
                    <a:pt x="74" y="174"/>
                  </a:lnTo>
                  <a:lnTo>
                    <a:pt x="74" y="174"/>
                  </a:lnTo>
                  <a:lnTo>
                    <a:pt x="74" y="174"/>
                  </a:lnTo>
                  <a:lnTo>
                    <a:pt x="78" y="171"/>
                  </a:lnTo>
                  <a:lnTo>
                    <a:pt x="82" y="160"/>
                  </a:lnTo>
                  <a:lnTo>
                    <a:pt x="82" y="156"/>
                  </a:lnTo>
                  <a:lnTo>
                    <a:pt x="85" y="152"/>
                  </a:lnTo>
                  <a:lnTo>
                    <a:pt x="85" y="145"/>
                  </a:lnTo>
                  <a:lnTo>
                    <a:pt x="89" y="137"/>
                  </a:lnTo>
                  <a:lnTo>
                    <a:pt x="93" y="126"/>
                  </a:lnTo>
                  <a:lnTo>
                    <a:pt x="96" y="123"/>
                  </a:lnTo>
                  <a:lnTo>
                    <a:pt x="96" y="119"/>
                  </a:lnTo>
                  <a:lnTo>
                    <a:pt x="100" y="111"/>
                  </a:lnTo>
                  <a:lnTo>
                    <a:pt x="100" y="111"/>
                  </a:lnTo>
                  <a:lnTo>
                    <a:pt x="104" y="104"/>
                  </a:lnTo>
                  <a:lnTo>
                    <a:pt x="107" y="97"/>
                  </a:lnTo>
                  <a:lnTo>
                    <a:pt x="107" y="89"/>
                  </a:lnTo>
                  <a:lnTo>
                    <a:pt x="111" y="89"/>
                  </a:lnTo>
                  <a:lnTo>
                    <a:pt x="111" y="85"/>
                  </a:lnTo>
                  <a:lnTo>
                    <a:pt x="107" y="82"/>
                  </a:lnTo>
                  <a:lnTo>
                    <a:pt x="111" y="78"/>
                  </a:lnTo>
                  <a:lnTo>
                    <a:pt x="115" y="74"/>
                  </a:lnTo>
                  <a:lnTo>
                    <a:pt x="111" y="71"/>
                  </a:lnTo>
                  <a:lnTo>
                    <a:pt x="115" y="71"/>
                  </a:lnTo>
                  <a:lnTo>
                    <a:pt x="115" y="67"/>
                  </a:lnTo>
                  <a:lnTo>
                    <a:pt x="115" y="63"/>
                  </a:lnTo>
                  <a:lnTo>
                    <a:pt x="115" y="63"/>
                  </a:lnTo>
                  <a:lnTo>
                    <a:pt x="115" y="59"/>
                  </a:lnTo>
                  <a:lnTo>
                    <a:pt x="115" y="59"/>
                  </a:lnTo>
                  <a:lnTo>
                    <a:pt x="115" y="56"/>
                  </a:lnTo>
                  <a:lnTo>
                    <a:pt x="115" y="52"/>
                  </a:lnTo>
                  <a:lnTo>
                    <a:pt x="119" y="56"/>
                  </a:lnTo>
                  <a:lnTo>
                    <a:pt x="119" y="56"/>
                  </a:lnTo>
                  <a:lnTo>
                    <a:pt x="122" y="59"/>
                  </a:lnTo>
                  <a:lnTo>
                    <a:pt x="122" y="59"/>
                  </a:lnTo>
                  <a:lnTo>
                    <a:pt x="122" y="59"/>
                  </a:lnTo>
                  <a:lnTo>
                    <a:pt x="122" y="56"/>
                  </a:lnTo>
                  <a:lnTo>
                    <a:pt x="126" y="56"/>
                  </a:lnTo>
                  <a:lnTo>
                    <a:pt x="126" y="52"/>
                  </a:lnTo>
                  <a:lnTo>
                    <a:pt x="126" y="52"/>
                  </a:lnTo>
                  <a:lnTo>
                    <a:pt x="126" y="48"/>
                  </a:lnTo>
                  <a:lnTo>
                    <a:pt x="122" y="45"/>
                  </a:lnTo>
                  <a:lnTo>
                    <a:pt x="122" y="41"/>
                  </a:lnTo>
                  <a:lnTo>
                    <a:pt x="122" y="41"/>
                  </a:lnTo>
                  <a:lnTo>
                    <a:pt x="122" y="37"/>
                  </a:lnTo>
                  <a:lnTo>
                    <a:pt x="122" y="34"/>
                  </a:lnTo>
                  <a:lnTo>
                    <a:pt x="122" y="34"/>
                  </a:lnTo>
                  <a:lnTo>
                    <a:pt x="122" y="26"/>
                  </a:lnTo>
                  <a:lnTo>
                    <a:pt x="122" y="22"/>
                  </a:lnTo>
                  <a:lnTo>
                    <a:pt x="122" y="15"/>
                  </a:lnTo>
                  <a:lnTo>
                    <a:pt x="119" y="11"/>
                  </a:lnTo>
                  <a:lnTo>
                    <a:pt x="119" y="15"/>
                  </a:lnTo>
                  <a:lnTo>
                    <a:pt x="115" y="11"/>
                  </a:lnTo>
                  <a:lnTo>
                    <a:pt x="115" y="8"/>
                  </a:lnTo>
                  <a:lnTo>
                    <a:pt x="111" y="8"/>
                  </a:lnTo>
                  <a:lnTo>
                    <a:pt x="115" y="4"/>
                  </a:lnTo>
                  <a:lnTo>
                    <a:pt x="111" y="0"/>
                  </a:lnTo>
                  <a:lnTo>
                    <a:pt x="107" y="4"/>
                  </a:lnTo>
                  <a:lnTo>
                    <a:pt x="107" y="4"/>
                  </a:lnTo>
                  <a:lnTo>
                    <a:pt x="107" y="8"/>
                  </a:lnTo>
                  <a:lnTo>
                    <a:pt x="104" y="4"/>
                  </a:lnTo>
                  <a:lnTo>
                    <a:pt x="100" y="4"/>
                  </a:lnTo>
                  <a:lnTo>
                    <a:pt x="104" y="8"/>
                  </a:lnTo>
                  <a:lnTo>
                    <a:pt x="104" y="11"/>
                  </a:lnTo>
                  <a:lnTo>
                    <a:pt x="107" y="11"/>
                  </a:lnTo>
                  <a:lnTo>
                    <a:pt x="107" y="15"/>
                  </a:lnTo>
                  <a:lnTo>
                    <a:pt x="104" y="15"/>
                  </a:lnTo>
                  <a:lnTo>
                    <a:pt x="104" y="22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96" y="26"/>
                  </a:lnTo>
                  <a:lnTo>
                    <a:pt x="96" y="30"/>
                  </a:lnTo>
                  <a:lnTo>
                    <a:pt x="93" y="30"/>
                  </a:lnTo>
                  <a:lnTo>
                    <a:pt x="93" y="30"/>
                  </a:lnTo>
                  <a:lnTo>
                    <a:pt x="93" y="26"/>
                  </a:lnTo>
                  <a:lnTo>
                    <a:pt x="89" y="26"/>
                  </a:lnTo>
                  <a:lnTo>
                    <a:pt x="89" y="26"/>
                  </a:lnTo>
                  <a:lnTo>
                    <a:pt x="89" y="30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9" y="34"/>
                  </a:lnTo>
                  <a:lnTo>
                    <a:pt x="89" y="34"/>
                  </a:lnTo>
                  <a:lnTo>
                    <a:pt x="85" y="37"/>
                  </a:lnTo>
                  <a:lnTo>
                    <a:pt x="85" y="37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9" y="41"/>
                  </a:lnTo>
                  <a:lnTo>
                    <a:pt x="85" y="41"/>
                  </a:lnTo>
                  <a:lnTo>
                    <a:pt x="85" y="41"/>
                  </a:lnTo>
                  <a:lnTo>
                    <a:pt x="85" y="45"/>
                  </a:lnTo>
                  <a:lnTo>
                    <a:pt x="78" y="48"/>
                  </a:lnTo>
                  <a:lnTo>
                    <a:pt x="78" y="45"/>
                  </a:lnTo>
                  <a:lnTo>
                    <a:pt x="82" y="45"/>
                  </a:lnTo>
                  <a:lnTo>
                    <a:pt x="78" y="41"/>
                  </a:lnTo>
                  <a:lnTo>
                    <a:pt x="74" y="45"/>
                  </a:lnTo>
                  <a:lnTo>
                    <a:pt x="78" y="45"/>
                  </a:lnTo>
                  <a:lnTo>
                    <a:pt x="78" y="45"/>
                  </a:lnTo>
                  <a:lnTo>
                    <a:pt x="74" y="48"/>
                  </a:lnTo>
                  <a:lnTo>
                    <a:pt x="74" y="52"/>
                  </a:lnTo>
                  <a:lnTo>
                    <a:pt x="78" y="52"/>
                  </a:lnTo>
                  <a:lnTo>
                    <a:pt x="78" y="52"/>
                  </a:lnTo>
                  <a:lnTo>
                    <a:pt x="74" y="52"/>
                  </a:lnTo>
                  <a:lnTo>
                    <a:pt x="70" y="56"/>
                  </a:lnTo>
                  <a:lnTo>
                    <a:pt x="70" y="52"/>
                  </a:lnTo>
                  <a:lnTo>
                    <a:pt x="70" y="52"/>
                  </a:lnTo>
                  <a:lnTo>
                    <a:pt x="70" y="52"/>
                  </a:lnTo>
                  <a:lnTo>
                    <a:pt x="70" y="48"/>
                  </a:lnTo>
                  <a:lnTo>
                    <a:pt x="63" y="56"/>
                  </a:lnTo>
                  <a:lnTo>
                    <a:pt x="63" y="59"/>
                  </a:lnTo>
                  <a:lnTo>
                    <a:pt x="63" y="59"/>
                  </a:lnTo>
                  <a:lnTo>
                    <a:pt x="63" y="63"/>
                  </a:lnTo>
                  <a:lnTo>
                    <a:pt x="59" y="59"/>
                  </a:lnTo>
                  <a:lnTo>
                    <a:pt x="59" y="59"/>
                  </a:lnTo>
                  <a:lnTo>
                    <a:pt x="59" y="56"/>
                  </a:lnTo>
                  <a:lnTo>
                    <a:pt x="59" y="56"/>
                  </a:lnTo>
                  <a:lnTo>
                    <a:pt x="56" y="59"/>
                  </a:lnTo>
                  <a:lnTo>
                    <a:pt x="48" y="56"/>
                  </a:lnTo>
                  <a:lnTo>
                    <a:pt x="48" y="59"/>
                  </a:lnTo>
                  <a:lnTo>
                    <a:pt x="48" y="59"/>
                  </a:lnTo>
                  <a:lnTo>
                    <a:pt x="48" y="63"/>
                  </a:lnTo>
                  <a:lnTo>
                    <a:pt x="48" y="63"/>
                  </a:lnTo>
                  <a:lnTo>
                    <a:pt x="45" y="63"/>
                  </a:lnTo>
                  <a:lnTo>
                    <a:pt x="45" y="59"/>
                  </a:lnTo>
                  <a:lnTo>
                    <a:pt x="45" y="59"/>
                  </a:lnTo>
                  <a:lnTo>
                    <a:pt x="41" y="63"/>
                  </a:lnTo>
                  <a:lnTo>
                    <a:pt x="41" y="59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0" y="63"/>
                  </a:lnTo>
                  <a:lnTo>
                    <a:pt x="26" y="63"/>
                  </a:lnTo>
                  <a:lnTo>
                    <a:pt x="26" y="67"/>
                  </a:lnTo>
                  <a:lnTo>
                    <a:pt x="26" y="71"/>
                  </a:lnTo>
                  <a:lnTo>
                    <a:pt x="22" y="78"/>
                  </a:lnTo>
                  <a:lnTo>
                    <a:pt x="22" y="78"/>
                  </a:lnTo>
                  <a:lnTo>
                    <a:pt x="19" y="82"/>
                  </a:lnTo>
                  <a:lnTo>
                    <a:pt x="19" y="85"/>
                  </a:lnTo>
                  <a:lnTo>
                    <a:pt x="19" y="89"/>
                  </a:lnTo>
                  <a:lnTo>
                    <a:pt x="19" y="89"/>
                  </a:lnTo>
                  <a:lnTo>
                    <a:pt x="19" y="93"/>
                  </a:lnTo>
                  <a:lnTo>
                    <a:pt x="19" y="97"/>
                  </a:lnTo>
                  <a:lnTo>
                    <a:pt x="22" y="108"/>
                  </a:lnTo>
                  <a:lnTo>
                    <a:pt x="22" y="108"/>
                  </a:lnTo>
                  <a:lnTo>
                    <a:pt x="26" y="111"/>
                  </a:lnTo>
                  <a:lnTo>
                    <a:pt x="26" y="111"/>
                  </a:lnTo>
                  <a:lnTo>
                    <a:pt x="26" y="115"/>
                  </a:lnTo>
                  <a:lnTo>
                    <a:pt x="26" y="115"/>
                  </a:lnTo>
                  <a:lnTo>
                    <a:pt x="22" y="123"/>
                  </a:lnTo>
                  <a:lnTo>
                    <a:pt x="19" y="126"/>
                  </a:lnTo>
                  <a:lnTo>
                    <a:pt x="19" y="130"/>
                  </a:lnTo>
                  <a:lnTo>
                    <a:pt x="19" y="130"/>
                  </a:lnTo>
                  <a:lnTo>
                    <a:pt x="15" y="134"/>
                  </a:lnTo>
                  <a:lnTo>
                    <a:pt x="15" y="134"/>
                  </a:lnTo>
                  <a:lnTo>
                    <a:pt x="15" y="141"/>
                  </a:lnTo>
                  <a:lnTo>
                    <a:pt x="11" y="141"/>
                  </a:lnTo>
                  <a:lnTo>
                    <a:pt x="8" y="141"/>
                  </a:lnTo>
                  <a:lnTo>
                    <a:pt x="4" y="145"/>
                  </a:lnTo>
                  <a:lnTo>
                    <a:pt x="4" y="149"/>
                  </a:lnTo>
                  <a:lnTo>
                    <a:pt x="0" y="152"/>
                  </a:lnTo>
                  <a:lnTo>
                    <a:pt x="4" y="156"/>
                  </a:lnTo>
                  <a:lnTo>
                    <a:pt x="0" y="160"/>
                  </a:lnTo>
                  <a:lnTo>
                    <a:pt x="4" y="160"/>
                  </a:lnTo>
                  <a:lnTo>
                    <a:pt x="4" y="167"/>
                  </a:lnTo>
                  <a:lnTo>
                    <a:pt x="8" y="171"/>
                  </a:lnTo>
                  <a:lnTo>
                    <a:pt x="8" y="174"/>
                  </a:lnTo>
                  <a:lnTo>
                    <a:pt x="8" y="174"/>
                  </a:lnTo>
                  <a:lnTo>
                    <a:pt x="8" y="178"/>
                  </a:lnTo>
                  <a:lnTo>
                    <a:pt x="11" y="174"/>
                  </a:lnTo>
                  <a:lnTo>
                    <a:pt x="8" y="178"/>
                  </a:lnTo>
                  <a:lnTo>
                    <a:pt x="4" y="178"/>
                  </a:lnTo>
                  <a:lnTo>
                    <a:pt x="4" y="182"/>
                  </a:lnTo>
                  <a:lnTo>
                    <a:pt x="8" y="186"/>
                  </a:lnTo>
                  <a:lnTo>
                    <a:pt x="4" y="193"/>
                  </a:lnTo>
                  <a:lnTo>
                    <a:pt x="8" y="193"/>
                  </a:lnTo>
                  <a:lnTo>
                    <a:pt x="8" y="197"/>
                  </a:lnTo>
                  <a:lnTo>
                    <a:pt x="8" y="197"/>
                  </a:lnTo>
                  <a:lnTo>
                    <a:pt x="11" y="200"/>
                  </a:lnTo>
                  <a:lnTo>
                    <a:pt x="11" y="200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9" y="204"/>
                  </a:lnTo>
                  <a:lnTo>
                    <a:pt x="19" y="204"/>
                  </a:lnTo>
                  <a:lnTo>
                    <a:pt x="22" y="204"/>
                  </a:lnTo>
                  <a:lnTo>
                    <a:pt x="26" y="208"/>
                  </a:lnTo>
                  <a:lnTo>
                    <a:pt x="26" y="208"/>
                  </a:lnTo>
                  <a:lnTo>
                    <a:pt x="26" y="212"/>
                  </a:lnTo>
                  <a:lnTo>
                    <a:pt x="26" y="212"/>
                  </a:lnTo>
                  <a:lnTo>
                    <a:pt x="26" y="212"/>
                  </a:lnTo>
                  <a:close/>
                  <a:moveTo>
                    <a:pt x="100" y="15"/>
                  </a:moveTo>
                  <a:lnTo>
                    <a:pt x="100" y="15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100" y="15"/>
                  </a:lnTo>
                  <a:lnTo>
                    <a:pt x="100" y="15"/>
                  </a:lnTo>
                  <a:close/>
                  <a:moveTo>
                    <a:pt x="100" y="19"/>
                  </a:moveTo>
                  <a:lnTo>
                    <a:pt x="100" y="19"/>
                  </a:lnTo>
                  <a:lnTo>
                    <a:pt x="100" y="19"/>
                  </a:lnTo>
                  <a:lnTo>
                    <a:pt x="100" y="22"/>
                  </a:lnTo>
                  <a:lnTo>
                    <a:pt x="100" y="19"/>
                  </a:lnTo>
                  <a:lnTo>
                    <a:pt x="100" y="19"/>
                  </a:lnTo>
                  <a:close/>
                  <a:moveTo>
                    <a:pt x="93" y="19"/>
                  </a:moveTo>
                  <a:lnTo>
                    <a:pt x="93" y="19"/>
                  </a:lnTo>
                  <a:lnTo>
                    <a:pt x="93" y="19"/>
                  </a:lnTo>
                  <a:lnTo>
                    <a:pt x="96" y="19"/>
                  </a:lnTo>
                  <a:lnTo>
                    <a:pt x="96" y="22"/>
                  </a:lnTo>
                  <a:lnTo>
                    <a:pt x="93" y="22"/>
                  </a:lnTo>
                  <a:lnTo>
                    <a:pt x="93" y="22"/>
                  </a:lnTo>
                  <a:lnTo>
                    <a:pt x="93" y="19"/>
                  </a:lnTo>
                  <a:lnTo>
                    <a:pt x="93" y="19"/>
                  </a:lnTo>
                  <a:close/>
                  <a:moveTo>
                    <a:pt x="115" y="78"/>
                  </a:moveTo>
                  <a:lnTo>
                    <a:pt x="115" y="78"/>
                  </a:lnTo>
                  <a:lnTo>
                    <a:pt x="115" y="74"/>
                  </a:lnTo>
                  <a:lnTo>
                    <a:pt x="115" y="74"/>
                  </a:lnTo>
                  <a:lnTo>
                    <a:pt x="119" y="74"/>
                  </a:lnTo>
                  <a:lnTo>
                    <a:pt x="119" y="71"/>
                  </a:lnTo>
                  <a:lnTo>
                    <a:pt x="119" y="74"/>
                  </a:lnTo>
                  <a:lnTo>
                    <a:pt x="119" y="74"/>
                  </a:lnTo>
                  <a:lnTo>
                    <a:pt x="115" y="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2" name="Freeform 150"/>
            <p:cNvSpPr/>
            <p:nvPr/>
          </p:nvSpPr>
          <p:spPr bwMode="auto">
            <a:xfrm>
              <a:off x="4931190" y="3381830"/>
              <a:ext cx="218727" cy="319084"/>
            </a:xfrm>
            <a:custGeom>
              <a:avLst/>
              <a:gdLst>
                <a:gd name="T0" fmla="*/ 30 w 170"/>
                <a:gd name="T1" fmla="*/ 156 h 248"/>
                <a:gd name="T2" fmla="*/ 33 w 170"/>
                <a:gd name="T3" fmla="*/ 148 h 248"/>
                <a:gd name="T4" fmla="*/ 37 w 170"/>
                <a:gd name="T5" fmla="*/ 137 h 248"/>
                <a:gd name="T6" fmla="*/ 37 w 170"/>
                <a:gd name="T7" fmla="*/ 126 h 248"/>
                <a:gd name="T8" fmla="*/ 37 w 170"/>
                <a:gd name="T9" fmla="*/ 119 h 248"/>
                <a:gd name="T10" fmla="*/ 41 w 170"/>
                <a:gd name="T11" fmla="*/ 107 h 248"/>
                <a:gd name="T12" fmla="*/ 41 w 170"/>
                <a:gd name="T13" fmla="*/ 96 h 248"/>
                <a:gd name="T14" fmla="*/ 22 w 170"/>
                <a:gd name="T15" fmla="*/ 89 h 248"/>
                <a:gd name="T16" fmla="*/ 8 w 170"/>
                <a:gd name="T17" fmla="*/ 85 h 248"/>
                <a:gd name="T18" fmla="*/ 0 w 170"/>
                <a:gd name="T19" fmla="*/ 70 h 248"/>
                <a:gd name="T20" fmla="*/ 30 w 170"/>
                <a:gd name="T21" fmla="*/ 59 h 248"/>
                <a:gd name="T22" fmla="*/ 52 w 170"/>
                <a:gd name="T23" fmla="*/ 56 h 248"/>
                <a:gd name="T24" fmla="*/ 59 w 170"/>
                <a:gd name="T25" fmla="*/ 59 h 248"/>
                <a:gd name="T26" fmla="*/ 71 w 170"/>
                <a:gd name="T27" fmla="*/ 67 h 248"/>
                <a:gd name="T28" fmla="*/ 63 w 170"/>
                <a:gd name="T29" fmla="*/ 81 h 248"/>
                <a:gd name="T30" fmla="*/ 71 w 170"/>
                <a:gd name="T31" fmla="*/ 93 h 248"/>
                <a:gd name="T32" fmla="*/ 78 w 170"/>
                <a:gd name="T33" fmla="*/ 100 h 248"/>
                <a:gd name="T34" fmla="*/ 82 w 170"/>
                <a:gd name="T35" fmla="*/ 85 h 248"/>
                <a:gd name="T36" fmla="*/ 85 w 170"/>
                <a:gd name="T37" fmla="*/ 74 h 248"/>
                <a:gd name="T38" fmla="*/ 89 w 170"/>
                <a:gd name="T39" fmla="*/ 67 h 248"/>
                <a:gd name="T40" fmla="*/ 85 w 170"/>
                <a:gd name="T41" fmla="*/ 56 h 248"/>
                <a:gd name="T42" fmla="*/ 74 w 170"/>
                <a:gd name="T43" fmla="*/ 44 h 248"/>
                <a:gd name="T44" fmla="*/ 89 w 170"/>
                <a:gd name="T45" fmla="*/ 15 h 248"/>
                <a:gd name="T46" fmla="*/ 96 w 170"/>
                <a:gd name="T47" fmla="*/ 15 h 248"/>
                <a:gd name="T48" fmla="*/ 108 w 170"/>
                <a:gd name="T49" fmla="*/ 15 h 248"/>
                <a:gd name="T50" fmla="*/ 115 w 170"/>
                <a:gd name="T51" fmla="*/ 15 h 248"/>
                <a:gd name="T52" fmla="*/ 126 w 170"/>
                <a:gd name="T53" fmla="*/ 11 h 248"/>
                <a:gd name="T54" fmla="*/ 137 w 170"/>
                <a:gd name="T55" fmla="*/ 11 h 248"/>
                <a:gd name="T56" fmla="*/ 152 w 170"/>
                <a:gd name="T57" fmla="*/ 7 h 248"/>
                <a:gd name="T58" fmla="*/ 163 w 170"/>
                <a:gd name="T59" fmla="*/ 0 h 248"/>
                <a:gd name="T60" fmla="*/ 170 w 170"/>
                <a:gd name="T61" fmla="*/ 4 h 248"/>
                <a:gd name="T62" fmla="*/ 167 w 170"/>
                <a:gd name="T63" fmla="*/ 15 h 248"/>
                <a:gd name="T64" fmla="*/ 167 w 170"/>
                <a:gd name="T65" fmla="*/ 26 h 248"/>
                <a:gd name="T66" fmla="*/ 167 w 170"/>
                <a:gd name="T67" fmla="*/ 37 h 248"/>
                <a:gd name="T68" fmla="*/ 163 w 170"/>
                <a:gd name="T69" fmla="*/ 56 h 248"/>
                <a:gd name="T70" fmla="*/ 170 w 170"/>
                <a:gd name="T71" fmla="*/ 63 h 248"/>
                <a:gd name="T72" fmla="*/ 163 w 170"/>
                <a:gd name="T73" fmla="*/ 67 h 248"/>
                <a:gd name="T74" fmla="*/ 163 w 170"/>
                <a:gd name="T75" fmla="*/ 74 h 248"/>
                <a:gd name="T76" fmla="*/ 156 w 170"/>
                <a:gd name="T77" fmla="*/ 85 h 248"/>
                <a:gd name="T78" fmla="*/ 141 w 170"/>
                <a:gd name="T79" fmla="*/ 96 h 248"/>
                <a:gd name="T80" fmla="*/ 111 w 170"/>
                <a:gd name="T81" fmla="*/ 107 h 248"/>
                <a:gd name="T82" fmla="*/ 104 w 170"/>
                <a:gd name="T83" fmla="*/ 111 h 248"/>
                <a:gd name="T84" fmla="*/ 93 w 170"/>
                <a:gd name="T85" fmla="*/ 122 h 248"/>
                <a:gd name="T86" fmla="*/ 78 w 170"/>
                <a:gd name="T87" fmla="*/ 133 h 248"/>
                <a:gd name="T88" fmla="*/ 67 w 170"/>
                <a:gd name="T89" fmla="*/ 137 h 248"/>
                <a:gd name="T90" fmla="*/ 67 w 170"/>
                <a:gd name="T91" fmla="*/ 145 h 248"/>
                <a:gd name="T92" fmla="*/ 67 w 170"/>
                <a:gd name="T93" fmla="*/ 159 h 248"/>
                <a:gd name="T94" fmla="*/ 71 w 170"/>
                <a:gd name="T95" fmla="*/ 178 h 248"/>
                <a:gd name="T96" fmla="*/ 78 w 170"/>
                <a:gd name="T97" fmla="*/ 178 h 248"/>
                <a:gd name="T98" fmla="*/ 74 w 170"/>
                <a:gd name="T99" fmla="*/ 189 h 248"/>
                <a:gd name="T100" fmla="*/ 71 w 170"/>
                <a:gd name="T101" fmla="*/ 200 h 248"/>
                <a:gd name="T102" fmla="*/ 71 w 170"/>
                <a:gd name="T103" fmla="*/ 211 h 248"/>
                <a:gd name="T104" fmla="*/ 30 w 170"/>
                <a:gd name="T105" fmla="*/ 230 h 248"/>
                <a:gd name="T106" fmla="*/ 22 w 170"/>
                <a:gd name="T107" fmla="*/ 237 h 248"/>
                <a:gd name="T108" fmla="*/ 30 w 170"/>
                <a:gd name="T109" fmla="*/ 241 h 248"/>
                <a:gd name="T110" fmla="*/ 30 w 170"/>
                <a:gd name="T111" fmla="*/ 248 h 248"/>
                <a:gd name="T112" fmla="*/ 19 w 170"/>
                <a:gd name="T113" fmla="*/ 248 h 248"/>
                <a:gd name="T114" fmla="*/ 15 w 170"/>
                <a:gd name="T115" fmla="*/ 237 h 248"/>
                <a:gd name="T116" fmla="*/ 15 w 170"/>
                <a:gd name="T117" fmla="*/ 222 h 248"/>
                <a:gd name="T118" fmla="*/ 15 w 170"/>
                <a:gd name="T119" fmla="*/ 200 h 248"/>
                <a:gd name="T120" fmla="*/ 11 w 170"/>
                <a:gd name="T121" fmla="*/ 182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70" h="248">
                  <a:moveTo>
                    <a:pt x="11" y="182"/>
                  </a:moveTo>
                  <a:lnTo>
                    <a:pt x="30" y="167"/>
                  </a:lnTo>
                  <a:lnTo>
                    <a:pt x="30" y="163"/>
                  </a:lnTo>
                  <a:lnTo>
                    <a:pt x="30" y="159"/>
                  </a:lnTo>
                  <a:lnTo>
                    <a:pt x="30" y="156"/>
                  </a:lnTo>
                  <a:lnTo>
                    <a:pt x="30" y="152"/>
                  </a:lnTo>
                  <a:lnTo>
                    <a:pt x="30" y="152"/>
                  </a:lnTo>
                  <a:lnTo>
                    <a:pt x="30" y="148"/>
                  </a:lnTo>
                  <a:lnTo>
                    <a:pt x="33" y="148"/>
                  </a:lnTo>
                  <a:lnTo>
                    <a:pt x="33" y="148"/>
                  </a:lnTo>
                  <a:lnTo>
                    <a:pt x="37" y="145"/>
                  </a:lnTo>
                  <a:lnTo>
                    <a:pt x="37" y="141"/>
                  </a:lnTo>
                  <a:lnTo>
                    <a:pt x="37" y="141"/>
                  </a:lnTo>
                  <a:lnTo>
                    <a:pt x="37" y="137"/>
                  </a:lnTo>
                  <a:lnTo>
                    <a:pt x="37" y="137"/>
                  </a:lnTo>
                  <a:lnTo>
                    <a:pt x="37" y="133"/>
                  </a:lnTo>
                  <a:lnTo>
                    <a:pt x="37" y="133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7" y="126"/>
                  </a:lnTo>
                  <a:lnTo>
                    <a:pt x="37" y="126"/>
                  </a:lnTo>
                  <a:lnTo>
                    <a:pt x="37" y="122"/>
                  </a:lnTo>
                  <a:lnTo>
                    <a:pt x="37" y="119"/>
                  </a:lnTo>
                  <a:lnTo>
                    <a:pt x="41" y="119"/>
                  </a:lnTo>
                  <a:lnTo>
                    <a:pt x="37" y="119"/>
                  </a:lnTo>
                  <a:lnTo>
                    <a:pt x="37" y="119"/>
                  </a:lnTo>
                  <a:lnTo>
                    <a:pt x="37" y="115"/>
                  </a:lnTo>
                  <a:lnTo>
                    <a:pt x="37" y="111"/>
                  </a:lnTo>
                  <a:lnTo>
                    <a:pt x="41" y="107"/>
                  </a:lnTo>
                  <a:lnTo>
                    <a:pt x="41" y="107"/>
                  </a:lnTo>
                  <a:lnTo>
                    <a:pt x="41" y="104"/>
                  </a:lnTo>
                  <a:lnTo>
                    <a:pt x="41" y="104"/>
                  </a:lnTo>
                  <a:lnTo>
                    <a:pt x="41" y="100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37" y="96"/>
                  </a:lnTo>
                  <a:lnTo>
                    <a:pt x="33" y="93"/>
                  </a:lnTo>
                  <a:lnTo>
                    <a:pt x="33" y="89"/>
                  </a:lnTo>
                  <a:lnTo>
                    <a:pt x="26" y="89"/>
                  </a:lnTo>
                  <a:lnTo>
                    <a:pt x="22" y="89"/>
                  </a:lnTo>
                  <a:lnTo>
                    <a:pt x="22" y="85"/>
                  </a:lnTo>
                  <a:lnTo>
                    <a:pt x="15" y="85"/>
                  </a:lnTo>
                  <a:lnTo>
                    <a:pt x="11" y="81"/>
                  </a:lnTo>
                  <a:lnTo>
                    <a:pt x="11" y="85"/>
                  </a:lnTo>
                  <a:lnTo>
                    <a:pt x="8" y="85"/>
                  </a:lnTo>
                  <a:lnTo>
                    <a:pt x="8" y="81"/>
                  </a:lnTo>
                  <a:lnTo>
                    <a:pt x="8" y="81"/>
                  </a:lnTo>
                  <a:lnTo>
                    <a:pt x="0" y="81"/>
                  </a:lnTo>
                  <a:lnTo>
                    <a:pt x="0" y="74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8" y="67"/>
                  </a:lnTo>
                  <a:lnTo>
                    <a:pt x="11" y="67"/>
                  </a:lnTo>
                  <a:lnTo>
                    <a:pt x="26" y="59"/>
                  </a:lnTo>
                  <a:lnTo>
                    <a:pt x="30" y="59"/>
                  </a:lnTo>
                  <a:lnTo>
                    <a:pt x="41" y="56"/>
                  </a:lnTo>
                  <a:lnTo>
                    <a:pt x="45" y="56"/>
                  </a:lnTo>
                  <a:lnTo>
                    <a:pt x="48" y="52"/>
                  </a:lnTo>
                  <a:lnTo>
                    <a:pt x="48" y="56"/>
                  </a:lnTo>
                  <a:lnTo>
                    <a:pt x="52" y="56"/>
                  </a:lnTo>
                  <a:lnTo>
                    <a:pt x="52" y="59"/>
                  </a:lnTo>
                  <a:lnTo>
                    <a:pt x="52" y="59"/>
                  </a:lnTo>
                  <a:lnTo>
                    <a:pt x="56" y="59"/>
                  </a:lnTo>
                  <a:lnTo>
                    <a:pt x="56" y="59"/>
                  </a:lnTo>
                  <a:lnTo>
                    <a:pt x="59" y="59"/>
                  </a:lnTo>
                  <a:lnTo>
                    <a:pt x="59" y="59"/>
                  </a:lnTo>
                  <a:lnTo>
                    <a:pt x="63" y="59"/>
                  </a:lnTo>
                  <a:lnTo>
                    <a:pt x="67" y="59"/>
                  </a:lnTo>
                  <a:lnTo>
                    <a:pt x="71" y="63"/>
                  </a:lnTo>
                  <a:lnTo>
                    <a:pt x="71" y="67"/>
                  </a:lnTo>
                  <a:lnTo>
                    <a:pt x="67" y="70"/>
                  </a:lnTo>
                  <a:lnTo>
                    <a:pt x="63" y="74"/>
                  </a:lnTo>
                  <a:lnTo>
                    <a:pt x="63" y="78"/>
                  </a:lnTo>
                  <a:lnTo>
                    <a:pt x="63" y="78"/>
                  </a:lnTo>
                  <a:lnTo>
                    <a:pt x="63" y="81"/>
                  </a:lnTo>
                  <a:lnTo>
                    <a:pt x="63" y="85"/>
                  </a:lnTo>
                  <a:lnTo>
                    <a:pt x="63" y="89"/>
                  </a:lnTo>
                  <a:lnTo>
                    <a:pt x="67" y="89"/>
                  </a:lnTo>
                  <a:lnTo>
                    <a:pt x="71" y="93"/>
                  </a:lnTo>
                  <a:lnTo>
                    <a:pt x="71" y="93"/>
                  </a:lnTo>
                  <a:lnTo>
                    <a:pt x="74" y="96"/>
                  </a:lnTo>
                  <a:lnTo>
                    <a:pt x="74" y="96"/>
                  </a:lnTo>
                  <a:lnTo>
                    <a:pt x="74" y="100"/>
                  </a:lnTo>
                  <a:lnTo>
                    <a:pt x="74" y="100"/>
                  </a:lnTo>
                  <a:lnTo>
                    <a:pt x="78" y="100"/>
                  </a:lnTo>
                  <a:lnTo>
                    <a:pt x="78" y="100"/>
                  </a:lnTo>
                  <a:lnTo>
                    <a:pt x="78" y="96"/>
                  </a:lnTo>
                  <a:lnTo>
                    <a:pt x="82" y="93"/>
                  </a:lnTo>
                  <a:lnTo>
                    <a:pt x="82" y="89"/>
                  </a:lnTo>
                  <a:lnTo>
                    <a:pt x="82" y="85"/>
                  </a:lnTo>
                  <a:lnTo>
                    <a:pt x="85" y="85"/>
                  </a:lnTo>
                  <a:lnTo>
                    <a:pt x="89" y="81"/>
                  </a:lnTo>
                  <a:lnTo>
                    <a:pt x="89" y="81"/>
                  </a:lnTo>
                  <a:lnTo>
                    <a:pt x="89" y="74"/>
                  </a:lnTo>
                  <a:lnTo>
                    <a:pt x="85" y="74"/>
                  </a:lnTo>
                  <a:lnTo>
                    <a:pt x="89" y="70"/>
                  </a:lnTo>
                  <a:lnTo>
                    <a:pt x="85" y="70"/>
                  </a:lnTo>
                  <a:lnTo>
                    <a:pt x="89" y="70"/>
                  </a:lnTo>
                  <a:lnTo>
                    <a:pt x="89" y="70"/>
                  </a:lnTo>
                  <a:lnTo>
                    <a:pt x="89" y="67"/>
                  </a:lnTo>
                  <a:lnTo>
                    <a:pt x="93" y="67"/>
                  </a:lnTo>
                  <a:lnTo>
                    <a:pt x="93" y="67"/>
                  </a:lnTo>
                  <a:lnTo>
                    <a:pt x="89" y="63"/>
                  </a:lnTo>
                  <a:lnTo>
                    <a:pt x="89" y="59"/>
                  </a:lnTo>
                  <a:lnTo>
                    <a:pt x="85" y="56"/>
                  </a:lnTo>
                  <a:lnTo>
                    <a:pt x="85" y="52"/>
                  </a:lnTo>
                  <a:lnTo>
                    <a:pt x="78" y="48"/>
                  </a:lnTo>
                  <a:lnTo>
                    <a:pt x="78" y="48"/>
                  </a:lnTo>
                  <a:lnTo>
                    <a:pt x="74" y="44"/>
                  </a:lnTo>
                  <a:lnTo>
                    <a:pt x="74" y="44"/>
                  </a:lnTo>
                  <a:lnTo>
                    <a:pt x="67" y="41"/>
                  </a:lnTo>
                  <a:lnTo>
                    <a:pt x="67" y="30"/>
                  </a:lnTo>
                  <a:lnTo>
                    <a:pt x="71" y="15"/>
                  </a:lnTo>
                  <a:lnTo>
                    <a:pt x="85" y="15"/>
                  </a:lnTo>
                  <a:lnTo>
                    <a:pt x="89" y="15"/>
                  </a:lnTo>
                  <a:lnTo>
                    <a:pt x="89" y="11"/>
                  </a:lnTo>
                  <a:lnTo>
                    <a:pt x="93" y="11"/>
                  </a:lnTo>
                  <a:lnTo>
                    <a:pt x="93" y="15"/>
                  </a:lnTo>
                  <a:lnTo>
                    <a:pt x="93" y="15"/>
                  </a:lnTo>
                  <a:lnTo>
                    <a:pt x="96" y="15"/>
                  </a:lnTo>
                  <a:lnTo>
                    <a:pt x="96" y="15"/>
                  </a:lnTo>
                  <a:lnTo>
                    <a:pt x="100" y="18"/>
                  </a:lnTo>
                  <a:lnTo>
                    <a:pt x="100" y="18"/>
                  </a:lnTo>
                  <a:lnTo>
                    <a:pt x="104" y="18"/>
                  </a:lnTo>
                  <a:lnTo>
                    <a:pt x="108" y="15"/>
                  </a:lnTo>
                  <a:lnTo>
                    <a:pt x="108" y="15"/>
                  </a:lnTo>
                  <a:lnTo>
                    <a:pt x="111" y="15"/>
                  </a:lnTo>
                  <a:lnTo>
                    <a:pt x="111" y="15"/>
                  </a:lnTo>
                  <a:lnTo>
                    <a:pt x="111" y="15"/>
                  </a:lnTo>
                  <a:lnTo>
                    <a:pt x="115" y="15"/>
                  </a:lnTo>
                  <a:lnTo>
                    <a:pt x="115" y="18"/>
                  </a:lnTo>
                  <a:lnTo>
                    <a:pt x="119" y="15"/>
                  </a:lnTo>
                  <a:lnTo>
                    <a:pt x="126" y="15"/>
                  </a:lnTo>
                  <a:lnTo>
                    <a:pt x="126" y="15"/>
                  </a:lnTo>
                  <a:lnTo>
                    <a:pt x="126" y="11"/>
                  </a:lnTo>
                  <a:lnTo>
                    <a:pt x="126" y="11"/>
                  </a:lnTo>
                  <a:lnTo>
                    <a:pt x="130" y="11"/>
                  </a:lnTo>
                  <a:lnTo>
                    <a:pt x="130" y="11"/>
                  </a:lnTo>
                  <a:lnTo>
                    <a:pt x="133" y="11"/>
                  </a:lnTo>
                  <a:lnTo>
                    <a:pt x="137" y="11"/>
                  </a:lnTo>
                  <a:lnTo>
                    <a:pt x="137" y="11"/>
                  </a:lnTo>
                  <a:lnTo>
                    <a:pt x="145" y="7"/>
                  </a:lnTo>
                  <a:lnTo>
                    <a:pt x="148" y="11"/>
                  </a:lnTo>
                  <a:lnTo>
                    <a:pt x="148" y="7"/>
                  </a:lnTo>
                  <a:lnTo>
                    <a:pt x="152" y="7"/>
                  </a:lnTo>
                  <a:lnTo>
                    <a:pt x="156" y="7"/>
                  </a:lnTo>
                  <a:lnTo>
                    <a:pt x="156" y="4"/>
                  </a:lnTo>
                  <a:lnTo>
                    <a:pt x="159" y="4"/>
                  </a:lnTo>
                  <a:lnTo>
                    <a:pt x="163" y="4"/>
                  </a:lnTo>
                  <a:lnTo>
                    <a:pt x="163" y="0"/>
                  </a:lnTo>
                  <a:lnTo>
                    <a:pt x="167" y="0"/>
                  </a:lnTo>
                  <a:lnTo>
                    <a:pt x="170" y="0"/>
                  </a:lnTo>
                  <a:lnTo>
                    <a:pt x="170" y="0"/>
                  </a:lnTo>
                  <a:lnTo>
                    <a:pt x="170" y="0"/>
                  </a:lnTo>
                  <a:lnTo>
                    <a:pt x="170" y="4"/>
                  </a:lnTo>
                  <a:lnTo>
                    <a:pt x="170" y="7"/>
                  </a:lnTo>
                  <a:lnTo>
                    <a:pt x="170" y="7"/>
                  </a:lnTo>
                  <a:lnTo>
                    <a:pt x="167" y="11"/>
                  </a:lnTo>
                  <a:lnTo>
                    <a:pt x="167" y="11"/>
                  </a:lnTo>
                  <a:lnTo>
                    <a:pt x="167" y="15"/>
                  </a:lnTo>
                  <a:lnTo>
                    <a:pt x="167" y="15"/>
                  </a:lnTo>
                  <a:lnTo>
                    <a:pt x="167" y="15"/>
                  </a:lnTo>
                  <a:lnTo>
                    <a:pt x="167" y="22"/>
                  </a:lnTo>
                  <a:lnTo>
                    <a:pt x="167" y="22"/>
                  </a:lnTo>
                  <a:lnTo>
                    <a:pt x="167" y="26"/>
                  </a:lnTo>
                  <a:lnTo>
                    <a:pt x="167" y="30"/>
                  </a:lnTo>
                  <a:lnTo>
                    <a:pt x="167" y="30"/>
                  </a:lnTo>
                  <a:lnTo>
                    <a:pt x="167" y="33"/>
                  </a:lnTo>
                  <a:lnTo>
                    <a:pt x="167" y="33"/>
                  </a:lnTo>
                  <a:lnTo>
                    <a:pt x="167" y="37"/>
                  </a:lnTo>
                  <a:lnTo>
                    <a:pt x="167" y="44"/>
                  </a:lnTo>
                  <a:lnTo>
                    <a:pt x="167" y="44"/>
                  </a:lnTo>
                  <a:lnTo>
                    <a:pt x="167" y="48"/>
                  </a:lnTo>
                  <a:lnTo>
                    <a:pt x="167" y="56"/>
                  </a:lnTo>
                  <a:lnTo>
                    <a:pt x="163" y="56"/>
                  </a:lnTo>
                  <a:lnTo>
                    <a:pt x="163" y="56"/>
                  </a:lnTo>
                  <a:lnTo>
                    <a:pt x="163" y="56"/>
                  </a:lnTo>
                  <a:lnTo>
                    <a:pt x="167" y="56"/>
                  </a:lnTo>
                  <a:lnTo>
                    <a:pt x="170" y="56"/>
                  </a:lnTo>
                  <a:lnTo>
                    <a:pt x="170" y="63"/>
                  </a:lnTo>
                  <a:lnTo>
                    <a:pt x="167" y="67"/>
                  </a:lnTo>
                  <a:lnTo>
                    <a:pt x="167" y="67"/>
                  </a:lnTo>
                  <a:lnTo>
                    <a:pt x="167" y="67"/>
                  </a:lnTo>
                  <a:lnTo>
                    <a:pt x="167" y="67"/>
                  </a:lnTo>
                  <a:lnTo>
                    <a:pt x="163" y="67"/>
                  </a:lnTo>
                  <a:lnTo>
                    <a:pt x="163" y="70"/>
                  </a:lnTo>
                  <a:lnTo>
                    <a:pt x="163" y="70"/>
                  </a:lnTo>
                  <a:lnTo>
                    <a:pt x="163" y="70"/>
                  </a:lnTo>
                  <a:lnTo>
                    <a:pt x="167" y="70"/>
                  </a:lnTo>
                  <a:lnTo>
                    <a:pt x="163" y="74"/>
                  </a:lnTo>
                  <a:lnTo>
                    <a:pt x="163" y="78"/>
                  </a:lnTo>
                  <a:lnTo>
                    <a:pt x="163" y="78"/>
                  </a:lnTo>
                  <a:lnTo>
                    <a:pt x="159" y="81"/>
                  </a:lnTo>
                  <a:lnTo>
                    <a:pt x="159" y="81"/>
                  </a:lnTo>
                  <a:lnTo>
                    <a:pt x="156" y="85"/>
                  </a:lnTo>
                  <a:lnTo>
                    <a:pt x="152" y="85"/>
                  </a:lnTo>
                  <a:lnTo>
                    <a:pt x="152" y="89"/>
                  </a:lnTo>
                  <a:lnTo>
                    <a:pt x="141" y="96"/>
                  </a:lnTo>
                  <a:lnTo>
                    <a:pt x="141" y="96"/>
                  </a:lnTo>
                  <a:lnTo>
                    <a:pt x="141" y="96"/>
                  </a:lnTo>
                  <a:lnTo>
                    <a:pt x="130" y="104"/>
                  </a:lnTo>
                  <a:lnTo>
                    <a:pt x="126" y="100"/>
                  </a:lnTo>
                  <a:lnTo>
                    <a:pt x="126" y="104"/>
                  </a:lnTo>
                  <a:lnTo>
                    <a:pt x="119" y="104"/>
                  </a:lnTo>
                  <a:lnTo>
                    <a:pt x="111" y="107"/>
                  </a:lnTo>
                  <a:lnTo>
                    <a:pt x="111" y="107"/>
                  </a:lnTo>
                  <a:lnTo>
                    <a:pt x="111" y="107"/>
                  </a:lnTo>
                  <a:lnTo>
                    <a:pt x="108" y="115"/>
                  </a:lnTo>
                  <a:lnTo>
                    <a:pt x="104" y="115"/>
                  </a:lnTo>
                  <a:lnTo>
                    <a:pt x="104" y="111"/>
                  </a:lnTo>
                  <a:lnTo>
                    <a:pt x="104" y="115"/>
                  </a:lnTo>
                  <a:lnTo>
                    <a:pt x="100" y="115"/>
                  </a:lnTo>
                  <a:lnTo>
                    <a:pt x="100" y="119"/>
                  </a:lnTo>
                  <a:lnTo>
                    <a:pt x="93" y="122"/>
                  </a:lnTo>
                  <a:lnTo>
                    <a:pt x="93" y="122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89" y="126"/>
                  </a:lnTo>
                  <a:lnTo>
                    <a:pt x="78" y="133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71" y="137"/>
                  </a:lnTo>
                  <a:lnTo>
                    <a:pt x="71" y="141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41"/>
                  </a:lnTo>
                  <a:lnTo>
                    <a:pt x="67" y="141"/>
                  </a:lnTo>
                  <a:lnTo>
                    <a:pt x="67" y="145"/>
                  </a:lnTo>
                  <a:lnTo>
                    <a:pt x="67" y="145"/>
                  </a:lnTo>
                  <a:lnTo>
                    <a:pt x="67" y="148"/>
                  </a:lnTo>
                  <a:lnTo>
                    <a:pt x="63" y="148"/>
                  </a:lnTo>
                  <a:lnTo>
                    <a:pt x="71" y="156"/>
                  </a:lnTo>
                  <a:lnTo>
                    <a:pt x="71" y="159"/>
                  </a:lnTo>
                  <a:lnTo>
                    <a:pt x="67" y="159"/>
                  </a:lnTo>
                  <a:lnTo>
                    <a:pt x="71" y="159"/>
                  </a:lnTo>
                  <a:lnTo>
                    <a:pt x="71" y="163"/>
                  </a:lnTo>
                  <a:lnTo>
                    <a:pt x="71" y="167"/>
                  </a:lnTo>
                  <a:lnTo>
                    <a:pt x="74" y="171"/>
                  </a:lnTo>
                  <a:lnTo>
                    <a:pt x="71" y="178"/>
                  </a:lnTo>
                  <a:lnTo>
                    <a:pt x="74" y="182"/>
                  </a:lnTo>
                  <a:lnTo>
                    <a:pt x="74" y="182"/>
                  </a:lnTo>
                  <a:lnTo>
                    <a:pt x="74" y="178"/>
                  </a:lnTo>
                  <a:lnTo>
                    <a:pt x="74" y="174"/>
                  </a:lnTo>
                  <a:lnTo>
                    <a:pt x="78" y="178"/>
                  </a:lnTo>
                  <a:lnTo>
                    <a:pt x="78" y="178"/>
                  </a:lnTo>
                  <a:lnTo>
                    <a:pt x="78" y="182"/>
                  </a:lnTo>
                  <a:lnTo>
                    <a:pt x="74" y="185"/>
                  </a:lnTo>
                  <a:lnTo>
                    <a:pt x="74" y="189"/>
                  </a:lnTo>
                  <a:lnTo>
                    <a:pt x="74" y="189"/>
                  </a:lnTo>
                  <a:lnTo>
                    <a:pt x="74" y="193"/>
                  </a:lnTo>
                  <a:lnTo>
                    <a:pt x="74" y="196"/>
                  </a:lnTo>
                  <a:lnTo>
                    <a:pt x="74" y="196"/>
                  </a:lnTo>
                  <a:lnTo>
                    <a:pt x="71" y="200"/>
                  </a:lnTo>
                  <a:lnTo>
                    <a:pt x="71" y="200"/>
                  </a:lnTo>
                  <a:lnTo>
                    <a:pt x="71" y="204"/>
                  </a:lnTo>
                  <a:lnTo>
                    <a:pt x="74" y="200"/>
                  </a:lnTo>
                  <a:lnTo>
                    <a:pt x="74" y="204"/>
                  </a:lnTo>
                  <a:lnTo>
                    <a:pt x="74" y="208"/>
                  </a:lnTo>
                  <a:lnTo>
                    <a:pt x="71" y="211"/>
                  </a:lnTo>
                  <a:lnTo>
                    <a:pt x="67" y="215"/>
                  </a:lnTo>
                  <a:lnTo>
                    <a:pt x="56" y="219"/>
                  </a:lnTo>
                  <a:lnTo>
                    <a:pt x="41" y="222"/>
                  </a:lnTo>
                  <a:lnTo>
                    <a:pt x="37" y="226"/>
                  </a:lnTo>
                  <a:lnTo>
                    <a:pt x="30" y="230"/>
                  </a:lnTo>
                  <a:lnTo>
                    <a:pt x="30" y="230"/>
                  </a:lnTo>
                  <a:lnTo>
                    <a:pt x="30" y="234"/>
                  </a:lnTo>
                  <a:lnTo>
                    <a:pt x="26" y="237"/>
                  </a:lnTo>
                  <a:lnTo>
                    <a:pt x="26" y="237"/>
                  </a:lnTo>
                  <a:lnTo>
                    <a:pt x="22" y="237"/>
                  </a:lnTo>
                  <a:lnTo>
                    <a:pt x="22" y="237"/>
                  </a:lnTo>
                  <a:lnTo>
                    <a:pt x="26" y="241"/>
                  </a:lnTo>
                  <a:lnTo>
                    <a:pt x="26" y="241"/>
                  </a:lnTo>
                  <a:lnTo>
                    <a:pt x="26" y="241"/>
                  </a:lnTo>
                  <a:lnTo>
                    <a:pt x="30" y="241"/>
                  </a:lnTo>
                  <a:lnTo>
                    <a:pt x="30" y="241"/>
                  </a:lnTo>
                  <a:lnTo>
                    <a:pt x="30" y="237"/>
                  </a:lnTo>
                  <a:lnTo>
                    <a:pt x="30" y="241"/>
                  </a:lnTo>
                  <a:lnTo>
                    <a:pt x="30" y="245"/>
                  </a:lnTo>
                  <a:lnTo>
                    <a:pt x="30" y="248"/>
                  </a:lnTo>
                  <a:lnTo>
                    <a:pt x="30" y="248"/>
                  </a:lnTo>
                  <a:lnTo>
                    <a:pt x="26" y="248"/>
                  </a:lnTo>
                  <a:lnTo>
                    <a:pt x="19" y="248"/>
                  </a:lnTo>
                  <a:lnTo>
                    <a:pt x="19" y="248"/>
                  </a:lnTo>
                  <a:lnTo>
                    <a:pt x="19" y="248"/>
                  </a:lnTo>
                  <a:lnTo>
                    <a:pt x="19" y="245"/>
                  </a:lnTo>
                  <a:lnTo>
                    <a:pt x="19" y="245"/>
                  </a:lnTo>
                  <a:lnTo>
                    <a:pt x="19" y="241"/>
                  </a:lnTo>
                  <a:lnTo>
                    <a:pt x="19" y="241"/>
                  </a:lnTo>
                  <a:lnTo>
                    <a:pt x="15" y="237"/>
                  </a:lnTo>
                  <a:lnTo>
                    <a:pt x="15" y="237"/>
                  </a:lnTo>
                  <a:lnTo>
                    <a:pt x="15" y="237"/>
                  </a:lnTo>
                  <a:lnTo>
                    <a:pt x="15" y="234"/>
                  </a:lnTo>
                  <a:lnTo>
                    <a:pt x="15" y="226"/>
                  </a:lnTo>
                  <a:lnTo>
                    <a:pt x="15" y="222"/>
                  </a:lnTo>
                  <a:lnTo>
                    <a:pt x="15" y="211"/>
                  </a:lnTo>
                  <a:lnTo>
                    <a:pt x="15" y="208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5" y="200"/>
                  </a:lnTo>
                  <a:lnTo>
                    <a:pt x="15" y="196"/>
                  </a:lnTo>
                  <a:lnTo>
                    <a:pt x="11" y="193"/>
                  </a:lnTo>
                  <a:lnTo>
                    <a:pt x="11" y="185"/>
                  </a:lnTo>
                  <a:lnTo>
                    <a:pt x="11" y="182"/>
                  </a:lnTo>
                  <a:lnTo>
                    <a:pt x="11" y="1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3" name="Freeform 151"/>
            <p:cNvSpPr/>
            <p:nvPr/>
          </p:nvSpPr>
          <p:spPr bwMode="auto">
            <a:xfrm>
              <a:off x="4926044" y="3682902"/>
              <a:ext cx="29593" cy="28306"/>
            </a:xfrm>
            <a:custGeom>
              <a:avLst/>
              <a:gdLst>
                <a:gd name="T0" fmla="*/ 19 w 23"/>
                <a:gd name="T1" fmla="*/ 3 h 22"/>
                <a:gd name="T2" fmla="*/ 19 w 23"/>
                <a:gd name="T3" fmla="*/ 3 h 22"/>
                <a:gd name="T4" fmla="*/ 19 w 23"/>
                <a:gd name="T5" fmla="*/ 3 h 22"/>
                <a:gd name="T6" fmla="*/ 23 w 23"/>
                <a:gd name="T7" fmla="*/ 7 h 22"/>
                <a:gd name="T8" fmla="*/ 23 w 23"/>
                <a:gd name="T9" fmla="*/ 7 h 22"/>
                <a:gd name="T10" fmla="*/ 23 w 23"/>
                <a:gd name="T11" fmla="*/ 11 h 22"/>
                <a:gd name="T12" fmla="*/ 23 w 23"/>
                <a:gd name="T13" fmla="*/ 11 h 22"/>
                <a:gd name="T14" fmla="*/ 23 w 23"/>
                <a:gd name="T15" fmla="*/ 14 h 22"/>
                <a:gd name="T16" fmla="*/ 23 w 23"/>
                <a:gd name="T17" fmla="*/ 14 h 22"/>
                <a:gd name="T18" fmla="*/ 23 w 23"/>
                <a:gd name="T19" fmla="*/ 14 h 22"/>
                <a:gd name="T20" fmla="*/ 19 w 23"/>
                <a:gd name="T21" fmla="*/ 14 h 22"/>
                <a:gd name="T22" fmla="*/ 19 w 23"/>
                <a:gd name="T23" fmla="*/ 18 h 22"/>
                <a:gd name="T24" fmla="*/ 19 w 23"/>
                <a:gd name="T25" fmla="*/ 22 h 22"/>
                <a:gd name="T26" fmla="*/ 15 w 23"/>
                <a:gd name="T27" fmla="*/ 22 h 22"/>
                <a:gd name="T28" fmla="*/ 12 w 23"/>
                <a:gd name="T29" fmla="*/ 22 h 22"/>
                <a:gd name="T30" fmla="*/ 4 w 23"/>
                <a:gd name="T31" fmla="*/ 18 h 22"/>
                <a:gd name="T32" fmla="*/ 4 w 23"/>
                <a:gd name="T33" fmla="*/ 14 h 22"/>
                <a:gd name="T34" fmla="*/ 0 w 23"/>
                <a:gd name="T35" fmla="*/ 14 h 22"/>
                <a:gd name="T36" fmla="*/ 0 w 23"/>
                <a:gd name="T37" fmla="*/ 11 h 22"/>
                <a:gd name="T38" fmla="*/ 0 w 23"/>
                <a:gd name="T39" fmla="*/ 7 h 22"/>
                <a:gd name="T40" fmla="*/ 4 w 23"/>
                <a:gd name="T41" fmla="*/ 3 h 22"/>
                <a:gd name="T42" fmla="*/ 8 w 23"/>
                <a:gd name="T43" fmla="*/ 0 h 22"/>
                <a:gd name="T44" fmla="*/ 8 w 23"/>
                <a:gd name="T45" fmla="*/ 0 h 22"/>
                <a:gd name="T46" fmla="*/ 12 w 23"/>
                <a:gd name="T47" fmla="*/ 0 h 22"/>
                <a:gd name="T48" fmla="*/ 15 w 23"/>
                <a:gd name="T49" fmla="*/ 3 h 22"/>
                <a:gd name="T50" fmla="*/ 19 w 23"/>
                <a:gd name="T51" fmla="*/ 3 h 22"/>
                <a:gd name="T52" fmla="*/ 19 w 23"/>
                <a:gd name="T53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9" y="3"/>
                  </a:moveTo>
                  <a:lnTo>
                    <a:pt x="19" y="3"/>
                  </a:lnTo>
                  <a:lnTo>
                    <a:pt x="19" y="3"/>
                  </a:lnTo>
                  <a:lnTo>
                    <a:pt x="23" y="7"/>
                  </a:lnTo>
                  <a:lnTo>
                    <a:pt x="23" y="7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3" y="14"/>
                  </a:lnTo>
                  <a:lnTo>
                    <a:pt x="23" y="14"/>
                  </a:lnTo>
                  <a:lnTo>
                    <a:pt x="23" y="14"/>
                  </a:lnTo>
                  <a:lnTo>
                    <a:pt x="19" y="14"/>
                  </a:lnTo>
                  <a:lnTo>
                    <a:pt x="19" y="18"/>
                  </a:lnTo>
                  <a:lnTo>
                    <a:pt x="19" y="22"/>
                  </a:lnTo>
                  <a:lnTo>
                    <a:pt x="15" y="22"/>
                  </a:lnTo>
                  <a:lnTo>
                    <a:pt x="12" y="22"/>
                  </a:lnTo>
                  <a:lnTo>
                    <a:pt x="4" y="18"/>
                  </a:lnTo>
                  <a:lnTo>
                    <a:pt x="4" y="14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0" y="7"/>
                  </a:lnTo>
                  <a:lnTo>
                    <a:pt x="4" y="3"/>
                  </a:lnTo>
                  <a:lnTo>
                    <a:pt x="8" y="0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5" y="3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4" name="Freeform 152"/>
            <p:cNvSpPr>
              <a:spLocks noEditPoints="1"/>
            </p:cNvSpPr>
            <p:nvPr/>
          </p:nvSpPr>
          <p:spPr bwMode="auto">
            <a:xfrm>
              <a:off x="4626258" y="3610850"/>
              <a:ext cx="343531" cy="262473"/>
            </a:xfrm>
            <a:custGeom>
              <a:avLst/>
              <a:gdLst>
                <a:gd name="T0" fmla="*/ 4 w 267"/>
                <a:gd name="T1" fmla="*/ 96 h 204"/>
                <a:gd name="T2" fmla="*/ 15 w 267"/>
                <a:gd name="T3" fmla="*/ 96 h 204"/>
                <a:gd name="T4" fmla="*/ 30 w 267"/>
                <a:gd name="T5" fmla="*/ 104 h 204"/>
                <a:gd name="T6" fmla="*/ 41 w 267"/>
                <a:gd name="T7" fmla="*/ 108 h 204"/>
                <a:gd name="T8" fmla="*/ 48 w 267"/>
                <a:gd name="T9" fmla="*/ 100 h 204"/>
                <a:gd name="T10" fmla="*/ 67 w 267"/>
                <a:gd name="T11" fmla="*/ 48 h 204"/>
                <a:gd name="T12" fmla="*/ 71 w 267"/>
                <a:gd name="T13" fmla="*/ 70 h 204"/>
                <a:gd name="T14" fmla="*/ 85 w 267"/>
                <a:gd name="T15" fmla="*/ 70 h 204"/>
                <a:gd name="T16" fmla="*/ 104 w 267"/>
                <a:gd name="T17" fmla="*/ 59 h 204"/>
                <a:gd name="T18" fmla="*/ 122 w 267"/>
                <a:gd name="T19" fmla="*/ 52 h 204"/>
                <a:gd name="T20" fmla="*/ 137 w 267"/>
                <a:gd name="T21" fmla="*/ 56 h 204"/>
                <a:gd name="T22" fmla="*/ 152 w 267"/>
                <a:gd name="T23" fmla="*/ 56 h 204"/>
                <a:gd name="T24" fmla="*/ 152 w 267"/>
                <a:gd name="T25" fmla="*/ 44 h 204"/>
                <a:gd name="T26" fmla="*/ 163 w 267"/>
                <a:gd name="T27" fmla="*/ 37 h 204"/>
                <a:gd name="T28" fmla="*/ 171 w 267"/>
                <a:gd name="T29" fmla="*/ 30 h 204"/>
                <a:gd name="T30" fmla="*/ 178 w 267"/>
                <a:gd name="T31" fmla="*/ 18 h 204"/>
                <a:gd name="T32" fmla="*/ 185 w 267"/>
                <a:gd name="T33" fmla="*/ 15 h 204"/>
                <a:gd name="T34" fmla="*/ 196 w 267"/>
                <a:gd name="T35" fmla="*/ 7 h 204"/>
                <a:gd name="T36" fmla="*/ 208 w 267"/>
                <a:gd name="T37" fmla="*/ 4 h 204"/>
                <a:gd name="T38" fmla="*/ 219 w 267"/>
                <a:gd name="T39" fmla="*/ 0 h 204"/>
                <a:gd name="T40" fmla="*/ 233 w 267"/>
                <a:gd name="T41" fmla="*/ 4 h 204"/>
                <a:gd name="T42" fmla="*/ 248 w 267"/>
                <a:gd name="T43" fmla="*/ 7 h 204"/>
                <a:gd name="T44" fmla="*/ 252 w 267"/>
                <a:gd name="T45" fmla="*/ 26 h 204"/>
                <a:gd name="T46" fmla="*/ 252 w 267"/>
                <a:gd name="T47" fmla="*/ 56 h 204"/>
                <a:gd name="T48" fmla="*/ 241 w 267"/>
                <a:gd name="T49" fmla="*/ 56 h 204"/>
                <a:gd name="T50" fmla="*/ 237 w 267"/>
                <a:gd name="T51" fmla="*/ 70 h 204"/>
                <a:gd name="T52" fmla="*/ 252 w 267"/>
                <a:gd name="T53" fmla="*/ 74 h 204"/>
                <a:gd name="T54" fmla="*/ 267 w 267"/>
                <a:gd name="T55" fmla="*/ 70 h 204"/>
                <a:gd name="T56" fmla="*/ 263 w 267"/>
                <a:gd name="T57" fmla="*/ 85 h 204"/>
                <a:gd name="T58" fmla="*/ 252 w 267"/>
                <a:gd name="T59" fmla="*/ 104 h 204"/>
                <a:gd name="T60" fmla="*/ 241 w 267"/>
                <a:gd name="T61" fmla="*/ 111 h 204"/>
                <a:gd name="T62" fmla="*/ 230 w 267"/>
                <a:gd name="T63" fmla="*/ 122 h 204"/>
                <a:gd name="T64" fmla="*/ 211 w 267"/>
                <a:gd name="T65" fmla="*/ 148 h 204"/>
                <a:gd name="T66" fmla="*/ 185 w 267"/>
                <a:gd name="T67" fmla="*/ 167 h 204"/>
                <a:gd name="T68" fmla="*/ 167 w 267"/>
                <a:gd name="T69" fmla="*/ 182 h 204"/>
                <a:gd name="T70" fmla="*/ 152 w 267"/>
                <a:gd name="T71" fmla="*/ 185 h 204"/>
                <a:gd name="T72" fmla="*/ 141 w 267"/>
                <a:gd name="T73" fmla="*/ 193 h 204"/>
                <a:gd name="T74" fmla="*/ 130 w 267"/>
                <a:gd name="T75" fmla="*/ 193 h 204"/>
                <a:gd name="T76" fmla="*/ 104 w 267"/>
                <a:gd name="T77" fmla="*/ 193 h 204"/>
                <a:gd name="T78" fmla="*/ 89 w 267"/>
                <a:gd name="T79" fmla="*/ 193 h 204"/>
                <a:gd name="T80" fmla="*/ 82 w 267"/>
                <a:gd name="T81" fmla="*/ 197 h 204"/>
                <a:gd name="T82" fmla="*/ 63 w 267"/>
                <a:gd name="T83" fmla="*/ 197 h 204"/>
                <a:gd name="T84" fmla="*/ 52 w 267"/>
                <a:gd name="T85" fmla="*/ 204 h 204"/>
                <a:gd name="T86" fmla="*/ 37 w 267"/>
                <a:gd name="T87" fmla="*/ 197 h 204"/>
                <a:gd name="T88" fmla="*/ 30 w 267"/>
                <a:gd name="T89" fmla="*/ 193 h 204"/>
                <a:gd name="T90" fmla="*/ 26 w 267"/>
                <a:gd name="T91" fmla="*/ 189 h 204"/>
                <a:gd name="T92" fmla="*/ 19 w 267"/>
                <a:gd name="T93" fmla="*/ 171 h 204"/>
                <a:gd name="T94" fmla="*/ 26 w 267"/>
                <a:gd name="T95" fmla="*/ 167 h 204"/>
                <a:gd name="T96" fmla="*/ 19 w 267"/>
                <a:gd name="T97" fmla="*/ 145 h 204"/>
                <a:gd name="T98" fmla="*/ 8 w 267"/>
                <a:gd name="T99" fmla="*/ 108 h 204"/>
                <a:gd name="T100" fmla="*/ 174 w 267"/>
                <a:gd name="T101" fmla="*/ 130 h 204"/>
                <a:gd name="T102" fmla="*/ 185 w 267"/>
                <a:gd name="T103" fmla="*/ 133 h 204"/>
                <a:gd name="T104" fmla="*/ 196 w 267"/>
                <a:gd name="T105" fmla="*/ 126 h 204"/>
                <a:gd name="T106" fmla="*/ 200 w 267"/>
                <a:gd name="T107" fmla="*/ 119 h 204"/>
                <a:gd name="T108" fmla="*/ 200 w 267"/>
                <a:gd name="T109" fmla="*/ 104 h 204"/>
                <a:gd name="T110" fmla="*/ 193 w 267"/>
                <a:gd name="T111" fmla="*/ 100 h 204"/>
                <a:gd name="T112" fmla="*/ 178 w 267"/>
                <a:gd name="T113" fmla="*/ 108 h 204"/>
                <a:gd name="T114" fmla="*/ 174 w 267"/>
                <a:gd name="T115" fmla="*/ 12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67" h="204">
                  <a:moveTo>
                    <a:pt x="0" y="100"/>
                  </a:moveTo>
                  <a:lnTo>
                    <a:pt x="4" y="100"/>
                  </a:lnTo>
                  <a:lnTo>
                    <a:pt x="4" y="96"/>
                  </a:lnTo>
                  <a:lnTo>
                    <a:pt x="4" y="96"/>
                  </a:lnTo>
                  <a:lnTo>
                    <a:pt x="4" y="96"/>
                  </a:lnTo>
                  <a:lnTo>
                    <a:pt x="8" y="93"/>
                  </a:lnTo>
                  <a:lnTo>
                    <a:pt x="11" y="93"/>
                  </a:lnTo>
                  <a:lnTo>
                    <a:pt x="11" y="93"/>
                  </a:lnTo>
                  <a:lnTo>
                    <a:pt x="15" y="93"/>
                  </a:lnTo>
                  <a:lnTo>
                    <a:pt x="15" y="96"/>
                  </a:lnTo>
                  <a:lnTo>
                    <a:pt x="15" y="104"/>
                  </a:lnTo>
                  <a:lnTo>
                    <a:pt x="22" y="104"/>
                  </a:lnTo>
                  <a:lnTo>
                    <a:pt x="26" y="104"/>
                  </a:lnTo>
                  <a:lnTo>
                    <a:pt x="26" y="104"/>
                  </a:lnTo>
                  <a:lnTo>
                    <a:pt x="30" y="104"/>
                  </a:lnTo>
                  <a:lnTo>
                    <a:pt x="34" y="104"/>
                  </a:lnTo>
                  <a:lnTo>
                    <a:pt x="34" y="104"/>
                  </a:lnTo>
                  <a:lnTo>
                    <a:pt x="37" y="104"/>
                  </a:lnTo>
                  <a:lnTo>
                    <a:pt x="37" y="108"/>
                  </a:lnTo>
                  <a:lnTo>
                    <a:pt x="41" y="108"/>
                  </a:lnTo>
                  <a:lnTo>
                    <a:pt x="41" y="108"/>
                  </a:lnTo>
                  <a:lnTo>
                    <a:pt x="41" y="104"/>
                  </a:lnTo>
                  <a:lnTo>
                    <a:pt x="45" y="100"/>
                  </a:lnTo>
                  <a:lnTo>
                    <a:pt x="45" y="100"/>
                  </a:lnTo>
                  <a:lnTo>
                    <a:pt x="48" y="100"/>
                  </a:lnTo>
                  <a:lnTo>
                    <a:pt x="52" y="96"/>
                  </a:lnTo>
                  <a:lnTo>
                    <a:pt x="56" y="96"/>
                  </a:lnTo>
                  <a:lnTo>
                    <a:pt x="59" y="96"/>
                  </a:lnTo>
                  <a:lnTo>
                    <a:pt x="59" y="44"/>
                  </a:lnTo>
                  <a:lnTo>
                    <a:pt x="67" y="48"/>
                  </a:lnTo>
                  <a:lnTo>
                    <a:pt x="67" y="52"/>
                  </a:lnTo>
                  <a:lnTo>
                    <a:pt x="71" y="59"/>
                  </a:lnTo>
                  <a:lnTo>
                    <a:pt x="71" y="63"/>
                  </a:lnTo>
                  <a:lnTo>
                    <a:pt x="71" y="67"/>
                  </a:lnTo>
                  <a:lnTo>
                    <a:pt x="71" y="70"/>
                  </a:lnTo>
                  <a:lnTo>
                    <a:pt x="74" y="70"/>
                  </a:lnTo>
                  <a:lnTo>
                    <a:pt x="78" y="70"/>
                  </a:lnTo>
                  <a:lnTo>
                    <a:pt x="82" y="70"/>
                  </a:lnTo>
                  <a:lnTo>
                    <a:pt x="85" y="70"/>
                  </a:lnTo>
                  <a:lnTo>
                    <a:pt x="85" y="70"/>
                  </a:lnTo>
                  <a:lnTo>
                    <a:pt x="89" y="67"/>
                  </a:lnTo>
                  <a:lnTo>
                    <a:pt x="93" y="67"/>
                  </a:lnTo>
                  <a:lnTo>
                    <a:pt x="96" y="63"/>
                  </a:lnTo>
                  <a:lnTo>
                    <a:pt x="100" y="63"/>
                  </a:lnTo>
                  <a:lnTo>
                    <a:pt x="104" y="59"/>
                  </a:lnTo>
                  <a:lnTo>
                    <a:pt x="108" y="52"/>
                  </a:lnTo>
                  <a:lnTo>
                    <a:pt x="111" y="48"/>
                  </a:lnTo>
                  <a:lnTo>
                    <a:pt x="115" y="48"/>
                  </a:lnTo>
                  <a:lnTo>
                    <a:pt x="119" y="48"/>
                  </a:lnTo>
                  <a:lnTo>
                    <a:pt x="122" y="52"/>
                  </a:lnTo>
                  <a:lnTo>
                    <a:pt x="122" y="52"/>
                  </a:lnTo>
                  <a:lnTo>
                    <a:pt x="130" y="56"/>
                  </a:lnTo>
                  <a:lnTo>
                    <a:pt x="133" y="56"/>
                  </a:lnTo>
                  <a:lnTo>
                    <a:pt x="133" y="56"/>
                  </a:lnTo>
                  <a:lnTo>
                    <a:pt x="137" y="56"/>
                  </a:lnTo>
                  <a:lnTo>
                    <a:pt x="141" y="56"/>
                  </a:lnTo>
                  <a:lnTo>
                    <a:pt x="145" y="56"/>
                  </a:lnTo>
                  <a:lnTo>
                    <a:pt x="145" y="56"/>
                  </a:lnTo>
                  <a:lnTo>
                    <a:pt x="148" y="56"/>
                  </a:lnTo>
                  <a:lnTo>
                    <a:pt x="152" y="56"/>
                  </a:lnTo>
                  <a:lnTo>
                    <a:pt x="152" y="52"/>
                  </a:lnTo>
                  <a:lnTo>
                    <a:pt x="152" y="52"/>
                  </a:lnTo>
                  <a:lnTo>
                    <a:pt x="152" y="48"/>
                  </a:lnTo>
                  <a:lnTo>
                    <a:pt x="152" y="48"/>
                  </a:lnTo>
                  <a:lnTo>
                    <a:pt x="152" y="44"/>
                  </a:lnTo>
                  <a:lnTo>
                    <a:pt x="156" y="41"/>
                  </a:lnTo>
                  <a:lnTo>
                    <a:pt x="159" y="41"/>
                  </a:lnTo>
                  <a:lnTo>
                    <a:pt x="159" y="41"/>
                  </a:lnTo>
                  <a:lnTo>
                    <a:pt x="163" y="37"/>
                  </a:lnTo>
                  <a:lnTo>
                    <a:pt x="163" y="37"/>
                  </a:lnTo>
                  <a:lnTo>
                    <a:pt x="163" y="37"/>
                  </a:lnTo>
                  <a:lnTo>
                    <a:pt x="167" y="33"/>
                  </a:lnTo>
                  <a:lnTo>
                    <a:pt x="167" y="33"/>
                  </a:lnTo>
                  <a:lnTo>
                    <a:pt x="171" y="33"/>
                  </a:lnTo>
                  <a:lnTo>
                    <a:pt x="171" y="30"/>
                  </a:lnTo>
                  <a:lnTo>
                    <a:pt x="174" y="30"/>
                  </a:lnTo>
                  <a:lnTo>
                    <a:pt x="174" y="30"/>
                  </a:lnTo>
                  <a:lnTo>
                    <a:pt x="171" y="26"/>
                  </a:lnTo>
                  <a:lnTo>
                    <a:pt x="171" y="22"/>
                  </a:lnTo>
                  <a:lnTo>
                    <a:pt x="178" y="18"/>
                  </a:lnTo>
                  <a:lnTo>
                    <a:pt x="178" y="18"/>
                  </a:lnTo>
                  <a:lnTo>
                    <a:pt x="182" y="18"/>
                  </a:lnTo>
                  <a:lnTo>
                    <a:pt x="182" y="15"/>
                  </a:lnTo>
                  <a:lnTo>
                    <a:pt x="185" y="15"/>
                  </a:lnTo>
                  <a:lnTo>
                    <a:pt x="185" y="15"/>
                  </a:lnTo>
                  <a:lnTo>
                    <a:pt x="185" y="11"/>
                  </a:lnTo>
                  <a:lnTo>
                    <a:pt x="189" y="11"/>
                  </a:lnTo>
                  <a:lnTo>
                    <a:pt x="193" y="7"/>
                  </a:lnTo>
                  <a:lnTo>
                    <a:pt x="196" y="7"/>
                  </a:lnTo>
                  <a:lnTo>
                    <a:pt x="196" y="7"/>
                  </a:lnTo>
                  <a:lnTo>
                    <a:pt x="196" y="7"/>
                  </a:lnTo>
                  <a:lnTo>
                    <a:pt x="200" y="7"/>
                  </a:lnTo>
                  <a:lnTo>
                    <a:pt x="204" y="7"/>
                  </a:lnTo>
                  <a:lnTo>
                    <a:pt x="204" y="4"/>
                  </a:lnTo>
                  <a:lnTo>
                    <a:pt x="208" y="4"/>
                  </a:lnTo>
                  <a:lnTo>
                    <a:pt x="208" y="0"/>
                  </a:lnTo>
                  <a:lnTo>
                    <a:pt x="208" y="0"/>
                  </a:lnTo>
                  <a:lnTo>
                    <a:pt x="211" y="0"/>
                  </a:lnTo>
                  <a:lnTo>
                    <a:pt x="211" y="0"/>
                  </a:lnTo>
                  <a:lnTo>
                    <a:pt x="219" y="0"/>
                  </a:lnTo>
                  <a:lnTo>
                    <a:pt x="222" y="0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30" y="4"/>
                  </a:lnTo>
                  <a:lnTo>
                    <a:pt x="233" y="4"/>
                  </a:lnTo>
                  <a:lnTo>
                    <a:pt x="233" y="4"/>
                  </a:lnTo>
                  <a:lnTo>
                    <a:pt x="237" y="0"/>
                  </a:lnTo>
                  <a:lnTo>
                    <a:pt x="245" y="4"/>
                  </a:lnTo>
                  <a:lnTo>
                    <a:pt x="248" y="4"/>
                  </a:lnTo>
                  <a:lnTo>
                    <a:pt x="248" y="7"/>
                  </a:lnTo>
                  <a:lnTo>
                    <a:pt x="248" y="15"/>
                  </a:lnTo>
                  <a:lnTo>
                    <a:pt x="252" y="18"/>
                  </a:lnTo>
                  <a:lnTo>
                    <a:pt x="252" y="22"/>
                  </a:lnTo>
                  <a:lnTo>
                    <a:pt x="252" y="26"/>
                  </a:lnTo>
                  <a:lnTo>
                    <a:pt x="252" y="26"/>
                  </a:lnTo>
                  <a:lnTo>
                    <a:pt x="252" y="30"/>
                  </a:lnTo>
                  <a:lnTo>
                    <a:pt x="252" y="33"/>
                  </a:lnTo>
                  <a:lnTo>
                    <a:pt x="252" y="44"/>
                  </a:lnTo>
                  <a:lnTo>
                    <a:pt x="252" y="48"/>
                  </a:lnTo>
                  <a:lnTo>
                    <a:pt x="252" y="56"/>
                  </a:lnTo>
                  <a:lnTo>
                    <a:pt x="252" y="59"/>
                  </a:lnTo>
                  <a:lnTo>
                    <a:pt x="248" y="59"/>
                  </a:lnTo>
                  <a:lnTo>
                    <a:pt x="245" y="56"/>
                  </a:lnTo>
                  <a:lnTo>
                    <a:pt x="241" y="56"/>
                  </a:lnTo>
                  <a:lnTo>
                    <a:pt x="241" y="56"/>
                  </a:lnTo>
                  <a:lnTo>
                    <a:pt x="237" y="59"/>
                  </a:lnTo>
                  <a:lnTo>
                    <a:pt x="233" y="63"/>
                  </a:lnTo>
                  <a:lnTo>
                    <a:pt x="233" y="67"/>
                  </a:lnTo>
                  <a:lnTo>
                    <a:pt x="233" y="70"/>
                  </a:lnTo>
                  <a:lnTo>
                    <a:pt x="237" y="70"/>
                  </a:lnTo>
                  <a:lnTo>
                    <a:pt x="237" y="74"/>
                  </a:lnTo>
                  <a:lnTo>
                    <a:pt x="245" y="78"/>
                  </a:lnTo>
                  <a:lnTo>
                    <a:pt x="248" y="78"/>
                  </a:lnTo>
                  <a:lnTo>
                    <a:pt x="252" y="78"/>
                  </a:lnTo>
                  <a:lnTo>
                    <a:pt x="252" y="74"/>
                  </a:lnTo>
                  <a:lnTo>
                    <a:pt x="252" y="70"/>
                  </a:lnTo>
                  <a:lnTo>
                    <a:pt x="256" y="70"/>
                  </a:lnTo>
                  <a:lnTo>
                    <a:pt x="256" y="70"/>
                  </a:lnTo>
                  <a:lnTo>
                    <a:pt x="263" y="70"/>
                  </a:lnTo>
                  <a:lnTo>
                    <a:pt x="267" y="70"/>
                  </a:lnTo>
                  <a:lnTo>
                    <a:pt x="267" y="70"/>
                  </a:lnTo>
                  <a:lnTo>
                    <a:pt x="263" y="74"/>
                  </a:lnTo>
                  <a:lnTo>
                    <a:pt x="267" y="74"/>
                  </a:lnTo>
                  <a:lnTo>
                    <a:pt x="263" y="82"/>
                  </a:lnTo>
                  <a:lnTo>
                    <a:pt x="263" y="85"/>
                  </a:lnTo>
                  <a:lnTo>
                    <a:pt x="259" y="89"/>
                  </a:lnTo>
                  <a:lnTo>
                    <a:pt x="259" y="96"/>
                  </a:lnTo>
                  <a:lnTo>
                    <a:pt x="256" y="96"/>
                  </a:lnTo>
                  <a:lnTo>
                    <a:pt x="256" y="100"/>
                  </a:lnTo>
                  <a:lnTo>
                    <a:pt x="252" y="104"/>
                  </a:lnTo>
                  <a:lnTo>
                    <a:pt x="248" y="104"/>
                  </a:lnTo>
                  <a:lnTo>
                    <a:pt x="248" y="108"/>
                  </a:lnTo>
                  <a:lnTo>
                    <a:pt x="245" y="108"/>
                  </a:lnTo>
                  <a:lnTo>
                    <a:pt x="245" y="111"/>
                  </a:lnTo>
                  <a:lnTo>
                    <a:pt x="241" y="111"/>
                  </a:lnTo>
                  <a:lnTo>
                    <a:pt x="237" y="115"/>
                  </a:lnTo>
                  <a:lnTo>
                    <a:pt x="233" y="119"/>
                  </a:lnTo>
                  <a:lnTo>
                    <a:pt x="233" y="119"/>
                  </a:lnTo>
                  <a:lnTo>
                    <a:pt x="233" y="122"/>
                  </a:lnTo>
                  <a:lnTo>
                    <a:pt x="230" y="122"/>
                  </a:lnTo>
                  <a:lnTo>
                    <a:pt x="226" y="126"/>
                  </a:lnTo>
                  <a:lnTo>
                    <a:pt x="219" y="137"/>
                  </a:lnTo>
                  <a:lnTo>
                    <a:pt x="215" y="141"/>
                  </a:lnTo>
                  <a:lnTo>
                    <a:pt x="215" y="148"/>
                  </a:lnTo>
                  <a:lnTo>
                    <a:pt x="211" y="148"/>
                  </a:lnTo>
                  <a:lnTo>
                    <a:pt x="208" y="152"/>
                  </a:lnTo>
                  <a:lnTo>
                    <a:pt x="208" y="152"/>
                  </a:lnTo>
                  <a:lnTo>
                    <a:pt x="204" y="152"/>
                  </a:lnTo>
                  <a:lnTo>
                    <a:pt x="189" y="167"/>
                  </a:lnTo>
                  <a:lnTo>
                    <a:pt x="185" y="167"/>
                  </a:lnTo>
                  <a:lnTo>
                    <a:pt x="185" y="171"/>
                  </a:lnTo>
                  <a:lnTo>
                    <a:pt x="185" y="171"/>
                  </a:lnTo>
                  <a:lnTo>
                    <a:pt x="171" y="178"/>
                  </a:lnTo>
                  <a:lnTo>
                    <a:pt x="171" y="182"/>
                  </a:lnTo>
                  <a:lnTo>
                    <a:pt x="167" y="182"/>
                  </a:lnTo>
                  <a:lnTo>
                    <a:pt x="167" y="182"/>
                  </a:lnTo>
                  <a:lnTo>
                    <a:pt x="159" y="185"/>
                  </a:lnTo>
                  <a:lnTo>
                    <a:pt x="156" y="185"/>
                  </a:lnTo>
                  <a:lnTo>
                    <a:pt x="152" y="185"/>
                  </a:lnTo>
                  <a:lnTo>
                    <a:pt x="152" y="185"/>
                  </a:lnTo>
                  <a:lnTo>
                    <a:pt x="145" y="185"/>
                  </a:lnTo>
                  <a:lnTo>
                    <a:pt x="141" y="185"/>
                  </a:lnTo>
                  <a:lnTo>
                    <a:pt x="141" y="189"/>
                  </a:lnTo>
                  <a:lnTo>
                    <a:pt x="141" y="193"/>
                  </a:lnTo>
                  <a:lnTo>
                    <a:pt x="141" y="193"/>
                  </a:lnTo>
                  <a:lnTo>
                    <a:pt x="137" y="193"/>
                  </a:lnTo>
                  <a:lnTo>
                    <a:pt x="133" y="189"/>
                  </a:lnTo>
                  <a:lnTo>
                    <a:pt x="130" y="189"/>
                  </a:lnTo>
                  <a:lnTo>
                    <a:pt x="126" y="193"/>
                  </a:lnTo>
                  <a:lnTo>
                    <a:pt x="130" y="193"/>
                  </a:lnTo>
                  <a:lnTo>
                    <a:pt x="126" y="197"/>
                  </a:lnTo>
                  <a:lnTo>
                    <a:pt x="119" y="193"/>
                  </a:lnTo>
                  <a:lnTo>
                    <a:pt x="119" y="193"/>
                  </a:lnTo>
                  <a:lnTo>
                    <a:pt x="111" y="189"/>
                  </a:lnTo>
                  <a:lnTo>
                    <a:pt x="104" y="193"/>
                  </a:lnTo>
                  <a:lnTo>
                    <a:pt x="104" y="193"/>
                  </a:lnTo>
                  <a:lnTo>
                    <a:pt x="104" y="193"/>
                  </a:lnTo>
                  <a:lnTo>
                    <a:pt x="100" y="193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5" y="197"/>
                  </a:lnTo>
                  <a:lnTo>
                    <a:pt x="85" y="193"/>
                  </a:lnTo>
                  <a:lnTo>
                    <a:pt x="82" y="193"/>
                  </a:lnTo>
                  <a:lnTo>
                    <a:pt x="82" y="197"/>
                  </a:lnTo>
                  <a:lnTo>
                    <a:pt x="82" y="197"/>
                  </a:lnTo>
                  <a:lnTo>
                    <a:pt x="74" y="197"/>
                  </a:lnTo>
                  <a:lnTo>
                    <a:pt x="74" y="197"/>
                  </a:lnTo>
                  <a:lnTo>
                    <a:pt x="67" y="197"/>
                  </a:lnTo>
                  <a:lnTo>
                    <a:pt x="63" y="197"/>
                  </a:lnTo>
                  <a:lnTo>
                    <a:pt x="63" y="197"/>
                  </a:lnTo>
                  <a:lnTo>
                    <a:pt x="59" y="197"/>
                  </a:lnTo>
                  <a:lnTo>
                    <a:pt x="56" y="200"/>
                  </a:lnTo>
                  <a:lnTo>
                    <a:pt x="52" y="200"/>
                  </a:lnTo>
                  <a:lnTo>
                    <a:pt x="52" y="204"/>
                  </a:lnTo>
                  <a:lnTo>
                    <a:pt x="52" y="204"/>
                  </a:lnTo>
                  <a:lnTo>
                    <a:pt x="48" y="204"/>
                  </a:lnTo>
                  <a:lnTo>
                    <a:pt x="41" y="200"/>
                  </a:lnTo>
                  <a:lnTo>
                    <a:pt x="41" y="200"/>
                  </a:lnTo>
                  <a:lnTo>
                    <a:pt x="37" y="197"/>
                  </a:lnTo>
                  <a:lnTo>
                    <a:pt x="37" y="197"/>
                  </a:lnTo>
                  <a:lnTo>
                    <a:pt x="34" y="197"/>
                  </a:lnTo>
                  <a:lnTo>
                    <a:pt x="34" y="197"/>
                  </a:lnTo>
                  <a:lnTo>
                    <a:pt x="34" y="197"/>
                  </a:lnTo>
                  <a:lnTo>
                    <a:pt x="34" y="193"/>
                  </a:lnTo>
                  <a:lnTo>
                    <a:pt x="30" y="193"/>
                  </a:lnTo>
                  <a:lnTo>
                    <a:pt x="26" y="193"/>
                  </a:lnTo>
                  <a:lnTo>
                    <a:pt x="26" y="197"/>
                  </a:lnTo>
                  <a:lnTo>
                    <a:pt x="22" y="197"/>
                  </a:lnTo>
                  <a:lnTo>
                    <a:pt x="22" y="193"/>
                  </a:lnTo>
                  <a:lnTo>
                    <a:pt x="26" y="189"/>
                  </a:lnTo>
                  <a:lnTo>
                    <a:pt x="22" y="185"/>
                  </a:lnTo>
                  <a:lnTo>
                    <a:pt x="26" y="182"/>
                  </a:lnTo>
                  <a:lnTo>
                    <a:pt x="22" y="178"/>
                  </a:lnTo>
                  <a:lnTo>
                    <a:pt x="22" y="174"/>
                  </a:lnTo>
                  <a:lnTo>
                    <a:pt x="19" y="171"/>
                  </a:lnTo>
                  <a:lnTo>
                    <a:pt x="19" y="167"/>
                  </a:lnTo>
                  <a:lnTo>
                    <a:pt x="19" y="167"/>
                  </a:lnTo>
                  <a:lnTo>
                    <a:pt x="22" y="167"/>
                  </a:lnTo>
                  <a:lnTo>
                    <a:pt x="22" y="167"/>
                  </a:lnTo>
                  <a:lnTo>
                    <a:pt x="26" y="167"/>
                  </a:lnTo>
                  <a:lnTo>
                    <a:pt x="26" y="163"/>
                  </a:lnTo>
                  <a:lnTo>
                    <a:pt x="22" y="156"/>
                  </a:lnTo>
                  <a:lnTo>
                    <a:pt x="26" y="156"/>
                  </a:lnTo>
                  <a:lnTo>
                    <a:pt x="19" y="148"/>
                  </a:lnTo>
                  <a:lnTo>
                    <a:pt x="19" y="145"/>
                  </a:lnTo>
                  <a:lnTo>
                    <a:pt x="15" y="137"/>
                  </a:lnTo>
                  <a:lnTo>
                    <a:pt x="11" y="130"/>
                  </a:lnTo>
                  <a:lnTo>
                    <a:pt x="8" y="122"/>
                  </a:lnTo>
                  <a:lnTo>
                    <a:pt x="11" y="119"/>
                  </a:lnTo>
                  <a:lnTo>
                    <a:pt x="8" y="108"/>
                  </a:lnTo>
                  <a:lnTo>
                    <a:pt x="0" y="104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0" y="100"/>
                  </a:lnTo>
                  <a:close/>
                  <a:moveTo>
                    <a:pt x="174" y="130"/>
                  </a:moveTo>
                  <a:lnTo>
                    <a:pt x="178" y="130"/>
                  </a:lnTo>
                  <a:lnTo>
                    <a:pt x="178" y="133"/>
                  </a:lnTo>
                  <a:lnTo>
                    <a:pt x="182" y="133"/>
                  </a:lnTo>
                  <a:lnTo>
                    <a:pt x="185" y="133"/>
                  </a:lnTo>
                  <a:lnTo>
                    <a:pt x="185" y="133"/>
                  </a:lnTo>
                  <a:lnTo>
                    <a:pt x="189" y="130"/>
                  </a:lnTo>
                  <a:lnTo>
                    <a:pt x="189" y="126"/>
                  </a:lnTo>
                  <a:lnTo>
                    <a:pt x="193" y="126"/>
                  </a:lnTo>
                  <a:lnTo>
                    <a:pt x="193" y="126"/>
                  </a:lnTo>
                  <a:lnTo>
                    <a:pt x="196" y="126"/>
                  </a:lnTo>
                  <a:lnTo>
                    <a:pt x="200" y="126"/>
                  </a:lnTo>
                  <a:lnTo>
                    <a:pt x="204" y="122"/>
                  </a:lnTo>
                  <a:lnTo>
                    <a:pt x="204" y="122"/>
                  </a:lnTo>
                  <a:lnTo>
                    <a:pt x="200" y="119"/>
                  </a:lnTo>
                  <a:lnTo>
                    <a:pt x="200" y="119"/>
                  </a:lnTo>
                  <a:lnTo>
                    <a:pt x="204" y="119"/>
                  </a:lnTo>
                  <a:lnTo>
                    <a:pt x="208" y="115"/>
                  </a:lnTo>
                  <a:lnTo>
                    <a:pt x="208" y="111"/>
                  </a:lnTo>
                  <a:lnTo>
                    <a:pt x="204" y="104"/>
                  </a:lnTo>
                  <a:lnTo>
                    <a:pt x="200" y="104"/>
                  </a:lnTo>
                  <a:lnTo>
                    <a:pt x="196" y="104"/>
                  </a:lnTo>
                  <a:lnTo>
                    <a:pt x="196" y="104"/>
                  </a:lnTo>
                  <a:lnTo>
                    <a:pt x="196" y="104"/>
                  </a:lnTo>
                  <a:lnTo>
                    <a:pt x="193" y="100"/>
                  </a:lnTo>
                  <a:lnTo>
                    <a:pt x="193" y="100"/>
                  </a:lnTo>
                  <a:lnTo>
                    <a:pt x="189" y="104"/>
                  </a:lnTo>
                  <a:lnTo>
                    <a:pt x="189" y="104"/>
                  </a:lnTo>
                  <a:lnTo>
                    <a:pt x="185" y="104"/>
                  </a:lnTo>
                  <a:lnTo>
                    <a:pt x="182" y="108"/>
                  </a:lnTo>
                  <a:lnTo>
                    <a:pt x="178" y="108"/>
                  </a:lnTo>
                  <a:lnTo>
                    <a:pt x="174" y="115"/>
                  </a:lnTo>
                  <a:lnTo>
                    <a:pt x="171" y="115"/>
                  </a:lnTo>
                  <a:lnTo>
                    <a:pt x="171" y="119"/>
                  </a:lnTo>
                  <a:lnTo>
                    <a:pt x="171" y="119"/>
                  </a:lnTo>
                  <a:lnTo>
                    <a:pt x="174" y="122"/>
                  </a:lnTo>
                  <a:lnTo>
                    <a:pt x="174" y="122"/>
                  </a:lnTo>
                  <a:lnTo>
                    <a:pt x="174" y="126"/>
                  </a:lnTo>
                  <a:lnTo>
                    <a:pt x="174" y="1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5" name="Freeform 153"/>
            <p:cNvSpPr/>
            <p:nvPr/>
          </p:nvSpPr>
          <p:spPr bwMode="auto">
            <a:xfrm>
              <a:off x="4846271" y="3739514"/>
              <a:ext cx="47606" cy="42459"/>
            </a:xfrm>
            <a:custGeom>
              <a:avLst/>
              <a:gdLst>
                <a:gd name="T0" fmla="*/ 3 w 37"/>
                <a:gd name="T1" fmla="*/ 30 h 33"/>
                <a:gd name="T2" fmla="*/ 3 w 37"/>
                <a:gd name="T3" fmla="*/ 26 h 33"/>
                <a:gd name="T4" fmla="*/ 3 w 37"/>
                <a:gd name="T5" fmla="*/ 22 h 33"/>
                <a:gd name="T6" fmla="*/ 3 w 37"/>
                <a:gd name="T7" fmla="*/ 22 h 33"/>
                <a:gd name="T8" fmla="*/ 0 w 37"/>
                <a:gd name="T9" fmla="*/ 19 h 33"/>
                <a:gd name="T10" fmla="*/ 0 w 37"/>
                <a:gd name="T11" fmla="*/ 19 h 33"/>
                <a:gd name="T12" fmla="*/ 0 w 37"/>
                <a:gd name="T13" fmla="*/ 15 h 33"/>
                <a:gd name="T14" fmla="*/ 3 w 37"/>
                <a:gd name="T15" fmla="*/ 15 h 33"/>
                <a:gd name="T16" fmla="*/ 7 w 37"/>
                <a:gd name="T17" fmla="*/ 8 h 33"/>
                <a:gd name="T18" fmla="*/ 11 w 37"/>
                <a:gd name="T19" fmla="*/ 8 h 33"/>
                <a:gd name="T20" fmla="*/ 14 w 37"/>
                <a:gd name="T21" fmla="*/ 4 h 33"/>
                <a:gd name="T22" fmla="*/ 18 w 37"/>
                <a:gd name="T23" fmla="*/ 4 h 33"/>
                <a:gd name="T24" fmla="*/ 18 w 37"/>
                <a:gd name="T25" fmla="*/ 4 h 33"/>
                <a:gd name="T26" fmla="*/ 22 w 37"/>
                <a:gd name="T27" fmla="*/ 0 h 33"/>
                <a:gd name="T28" fmla="*/ 22 w 37"/>
                <a:gd name="T29" fmla="*/ 0 h 33"/>
                <a:gd name="T30" fmla="*/ 25 w 37"/>
                <a:gd name="T31" fmla="*/ 4 h 33"/>
                <a:gd name="T32" fmla="*/ 25 w 37"/>
                <a:gd name="T33" fmla="*/ 4 h 33"/>
                <a:gd name="T34" fmla="*/ 25 w 37"/>
                <a:gd name="T35" fmla="*/ 4 h 33"/>
                <a:gd name="T36" fmla="*/ 29 w 37"/>
                <a:gd name="T37" fmla="*/ 4 h 33"/>
                <a:gd name="T38" fmla="*/ 33 w 37"/>
                <a:gd name="T39" fmla="*/ 4 h 33"/>
                <a:gd name="T40" fmla="*/ 37 w 37"/>
                <a:gd name="T41" fmla="*/ 11 h 33"/>
                <a:gd name="T42" fmla="*/ 37 w 37"/>
                <a:gd name="T43" fmla="*/ 15 h 33"/>
                <a:gd name="T44" fmla="*/ 33 w 37"/>
                <a:gd name="T45" fmla="*/ 19 h 33"/>
                <a:gd name="T46" fmla="*/ 29 w 37"/>
                <a:gd name="T47" fmla="*/ 19 h 33"/>
                <a:gd name="T48" fmla="*/ 29 w 37"/>
                <a:gd name="T49" fmla="*/ 19 h 33"/>
                <a:gd name="T50" fmla="*/ 33 w 37"/>
                <a:gd name="T51" fmla="*/ 22 h 33"/>
                <a:gd name="T52" fmla="*/ 33 w 37"/>
                <a:gd name="T53" fmla="*/ 22 h 33"/>
                <a:gd name="T54" fmla="*/ 29 w 37"/>
                <a:gd name="T55" fmla="*/ 26 h 33"/>
                <a:gd name="T56" fmla="*/ 25 w 37"/>
                <a:gd name="T57" fmla="*/ 26 h 33"/>
                <a:gd name="T58" fmla="*/ 22 w 37"/>
                <a:gd name="T59" fmla="*/ 26 h 33"/>
                <a:gd name="T60" fmla="*/ 22 w 37"/>
                <a:gd name="T61" fmla="*/ 26 h 33"/>
                <a:gd name="T62" fmla="*/ 18 w 37"/>
                <a:gd name="T63" fmla="*/ 26 h 33"/>
                <a:gd name="T64" fmla="*/ 18 w 37"/>
                <a:gd name="T65" fmla="*/ 30 h 33"/>
                <a:gd name="T66" fmla="*/ 14 w 37"/>
                <a:gd name="T67" fmla="*/ 33 h 33"/>
                <a:gd name="T68" fmla="*/ 14 w 37"/>
                <a:gd name="T69" fmla="*/ 33 h 33"/>
                <a:gd name="T70" fmla="*/ 11 w 37"/>
                <a:gd name="T71" fmla="*/ 33 h 33"/>
                <a:gd name="T72" fmla="*/ 7 w 37"/>
                <a:gd name="T73" fmla="*/ 33 h 33"/>
                <a:gd name="T74" fmla="*/ 7 w 37"/>
                <a:gd name="T75" fmla="*/ 30 h 33"/>
                <a:gd name="T76" fmla="*/ 3 w 37"/>
                <a:gd name="T77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7" h="33">
                  <a:moveTo>
                    <a:pt x="3" y="30"/>
                  </a:moveTo>
                  <a:lnTo>
                    <a:pt x="3" y="26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3" y="15"/>
                  </a:lnTo>
                  <a:lnTo>
                    <a:pt x="7" y="8"/>
                  </a:lnTo>
                  <a:lnTo>
                    <a:pt x="11" y="8"/>
                  </a:lnTo>
                  <a:lnTo>
                    <a:pt x="14" y="4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9" y="4"/>
                  </a:lnTo>
                  <a:lnTo>
                    <a:pt x="33" y="4"/>
                  </a:lnTo>
                  <a:lnTo>
                    <a:pt x="37" y="11"/>
                  </a:lnTo>
                  <a:lnTo>
                    <a:pt x="37" y="15"/>
                  </a:lnTo>
                  <a:lnTo>
                    <a:pt x="33" y="19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29" y="26"/>
                  </a:lnTo>
                  <a:lnTo>
                    <a:pt x="25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8" y="26"/>
                  </a:lnTo>
                  <a:lnTo>
                    <a:pt x="18" y="30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1" y="33"/>
                  </a:lnTo>
                  <a:lnTo>
                    <a:pt x="7" y="33"/>
                  </a:lnTo>
                  <a:lnTo>
                    <a:pt x="7" y="30"/>
                  </a:lnTo>
                  <a:lnTo>
                    <a:pt x="3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6" name="Freeform 154"/>
            <p:cNvSpPr>
              <a:spLocks noEditPoints="1"/>
            </p:cNvSpPr>
            <p:nvPr/>
          </p:nvSpPr>
          <p:spPr bwMode="auto">
            <a:xfrm>
              <a:off x="6646269" y="3386976"/>
              <a:ext cx="862043" cy="829877"/>
            </a:xfrm>
            <a:custGeom>
              <a:avLst/>
              <a:gdLst>
                <a:gd name="T0" fmla="*/ 179 w 181"/>
                <a:gd name="T1" fmla="*/ 73 h 174"/>
                <a:gd name="T2" fmla="*/ 154 w 181"/>
                <a:gd name="T3" fmla="*/ 37 h 174"/>
                <a:gd name="T4" fmla="*/ 123 w 181"/>
                <a:gd name="T5" fmla="*/ 29 h 174"/>
                <a:gd name="T6" fmla="*/ 111 w 181"/>
                <a:gd name="T7" fmla="*/ 16 h 174"/>
                <a:gd name="T8" fmla="*/ 112 w 181"/>
                <a:gd name="T9" fmla="*/ 17 h 174"/>
                <a:gd name="T10" fmla="*/ 110 w 181"/>
                <a:gd name="T11" fmla="*/ 7 h 174"/>
                <a:gd name="T12" fmla="*/ 86 w 181"/>
                <a:gd name="T13" fmla="*/ 4 h 174"/>
                <a:gd name="T14" fmla="*/ 86 w 181"/>
                <a:gd name="T15" fmla="*/ 4 h 174"/>
                <a:gd name="T16" fmla="*/ 58 w 181"/>
                <a:gd name="T17" fmla="*/ 22 h 174"/>
                <a:gd name="T18" fmla="*/ 1 w 181"/>
                <a:gd name="T19" fmla="*/ 65 h 174"/>
                <a:gd name="T20" fmla="*/ 98 w 181"/>
                <a:gd name="T21" fmla="*/ 124 h 174"/>
                <a:gd name="T22" fmla="*/ 133 w 181"/>
                <a:gd name="T23" fmla="*/ 144 h 174"/>
                <a:gd name="T24" fmla="*/ 122 w 181"/>
                <a:gd name="T25" fmla="*/ 154 h 174"/>
                <a:gd name="T26" fmla="*/ 137 w 181"/>
                <a:gd name="T27" fmla="*/ 150 h 174"/>
                <a:gd name="T28" fmla="*/ 132 w 181"/>
                <a:gd name="T29" fmla="*/ 168 h 174"/>
                <a:gd name="T30" fmla="*/ 120 w 181"/>
                <a:gd name="T31" fmla="*/ 167 h 174"/>
                <a:gd name="T32" fmla="*/ 123 w 181"/>
                <a:gd name="T33" fmla="*/ 156 h 174"/>
                <a:gd name="T34" fmla="*/ 135 w 181"/>
                <a:gd name="T35" fmla="*/ 157 h 174"/>
                <a:gd name="T36" fmla="*/ 130 w 181"/>
                <a:gd name="T37" fmla="*/ 169 h 174"/>
                <a:gd name="T38" fmla="*/ 125 w 181"/>
                <a:gd name="T39" fmla="*/ 173 h 174"/>
                <a:gd name="T40" fmla="*/ 9 w 181"/>
                <a:gd name="T41" fmla="*/ 115 h 174"/>
                <a:gd name="T42" fmla="*/ 22 w 181"/>
                <a:gd name="T43" fmla="*/ 111 h 174"/>
                <a:gd name="T44" fmla="*/ 38 w 181"/>
                <a:gd name="T45" fmla="*/ 110 h 174"/>
                <a:gd name="T46" fmla="*/ 58 w 181"/>
                <a:gd name="T47" fmla="*/ 102 h 174"/>
                <a:gd name="T48" fmla="*/ 83 w 181"/>
                <a:gd name="T49" fmla="*/ 102 h 174"/>
                <a:gd name="T50" fmla="*/ 91 w 181"/>
                <a:gd name="T51" fmla="*/ 115 h 174"/>
                <a:gd name="T52" fmla="*/ 99 w 181"/>
                <a:gd name="T53" fmla="*/ 111 h 174"/>
                <a:gd name="T54" fmla="*/ 100 w 181"/>
                <a:gd name="T55" fmla="*/ 116 h 174"/>
                <a:gd name="T56" fmla="*/ 102 w 181"/>
                <a:gd name="T57" fmla="*/ 123 h 174"/>
                <a:gd name="T58" fmla="*/ 106 w 181"/>
                <a:gd name="T59" fmla="*/ 133 h 174"/>
                <a:gd name="T60" fmla="*/ 120 w 181"/>
                <a:gd name="T61" fmla="*/ 143 h 174"/>
                <a:gd name="T62" fmla="*/ 130 w 181"/>
                <a:gd name="T63" fmla="*/ 141 h 174"/>
                <a:gd name="T64" fmla="*/ 139 w 181"/>
                <a:gd name="T65" fmla="*/ 140 h 174"/>
                <a:gd name="T66" fmla="*/ 153 w 181"/>
                <a:gd name="T67" fmla="*/ 129 h 174"/>
                <a:gd name="T68" fmla="*/ 167 w 181"/>
                <a:gd name="T69" fmla="*/ 110 h 174"/>
                <a:gd name="T70" fmla="*/ 176 w 181"/>
                <a:gd name="T71" fmla="*/ 92 h 174"/>
                <a:gd name="T72" fmla="*/ 178 w 181"/>
                <a:gd name="T73" fmla="*/ 71 h 174"/>
                <a:gd name="T74" fmla="*/ 170 w 181"/>
                <a:gd name="T75" fmla="*/ 59 h 174"/>
                <a:gd name="T76" fmla="*/ 166 w 181"/>
                <a:gd name="T77" fmla="*/ 53 h 174"/>
                <a:gd name="T78" fmla="*/ 159 w 181"/>
                <a:gd name="T79" fmla="*/ 43 h 174"/>
                <a:gd name="T80" fmla="*/ 152 w 181"/>
                <a:gd name="T81" fmla="*/ 31 h 174"/>
                <a:gd name="T82" fmla="*/ 146 w 181"/>
                <a:gd name="T83" fmla="*/ 18 h 174"/>
                <a:gd name="T84" fmla="*/ 141 w 181"/>
                <a:gd name="T85" fmla="*/ 5 h 174"/>
                <a:gd name="T86" fmla="*/ 135 w 181"/>
                <a:gd name="T87" fmla="*/ 13 h 174"/>
                <a:gd name="T88" fmla="*/ 130 w 181"/>
                <a:gd name="T89" fmla="*/ 33 h 174"/>
                <a:gd name="T90" fmla="*/ 113 w 181"/>
                <a:gd name="T91" fmla="*/ 25 h 174"/>
                <a:gd name="T92" fmla="*/ 110 w 181"/>
                <a:gd name="T93" fmla="*/ 13 h 174"/>
                <a:gd name="T94" fmla="*/ 112 w 181"/>
                <a:gd name="T95" fmla="*/ 9 h 174"/>
                <a:gd name="T96" fmla="*/ 105 w 181"/>
                <a:gd name="T97" fmla="*/ 7 h 174"/>
                <a:gd name="T98" fmla="*/ 93 w 181"/>
                <a:gd name="T99" fmla="*/ 4 h 174"/>
                <a:gd name="T100" fmla="*/ 88 w 181"/>
                <a:gd name="T101" fmla="*/ 9 h 174"/>
                <a:gd name="T102" fmla="*/ 82 w 181"/>
                <a:gd name="T103" fmla="*/ 15 h 174"/>
                <a:gd name="T104" fmla="*/ 79 w 181"/>
                <a:gd name="T105" fmla="*/ 20 h 174"/>
                <a:gd name="T106" fmla="*/ 74 w 181"/>
                <a:gd name="T107" fmla="*/ 22 h 174"/>
                <a:gd name="T108" fmla="*/ 65 w 181"/>
                <a:gd name="T109" fmla="*/ 17 h 174"/>
                <a:gd name="T110" fmla="*/ 60 w 181"/>
                <a:gd name="T111" fmla="*/ 22 h 174"/>
                <a:gd name="T112" fmla="*/ 56 w 181"/>
                <a:gd name="T113" fmla="*/ 27 h 174"/>
                <a:gd name="T114" fmla="*/ 51 w 181"/>
                <a:gd name="T115" fmla="*/ 28 h 174"/>
                <a:gd name="T116" fmla="*/ 43 w 181"/>
                <a:gd name="T117" fmla="*/ 37 h 174"/>
                <a:gd name="T118" fmla="*/ 21 w 181"/>
                <a:gd name="T119" fmla="*/ 45 h 174"/>
                <a:gd name="T120" fmla="*/ 7 w 181"/>
                <a:gd name="T121" fmla="*/ 52 h 174"/>
                <a:gd name="T122" fmla="*/ 4 w 181"/>
                <a:gd name="T123" fmla="*/ 69 h 174"/>
                <a:gd name="T124" fmla="*/ 7 w 181"/>
                <a:gd name="T125" fmla="*/ 9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1" h="174">
                  <a:moveTo>
                    <a:pt x="178" y="83"/>
                  </a:moveTo>
                  <a:cubicBezTo>
                    <a:pt x="179" y="81"/>
                    <a:pt x="179" y="81"/>
                    <a:pt x="179" y="81"/>
                  </a:cubicBezTo>
                  <a:cubicBezTo>
                    <a:pt x="179" y="82"/>
                    <a:pt x="179" y="82"/>
                    <a:pt x="179" y="82"/>
                  </a:cubicBezTo>
                  <a:cubicBezTo>
                    <a:pt x="178" y="83"/>
                    <a:pt x="178" y="83"/>
                    <a:pt x="178" y="83"/>
                  </a:cubicBezTo>
                  <a:close/>
                  <a:moveTo>
                    <a:pt x="179" y="73"/>
                  </a:moveTo>
                  <a:cubicBezTo>
                    <a:pt x="178" y="72"/>
                    <a:pt x="178" y="72"/>
                    <a:pt x="178" y="72"/>
                  </a:cubicBezTo>
                  <a:cubicBezTo>
                    <a:pt x="179" y="71"/>
                    <a:pt x="179" y="71"/>
                    <a:pt x="179" y="71"/>
                  </a:cubicBezTo>
                  <a:cubicBezTo>
                    <a:pt x="179" y="70"/>
                    <a:pt x="179" y="70"/>
                    <a:pt x="179" y="70"/>
                  </a:cubicBezTo>
                  <a:cubicBezTo>
                    <a:pt x="179" y="69"/>
                    <a:pt x="179" y="69"/>
                    <a:pt x="179" y="69"/>
                  </a:cubicBezTo>
                  <a:cubicBezTo>
                    <a:pt x="180" y="68"/>
                    <a:pt x="180" y="68"/>
                    <a:pt x="180" y="68"/>
                  </a:cubicBezTo>
                  <a:cubicBezTo>
                    <a:pt x="180" y="68"/>
                    <a:pt x="180" y="68"/>
                    <a:pt x="180" y="68"/>
                  </a:cubicBezTo>
                  <a:cubicBezTo>
                    <a:pt x="180" y="67"/>
                    <a:pt x="180" y="67"/>
                    <a:pt x="180" y="67"/>
                  </a:cubicBezTo>
                  <a:cubicBezTo>
                    <a:pt x="180" y="67"/>
                    <a:pt x="180" y="67"/>
                    <a:pt x="180" y="67"/>
                  </a:cubicBezTo>
                  <a:cubicBezTo>
                    <a:pt x="181" y="68"/>
                    <a:pt x="181" y="68"/>
                    <a:pt x="181" y="68"/>
                  </a:cubicBezTo>
                  <a:cubicBezTo>
                    <a:pt x="180" y="69"/>
                    <a:pt x="180" y="69"/>
                    <a:pt x="180" y="69"/>
                  </a:cubicBezTo>
                  <a:cubicBezTo>
                    <a:pt x="179" y="71"/>
                    <a:pt x="179" y="71"/>
                    <a:pt x="179" y="71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3"/>
                    <a:pt x="179" y="73"/>
                    <a:pt x="179" y="73"/>
                  </a:cubicBezTo>
                  <a:cubicBezTo>
                    <a:pt x="179" y="73"/>
                    <a:pt x="179" y="73"/>
                    <a:pt x="179" y="73"/>
                  </a:cubicBezTo>
                  <a:close/>
                  <a:moveTo>
                    <a:pt x="171" y="61"/>
                  </a:moveTo>
                  <a:cubicBezTo>
                    <a:pt x="172" y="62"/>
                    <a:pt x="172" y="62"/>
                    <a:pt x="172" y="62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3" y="62"/>
                    <a:pt x="173" y="62"/>
                    <a:pt x="173" y="62"/>
                  </a:cubicBezTo>
                  <a:cubicBezTo>
                    <a:pt x="173" y="62"/>
                    <a:pt x="173" y="62"/>
                    <a:pt x="173" y="62"/>
                  </a:cubicBezTo>
                  <a:cubicBezTo>
                    <a:pt x="173" y="61"/>
                    <a:pt x="173" y="61"/>
                    <a:pt x="173" y="61"/>
                  </a:cubicBezTo>
                  <a:cubicBezTo>
                    <a:pt x="172" y="61"/>
                    <a:pt x="172" y="61"/>
                    <a:pt x="172" y="61"/>
                  </a:cubicBezTo>
                  <a:cubicBezTo>
                    <a:pt x="172" y="61"/>
                    <a:pt x="172" y="61"/>
                    <a:pt x="172" y="61"/>
                  </a:cubicBezTo>
                  <a:cubicBezTo>
                    <a:pt x="171" y="61"/>
                    <a:pt x="171" y="61"/>
                    <a:pt x="171" y="61"/>
                  </a:cubicBezTo>
                  <a:close/>
                  <a:moveTo>
                    <a:pt x="170" y="55"/>
                  </a:moveTo>
                  <a:cubicBezTo>
                    <a:pt x="170" y="55"/>
                    <a:pt x="170" y="55"/>
                    <a:pt x="170" y="55"/>
                  </a:cubicBezTo>
                  <a:cubicBezTo>
                    <a:pt x="170" y="55"/>
                    <a:pt x="170" y="55"/>
                    <a:pt x="170" y="55"/>
                  </a:cubicBezTo>
                  <a:cubicBezTo>
                    <a:pt x="170" y="55"/>
                    <a:pt x="170" y="55"/>
                    <a:pt x="170" y="55"/>
                  </a:cubicBezTo>
                  <a:close/>
                  <a:moveTo>
                    <a:pt x="153" y="38"/>
                  </a:moveTo>
                  <a:cubicBezTo>
                    <a:pt x="154" y="37"/>
                    <a:pt x="154" y="37"/>
                    <a:pt x="154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4" y="36"/>
                    <a:pt x="154" y="36"/>
                    <a:pt x="154" y="36"/>
                  </a:cubicBezTo>
                  <a:cubicBezTo>
                    <a:pt x="154" y="36"/>
                    <a:pt x="154" y="36"/>
                    <a:pt x="154" y="36"/>
                  </a:cubicBezTo>
                  <a:cubicBezTo>
                    <a:pt x="154" y="37"/>
                    <a:pt x="154" y="37"/>
                    <a:pt x="154" y="37"/>
                  </a:cubicBezTo>
                  <a:cubicBezTo>
                    <a:pt x="154" y="38"/>
                    <a:pt x="154" y="38"/>
                    <a:pt x="154" y="38"/>
                  </a:cubicBezTo>
                  <a:cubicBezTo>
                    <a:pt x="153" y="38"/>
                    <a:pt x="153" y="38"/>
                    <a:pt x="153" y="38"/>
                  </a:cubicBezTo>
                  <a:close/>
                  <a:moveTo>
                    <a:pt x="139" y="0"/>
                  </a:moveTo>
                  <a:cubicBezTo>
                    <a:pt x="139" y="0"/>
                    <a:pt x="139" y="0"/>
                    <a:pt x="139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39" y="0"/>
                    <a:pt x="139" y="0"/>
                    <a:pt x="139" y="0"/>
                  </a:cubicBezTo>
                  <a:close/>
                  <a:moveTo>
                    <a:pt x="138" y="2"/>
                  </a:moveTo>
                  <a:cubicBezTo>
                    <a:pt x="138" y="3"/>
                    <a:pt x="138" y="3"/>
                    <a:pt x="138" y="3"/>
                  </a:cubicBezTo>
                  <a:cubicBezTo>
                    <a:pt x="139" y="2"/>
                    <a:pt x="139" y="2"/>
                    <a:pt x="139" y="2"/>
                  </a:cubicBezTo>
                  <a:cubicBezTo>
                    <a:pt x="139" y="2"/>
                    <a:pt x="139" y="2"/>
                    <a:pt x="139" y="2"/>
                  </a:cubicBezTo>
                  <a:cubicBezTo>
                    <a:pt x="139" y="2"/>
                    <a:pt x="139" y="2"/>
                    <a:pt x="139" y="2"/>
                  </a:cubicBezTo>
                  <a:cubicBezTo>
                    <a:pt x="138" y="2"/>
                    <a:pt x="138" y="2"/>
                    <a:pt x="138" y="2"/>
                  </a:cubicBezTo>
                  <a:close/>
                  <a:moveTo>
                    <a:pt x="124" y="30"/>
                  </a:moveTo>
                  <a:cubicBezTo>
                    <a:pt x="124" y="31"/>
                    <a:pt x="124" y="31"/>
                    <a:pt x="124" y="31"/>
                  </a:cubicBezTo>
                  <a:cubicBezTo>
                    <a:pt x="125" y="31"/>
                    <a:pt x="125" y="31"/>
                    <a:pt x="125" y="31"/>
                  </a:cubicBezTo>
                  <a:cubicBezTo>
                    <a:pt x="125" y="30"/>
                    <a:pt x="125" y="30"/>
                    <a:pt x="125" y="30"/>
                  </a:cubicBezTo>
                  <a:cubicBezTo>
                    <a:pt x="124" y="30"/>
                    <a:pt x="124" y="30"/>
                    <a:pt x="124" y="30"/>
                  </a:cubicBezTo>
                  <a:close/>
                  <a:moveTo>
                    <a:pt x="123" y="29"/>
                  </a:moveTo>
                  <a:cubicBezTo>
                    <a:pt x="123" y="29"/>
                    <a:pt x="123" y="29"/>
                    <a:pt x="123" y="29"/>
                  </a:cubicBezTo>
                  <a:cubicBezTo>
                    <a:pt x="124" y="29"/>
                    <a:pt x="124" y="29"/>
                    <a:pt x="124" y="29"/>
                  </a:cubicBezTo>
                  <a:cubicBezTo>
                    <a:pt x="124" y="28"/>
                    <a:pt x="124" y="28"/>
                    <a:pt x="124" y="28"/>
                  </a:cubicBezTo>
                  <a:cubicBezTo>
                    <a:pt x="125" y="28"/>
                    <a:pt x="125" y="28"/>
                    <a:pt x="125" y="28"/>
                  </a:cubicBezTo>
                  <a:cubicBezTo>
                    <a:pt x="125" y="28"/>
                    <a:pt x="125" y="28"/>
                    <a:pt x="125" y="28"/>
                  </a:cubicBezTo>
                  <a:cubicBezTo>
                    <a:pt x="124" y="28"/>
                    <a:pt x="124" y="28"/>
                    <a:pt x="124" y="28"/>
                  </a:cubicBezTo>
                  <a:cubicBezTo>
                    <a:pt x="123" y="28"/>
                    <a:pt x="123" y="28"/>
                    <a:pt x="123" y="28"/>
                  </a:cubicBezTo>
                  <a:cubicBezTo>
                    <a:pt x="123" y="28"/>
                    <a:pt x="123" y="29"/>
                    <a:pt x="123" y="29"/>
                  </a:cubicBezTo>
                  <a:close/>
                  <a:moveTo>
                    <a:pt x="114" y="25"/>
                  </a:moveTo>
                  <a:cubicBezTo>
                    <a:pt x="114" y="24"/>
                    <a:pt x="114" y="24"/>
                    <a:pt x="114" y="24"/>
                  </a:cubicBezTo>
                  <a:cubicBezTo>
                    <a:pt x="114" y="24"/>
                    <a:pt x="114" y="24"/>
                    <a:pt x="114" y="24"/>
                  </a:cubicBezTo>
                  <a:cubicBezTo>
                    <a:pt x="114" y="24"/>
                    <a:pt x="114" y="24"/>
                    <a:pt x="114" y="24"/>
                  </a:cubicBezTo>
                  <a:cubicBezTo>
                    <a:pt x="114" y="25"/>
                    <a:pt x="114" y="25"/>
                    <a:pt x="114" y="25"/>
                  </a:cubicBezTo>
                  <a:close/>
                  <a:moveTo>
                    <a:pt x="111" y="16"/>
                  </a:move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1" y="16"/>
                    <a:pt x="111" y="16"/>
                    <a:pt x="111" y="16"/>
                  </a:cubicBezTo>
                  <a:close/>
                  <a:moveTo>
                    <a:pt x="112" y="17"/>
                  </a:moveTo>
                  <a:cubicBezTo>
                    <a:pt x="112" y="18"/>
                    <a:pt x="112" y="18"/>
                    <a:pt x="112" y="18"/>
                  </a:cubicBezTo>
                  <a:cubicBezTo>
                    <a:pt x="112" y="18"/>
                    <a:pt x="112" y="18"/>
                    <a:pt x="112" y="18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4" y="18"/>
                    <a:pt x="114" y="18"/>
                    <a:pt x="114" y="18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4" y="16"/>
                    <a:pt x="114" y="16"/>
                    <a:pt x="114" y="16"/>
                  </a:cubicBezTo>
                  <a:cubicBezTo>
                    <a:pt x="114" y="16"/>
                    <a:pt x="114" y="16"/>
                    <a:pt x="114" y="16"/>
                  </a:cubicBezTo>
                  <a:cubicBezTo>
                    <a:pt x="113" y="16"/>
                    <a:pt x="113" y="16"/>
                    <a:pt x="113" y="16"/>
                  </a:cubicBezTo>
                  <a:cubicBezTo>
                    <a:pt x="113" y="15"/>
                    <a:pt x="113" y="15"/>
                    <a:pt x="113" y="15"/>
                  </a:cubicBezTo>
                  <a:cubicBezTo>
                    <a:pt x="113" y="16"/>
                    <a:pt x="113" y="16"/>
                    <a:pt x="113" y="16"/>
                  </a:cubicBezTo>
                  <a:cubicBezTo>
                    <a:pt x="113" y="16"/>
                    <a:pt x="113" y="16"/>
                    <a:pt x="113" y="16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2" y="17"/>
                    <a:pt x="112" y="17"/>
                    <a:pt x="112" y="17"/>
                  </a:cubicBezTo>
                  <a:close/>
                  <a:moveTo>
                    <a:pt x="113" y="5"/>
                  </a:moveTo>
                  <a:cubicBezTo>
                    <a:pt x="113" y="5"/>
                    <a:pt x="113" y="5"/>
                    <a:pt x="113" y="5"/>
                  </a:cubicBezTo>
                  <a:cubicBezTo>
                    <a:pt x="114" y="5"/>
                    <a:pt x="114" y="5"/>
                    <a:pt x="114" y="5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13" y="5"/>
                    <a:pt x="113" y="5"/>
                    <a:pt x="113" y="5"/>
                  </a:cubicBezTo>
                  <a:close/>
                  <a:moveTo>
                    <a:pt x="112" y="6"/>
                  </a:moveTo>
                  <a:cubicBezTo>
                    <a:pt x="112" y="6"/>
                    <a:pt x="112" y="6"/>
                    <a:pt x="112" y="6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2" y="6"/>
                    <a:pt x="112" y="6"/>
                    <a:pt x="112" y="6"/>
                  </a:cubicBezTo>
                  <a:close/>
                  <a:moveTo>
                    <a:pt x="111" y="6"/>
                  </a:moveTo>
                  <a:cubicBezTo>
                    <a:pt x="111" y="6"/>
                    <a:pt x="111" y="6"/>
                    <a:pt x="111" y="6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1" y="6"/>
                    <a:pt x="111" y="6"/>
                    <a:pt x="111" y="6"/>
                  </a:cubicBezTo>
                  <a:close/>
                  <a:moveTo>
                    <a:pt x="110" y="7"/>
                  </a:moveTo>
                  <a:cubicBezTo>
                    <a:pt x="110" y="7"/>
                    <a:pt x="110" y="7"/>
                    <a:pt x="110" y="7"/>
                  </a:cubicBezTo>
                  <a:cubicBezTo>
                    <a:pt x="110" y="6"/>
                    <a:pt x="110" y="6"/>
                    <a:pt x="110" y="6"/>
                  </a:cubicBezTo>
                  <a:cubicBezTo>
                    <a:pt x="110" y="7"/>
                    <a:pt x="110" y="7"/>
                    <a:pt x="110" y="7"/>
                  </a:cubicBezTo>
                  <a:close/>
                  <a:moveTo>
                    <a:pt x="108" y="8"/>
                  </a:moveTo>
                  <a:cubicBezTo>
                    <a:pt x="108" y="7"/>
                    <a:pt x="108" y="7"/>
                    <a:pt x="108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9" y="7"/>
                    <a:pt x="109" y="7"/>
                    <a:pt x="109" y="7"/>
                  </a:cubicBezTo>
                  <a:cubicBezTo>
                    <a:pt x="108" y="8"/>
                    <a:pt x="108" y="8"/>
                    <a:pt x="108" y="8"/>
                  </a:cubicBezTo>
                  <a:close/>
                  <a:moveTo>
                    <a:pt x="107" y="8"/>
                  </a:moveTo>
                  <a:cubicBezTo>
                    <a:pt x="107" y="8"/>
                    <a:pt x="107" y="8"/>
                    <a:pt x="107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8"/>
                    <a:pt x="107" y="8"/>
                    <a:pt x="107" y="8"/>
                  </a:cubicBezTo>
                  <a:close/>
                  <a:moveTo>
                    <a:pt x="96" y="5"/>
                  </a:moveTo>
                  <a:cubicBezTo>
                    <a:pt x="95" y="4"/>
                    <a:pt x="95" y="4"/>
                    <a:pt x="95" y="4"/>
                  </a:cubicBezTo>
                  <a:cubicBezTo>
                    <a:pt x="95" y="4"/>
                    <a:pt x="95" y="4"/>
                    <a:pt x="95" y="4"/>
                  </a:cubicBezTo>
                  <a:cubicBezTo>
                    <a:pt x="96" y="3"/>
                    <a:pt x="96" y="3"/>
                    <a:pt x="96" y="3"/>
                  </a:cubicBezTo>
                  <a:cubicBezTo>
                    <a:pt x="96" y="4"/>
                    <a:pt x="96" y="4"/>
                    <a:pt x="96" y="4"/>
                  </a:cubicBezTo>
                  <a:cubicBezTo>
                    <a:pt x="96" y="5"/>
                    <a:pt x="96" y="5"/>
                    <a:pt x="96" y="5"/>
                  </a:cubicBezTo>
                  <a:close/>
                  <a:moveTo>
                    <a:pt x="86" y="4"/>
                  </a:moveTo>
                  <a:cubicBezTo>
                    <a:pt x="86" y="5"/>
                    <a:pt x="86" y="5"/>
                    <a:pt x="86" y="5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9" y="7"/>
                    <a:pt x="89" y="7"/>
                    <a:pt x="89" y="7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5"/>
                    <a:pt x="91" y="5"/>
                    <a:pt x="91" y="5"/>
                  </a:cubicBezTo>
                  <a:cubicBezTo>
                    <a:pt x="91" y="5"/>
                    <a:pt x="91" y="5"/>
                    <a:pt x="91" y="5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90" y="4"/>
                    <a:pt x="90" y="4"/>
                    <a:pt x="90" y="4"/>
                  </a:cubicBezTo>
                  <a:cubicBezTo>
                    <a:pt x="89" y="5"/>
                    <a:pt x="89" y="5"/>
                    <a:pt x="89" y="5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87" y="5"/>
                    <a:pt x="87" y="5"/>
                    <a:pt x="87" y="5"/>
                  </a:cubicBezTo>
                  <a:cubicBezTo>
                    <a:pt x="87" y="5"/>
                    <a:pt x="87" y="5"/>
                    <a:pt x="87" y="5"/>
                  </a:cubicBezTo>
                  <a:cubicBezTo>
                    <a:pt x="87" y="5"/>
                    <a:pt x="87" y="5"/>
                    <a:pt x="87" y="5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4"/>
                    <a:pt x="86" y="4"/>
                  </a:cubicBezTo>
                  <a:close/>
                  <a:moveTo>
                    <a:pt x="86" y="5"/>
                  </a:moveTo>
                  <a:cubicBezTo>
                    <a:pt x="86" y="6"/>
                    <a:pt x="86" y="6"/>
                    <a:pt x="86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86" y="5"/>
                    <a:pt x="86" y="5"/>
                    <a:pt x="86" y="5"/>
                  </a:cubicBezTo>
                  <a:close/>
                  <a:moveTo>
                    <a:pt x="57" y="22"/>
                  </a:moveTo>
                  <a:cubicBezTo>
                    <a:pt x="58" y="22"/>
                    <a:pt x="58" y="22"/>
                    <a:pt x="58" y="22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8" y="21"/>
                    <a:pt x="58" y="21"/>
                    <a:pt x="58" y="21"/>
                  </a:cubicBezTo>
                  <a:cubicBezTo>
                    <a:pt x="58" y="21"/>
                    <a:pt x="57" y="22"/>
                    <a:pt x="57" y="22"/>
                  </a:cubicBezTo>
                  <a:close/>
                  <a:moveTo>
                    <a:pt x="57" y="25"/>
                  </a:moveTo>
                  <a:cubicBezTo>
                    <a:pt x="57" y="24"/>
                    <a:pt x="57" y="24"/>
                    <a:pt x="57" y="24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4"/>
                    <a:pt x="57" y="24"/>
                    <a:pt x="57" y="24"/>
                  </a:cubicBezTo>
                  <a:cubicBezTo>
                    <a:pt x="57" y="25"/>
                    <a:pt x="57" y="25"/>
                    <a:pt x="57" y="25"/>
                  </a:cubicBezTo>
                  <a:close/>
                  <a:moveTo>
                    <a:pt x="61" y="19"/>
                  </a:moveTo>
                  <a:cubicBezTo>
                    <a:pt x="61" y="19"/>
                    <a:pt x="61" y="19"/>
                    <a:pt x="61" y="19"/>
                  </a:cubicBezTo>
                  <a:cubicBezTo>
                    <a:pt x="61" y="18"/>
                    <a:pt x="61" y="18"/>
                    <a:pt x="61" y="18"/>
                  </a:cubicBezTo>
                  <a:cubicBezTo>
                    <a:pt x="61" y="18"/>
                    <a:pt x="61" y="18"/>
                    <a:pt x="61" y="18"/>
                  </a:cubicBezTo>
                  <a:cubicBezTo>
                    <a:pt x="61" y="19"/>
                    <a:pt x="61" y="19"/>
                    <a:pt x="61" y="19"/>
                  </a:cubicBezTo>
                  <a:close/>
                  <a:moveTo>
                    <a:pt x="14" y="46"/>
                  </a:moveTo>
                  <a:cubicBezTo>
                    <a:pt x="14" y="46"/>
                    <a:pt x="14" y="46"/>
                    <a:pt x="14" y="46"/>
                  </a:cubicBezTo>
                  <a:cubicBezTo>
                    <a:pt x="15" y="45"/>
                    <a:pt x="15" y="45"/>
                    <a:pt x="15" y="45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4" y="46"/>
                    <a:pt x="14" y="46"/>
                    <a:pt x="14" y="46"/>
                  </a:cubicBezTo>
                  <a:close/>
                  <a:moveTo>
                    <a:pt x="1" y="67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1" y="66"/>
                    <a:pt x="1" y="66"/>
                    <a:pt x="1" y="66"/>
                  </a:cubicBezTo>
                  <a:cubicBezTo>
                    <a:pt x="1" y="66"/>
                    <a:pt x="1" y="67"/>
                    <a:pt x="1" y="67"/>
                  </a:cubicBezTo>
                  <a:close/>
                  <a:moveTo>
                    <a:pt x="1" y="70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1" y="70"/>
                    <a:pt x="1" y="70"/>
                    <a:pt x="1" y="70"/>
                  </a:cubicBezTo>
                  <a:close/>
                  <a:moveTo>
                    <a:pt x="99" y="122"/>
                  </a:moveTo>
                  <a:cubicBezTo>
                    <a:pt x="99" y="123"/>
                    <a:pt x="99" y="123"/>
                    <a:pt x="99" y="123"/>
                  </a:cubicBezTo>
                  <a:cubicBezTo>
                    <a:pt x="99" y="123"/>
                    <a:pt x="99" y="123"/>
                    <a:pt x="99" y="123"/>
                  </a:cubicBezTo>
                  <a:cubicBezTo>
                    <a:pt x="100" y="123"/>
                    <a:pt x="100" y="123"/>
                    <a:pt x="100" y="123"/>
                  </a:cubicBezTo>
                  <a:cubicBezTo>
                    <a:pt x="99" y="124"/>
                    <a:pt x="99" y="124"/>
                    <a:pt x="99" y="124"/>
                  </a:cubicBezTo>
                  <a:cubicBezTo>
                    <a:pt x="100" y="124"/>
                    <a:pt x="100" y="124"/>
                    <a:pt x="100" y="124"/>
                  </a:cubicBezTo>
                  <a:cubicBezTo>
                    <a:pt x="101" y="123"/>
                    <a:pt x="101" y="123"/>
                    <a:pt x="101" y="123"/>
                  </a:cubicBezTo>
                  <a:cubicBezTo>
                    <a:pt x="101" y="124"/>
                    <a:pt x="101" y="124"/>
                    <a:pt x="101" y="124"/>
                  </a:cubicBezTo>
                  <a:cubicBezTo>
                    <a:pt x="101" y="124"/>
                    <a:pt x="101" y="124"/>
                    <a:pt x="101" y="124"/>
                  </a:cubicBezTo>
                  <a:cubicBezTo>
                    <a:pt x="99" y="124"/>
                    <a:pt x="99" y="124"/>
                    <a:pt x="99" y="124"/>
                  </a:cubicBezTo>
                  <a:cubicBezTo>
                    <a:pt x="99" y="124"/>
                    <a:pt x="99" y="124"/>
                    <a:pt x="99" y="124"/>
                  </a:cubicBezTo>
                  <a:cubicBezTo>
                    <a:pt x="98" y="124"/>
                    <a:pt x="98" y="124"/>
                    <a:pt x="98" y="124"/>
                  </a:cubicBezTo>
                  <a:cubicBezTo>
                    <a:pt x="98" y="125"/>
                    <a:pt x="98" y="125"/>
                    <a:pt x="98" y="125"/>
                  </a:cubicBezTo>
                  <a:cubicBezTo>
                    <a:pt x="98" y="125"/>
                    <a:pt x="98" y="125"/>
                    <a:pt x="98" y="125"/>
                  </a:cubicBezTo>
                  <a:cubicBezTo>
                    <a:pt x="98" y="124"/>
                    <a:pt x="98" y="124"/>
                    <a:pt x="98" y="124"/>
                  </a:cubicBezTo>
                  <a:cubicBezTo>
                    <a:pt x="97" y="124"/>
                    <a:pt x="97" y="124"/>
                    <a:pt x="97" y="124"/>
                  </a:cubicBezTo>
                  <a:cubicBezTo>
                    <a:pt x="96" y="124"/>
                    <a:pt x="96" y="124"/>
                    <a:pt x="96" y="124"/>
                  </a:cubicBezTo>
                  <a:cubicBezTo>
                    <a:pt x="96" y="124"/>
                    <a:pt x="96" y="124"/>
                    <a:pt x="96" y="124"/>
                  </a:cubicBezTo>
                  <a:cubicBezTo>
                    <a:pt x="95" y="124"/>
                    <a:pt x="95" y="124"/>
                    <a:pt x="95" y="124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94" y="123"/>
                    <a:pt x="94" y="123"/>
                    <a:pt x="94" y="123"/>
                  </a:cubicBezTo>
                  <a:cubicBezTo>
                    <a:pt x="95" y="123"/>
                    <a:pt x="95" y="123"/>
                    <a:pt x="95" y="123"/>
                  </a:cubicBezTo>
                  <a:cubicBezTo>
                    <a:pt x="98" y="122"/>
                    <a:pt x="98" y="122"/>
                    <a:pt x="98" y="122"/>
                  </a:cubicBezTo>
                  <a:cubicBezTo>
                    <a:pt x="98" y="122"/>
                    <a:pt x="98" y="122"/>
                    <a:pt x="98" y="122"/>
                  </a:cubicBezTo>
                  <a:cubicBezTo>
                    <a:pt x="99" y="122"/>
                    <a:pt x="99" y="122"/>
                    <a:pt x="99" y="122"/>
                  </a:cubicBezTo>
                  <a:close/>
                  <a:moveTo>
                    <a:pt x="128" y="141"/>
                  </a:moveTo>
                  <a:cubicBezTo>
                    <a:pt x="129" y="141"/>
                    <a:pt x="129" y="141"/>
                    <a:pt x="129" y="141"/>
                  </a:cubicBezTo>
                  <a:cubicBezTo>
                    <a:pt x="129" y="141"/>
                    <a:pt x="129" y="141"/>
                    <a:pt x="129" y="141"/>
                  </a:cubicBezTo>
                  <a:cubicBezTo>
                    <a:pt x="129" y="142"/>
                    <a:pt x="129" y="142"/>
                    <a:pt x="129" y="142"/>
                  </a:cubicBezTo>
                  <a:cubicBezTo>
                    <a:pt x="128" y="141"/>
                    <a:pt x="128" y="141"/>
                    <a:pt x="128" y="141"/>
                  </a:cubicBezTo>
                  <a:close/>
                  <a:moveTo>
                    <a:pt x="133" y="144"/>
                  </a:moveTo>
                  <a:cubicBezTo>
                    <a:pt x="133" y="144"/>
                    <a:pt x="133" y="144"/>
                    <a:pt x="133" y="144"/>
                  </a:cubicBezTo>
                  <a:cubicBezTo>
                    <a:pt x="133" y="144"/>
                    <a:pt x="133" y="144"/>
                    <a:pt x="133" y="144"/>
                  </a:cubicBezTo>
                  <a:cubicBezTo>
                    <a:pt x="133" y="144"/>
                    <a:pt x="133" y="144"/>
                    <a:pt x="133" y="144"/>
                  </a:cubicBezTo>
                  <a:close/>
                  <a:moveTo>
                    <a:pt x="122" y="155"/>
                  </a:moveTo>
                  <a:cubicBezTo>
                    <a:pt x="122" y="155"/>
                    <a:pt x="122" y="155"/>
                    <a:pt x="122" y="155"/>
                  </a:cubicBezTo>
                  <a:cubicBezTo>
                    <a:pt x="123" y="155"/>
                    <a:pt x="123" y="155"/>
                    <a:pt x="123" y="155"/>
                  </a:cubicBezTo>
                  <a:cubicBezTo>
                    <a:pt x="123" y="155"/>
                    <a:pt x="123" y="155"/>
                    <a:pt x="123" y="155"/>
                  </a:cubicBezTo>
                  <a:cubicBezTo>
                    <a:pt x="123" y="154"/>
                    <a:pt x="123" y="154"/>
                    <a:pt x="123" y="154"/>
                  </a:cubicBezTo>
                  <a:cubicBezTo>
                    <a:pt x="122" y="155"/>
                    <a:pt x="122" y="155"/>
                    <a:pt x="122" y="155"/>
                  </a:cubicBezTo>
                  <a:close/>
                  <a:moveTo>
                    <a:pt x="122" y="153"/>
                  </a:moveTo>
                  <a:cubicBezTo>
                    <a:pt x="122" y="154"/>
                    <a:pt x="122" y="154"/>
                    <a:pt x="122" y="154"/>
                  </a:cubicBezTo>
                  <a:cubicBezTo>
                    <a:pt x="123" y="154"/>
                    <a:pt x="123" y="154"/>
                    <a:pt x="123" y="154"/>
                  </a:cubicBezTo>
                  <a:cubicBezTo>
                    <a:pt x="123" y="153"/>
                    <a:pt x="123" y="153"/>
                    <a:pt x="123" y="153"/>
                  </a:cubicBezTo>
                  <a:cubicBezTo>
                    <a:pt x="122" y="153"/>
                    <a:pt x="122" y="153"/>
                    <a:pt x="122" y="153"/>
                  </a:cubicBezTo>
                  <a:close/>
                  <a:moveTo>
                    <a:pt x="122" y="154"/>
                  </a:moveTo>
                  <a:cubicBezTo>
                    <a:pt x="121" y="154"/>
                    <a:pt x="121" y="154"/>
                    <a:pt x="121" y="154"/>
                  </a:cubicBezTo>
                  <a:cubicBezTo>
                    <a:pt x="121" y="153"/>
                    <a:pt x="121" y="153"/>
                    <a:pt x="121" y="153"/>
                  </a:cubicBezTo>
                  <a:cubicBezTo>
                    <a:pt x="122" y="153"/>
                    <a:pt x="122" y="153"/>
                    <a:pt x="122" y="153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2" y="154"/>
                    <a:pt x="122" y="154"/>
                    <a:pt x="122" y="154"/>
                  </a:cubicBezTo>
                  <a:close/>
                  <a:moveTo>
                    <a:pt x="119" y="151"/>
                  </a:moveTo>
                  <a:cubicBezTo>
                    <a:pt x="119" y="151"/>
                    <a:pt x="119" y="151"/>
                    <a:pt x="119" y="151"/>
                  </a:cubicBezTo>
                  <a:cubicBezTo>
                    <a:pt x="119" y="150"/>
                    <a:pt x="119" y="150"/>
                    <a:pt x="119" y="150"/>
                  </a:cubicBezTo>
                  <a:cubicBezTo>
                    <a:pt x="119" y="149"/>
                    <a:pt x="119" y="149"/>
                    <a:pt x="119" y="149"/>
                  </a:cubicBezTo>
                  <a:cubicBezTo>
                    <a:pt x="119" y="149"/>
                    <a:pt x="119" y="149"/>
                    <a:pt x="119" y="149"/>
                  </a:cubicBezTo>
                  <a:cubicBezTo>
                    <a:pt x="120" y="148"/>
                    <a:pt x="120" y="148"/>
                    <a:pt x="120" y="148"/>
                  </a:cubicBezTo>
                  <a:cubicBezTo>
                    <a:pt x="120" y="148"/>
                    <a:pt x="120" y="148"/>
                    <a:pt x="120" y="148"/>
                  </a:cubicBezTo>
                  <a:cubicBezTo>
                    <a:pt x="121" y="148"/>
                    <a:pt x="121" y="148"/>
                    <a:pt x="121" y="148"/>
                  </a:cubicBezTo>
                  <a:cubicBezTo>
                    <a:pt x="121" y="149"/>
                    <a:pt x="121" y="149"/>
                    <a:pt x="121" y="149"/>
                  </a:cubicBezTo>
                  <a:cubicBezTo>
                    <a:pt x="121" y="150"/>
                    <a:pt x="121" y="150"/>
                    <a:pt x="121" y="150"/>
                  </a:cubicBezTo>
                  <a:cubicBezTo>
                    <a:pt x="120" y="150"/>
                    <a:pt x="120" y="150"/>
                    <a:pt x="120" y="150"/>
                  </a:cubicBezTo>
                  <a:cubicBezTo>
                    <a:pt x="120" y="151"/>
                    <a:pt x="120" y="151"/>
                    <a:pt x="120" y="151"/>
                  </a:cubicBezTo>
                  <a:cubicBezTo>
                    <a:pt x="119" y="151"/>
                    <a:pt x="119" y="151"/>
                    <a:pt x="119" y="151"/>
                  </a:cubicBezTo>
                  <a:cubicBezTo>
                    <a:pt x="119" y="151"/>
                    <a:pt x="119" y="151"/>
                    <a:pt x="119" y="151"/>
                  </a:cubicBezTo>
                  <a:close/>
                  <a:moveTo>
                    <a:pt x="136" y="153"/>
                  </a:moveTo>
                  <a:cubicBezTo>
                    <a:pt x="138" y="152"/>
                    <a:pt x="138" y="152"/>
                    <a:pt x="138" y="152"/>
                  </a:cubicBezTo>
                  <a:cubicBezTo>
                    <a:pt x="138" y="152"/>
                    <a:pt x="138" y="152"/>
                    <a:pt x="138" y="152"/>
                  </a:cubicBezTo>
                  <a:cubicBezTo>
                    <a:pt x="137" y="150"/>
                    <a:pt x="137" y="150"/>
                    <a:pt x="137" y="150"/>
                  </a:cubicBezTo>
                  <a:cubicBezTo>
                    <a:pt x="136" y="151"/>
                    <a:pt x="136" y="151"/>
                    <a:pt x="136" y="151"/>
                  </a:cubicBezTo>
                  <a:cubicBezTo>
                    <a:pt x="136" y="151"/>
                    <a:pt x="136" y="151"/>
                    <a:pt x="136" y="151"/>
                  </a:cubicBezTo>
                  <a:cubicBezTo>
                    <a:pt x="136" y="152"/>
                    <a:pt x="136" y="152"/>
                    <a:pt x="136" y="152"/>
                  </a:cubicBezTo>
                  <a:cubicBezTo>
                    <a:pt x="136" y="153"/>
                    <a:pt x="136" y="153"/>
                    <a:pt x="136" y="153"/>
                  </a:cubicBezTo>
                  <a:cubicBezTo>
                    <a:pt x="136" y="153"/>
                    <a:pt x="136" y="153"/>
                    <a:pt x="136" y="153"/>
                  </a:cubicBezTo>
                  <a:close/>
                  <a:moveTo>
                    <a:pt x="136" y="154"/>
                  </a:moveTo>
                  <a:cubicBezTo>
                    <a:pt x="136" y="155"/>
                    <a:pt x="136" y="155"/>
                    <a:pt x="136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4"/>
                    <a:pt x="138" y="154"/>
                    <a:pt x="138" y="154"/>
                  </a:cubicBezTo>
                  <a:cubicBezTo>
                    <a:pt x="137" y="154"/>
                    <a:pt x="137" y="154"/>
                    <a:pt x="137" y="154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36" y="154"/>
                    <a:pt x="136" y="154"/>
                    <a:pt x="136" y="154"/>
                  </a:cubicBezTo>
                  <a:close/>
                  <a:moveTo>
                    <a:pt x="136" y="156"/>
                  </a:moveTo>
                  <a:cubicBezTo>
                    <a:pt x="136" y="156"/>
                    <a:pt x="136" y="156"/>
                    <a:pt x="136" y="156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6" y="156"/>
                    <a:pt x="136" y="156"/>
                    <a:pt x="136" y="156"/>
                  </a:cubicBezTo>
                  <a:close/>
                  <a:moveTo>
                    <a:pt x="132" y="169"/>
                  </a:moveTo>
                  <a:cubicBezTo>
                    <a:pt x="132" y="168"/>
                    <a:pt x="132" y="168"/>
                    <a:pt x="132" y="168"/>
                  </a:cubicBezTo>
                  <a:cubicBezTo>
                    <a:pt x="132" y="169"/>
                    <a:pt x="132" y="169"/>
                    <a:pt x="132" y="169"/>
                  </a:cubicBezTo>
                  <a:cubicBezTo>
                    <a:pt x="132" y="169"/>
                    <a:pt x="132" y="169"/>
                    <a:pt x="132" y="169"/>
                  </a:cubicBezTo>
                  <a:close/>
                  <a:moveTo>
                    <a:pt x="127" y="174"/>
                  </a:moveTo>
                  <a:cubicBezTo>
                    <a:pt x="126" y="173"/>
                    <a:pt x="126" y="173"/>
                    <a:pt x="126" y="173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27" y="172"/>
                    <a:pt x="127" y="172"/>
                    <a:pt x="127" y="172"/>
                  </a:cubicBezTo>
                  <a:cubicBezTo>
                    <a:pt x="127" y="174"/>
                    <a:pt x="127" y="174"/>
                    <a:pt x="127" y="174"/>
                  </a:cubicBezTo>
                  <a:close/>
                  <a:moveTo>
                    <a:pt x="121" y="173"/>
                  </a:moveTo>
                  <a:cubicBezTo>
                    <a:pt x="121" y="172"/>
                    <a:pt x="121" y="172"/>
                    <a:pt x="121" y="172"/>
                  </a:cubicBezTo>
                  <a:cubicBezTo>
                    <a:pt x="121" y="172"/>
                    <a:pt x="121" y="172"/>
                    <a:pt x="121" y="172"/>
                  </a:cubicBezTo>
                  <a:cubicBezTo>
                    <a:pt x="120" y="172"/>
                    <a:pt x="120" y="172"/>
                    <a:pt x="120" y="172"/>
                  </a:cubicBezTo>
                  <a:cubicBezTo>
                    <a:pt x="120" y="171"/>
                    <a:pt x="120" y="171"/>
                    <a:pt x="120" y="171"/>
                  </a:cubicBezTo>
                  <a:cubicBezTo>
                    <a:pt x="120" y="170"/>
                    <a:pt x="120" y="170"/>
                    <a:pt x="120" y="170"/>
                  </a:cubicBezTo>
                  <a:cubicBezTo>
                    <a:pt x="120" y="170"/>
                    <a:pt x="120" y="170"/>
                    <a:pt x="120" y="170"/>
                  </a:cubicBezTo>
                  <a:cubicBezTo>
                    <a:pt x="120" y="168"/>
                    <a:pt x="120" y="168"/>
                    <a:pt x="120" y="168"/>
                  </a:cubicBezTo>
                  <a:cubicBezTo>
                    <a:pt x="120" y="167"/>
                    <a:pt x="120" y="167"/>
                    <a:pt x="120" y="167"/>
                  </a:cubicBezTo>
                  <a:cubicBezTo>
                    <a:pt x="120" y="167"/>
                    <a:pt x="120" y="167"/>
                    <a:pt x="120" y="167"/>
                  </a:cubicBezTo>
                  <a:cubicBezTo>
                    <a:pt x="119" y="165"/>
                    <a:pt x="119" y="165"/>
                    <a:pt x="119" y="165"/>
                  </a:cubicBezTo>
                  <a:cubicBezTo>
                    <a:pt x="120" y="165"/>
                    <a:pt x="120" y="165"/>
                    <a:pt x="120" y="165"/>
                  </a:cubicBezTo>
                  <a:cubicBezTo>
                    <a:pt x="121" y="165"/>
                    <a:pt x="121" y="165"/>
                    <a:pt x="121" y="165"/>
                  </a:cubicBezTo>
                  <a:cubicBezTo>
                    <a:pt x="122" y="165"/>
                    <a:pt x="122" y="165"/>
                    <a:pt x="122" y="165"/>
                  </a:cubicBezTo>
                  <a:cubicBezTo>
                    <a:pt x="121" y="165"/>
                    <a:pt x="121" y="165"/>
                    <a:pt x="121" y="165"/>
                  </a:cubicBezTo>
                  <a:cubicBezTo>
                    <a:pt x="121" y="164"/>
                    <a:pt x="121" y="164"/>
                    <a:pt x="121" y="164"/>
                  </a:cubicBezTo>
                  <a:cubicBezTo>
                    <a:pt x="120" y="164"/>
                    <a:pt x="120" y="164"/>
                    <a:pt x="120" y="164"/>
                  </a:cubicBezTo>
                  <a:cubicBezTo>
                    <a:pt x="121" y="163"/>
                    <a:pt x="121" y="163"/>
                    <a:pt x="121" y="163"/>
                  </a:cubicBezTo>
                  <a:cubicBezTo>
                    <a:pt x="120" y="161"/>
                    <a:pt x="120" y="161"/>
                    <a:pt x="120" y="161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0" y="159"/>
                    <a:pt x="120" y="159"/>
                    <a:pt x="120" y="159"/>
                  </a:cubicBezTo>
                  <a:cubicBezTo>
                    <a:pt x="120" y="157"/>
                    <a:pt x="120" y="157"/>
                    <a:pt x="120" y="157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0" y="156"/>
                    <a:pt x="120" y="156"/>
                    <a:pt x="120" y="156"/>
                  </a:cubicBezTo>
                  <a:cubicBezTo>
                    <a:pt x="121" y="155"/>
                    <a:pt x="121" y="155"/>
                    <a:pt x="121" y="155"/>
                  </a:cubicBezTo>
                  <a:cubicBezTo>
                    <a:pt x="121" y="155"/>
                    <a:pt x="121" y="155"/>
                    <a:pt x="121" y="155"/>
                  </a:cubicBezTo>
                  <a:cubicBezTo>
                    <a:pt x="122" y="155"/>
                    <a:pt x="122" y="155"/>
                    <a:pt x="122" y="155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4" y="155"/>
                    <a:pt x="124" y="155"/>
                    <a:pt x="124" y="155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5" y="157"/>
                    <a:pt x="125" y="157"/>
                    <a:pt x="125" y="157"/>
                  </a:cubicBezTo>
                  <a:cubicBezTo>
                    <a:pt x="126" y="158"/>
                    <a:pt x="126" y="158"/>
                    <a:pt x="126" y="158"/>
                  </a:cubicBezTo>
                  <a:cubicBezTo>
                    <a:pt x="127" y="159"/>
                    <a:pt x="127" y="159"/>
                    <a:pt x="127" y="159"/>
                  </a:cubicBezTo>
                  <a:cubicBezTo>
                    <a:pt x="128" y="158"/>
                    <a:pt x="128" y="158"/>
                    <a:pt x="128" y="158"/>
                  </a:cubicBezTo>
                  <a:cubicBezTo>
                    <a:pt x="129" y="158"/>
                    <a:pt x="129" y="158"/>
                    <a:pt x="129" y="158"/>
                  </a:cubicBezTo>
                  <a:cubicBezTo>
                    <a:pt x="129" y="159"/>
                    <a:pt x="129" y="159"/>
                    <a:pt x="129" y="159"/>
                  </a:cubicBezTo>
                  <a:cubicBezTo>
                    <a:pt x="129" y="158"/>
                    <a:pt x="129" y="158"/>
                    <a:pt x="129" y="158"/>
                  </a:cubicBezTo>
                  <a:cubicBezTo>
                    <a:pt x="130" y="158"/>
                    <a:pt x="130" y="158"/>
                    <a:pt x="130" y="158"/>
                  </a:cubicBezTo>
                  <a:cubicBezTo>
                    <a:pt x="133" y="158"/>
                    <a:pt x="133" y="158"/>
                    <a:pt x="133" y="158"/>
                  </a:cubicBezTo>
                  <a:cubicBezTo>
                    <a:pt x="133" y="158"/>
                    <a:pt x="133" y="158"/>
                    <a:pt x="133" y="158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4" y="157"/>
                    <a:pt x="134" y="157"/>
                    <a:pt x="134" y="157"/>
                  </a:cubicBezTo>
                  <a:cubicBezTo>
                    <a:pt x="135" y="157"/>
                    <a:pt x="135" y="157"/>
                    <a:pt x="135" y="157"/>
                  </a:cubicBezTo>
                  <a:cubicBezTo>
                    <a:pt x="135" y="157"/>
                    <a:pt x="135" y="157"/>
                    <a:pt x="135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8"/>
                    <a:pt x="136" y="158"/>
                    <a:pt x="136" y="158"/>
                  </a:cubicBezTo>
                  <a:cubicBezTo>
                    <a:pt x="136" y="160"/>
                    <a:pt x="136" y="160"/>
                    <a:pt x="136" y="160"/>
                  </a:cubicBezTo>
                  <a:cubicBezTo>
                    <a:pt x="135" y="161"/>
                    <a:pt x="135" y="161"/>
                    <a:pt x="135" y="161"/>
                  </a:cubicBezTo>
                  <a:cubicBezTo>
                    <a:pt x="135" y="163"/>
                    <a:pt x="135" y="163"/>
                    <a:pt x="135" y="163"/>
                  </a:cubicBezTo>
                  <a:cubicBezTo>
                    <a:pt x="134" y="163"/>
                    <a:pt x="134" y="163"/>
                    <a:pt x="134" y="163"/>
                  </a:cubicBezTo>
                  <a:cubicBezTo>
                    <a:pt x="134" y="164"/>
                    <a:pt x="134" y="164"/>
                    <a:pt x="134" y="164"/>
                  </a:cubicBezTo>
                  <a:cubicBezTo>
                    <a:pt x="134" y="165"/>
                    <a:pt x="134" y="165"/>
                    <a:pt x="134" y="165"/>
                  </a:cubicBezTo>
                  <a:cubicBezTo>
                    <a:pt x="134" y="165"/>
                    <a:pt x="134" y="165"/>
                    <a:pt x="134" y="165"/>
                  </a:cubicBezTo>
                  <a:cubicBezTo>
                    <a:pt x="134" y="166"/>
                    <a:pt x="134" y="166"/>
                    <a:pt x="134" y="166"/>
                  </a:cubicBezTo>
                  <a:cubicBezTo>
                    <a:pt x="134" y="166"/>
                    <a:pt x="134" y="166"/>
                    <a:pt x="134" y="166"/>
                  </a:cubicBezTo>
                  <a:cubicBezTo>
                    <a:pt x="133" y="165"/>
                    <a:pt x="133" y="165"/>
                    <a:pt x="133" y="165"/>
                  </a:cubicBezTo>
                  <a:cubicBezTo>
                    <a:pt x="133" y="165"/>
                    <a:pt x="133" y="165"/>
                    <a:pt x="133" y="165"/>
                  </a:cubicBezTo>
                  <a:cubicBezTo>
                    <a:pt x="132" y="166"/>
                    <a:pt x="132" y="166"/>
                    <a:pt x="132" y="166"/>
                  </a:cubicBezTo>
                  <a:cubicBezTo>
                    <a:pt x="132" y="167"/>
                    <a:pt x="132" y="167"/>
                    <a:pt x="132" y="167"/>
                  </a:cubicBezTo>
                  <a:cubicBezTo>
                    <a:pt x="132" y="168"/>
                    <a:pt x="132" y="168"/>
                    <a:pt x="132" y="168"/>
                  </a:cubicBezTo>
                  <a:cubicBezTo>
                    <a:pt x="131" y="168"/>
                    <a:pt x="131" y="168"/>
                    <a:pt x="131" y="168"/>
                  </a:cubicBezTo>
                  <a:cubicBezTo>
                    <a:pt x="131" y="169"/>
                    <a:pt x="131" y="169"/>
                    <a:pt x="131" y="169"/>
                  </a:cubicBezTo>
                  <a:cubicBezTo>
                    <a:pt x="130" y="169"/>
                    <a:pt x="130" y="169"/>
                    <a:pt x="130" y="169"/>
                  </a:cubicBezTo>
                  <a:cubicBezTo>
                    <a:pt x="131" y="170"/>
                    <a:pt x="131" y="170"/>
                    <a:pt x="131" y="170"/>
                  </a:cubicBezTo>
                  <a:cubicBezTo>
                    <a:pt x="131" y="170"/>
                    <a:pt x="131" y="170"/>
                    <a:pt x="131" y="170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30" y="172"/>
                    <a:pt x="130" y="172"/>
                    <a:pt x="130" y="172"/>
                  </a:cubicBezTo>
                  <a:cubicBezTo>
                    <a:pt x="129" y="172"/>
                    <a:pt x="129" y="172"/>
                    <a:pt x="129" y="172"/>
                  </a:cubicBezTo>
                  <a:cubicBezTo>
                    <a:pt x="129" y="171"/>
                    <a:pt x="129" y="171"/>
                    <a:pt x="129" y="171"/>
                  </a:cubicBezTo>
                  <a:cubicBezTo>
                    <a:pt x="130" y="171"/>
                    <a:pt x="130" y="171"/>
                    <a:pt x="130" y="171"/>
                  </a:cubicBezTo>
                  <a:cubicBezTo>
                    <a:pt x="130" y="170"/>
                    <a:pt x="130" y="170"/>
                    <a:pt x="130" y="170"/>
                  </a:cubicBezTo>
                  <a:cubicBezTo>
                    <a:pt x="130" y="170"/>
                    <a:pt x="130" y="170"/>
                    <a:pt x="130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8" y="171"/>
                    <a:pt x="128" y="171"/>
                    <a:pt x="128" y="171"/>
                  </a:cubicBezTo>
                  <a:cubicBezTo>
                    <a:pt x="128" y="170"/>
                    <a:pt x="128" y="170"/>
                    <a:pt x="128" y="170"/>
                  </a:cubicBezTo>
                  <a:cubicBezTo>
                    <a:pt x="127" y="171"/>
                    <a:pt x="127" y="171"/>
                    <a:pt x="127" y="171"/>
                  </a:cubicBezTo>
                  <a:cubicBezTo>
                    <a:pt x="127" y="171"/>
                    <a:pt x="127" y="171"/>
                    <a:pt x="127" y="171"/>
                  </a:cubicBezTo>
                  <a:cubicBezTo>
                    <a:pt x="126" y="172"/>
                    <a:pt x="126" y="172"/>
                    <a:pt x="126" y="172"/>
                  </a:cubicBezTo>
                  <a:cubicBezTo>
                    <a:pt x="126" y="171"/>
                    <a:pt x="126" y="171"/>
                    <a:pt x="126" y="171"/>
                  </a:cubicBezTo>
                  <a:cubicBezTo>
                    <a:pt x="125" y="172"/>
                    <a:pt x="125" y="172"/>
                    <a:pt x="125" y="172"/>
                  </a:cubicBezTo>
                  <a:cubicBezTo>
                    <a:pt x="125" y="173"/>
                    <a:pt x="125" y="173"/>
                    <a:pt x="125" y="173"/>
                  </a:cubicBezTo>
                  <a:cubicBezTo>
                    <a:pt x="124" y="174"/>
                    <a:pt x="124" y="174"/>
                    <a:pt x="124" y="174"/>
                  </a:cubicBezTo>
                  <a:cubicBezTo>
                    <a:pt x="124" y="174"/>
                    <a:pt x="124" y="174"/>
                    <a:pt x="124" y="174"/>
                  </a:cubicBezTo>
                  <a:cubicBezTo>
                    <a:pt x="123" y="174"/>
                    <a:pt x="123" y="174"/>
                    <a:pt x="123" y="174"/>
                  </a:cubicBezTo>
                  <a:cubicBezTo>
                    <a:pt x="123" y="173"/>
                    <a:pt x="123" y="173"/>
                    <a:pt x="123" y="173"/>
                  </a:cubicBezTo>
                  <a:cubicBezTo>
                    <a:pt x="123" y="174"/>
                    <a:pt x="123" y="174"/>
                    <a:pt x="123" y="174"/>
                  </a:cubicBezTo>
                  <a:cubicBezTo>
                    <a:pt x="122" y="173"/>
                    <a:pt x="122" y="173"/>
                    <a:pt x="122" y="173"/>
                  </a:cubicBezTo>
                  <a:cubicBezTo>
                    <a:pt x="121" y="173"/>
                    <a:pt x="121" y="173"/>
                    <a:pt x="121" y="173"/>
                  </a:cubicBezTo>
                  <a:cubicBezTo>
                    <a:pt x="121" y="173"/>
                    <a:pt x="121" y="173"/>
                    <a:pt x="121" y="173"/>
                  </a:cubicBezTo>
                  <a:close/>
                  <a:moveTo>
                    <a:pt x="2" y="110"/>
                  </a:moveTo>
                  <a:cubicBezTo>
                    <a:pt x="3" y="111"/>
                    <a:pt x="3" y="111"/>
                    <a:pt x="3" y="111"/>
                  </a:cubicBezTo>
                  <a:cubicBezTo>
                    <a:pt x="4" y="111"/>
                    <a:pt x="4" y="111"/>
                    <a:pt x="4" y="111"/>
                  </a:cubicBezTo>
                  <a:cubicBezTo>
                    <a:pt x="6" y="113"/>
                    <a:pt x="6" y="113"/>
                    <a:pt x="6" y="113"/>
                  </a:cubicBezTo>
                  <a:cubicBezTo>
                    <a:pt x="6" y="113"/>
                    <a:pt x="6" y="113"/>
                    <a:pt x="6" y="113"/>
                  </a:cubicBezTo>
                  <a:cubicBezTo>
                    <a:pt x="6" y="114"/>
                    <a:pt x="6" y="114"/>
                    <a:pt x="6" y="114"/>
                  </a:cubicBezTo>
                  <a:cubicBezTo>
                    <a:pt x="7" y="114"/>
                    <a:pt x="7" y="114"/>
                    <a:pt x="7" y="114"/>
                  </a:cubicBezTo>
                  <a:cubicBezTo>
                    <a:pt x="7" y="114"/>
                    <a:pt x="7" y="114"/>
                    <a:pt x="7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5"/>
                    <a:pt x="9" y="115"/>
                    <a:pt x="9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1" y="115"/>
                    <a:pt x="11" y="115"/>
                    <a:pt x="11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5" y="115"/>
                    <a:pt x="15" y="115"/>
                    <a:pt x="15" y="115"/>
                  </a:cubicBezTo>
                  <a:cubicBezTo>
                    <a:pt x="15" y="114"/>
                    <a:pt x="15" y="114"/>
                    <a:pt x="15" y="114"/>
                  </a:cubicBezTo>
                  <a:cubicBezTo>
                    <a:pt x="16" y="114"/>
                    <a:pt x="16" y="114"/>
                    <a:pt x="16" y="114"/>
                  </a:cubicBezTo>
                  <a:cubicBezTo>
                    <a:pt x="16" y="113"/>
                    <a:pt x="16" y="113"/>
                    <a:pt x="16" y="113"/>
                  </a:cubicBezTo>
                  <a:cubicBezTo>
                    <a:pt x="18" y="113"/>
                    <a:pt x="18" y="113"/>
                    <a:pt x="18" y="113"/>
                  </a:cubicBezTo>
                  <a:cubicBezTo>
                    <a:pt x="18" y="113"/>
                    <a:pt x="18" y="113"/>
                    <a:pt x="18" y="113"/>
                  </a:cubicBezTo>
                  <a:cubicBezTo>
                    <a:pt x="19" y="112"/>
                    <a:pt x="19" y="112"/>
                    <a:pt x="19" y="112"/>
                  </a:cubicBezTo>
                  <a:cubicBezTo>
                    <a:pt x="19" y="112"/>
                    <a:pt x="19" y="112"/>
                    <a:pt x="19" y="112"/>
                  </a:cubicBezTo>
                  <a:cubicBezTo>
                    <a:pt x="20" y="113"/>
                    <a:pt x="20" y="113"/>
                    <a:pt x="20" y="113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2" y="111"/>
                    <a:pt x="22" y="111"/>
                    <a:pt x="22" y="111"/>
                  </a:cubicBezTo>
                  <a:cubicBezTo>
                    <a:pt x="24" y="109"/>
                    <a:pt x="24" y="109"/>
                    <a:pt x="24" y="109"/>
                  </a:cubicBezTo>
                  <a:cubicBezTo>
                    <a:pt x="25" y="110"/>
                    <a:pt x="25" y="110"/>
                    <a:pt x="25" y="110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6" y="109"/>
                    <a:pt x="26" y="109"/>
                    <a:pt x="26" y="10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29" y="109"/>
                    <a:pt x="29" y="109"/>
                    <a:pt x="29" y="109"/>
                  </a:cubicBezTo>
                  <a:cubicBezTo>
                    <a:pt x="31" y="109"/>
                    <a:pt x="31" y="109"/>
                    <a:pt x="31" y="109"/>
                  </a:cubicBezTo>
                  <a:cubicBezTo>
                    <a:pt x="31" y="109"/>
                    <a:pt x="31" y="109"/>
                    <a:pt x="31" y="109"/>
                  </a:cubicBezTo>
                  <a:cubicBezTo>
                    <a:pt x="32" y="109"/>
                    <a:pt x="32" y="109"/>
                    <a:pt x="32" y="109"/>
                  </a:cubicBezTo>
                  <a:cubicBezTo>
                    <a:pt x="33" y="109"/>
                    <a:pt x="33" y="109"/>
                    <a:pt x="33" y="109"/>
                  </a:cubicBezTo>
                  <a:cubicBezTo>
                    <a:pt x="33" y="110"/>
                    <a:pt x="33" y="110"/>
                    <a:pt x="33" y="110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0"/>
                    <a:pt x="35" y="110"/>
                    <a:pt x="35" y="110"/>
                  </a:cubicBezTo>
                  <a:cubicBezTo>
                    <a:pt x="35" y="110"/>
                    <a:pt x="35" y="110"/>
                    <a:pt x="35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8" y="110"/>
                    <a:pt x="38" y="110"/>
                    <a:pt x="38" y="110"/>
                  </a:cubicBezTo>
                  <a:cubicBezTo>
                    <a:pt x="39" y="110"/>
                    <a:pt x="39" y="110"/>
                    <a:pt x="39" y="110"/>
                  </a:cubicBezTo>
                  <a:cubicBezTo>
                    <a:pt x="40" y="109"/>
                    <a:pt x="40" y="109"/>
                    <a:pt x="40" y="109"/>
                  </a:cubicBezTo>
                  <a:cubicBezTo>
                    <a:pt x="41" y="108"/>
                    <a:pt x="41" y="108"/>
                    <a:pt x="41" y="108"/>
                  </a:cubicBezTo>
                  <a:cubicBezTo>
                    <a:pt x="41" y="108"/>
                    <a:pt x="41" y="108"/>
                    <a:pt x="41" y="108"/>
                  </a:cubicBezTo>
                  <a:cubicBezTo>
                    <a:pt x="42" y="107"/>
                    <a:pt x="42" y="107"/>
                    <a:pt x="42" y="107"/>
                  </a:cubicBezTo>
                  <a:cubicBezTo>
                    <a:pt x="43" y="106"/>
                    <a:pt x="43" y="106"/>
                    <a:pt x="43" y="106"/>
                  </a:cubicBezTo>
                  <a:cubicBezTo>
                    <a:pt x="44" y="105"/>
                    <a:pt x="44" y="105"/>
                    <a:pt x="44" y="105"/>
                  </a:cubicBezTo>
                  <a:cubicBezTo>
                    <a:pt x="45" y="105"/>
                    <a:pt x="45" y="105"/>
                    <a:pt x="45" y="105"/>
                  </a:cubicBezTo>
                  <a:cubicBezTo>
                    <a:pt x="46" y="105"/>
                    <a:pt x="46" y="105"/>
                    <a:pt x="46" y="105"/>
                  </a:cubicBezTo>
                  <a:cubicBezTo>
                    <a:pt x="47" y="104"/>
                    <a:pt x="47" y="104"/>
                    <a:pt x="47" y="104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51" y="102"/>
                    <a:pt x="51" y="102"/>
                    <a:pt x="51" y="102"/>
                  </a:cubicBezTo>
                  <a:cubicBezTo>
                    <a:pt x="52" y="102"/>
                    <a:pt x="52" y="102"/>
                    <a:pt x="52" y="102"/>
                  </a:cubicBezTo>
                  <a:cubicBezTo>
                    <a:pt x="53" y="102"/>
                    <a:pt x="53" y="102"/>
                    <a:pt x="53" y="102"/>
                  </a:cubicBezTo>
                  <a:cubicBezTo>
                    <a:pt x="53" y="102"/>
                    <a:pt x="53" y="102"/>
                    <a:pt x="53" y="102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6" y="102"/>
                    <a:pt x="56" y="102"/>
                    <a:pt x="56" y="102"/>
                  </a:cubicBezTo>
                  <a:cubicBezTo>
                    <a:pt x="57" y="102"/>
                    <a:pt x="57" y="102"/>
                    <a:pt x="57" y="102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61" y="101"/>
                    <a:pt x="61" y="101"/>
                    <a:pt x="61" y="101"/>
                  </a:cubicBezTo>
                  <a:cubicBezTo>
                    <a:pt x="62" y="101"/>
                    <a:pt x="62" y="101"/>
                    <a:pt x="62" y="101"/>
                  </a:cubicBezTo>
                  <a:cubicBezTo>
                    <a:pt x="63" y="100"/>
                    <a:pt x="63" y="100"/>
                    <a:pt x="63" y="100"/>
                  </a:cubicBezTo>
                  <a:cubicBezTo>
                    <a:pt x="64" y="100"/>
                    <a:pt x="64" y="100"/>
                    <a:pt x="64" y="100"/>
                  </a:cubicBezTo>
                  <a:cubicBezTo>
                    <a:pt x="65" y="99"/>
                    <a:pt x="65" y="99"/>
                    <a:pt x="65" y="99"/>
                  </a:cubicBezTo>
                  <a:cubicBezTo>
                    <a:pt x="67" y="99"/>
                    <a:pt x="67" y="99"/>
                    <a:pt x="67" y="99"/>
                  </a:cubicBezTo>
                  <a:cubicBezTo>
                    <a:pt x="72" y="99"/>
                    <a:pt x="72" y="99"/>
                    <a:pt x="72" y="99"/>
                  </a:cubicBezTo>
                  <a:cubicBezTo>
                    <a:pt x="74" y="99"/>
                    <a:pt x="74" y="99"/>
                    <a:pt x="74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77" y="99"/>
                    <a:pt x="77" y="99"/>
                    <a:pt x="77" y="99"/>
                  </a:cubicBezTo>
                  <a:cubicBezTo>
                    <a:pt x="78" y="100"/>
                    <a:pt x="78" y="100"/>
                    <a:pt x="78" y="100"/>
                  </a:cubicBezTo>
                  <a:cubicBezTo>
                    <a:pt x="79" y="102"/>
                    <a:pt x="79" y="102"/>
                    <a:pt x="79" y="102"/>
                  </a:cubicBezTo>
                  <a:cubicBezTo>
                    <a:pt x="80" y="102"/>
                    <a:pt x="80" y="102"/>
                    <a:pt x="80" y="102"/>
                  </a:cubicBezTo>
                  <a:cubicBezTo>
                    <a:pt x="81" y="102"/>
                    <a:pt x="81" y="102"/>
                    <a:pt x="81" y="102"/>
                  </a:cubicBezTo>
                  <a:cubicBezTo>
                    <a:pt x="81" y="101"/>
                    <a:pt x="81" y="101"/>
                    <a:pt x="81" y="101"/>
                  </a:cubicBezTo>
                  <a:cubicBezTo>
                    <a:pt x="82" y="102"/>
                    <a:pt x="82" y="102"/>
                    <a:pt x="82" y="102"/>
                  </a:cubicBezTo>
                  <a:cubicBezTo>
                    <a:pt x="82" y="102"/>
                    <a:pt x="82" y="102"/>
                    <a:pt x="82" y="102"/>
                  </a:cubicBezTo>
                  <a:cubicBezTo>
                    <a:pt x="83" y="102"/>
                    <a:pt x="83" y="102"/>
                    <a:pt x="83" y="102"/>
                  </a:cubicBezTo>
                  <a:cubicBezTo>
                    <a:pt x="84" y="103"/>
                    <a:pt x="84" y="103"/>
                    <a:pt x="84" y="103"/>
                  </a:cubicBezTo>
                  <a:cubicBezTo>
                    <a:pt x="85" y="103"/>
                    <a:pt x="85" y="103"/>
                    <a:pt x="85" y="103"/>
                  </a:cubicBezTo>
                  <a:cubicBezTo>
                    <a:pt x="86" y="103"/>
                    <a:pt x="86" y="103"/>
                    <a:pt x="86" y="103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88" y="106"/>
                    <a:pt x="88" y="106"/>
                    <a:pt x="88" y="106"/>
                  </a:cubicBezTo>
                  <a:cubicBezTo>
                    <a:pt x="88" y="107"/>
                    <a:pt x="88" y="107"/>
                    <a:pt x="88" y="107"/>
                  </a:cubicBezTo>
                  <a:cubicBezTo>
                    <a:pt x="88" y="108"/>
                    <a:pt x="88" y="108"/>
                    <a:pt x="88" y="108"/>
                  </a:cubicBezTo>
                  <a:cubicBezTo>
                    <a:pt x="89" y="108"/>
                    <a:pt x="89" y="108"/>
                    <a:pt x="89" y="108"/>
                  </a:cubicBezTo>
                  <a:cubicBezTo>
                    <a:pt x="90" y="109"/>
                    <a:pt x="90" y="109"/>
                    <a:pt x="90" y="109"/>
                  </a:cubicBezTo>
                  <a:cubicBezTo>
                    <a:pt x="90" y="110"/>
                    <a:pt x="90" y="110"/>
                    <a:pt x="90" y="110"/>
                  </a:cubicBezTo>
                  <a:cubicBezTo>
                    <a:pt x="90" y="111"/>
                    <a:pt x="90" y="111"/>
                    <a:pt x="90" y="111"/>
                  </a:cubicBezTo>
                  <a:cubicBezTo>
                    <a:pt x="91" y="113"/>
                    <a:pt x="91" y="113"/>
                    <a:pt x="91" y="113"/>
                  </a:cubicBezTo>
                  <a:cubicBezTo>
                    <a:pt x="91" y="114"/>
                    <a:pt x="91" y="114"/>
                    <a:pt x="91" y="114"/>
                  </a:cubicBezTo>
                  <a:cubicBezTo>
                    <a:pt x="91" y="114"/>
                    <a:pt x="91" y="114"/>
                    <a:pt x="91" y="114"/>
                  </a:cubicBezTo>
                  <a:cubicBezTo>
                    <a:pt x="91" y="115"/>
                    <a:pt x="91" y="115"/>
                    <a:pt x="91" y="115"/>
                  </a:cubicBezTo>
                  <a:cubicBezTo>
                    <a:pt x="91" y="116"/>
                    <a:pt x="91" y="116"/>
                    <a:pt x="91" y="116"/>
                  </a:cubicBezTo>
                  <a:cubicBezTo>
                    <a:pt x="90" y="116"/>
                    <a:pt x="90" y="116"/>
                    <a:pt x="90" y="116"/>
                  </a:cubicBezTo>
                  <a:cubicBezTo>
                    <a:pt x="90" y="116"/>
                    <a:pt x="90" y="116"/>
                    <a:pt x="90" y="116"/>
                  </a:cubicBezTo>
                  <a:cubicBezTo>
                    <a:pt x="91" y="117"/>
                    <a:pt x="91" y="117"/>
                    <a:pt x="91" y="117"/>
                  </a:cubicBezTo>
                  <a:cubicBezTo>
                    <a:pt x="91" y="117"/>
                    <a:pt x="91" y="117"/>
                    <a:pt x="91" y="117"/>
                  </a:cubicBezTo>
                  <a:cubicBezTo>
                    <a:pt x="92" y="118"/>
                    <a:pt x="92" y="118"/>
                    <a:pt x="92" y="118"/>
                  </a:cubicBezTo>
                  <a:cubicBezTo>
                    <a:pt x="92" y="118"/>
                    <a:pt x="92" y="118"/>
                    <a:pt x="92" y="118"/>
                  </a:cubicBezTo>
                  <a:cubicBezTo>
                    <a:pt x="93" y="118"/>
                    <a:pt x="93" y="118"/>
                    <a:pt x="93" y="118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3" y="116"/>
                    <a:pt x="93" y="116"/>
                    <a:pt x="93" y="116"/>
                  </a:cubicBezTo>
                  <a:cubicBezTo>
                    <a:pt x="94" y="116"/>
                    <a:pt x="94" y="116"/>
                    <a:pt x="94" y="116"/>
                  </a:cubicBezTo>
                  <a:cubicBezTo>
                    <a:pt x="94" y="115"/>
                    <a:pt x="94" y="115"/>
                    <a:pt x="94" y="115"/>
                  </a:cubicBezTo>
                  <a:cubicBezTo>
                    <a:pt x="95" y="115"/>
                    <a:pt x="95" y="115"/>
                    <a:pt x="95" y="115"/>
                  </a:cubicBezTo>
                  <a:cubicBezTo>
                    <a:pt x="95" y="114"/>
                    <a:pt x="95" y="114"/>
                    <a:pt x="95" y="114"/>
                  </a:cubicBezTo>
                  <a:cubicBezTo>
                    <a:pt x="96" y="114"/>
                    <a:pt x="96" y="114"/>
                    <a:pt x="96" y="114"/>
                  </a:cubicBezTo>
                  <a:cubicBezTo>
                    <a:pt x="97" y="113"/>
                    <a:pt x="97" y="113"/>
                    <a:pt x="97" y="113"/>
                  </a:cubicBezTo>
                  <a:cubicBezTo>
                    <a:pt x="98" y="112"/>
                    <a:pt x="98" y="112"/>
                    <a:pt x="98" y="112"/>
                  </a:cubicBezTo>
                  <a:cubicBezTo>
                    <a:pt x="99" y="111"/>
                    <a:pt x="99" y="111"/>
                    <a:pt x="99" y="111"/>
                  </a:cubicBezTo>
                  <a:cubicBezTo>
                    <a:pt x="99" y="111"/>
                    <a:pt x="99" y="111"/>
                    <a:pt x="99" y="111"/>
                  </a:cubicBezTo>
                  <a:cubicBezTo>
                    <a:pt x="100" y="111"/>
                    <a:pt x="100" y="111"/>
                    <a:pt x="100" y="111"/>
                  </a:cubicBezTo>
                  <a:cubicBezTo>
                    <a:pt x="101" y="110"/>
                    <a:pt x="101" y="110"/>
                    <a:pt x="101" y="110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3" y="108"/>
                    <a:pt x="103" y="108"/>
                    <a:pt x="103" y="108"/>
                  </a:cubicBezTo>
                  <a:cubicBezTo>
                    <a:pt x="104" y="107"/>
                    <a:pt x="104" y="107"/>
                    <a:pt x="104" y="107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104" y="106"/>
                    <a:pt x="104" y="106"/>
                    <a:pt x="104" y="106"/>
                  </a:cubicBezTo>
                  <a:cubicBezTo>
                    <a:pt x="104" y="107"/>
                    <a:pt x="104" y="107"/>
                    <a:pt x="104" y="107"/>
                  </a:cubicBezTo>
                  <a:cubicBezTo>
                    <a:pt x="104" y="108"/>
                    <a:pt x="104" y="108"/>
                    <a:pt x="104" y="108"/>
                  </a:cubicBezTo>
                  <a:cubicBezTo>
                    <a:pt x="104" y="109"/>
                    <a:pt x="104" y="109"/>
                    <a:pt x="104" y="109"/>
                  </a:cubicBezTo>
                  <a:cubicBezTo>
                    <a:pt x="103" y="111"/>
                    <a:pt x="103" y="111"/>
                    <a:pt x="103" y="111"/>
                  </a:cubicBezTo>
                  <a:cubicBezTo>
                    <a:pt x="102" y="112"/>
                    <a:pt x="102" y="112"/>
                    <a:pt x="102" y="112"/>
                  </a:cubicBezTo>
                  <a:cubicBezTo>
                    <a:pt x="101" y="113"/>
                    <a:pt x="101" y="113"/>
                    <a:pt x="101" y="113"/>
                  </a:cubicBezTo>
                  <a:cubicBezTo>
                    <a:pt x="101" y="114"/>
                    <a:pt x="101" y="114"/>
                    <a:pt x="101" y="114"/>
                  </a:cubicBezTo>
                  <a:cubicBezTo>
                    <a:pt x="101" y="115"/>
                    <a:pt x="101" y="115"/>
                    <a:pt x="101" y="115"/>
                  </a:cubicBezTo>
                  <a:cubicBezTo>
                    <a:pt x="100" y="116"/>
                    <a:pt x="100" y="116"/>
                    <a:pt x="100" y="116"/>
                  </a:cubicBezTo>
                  <a:cubicBezTo>
                    <a:pt x="100" y="116"/>
                    <a:pt x="100" y="116"/>
                    <a:pt x="100" y="116"/>
                  </a:cubicBezTo>
                  <a:cubicBezTo>
                    <a:pt x="99" y="118"/>
                    <a:pt x="99" y="118"/>
                    <a:pt x="99" y="118"/>
                  </a:cubicBezTo>
                  <a:cubicBezTo>
                    <a:pt x="97" y="118"/>
                    <a:pt x="97" y="118"/>
                    <a:pt x="97" y="118"/>
                  </a:cubicBezTo>
                  <a:cubicBezTo>
                    <a:pt x="97" y="119"/>
                    <a:pt x="97" y="119"/>
                    <a:pt x="97" y="119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8" y="120"/>
                    <a:pt x="98" y="120"/>
                    <a:pt x="98" y="120"/>
                  </a:cubicBezTo>
                  <a:cubicBezTo>
                    <a:pt x="99" y="120"/>
                    <a:pt x="99" y="120"/>
                    <a:pt x="99" y="120"/>
                  </a:cubicBezTo>
                  <a:cubicBezTo>
                    <a:pt x="100" y="120"/>
                    <a:pt x="100" y="120"/>
                    <a:pt x="100" y="120"/>
                  </a:cubicBezTo>
                  <a:cubicBezTo>
                    <a:pt x="102" y="118"/>
                    <a:pt x="102" y="118"/>
                    <a:pt x="102" y="118"/>
                  </a:cubicBezTo>
                  <a:cubicBezTo>
                    <a:pt x="102" y="116"/>
                    <a:pt x="102" y="116"/>
                    <a:pt x="102" y="116"/>
                  </a:cubicBezTo>
                  <a:cubicBezTo>
                    <a:pt x="103" y="115"/>
                    <a:pt x="103" y="115"/>
                    <a:pt x="103" y="115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104" y="117"/>
                    <a:pt x="104" y="117"/>
                    <a:pt x="104" y="117"/>
                  </a:cubicBezTo>
                  <a:cubicBezTo>
                    <a:pt x="104" y="118"/>
                    <a:pt x="104" y="118"/>
                    <a:pt x="104" y="118"/>
                  </a:cubicBezTo>
                  <a:cubicBezTo>
                    <a:pt x="104" y="118"/>
                    <a:pt x="104" y="118"/>
                    <a:pt x="104" y="118"/>
                  </a:cubicBezTo>
                  <a:cubicBezTo>
                    <a:pt x="104" y="120"/>
                    <a:pt x="104" y="120"/>
                    <a:pt x="104" y="120"/>
                  </a:cubicBezTo>
                  <a:cubicBezTo>
                    <a:pt x="103" y="122"/>
                    <a:pt x="103" y="122"/>
                    <a:pt x="103" y="122"/>
                  </a:cubicBezTo>
                  <a:cubicBezTo>
                    <a:pt x="101" y="122"/>
                    <a:pt x="101" y="122"/>
                    <a:pt x="101" y="122"/>
                  </a:cubicBezTo>
                  <a:cubicBezTo>
                    <a:pt x="102" y="123"/>
                    <a:pt x="102" y="123"/>
                    <a:pt x="102" y="123"/>
                  </a:cubicBezTo>
                  <a:cubicBezTo>
                    <a:pt x="103" y="123"/>
                    <a:pt x="103" y="123"/>
                    <a:pt x="103" y="123"/>
                  </a:cubicBezTo>
                  <a:cubicBezTo>
                    <a:pt x="104" y="123"/>
                    <a:pt x="104" y="123"/>
                    <a:pt x="104" y="123"/>
                  </a:cubicBezTo>
                  <a:cubicBezTo>
                    <a:pt x="104" y="122"/>
                    <a:pt x="104" y="122"/>
                    <a:pt x="104" y="122"/>
                  </a:cubicBezTo>
                  <a:cubicBezTo>
                    <a:pt x="105" y="122"/>
                    <a:pt x="105" y="122"/>
                    <a:pt x="105" y="122"/>
                  </a:cubicBezTo>
                  <a:cubicBezTo>
                    <a:pt x="106" y="121"/>
                    <a:pt x="106" y="121"/>
                    <a:pt x="106" y="121"/>
                  </a:cubicBezTo>
                  <a:cubicBezTo>
                    <a:pt x="107" y="122"/>
                    <a:pt x="107" y="122"/>
                    <a:pt x="107" y="122"/>
                  </a:cubicBezTo>
                  <a:cubicBezTo>
                    <a:pt x="107" y="121"/>
                    <a:pt x="107" y="121"/>
                    <a:pt x="107" y="121"/>
                  </a:cubicBezTo>
                  <a:cubicBezTo>
                    <a:pt x="107" y="122"/>
                    <a:pt x="107" y="122"/>
                    <a:pt x="107" y="122"/>
                  </a:cubicBezTo>
                  <a:cubicBezTo>
                    <a:pt x="106" y="123"/>
                    <a:pt x="106" y="123"/>
                    <a:pt x="106" y="123"/>
                  </a:cubicBezTo>
                  <a:cubicBezTo>
                    <a:pt x="106" y="123"/>
                    <a:pt x="106" y="123"/>
                    <a:pt x="106" y="123"/>
                  </a:cubicBezTo>
                  <a:cubicBezTo>
                    <a:pt x="105" y="123"/>
                    <a:pt x="105" y="123"/>
                    <a:pt x="105" y="123"/>
                  </a:cubicBezTo>
                  <a:cubicBezTo>
                    <a:pt x="106" y="124"/>
                    <a:pt x="106" y="124"/>
                    <a:pt x="106" y="124"/>
                  </a:cubicBezTo>
                  <a:cubicBezTo>
                    <a:pt x="107" y="125"/>
                    <a:pt x="107" y="125"/>
                    <a:pt x="107" y="125"/>
                  </a:cubicBezTo>
                  <a:cubicBezTo>
                    <a:pt x="107" y="126"/>
                    <a:pt x="107" y="126"/>
                    <a:pt x="107" y="126"/>
                  </a:cubicBezTo>
                  <a:cubicBezTo>
                    <a:pt x="107" y="128"/>
                    <a:pt x="107" y="128"/>
                    <a:pt x="107" y="128"/>
                  </a:cubicBezTo>
                  <a:cubicBezTo>
                    <a:pt x="107" y="130"/>
                    <a:pt x="107" y="130"/>
                    <a:pt x="107" y="130"/>
                  </a:cubicBezTo>
                  <a:cubicBezTo>
                    <a:pt x="106" y="131"/>
                    <a:pt x="106" y="131"/>
                    <a:pt x="106" y="131"/>
                  </a:cubicBezTo>
                  <a:cubicBezTo>
                    <a:pt x="106" y="131"/>
                    <a:pt x="106" y="131"/>
                    <a:pt x="106" y="131"/>
                  </a:cubicBezTo>
                  <a:cubicBezTo>
                    <a:pt x="106" y="133"/>
                    <a:pt x="106" y="133"/>
                    <a:pt x="106" y="133"/>
                  </a:cubicBezTo>
                  <a:cubicBezTo>
                    <a:pt x="107" y="133"/>
                    <a:pt x="107" y="133"/>
                    <a:pt x="107" y="133"/>
                  </a:cubicBezTo>
                  <a:cubicBezTo>
                    <a:pt x="107" y="134"/>
                    <a:pt x="107" y="134"/>
                    <a:pt x="107" y="134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9" y="138"/>
                    <a:pt x="109" y="138"/>
                    <a:pt x="109" y="138"/>
                  </a:cubicBezTo>
                  <a:cubicBezTo>
                    <a:pt x="110" y="138"/>
                    <a:pt x="110" y="138"/>
                    <a:pt x="110" y="138"/>
                  </a:cubicBezTo>
                  <a:cubicBezTo>
                    <a:pt x="111" y="138"/>
                    <a:pt x="111" y="138"/>
                    <a:pt x="111" y="138"/>
                  </a:cubicBezTo>
                  <a:cubicBezTo>
                    <a:pt x="112" y="139"/>
                    <a:pt x="112" y="139"/>
                    <a:pt x="112" y="139"/>
                  </a:cubicBezTo>
                  <a:cubicBezTo>
                    <a:pt x="113" y="139"/>
                    <a:pt x="113" y="139"/>
                    <a:pt x="113" y="139"/>
                  </a:cubicBezTo>
                  <a:cubicBezTo>
                    <a:pt x="113" y="139"/>
                    <a:pt x="113" y="139"/>
                    <a:pt x="113" y="139"/>
                  </a:cubicBezTo>
                  <a:cubicBezTo>
                    <a:pt x="113" y="139"/>
                    <a:pt x="113" y="139"/>
                    <a:pt x="113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7" y="141"/>
                    <a:pt x="117" y="141"/>
                    <a:pt x="117" y="141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118" y="142"/>
                    <a:pt x="118" y="142"/>
                    <a:pt x="118" y="142"/>
                  </a:cubicBezTo>
                  <a:cubicBezTo>
                    <a:pt x="119" y="143"/>
                    <a:pt x="119" y="143"/>
                    <a:pt x="119" y="143"/>
                  </a:cubicBezTo>
                  <a:cubicBezTo>
                    <a:pt x="120" y="143"/>
                    <a:pt x="120" y="143"/>
                    <a:pt x="120" y="143"/>
                  </a:cubicBezTo>
                  <a:cubicBezTo>
                    <a:pt x="120" y="143"/>
                    <a:pt x="120" y="143"/>
                    <a:pt x="120" y="143"/>
                  </a:cubicBezTo>
                  <a:cubicBezTo>
                    <a:pt x="122" y="142"/>
                    <a:pt x="122" y="142"/>
                    <a:pt x="122" y="142"/>
                  </a:cubicBezTo>
                  <a:cubicBezTo>
                    <a:pt x="123" y="141"/>
                    <a:pt x="123" y="141"/>
                    <a:pt x="123" y="141"/>
                  </a:cubicBezTo>
                  <a:cubicBezTo>
                    <a:pt x="124" y="141"/>
                    <a:pt x="124" y="141"/>
                    <a:pt x="124" y="141"/>
                  </a:cubicBezTo>
                  <a:cubicBezTo>
                    <a:pt x="125" y="140"/>
                    <a:pt x="125" y="140"/>
                    <a:pt x="125" y="140"/>
                  </a:cubicBez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26" y="140"/>
                    <a:pt x="126" y="140"/>
                  </a:cubicBezTo>
                  <a:cubicBezTo>
                    <a:pt x="125" y="139"/>
                    <a:pt x="125" y="139"/>
                    <a:pt x="125" y="139"/>
                  </a:cubicBezTo>
                  <a:cubicBezTo>
                    <a:pt x="125" y="139"/>
                    <a:pt x="125" y="139"/>
                    <a:pt x="125" y="139"/>
                  </a:cubicBezTo>
                  <a:cubicBezTo>
                    <a:pt x="127" y="138"/>
                    <a:pt x="127" y="138"/>
                    <a:pt x="127" y="138"/>
                  </a:cubicBezTo>
                  <a:cubicBezTo>
                    <a:pt x="128" y="139"/>
                    <a:pt x="128" y="139"/>
                    <a:pt x="128" y="139"/>
                  </a:cubicBezTo>
                  <a:cubicBezTo>
                    <a:pt x="128" y="140"/>
                    <a:pt x="128" y="140"/>
                    <a:pt x="128" y="140"/>
                  </a:cubicBezTo>
                  <a:cubicBezTo>
                    <a:pt x="127" y="140"/>
                    <a:pt x="127" y="140"/>
                    <a:pt x="127" y="140"/>
                  </a:cubicBezTo>
                  <a:cubicBezTo>
                    <a:pt x="127" y="141"/>
                    <a:pt x="127" y="141"/>
                    <a:pt x="127" y="141"/>
                  </a:cubicBezTo>
                  <a:cubicBezTo>
                    <a:pt x="127" y="141"/>
                    <a:pt x="127" y="141"/>
                    <a:pt x="127" y="141"/>
                  </a:cubicBezTo>
                  <a:cubicBezTo>
                    <a:pt x="128" y="141"/>
                    <a:pt x="128" y="141"/>
                    <a:pt x="128" y="141"/>
                  </a:cubicBezTo>
                  <a:cubicBezTo>
                    <a:pt x="129" y="140"/>
                    <a:pt x="129" y="140"/>
                    <a:pt x="129" y="140"/>
                  </a:cubicBezTo>
                  <a:cubicBezTo>
                    <a:pt x="130" y="141"/>
                    <a:pt x="130" y="141"/>
                    <a:pt x="130" y="141"/>
                  </a:cubicBezTo>
                  <a:cubicBezTo>
                    <a:pt x="130" y="141"/>
                    <a:pt x="130" y="141"/>
                    <a:pt x="130" y="141"/>
                  </a:cubicBezTo>
                  <a:cubicBezTo>
                    <a:pt x="129" y="141"/>
                    <a:pt x="129" y="141"/>
                    <a:pt x="129" y="141"/>
                  </a:cubicBezTo>
                  <a:cubicBezTo>
                    <a:pt x="128" y="142"/>
                    <a:pt x="128" y="142"/>
                    <a:pt x="128" y="142"/>
                  </a:cubicBezTo>
                  <a:cubicBezTo>
                    <a:pt x="130" y="143"/>
                    <a:pt x="130" y="143"/>
                    <a:pt x="130" y="143"/>
                  </a:cubicBezTo>
                  <a:cubicBezTo>
                    <a:pt x="130" y="145"/>
                    <a:pt x="130" y="145"/>
                    <a:pt x="130" y="145"/>
                  </a:cubicBezTo>
                  <a:cubicBezTo>
                    <a:pt x="130" y="144"/>
                    <a:pt x="130" y="144"/>
                    <a:pt x="130" y="144"/>
                  </a:cubicBezTo>
                  <a:cubicBezTo>
                    <a:pt x="131" y="145"/>
                    <a:pt x="131" y="145"/>
                    <a:pt x="131" y="145"/>
                  </a:cubicBezTo>
                  <a:cubicBezTo>
                    <a:pt x="131" y="145"/>
                    <a:pt x="131" y="145"/>
                    <a:pt x="131" y="145"/>
                  </a:cubicBezTo>
                  <a:cubicBezTo>
                    <a:pt x="132" y="146"/>
                    <a:pt x="132" y="146"/>
                    <a:pt x="132" y="146"/>
                  </a:cubicBezTo>
                  <a:cubicBezTo>
                    <a:pt x="132" y="145"/>
                    <a:pt x="132" y="145"/>
                    <a:pt x="132" y="145"/>
                  </a:cubicBezTo>
                  <a:cubicBezTo>
                    <a:pt x="132" y="144"/>
                    <a:pt x="132" y="144"/>
                    <a:pt x="132" y="144"/>
                  </a:cubicBezTo>
                  <a:cubicBezTo>
                    <a:pt x="131" y="145"/>
                    <a:pt x="131" y="145"/>
                    <a:pt x="131" y="145"/>
                  </a:cubicBezTo>
                  <a:cubicBezTo>
                    <a:pt x="131" y="144"/>
                    <a:pt x="131" y="144"/>
                    <a:pt x="131" y="144"/>
                  </a:cubicBezTo>
                  <a:cubicBezTo>
                    <a:pt x="132" y="144"/>
                    <a:pt x="132" y="144"/>
                    <a:pt x="132" y="144"/>
                  </a:cubicBezTo>
                  <a:cubicBezTo>
                    <a:pt x="134" y="144"/>
                    <a:pt x="134" y="144"/>
                    <a:pt x="134" y="144"/>
                  </a:cubicBezTo>
                  <a:cubicBezTo>
                    <a:pt x="134" y="144"/>
                    <a:pt x="134" y="144"/>
                    <a:pt x="134" y="144"/>
                  </a:cubicBezTo>
                  <a:cubicBezTo>
                    <a:pt x="135" y="144"/>
                    <a:pt x="135" y="144"/>
                    <a:pt x="135" y="144"/>
                  </a:cubicBezTo>
                  <a:cubicBezTo>
                    <a:pt x="136" y="142"/>
                    <a:pt x="136" y="142"/>
                    <a:pt x="136" y="142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39" y="140"/>
                    <a:pt x="139" y="140"/>
                    <a:pt x="139" y="140"/>
                  </a:cubicBezTo>
                  <a:cubicBezTo>
                    <a:pt x="139" y="140"/>
                    <a:pt x="139" y="140"/>
                    <a:pt x="139" y="140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7" y="140"/>
                    <a:pt x="137" y="140"/>
                    <a:pt x="137" y="140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9" y="140"/>
                    <a:pt x="139" y="140"/>
                    <a:pt x="139" y="140"/>
                  </a:cubicBezTo>
                  <a:cubicBezTo>
                    <a:pt x="141" y="139"/>
                    <a:pt x="141" y="139"/>
                    <a:pt x="141" y="139"/>
                  </a:cubicBezTo>
                  <a:cubicBezTo>
                    <a:pt x="145" y="139"/>
                    <a:pt x="145" y="139"/>
                    <a:pt x="145" y="139"/>
                  </a:cubicBezTo>
                  <a:cubicBezTo>
                    <a:pt x="147" y="139"/>
                    <a:pt x="147" y="139"/>
                    <a:pt x="147" y="139"/>
                  </a:cubicBezTo>
                  <a:cubicBezTo>
                    <a:pt x="148" y="138"/>
                    <a:pt x="148" y="138"/>
                    <a:pt x="148" y="138"/>
                  </a:cubicBezTo>
                  <a:cubicBezTo>
                    <a:pt x="148" y="138"/>
                    <a:pt x="148" y="138"/>
                    <a:pt x="148" y="138"/>
                  </a:cubicBezTo>
                  <a:cubicBezTo>
                    <a:pt x="149" y="138"/>
                    <a:pt x="149" y="138"/>
                    <a:pt x="149" y="138"/>
                  </a:cubicBezTo>
                  <a:cubicBezTo>
                    <a:pt x="150" y="137"/>
                    <a:pt x="150" y="137"/>
                    <a:pt x="150" y="137"/>
                  </a:cubicBezTo>
                  <a:cubicBezTo>
                    <a:pt x="151" y="136"/>
                    <a:pt x="151" y="136"/>
                    <a:pt x="151" y="136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2" y="130"/>
                    <a:pt x="152" y="130"/>
                    <a:pt x="152" y="130"/>
                  </a:cubicBezTo>
                  <a:cubicBezTo>
                    <a:pt x="153" y="129"/>
                    <a:pt x="153" y="129"/>
                    <a:pt x="153" y="129"/>
                  </a:cubicBezTo>
                  <a:cubicBezTo>
                    <a:pt x="153" y="127"/>
                    <a:pt x="153" y="127"/>
                    <a:pt x="153" y="127"/>
                  </a:cubicBezTo>
                  <a:cubicBezTo>
                    <a:pt x="154" y="127"/>
                    <a:pt x="154" y="127"/>
                    <a:pt x="154" y="127"/>
                  </a:cubicBezTo>
                  <a:cubicBezTo>
                    <a:pt x="154" y="126"/>
                    <a:pt x="154" y="126"/>
                    <a:pt x="154" y="126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7" y="123"/>
                    <a:pt x="157" y="123"/>
                    <a:pt x="157" y="123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59" y="120"/>
                    <a:pt x="159" y="120"/>
                    <a:pt x="159" y="120"/>
                  </a:cubicBezTo>
                  <a:cubicBezTo>
                    <a:pt x="159" y="118"/>
                    <a:pt x="159" y="118"/>
                    <a:pt x="159" y="118"/>
                  </a:cubicBezTo>
                  <a:cubicBezTo>
                    <a:pt x="161" y="117"/>
                    <a:pt x="161" y="117"/>
                    <a:pt x="161" y="117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2" y="115"/>
                    <a:pt x="162" y="115"/>
                    <a:pt x="162" y="115"/>
                  </a:cubicBezTo>
                  <a:cubicBezTo>
                    <a:pt x="161" y="114"/>
                    <a:pt x="161" y="114"/>
                    <a:pt x="161" y="114"/>
                  </a:cubicBezTo>
                  <a:cubicBezTo>
                    <a:pt x="163" y="113"/>
                    <a:pt x="163" y="113"/>
                    <a:pt x="163" y="113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5" y="110"/>
                    <a:pt x="165" y="110"/>
                    <a:pt x="165" y="110"/>
                  </a:cubicBezTo>
                  <a:cubicBezTo>
                    <a:pt x="166" y="110"/>
                    <a:pt x="166" y="110"/>
                    <a:pt x="166" y="110"/>
                  </a:cubicBezTo>
                  <a:cubicBezTo>
                    <a:pt x="167" y="110"/>
                    <a:pt x="167" y="110"/>
                    <a:pt x="167" y="110"/>
                  </a:cubicBezTo>
                  <a:cubicBezTo>
                    <a:pt x="166" y="110"/>
                    <a:pt x="166" y="110"/>
                    <a:pt x="166" y="110"/>
                  </a:cubicBezTo>
                  <a:cubicBezTo>
                    <a:pt x="166" y="109"/>
                    <a:pt x="166" y="109"/>
                    <a:pt x="166" y="109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9" y="108"/>
                    <a:pt x="169" y="108"/>
                    <a:pt x="169" y="108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4"/>
                    <a:pt x="171" y="104"/>
                    <a:pt x="171" y="104"/>
                  </a:cubicBezTo>
                  <a:cubicBezTo>
                    <a:pt x="172" y="104"/>
                    <a:pt x="172" y="104"/>
                    <a:pt x="172" y="104"/>
                  </a:cubicBezTo>
                  <a:cubicBezTo>
                    <a:pt x="173" y="102"/>
                    <a:pt x="173" y="102"/>
                    <a:pt x="173" y="102"/>
                  </a:cubicBezTo>
                  <a:cubicBezTo>
                    <a:pt x="173" y="102"/>
                    <a:pt x="173" y="102"/>
                    <a:pt x="173" y="102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4" y="97"/>
                    <a:pt x="174" y="97"/>
                    <a:pt x="174" y="97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176" y="93"/>
                    <a:pt x="176" y="93"/>
                    <a:pt x="176" y="93"/>
                  </a:cubicBezTo>
                  <a:cubicBezTo>
                    <a:pt x="176" y="92"/>
                    <a:pt x="176" y="92"/>
                    <a:pt x="176" y="92"/>
                  </a:cubicBezTo>
                  <a:cubicBezTo>
                    <a:pt x="177" y="90"/>
                    <a:pt x="177" y="90"/>
                    <a:pt x="177" y="90"/>
                  </a:cubicBezTo>
                  <a:cubicBezTo>
                    <a:pt x="178" y="89"/>
                    <a:pt x="178" y="89"/>
                    <a:pt x="178" y="89"/>
                  </a:cubicBezTo>
                  <a:cubicBezTo>
                    <a:pt x="178" y="88"/>
                    <a:pt x="178" y="88"/>
                    <a:pt x="178" y="88"/>
                  </a:cubicBezTo>
                  <a:cubicBezTo>
                    <a:pt x="178" y="87"/>
                    <a:pt x="178" y="87"/>
                    <a:pt x="178" y="87"/>
                  </a:cubicBezTo>
                  <a:cubicBezTo>
                    <a:pt x="179" y="86"/>
                    <a:pt x="179" y="86"/>
                    <a:pt x="179" y="86"/>
                  </a:cubicBezTo>
                  <a:cubicBezTo>
                    <a:pt x="178" y="84"/>
                    <a:pt x="178" y="84"/>
                    <a:pt x="178" y="84"/>
                  </a:cubicBezTo>
                  <a:cubicBezTo>
                    <a:pt x="178" y="83"/>
                    <a:pt x="178" y="83"/>
                    <a:pt x="178" y="83"/>
                  </a:cubicBezTo>
                  <a:cubicBezTo>
                    <a:pt x="178" y="82"/>
                    <a:pt x="178" y="82"/>
                    <a:pt x="178" y="82"/>
                  </a:cubicBezTo>
                  <a:cubicBezTo>
                    <a:pt x="177" y="81"/>
                    <a:pt x="177" y="81"/>
                    <a:pt x="177" y="81"/>
                  </a:cubicBezTo>
                  <a:cubicBezTo>
                    <a:pt x="177" y="80"/>
                    <a:pt x="177" y="80"/>
                    <a:pt x="177" y="80"/>
                  </a:cubicBezTo>
                  <a:cubicBezTo>
                    <a:pt x="178" y="80"/>
                    <a:pt x="178" y="80"/>
                    <a:pt x="178" y="80"/>
                  </a:cubicBezTo>
                  <a:cubicBezTo>
                    <a:pt x="178" y="79"/>
                    <a:pt x="178" y="79"/>
                    <a:pt x="178" y="79"/>
                  </a:cubicBezTo>
                  <a:cubicBezTo>
                    <a:pt x="178" y="78"/>
                    <a:pt x="178" y="78"/>
                    <a:pt x="178" y="78"/>
                  </a:cubicBezTo>
                  <a:cubicBezTo>
                    <a:pt x="178" y="77"/>
                    <a:pt x="178" y="77"/>
                    <a:pt x="178" y="77"/>
                  </a:cubicBezTo>
                  <a:cubicBezTo>
                    <a:pt x="178" y="75"/>
                    <a:pt x="178" y="75"/>
                    <a:pt x="178" y="75"/>
                  </a:cubicBezTo>
                  <a:cubicBezTo>
                    <a:pt x="179" y="74"/>
                    <a:pt x="179" y="74"/>
                    <a:pt x="179" y="74"/>
                  </a:cubicBezTo>
                  <a:cubicBezTo>
                    <a:pt x="178" y="74"/>
                    <a:pt x="178" y="74"/>
                    <a:pt x="178" y="74"/>
                  </a:cubicBezTo>
                  <a:cubicBezTo>
                    <a:pt x="178" y="73"/>
                    <a:pt x="178" y="73"/>
                    <a:pt x="178" y="73"/>
                  </a:cubicBezTo>
                  <a:cubicBezTo>
                    <a:pt x="178" y="71"/>
                    <a:pt x="178" y="71"/>
                    <a:pt x="178" y="71"/>
                  </a:cubicBezTo>
                  <a:cubicBezTo>
                    <a:pt x="178" y="71"/>
                    <a:pt x="178" y="71"/>
                    <a:pt x="178" y="71"/>
                  </a:cubicBezTo>
                  <a:cubicBezTo>
                    <a:pt x="178" y="70"/>
                    <a:pt x="178" y="70"/>
                    <a:pt x="178" y="70"/>
                  </a:cubicBezTo>
                  <a:cubicBezTo>
                    <a:pt x="177" y="70"/>
                    <a:pt x="177" y="70"/>
                    <a:pt x="177" y="70"/>
                  </a:cubicBezTo>
                  <a:cubicBezTo>
                    <a:pt x="177" y="69"/>
                    <a:pt x="177" y="69"/>
                    <a:pt x="177" y="69"/>
                  </a:cubicBezTo>
                  <a:cubicBezTo>
                    <a:pt x="177" y="68"/>
                    <a:pt x="177" y="68"/>
                    <a:pt x="177" y="68"/>
                  </a:cubicBezTo>
                  <a:cubicBezTo>
                    <a:pt x="176" y="68"/>
                    <a:pt x="176" y="68"/>
                    <a:pt x="176" y="68"/>
                  </a:cubicBezTo>
                  <a:cubicBezTo>
                    <a:pt x="175" y="66"/>
                    <a:pt x="175" y="66"/>
                    <a:pt x="175" y="66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5" y="64"/>
                    <a:pt x="175" y="64"/>
                    <a:pt x="175" y="64"/>
                  </a:cubicBezTo>
                  <a:cubicBezTo>
                    <a:pt x="174" y="64"/>
                    <a:pt x="174" y="64"/>
                    <a:pt x="174" y="64"/>
                  </a:cubicBezTo>
                  <a:cubicBezTo>
                    <a:pt x="173" y="65"/>
                    <a:pt x="173" y="65"/>
                    <a:pt x="173" y="65"/>
                  </a:cubicBezTo>
                  <a:cubicBezTo>
                    <a:pt x="173" y="64"/>
                    <a:pt x="173" y="64"/>
                    <a:pt x="173" y="64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2" y="63"/>
                    <a:pt x="172" y="63"/>
                    <a:pt x="172" y="63"/>
                  </a:cubicBezTo>
                  <a:cubicBezTo>
                    <a:pt x="172" y="62"/>
                    <a:pt x="172" y="62"/>
                    <a:pt x="172" y="62"/>
                  </a:cubicBezTo>
                  <a:cubicBezTo>
                    <a:pt x="171" y="61"/>
                    <a:pt x="171" y="61"/>
                    <a:pt x="171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1" y="60"/>
                    <a:pt x="171" y="60"/>
                    <a:pt x="171" y="60"/>
                  </a:cubicBezTo>
                  <a:cubicBezTo>
                    <a:pt x="170" y="59"/>
                    <a:pt x="170" y="59"/>
                    <a:pt x="170" y="59"/>
                  </a:cubicBezTo>
                  <a:cubicBezTo>
                    <a:pt x="171" y="58"/>
                    <a:pt x="171" y="58"/>
                    <a:pt x="171" y="58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70" y="56"/>
                    <a:pt x="170" y="56"/>
                    <a:pt x="170" y="56"/>
                  </a:cubicBezTo>
                  <a:cubicBezTo>
                    <a:pt x="170" y="56"/>
                    <a:pt x="170" y="56"/>
                    <a:pt x="170" y="56"/>
                  </a:cubicBezTo>
                  <a:cubicBezTo>
                    <a:pt x="170" y="56"/>
                    <a:pt x="170" y="56"/>
                    <a:pt x="170" y="56"/>
                  </a:cubicBezTo>
                  <a:cubicBezTo>
                    <a:pt x="170" y="57"/>
                    <a:pt x="170" y="57"/>
                    <a:pt x="170" y="57"/>
                  </a:cubicBezTo>
                  <a:cubicBezTo>
                    <a:pt x="168" y="55"/>
                    <a:pt x="168" y="55"/>
                    <a:pt x="168" y="55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7" y="55"/>
                    <a:pt x="167" y="55"/>
                  </a:cubicBezTo>
                  <a:cubicBezTo>
                    <a:pt x="167" y="56"/>
                    <a:pt x="167" y="56"/>
                    <a:pt x="167" y="56"/>
                  </a:cubicBezTo>
                  <a:cubicBezTo>
                    <a:pt x="168" y="57"/>
                    <a:pt x="168" y="57"/>
                    <a:pt x="168" y="57"/>
                  </a:cubicBezTo>
                  <a:cubicBezTo>
                    <a:pt x="167" y="56"/>
                    <a:pt x="167" y="56"/>
                    <a:pt x="167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55"/>
                    <a:pt x="166" y="55"/>
                    <a:pt x="166" y="55"/>
                  </a:cubicBezTo>
                  <a:cubicBezTo>
                    <a:pt x="166" y="55"/>
                    <a:pt x="166" y="55"/>
                    <a:pt x="166" y="55"/>
                  </a:cubicBezTo>
                  <a:cubicBezTo>
                    <a:pt x="166" y="53"/>
                    <a:pt x="166" y="53"/>
                    <a:pt x="166" y="53"/>
                  </a:cubicBezTo>
                  <a:cubicBezTo>
                    <a:pt x="166" y="52"/>
                    <a:pt x="166" y="52"/>
                    <a:pt x="166" y="52"/>
                  </a:cubicBezTo>
                  <a:cubicBezTo>
                    <a:pt x="166" y="52"/>
                    <a:pt x="166" y="52"/>
                    <a:pt x="166" y="52"/>
                  </a:cubicBezTo>
                  <a:cubicBezTo>
                    <a:pt x="165" y="51"/>
                    <a:pt x="165" y="51"/>
                    <a:pt x="165" y="51"/>
                  </a:cubicBezTo>
                  <a:cubicBezTo>
                    <a:pt x="165" y="51"/>
                    <a:pt x="165" y="51"/>
                    <a:pt x="165" y="51"/>
                  </a:cubicBezTo>
                  <a:cubicBezTo>
                    <a:pt x="165" y="50"/>
                    <a:pt x="165" y="50"/>
                    <a:pt x="165" y="50"/>
                  </a:cubicBezTo>
                  <a:cubicBezTo>
                    <a:pt x="165" y="49"/>
                    <a:pt x="165" y="49"/>
                    <a:pt x="165" y="49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63" y="48"/>
                    <a:pt x="163" y="48"/>
                    <a:pt x="163" y="48"/>
                  </a:cubicBezTo>
                  <a:cubicBezTo>
                    <a:pt x="163" y="47"/>
                    <a:pt x="163" y="47"/>
                    <a:pt x="163" y="47"/>
                  </a:cubicBezTo>
                  <a:cubicBezTo>
                    <a:pt x="164" y="47"/>
                    <a:pt x="164" y="47"/>
                    <a:pt x="164" y="47"/>
                  </a:cubicBezTo>
                  <a:cubicBezTo>
                    <a:pt x="164" y="46"/>
                    <a:pt x="164" y="46"/>
                    <a:pt x="164" y="46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1" y="44"/>
                    <a:pt x="161" y="44"/>
                    <a:pt x="161" y="44"/>
                  </a:cubicBezTo>
                  <a:cubicBezTo>
                    <a:pt x="160" y="44"/>
                    <a:pt x="160" y="44"/>
                    <a:pt x="160" y="44"/>
                  </a:cubicBezTo>
                  <a:cubicBezTo>
                    <a:pt x="160" y="43"/>
                    <a:pt x="160" y="43"/>
                    <a:pt x="160" y="43"/>
                  </a:cubicBezTo>
                  <a:cubicBezTo>
                    <a:pt x="159" y="44"/>
                    <a:pt x="159" y="44"/>
                    <a:pt x="159" y="44"/>
                  </a:cubicBezTo>
                  <a:cubicBezTo>
                    <a:pt x="159" y="43"/>
                    <a:pt x="159" y="43"/>
                    <a:pt x="159" y="43"/>
                  </a:cubicBezTo>
                  <a:cubicBezTo>
                    <a:pt x="158" y="43"/>
                    <a:pt x="158" y="43"/>
                    <a:pt x="158" y="43"/>
                  </a:cubicBezTo>
                  <a:cubicBezTo>
                    <a:pt x="157" y="43"/>
                    <a:pt x="157" y="43"/>
                    <a:pt x="157" y="43"/>
                  </a:cubicBezTo>
                  <a:cubicBezTo>
                    <a:pt x="158" y="43"/>
                    <a:pt x="158" y="43"/>
                    <a:pt x="158" y="43"/>
                  </a:cubicBezTo>
                  <a:cubicBezTo>
                    <a:pt x="159" y="42"/>
                    <a:pt x="159" y="42"/>
                    <a:pt x="159" y="42"/>
                  </a:cubicBezTo>
                  <a:cubicBezTo>
                    <a:pt x="159" y="42"/>
                    <a:pt x="159" y="42"/>
                    <a:pt x="159" y="42"/>
                  </a:cubicBezTo>
                  <a:cubicBezTo>
                    <a:pt x="158" y="41"/>
                    <a:pt x="158" y="41"/>
                    <a:pt x="158" y="41"/>
                  </a:cubicBezTo>
                  <a:cubicBezTo>
                    <a:pt x="157" y="42"/>
                    <a:pt x="157" y="42"/>
                    <a:pt x="157" y="42"/>
                  </a:cubicBezTo>
                  <a:cubicBezTo>
                    <a:pt x="157" y="41"/>
                    <a:pt x="157" y="41"/>
                    <a:pt x="157" y="41"/>
                  </a:cubicBezTo>
                  <a:cubicBezTo>
                    <a:pt x="156" y="41"/>
                    <a:pt x="156" y="41"/>
                    <a:pt x="156" y="41"/>
                  </a:cubicBezTo>
                  <a:cubicBezTo>
                    <a:pt x="156" y="41"/>
                    <a:pt x="156" y="41"/>
                    <a:pt x="156" y="41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3" y="39"/>
                    <a:pt x="153" y="39"/>
                    <a:pt x="153" y="39"/>
                  </a:cubicBezTo>
                  <a:cubicBezTo>
                    <a:pt x="153" y="37"/>
                    <a:pt x="153" y="37"/>
                    <a:pt x="153" y="37"/>
                  </a:cubicBezTo>
                  <a:cubicBezTo>
                    <a:pt x="153" y="36"/>
                    <a:pt x="153" y="36"/>
                    <a:pt x="153" y="36"/>
                  </a:cubicBezTo>
                  <a:cubicBezTo>
                    <a:pt x="153" y="35"/>
                    <a:pt x="153" y="35"/>
                    <a:pt x="153" y="35"/>
                  </a:cubicBezTo>
                  <a:cubicBezTo>
                    <a:pt x="153" y="35"/>
                    <a:pt x="153" y="35"/>
                    <a:pt x="153" y="35"/>
                  </a:cubicBezTo>
                  <a:cubicBezTo>
                    <a:pt x="153" y="34"/>
                    <a:pt x="153" y="34"/>
                    <a:pt x="153" y="34"/>
                  </a:cubicBezTo>
                  <a:cubicBezTo>
                    <a:pt x="153" y="32"/>
                    <a:pt x="153" y="32"/>
                    <a:pt x="153" y="32"/>
                  </a:cubicBezTo>
                  <a:cubicBezTo>
                    <a:pt x="152" y="31"/>
                    <a:pt x="152" y="31"/>
                    <a:pt x="152" y="31"/>
                  </a:cubicBezTo>
                  <a:cubicBezTo>
                    <a:pt x="153" y="30"/>
                    <a:pt x="153" y="30"/>
                    <a:pt x="153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1" y="28"/>
                    <a:pt x="151" y="28"/>
                    <a:pt x="151" y="28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26"/>
                    <a:pt x="151" y="26"/>
                    <a:pt x="151" y="26"/>
                  </a:cubicBezTo>
                  <a:cubicBezTo>
                    <a:pt x="151" y="25"/>
                    <a:pt x="151" y="25"/>
                    <a:pt x="151" y="25"/>
                  </a:cubicBezTo>
                  <a:cubicBezTo>
                    <a:pt x="151" y="23"/>
                    <a:pt x="151" y="23"/>
                    <a:pt x="151" y="23"/>
                  </a:cubicBezTo>
                  <a:cubicBezTo>
                    <a:pt x="151" y="22"/>
                    <a:pt x="151" y="22"/>
                    <a:pt x="151" y="22"/>
                  </a:cubicBezTo>
                  <a:cubicBezTo>
                    <a:pt x="151" y="21"/>
                    <a:pt x="151" y="21"/>
                    <a:pt x="151" y="21"/>
                  </a:cubicBezTo>
                  <a:cubicBezTo>
                    <a:pt x="151" y="21"/>
                    <a:pt x="151" y="21"/>
                    <a:pt x="151" y="21"/>
                  </a:cubicBezTo>
                  <a:cubicBezTo>
                    <a:pt x="151" y="20"/>
                    <a:pt x="151" y="20"/>
                    <a:pt x="151" y="20"/>
                  </a:cubicBezTo>
                  <a:cubicBezTo>
                    <a:pt x="149" y="19"/>
                    <a:pt x="149" y="19"/>
                    <a:pt x="149" y="19"/>
                  </a:cubicBezTo>
                  <a:cubicBezTo>
                    <a:pt x="148" y="19"/>
                    <a:pt x="148" y="19"/>
                    <a:pt x="148" y="19"/>
                  </a:cubicBezTo>
                  <a:cubicBezTo>
                    <a:pt x="149" y="18"/>
                    <a:pt x="149" y="18"/>
                    <a:pt x="149" y="18"/>
                  </a:cubicBezTo>
                  <a:cubicBezTo>
                    <a:pt x="148" y="17"/>
                    <a:pt x="148" y="17"/>
                    <a:pt x="148" y="17"/>
                  </a:cubicBezTo>
                  <a:cubicBezTo>
                    <a:pt x="147" y="18"/>
                    <a:pt x="147" y="18"/>
                    <a:pt x="147" y="18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45" y="19"/>
                    <a:pt x="145" y="19"/>
                    <a:pt x="145" y="19"/>
                  </a:cubicBezTo>
                  <a:cubicBezTo>
                    <a:pt x="144" y="17"/>
                    <a:pt x="144" y="17"/>
                    <a:pt x="144" y="17"/>
                  </a:cubicBezTo>
                  <a:cubicBezTo>
                    <a:pt x="144" y="17"/>
                    <a:pt x="144" y="17"/>
                    <a:pt x="144" y="17"/>
                  </a:cubicBezTo>
                  <a:cubicBezTo>
                    <a:pt x="144" y="15"/>
                    <a:pt x="144" y="15"/>
                    <a:pt x="144" y="15"/>
                  </a:cubicBezTo>
                  <a:cubicBezTo>
                    <a:pt x="144" y="14"/>
                    <a:pt x="144" y="14"/>
                    <a:pt x="144" y="14"/>
                  </a:cubicBezTo>
                  <a:cubicBezTo>
                    <a:pt x="144" y="12"/>
                    <a:pt x="144" y="12"/>
                    <a:pt x="144" y="12"/>
                  </a:cubicBezTo>
                  <a:cubicBezTo>
                    <a:pt x="144" y="12"/>
                    <a:pt x="144" y="12"/>
                    <a:pt x="144" y="12"/>
                  </a:cubicBezTo>
                  <a:cubicBezTo>
                    <a:pt x="143" y="12"/>
                    <a:pt x="143" y="12"/>
                    <a:pt x="143" y="12"/>
                  </a:cubicBezTo>
                  <a:cubicBezTo>
                    <a:pt x="144" y="11"/>
                    <a:pt x="144" y="11"/>
                    <a:pt x="144" y="11"/>
                  </a:cubicBezTo>
                  <a:cubicBezTo>
                    <a:pt x="143" y="10"/>
                    <a:pt x="143" y="10"/>
                    <a:pt x="143" y="10"/>
                  </a:cubicBezTo>
                  <a:cubicBezTo>
                    <a:pt x="143" y="9"/>
                    <a:pt x="143" y="9"/>
                    <a:pt x="143" y="9"/>
                  </a:cubicBezTo>
                  <a:cubicBezTo>
                    <a:pt x="142" y="9"/>
                    <a:pt x="142" y="9"/>
                    <a:pt x="142" y="9"/>
                  </a:cubicBezTo>
                  <a:cubicBezTo>
                    <a:pt x="142" y="8"/>
                    <a:pt x="142" y="8"/>
                    <a:pt x="142" y="8"/>
                  </a:cubicBezTo>
                  <a:cubicBezTo>
                    <a:pt x="143" y="8"/>
                    <a:pt x="143" y="8"/>
                    <a:pt x="143" y="8"/>
                  </a:cubicBezTo>
                  <a:cubicBezTo>
                    <a:pt x="142" y="7"/>
                    <a:pt x="142" y="7"/>
                    <a:pt x="142" y="7"/>
                  </a:cubicBezTo>
                  <a:cubicBezTo>
                    <a:pt x="142" y="8"/>
                    <a:pt x="142" y="8"/>
                    <a:pt x="142" y="8"/>
                  </a:cubicBezTo>
                  <a:cubicBezTo>
                    <a:pt x="141" y="7"/>
                    <a:pt x="141" y="7"/>
                    <a:pt x="141" y="7"/>
                  </a:cubicBezTo>
                  <a:cubicBezTo>
                    <a:pt x="141" y="5"/>
                    <a:pt x="141" y="5"/>
                    <a:pt x="141" y="5"/>
                  </a:cubicBezTo>
                  <a:cubicBezTo>
                    <a:pt x="141" y="5"/>
                    <a:pt x="141" y="5"/>
                    <a:pt x="141" y="5"/>
                  </a:cubicBezTo>
                  <a:cubicBezTo>
                    <a:pt x="141" y="4"/>
                    <a:pt x="141" y="4"/>
                    <a:pt x="141" y="4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39" y="3"/>
                    <a:pt x="139" y="3"/>
                    <a:pt x="139" y="3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8" y="5"/>
                    <a:pt x="138" y="5"/>
                    <a:pt x="138" y="5"/>
                  </a:cubicBezTo>
                  <a:cubicBezTo>
                    <a:pt x="138" y="7"/>
                    <a:pt x="138" y="7"/>
                    <a:pt x="138" y="7"/>
                  </a:cubicBezTo>
                  <a:cubicBezTo>
                    <a:pt x="138" y="7"/>
                    <a:pt x="138" y="7"/>
                    <a:pt x="138" y="7"/>
                  </a:cubicBezTo>
                  <a:cubicBezTo>
                    <a:pt x="138" y="8"/>
                    <a:pt x="138" y="8"/>
                    <a:pt x="138" y="8"/>
                  </a:cubicBezTo>
                  <a:cubicBezTo>
                    <a:pt x="137" y="8"/>
                    <a:pt x="137" y="8"/>
                    <a:pt x="137" y="8"/>
                  </a:cubicBezTo>
                  <a:cubicBezTo>
                    <a:pt x="137" y="9"/>
                    <a:pt x="137" y="9"/>
                    <a:pt x="137" y="9"/>
                  </a:cubicBezTo>
                  <a:cubicBezTo>
                    <a:pt x="136" y="10"/>
                    <a:pt x="136" y="10"/>
                    <a:pt x="136" y="10"/>
                  </a:cubicBezTo>
                  <a:cubicBezTo>
                    <a:pt x="137" y="10"/>
                    <a:pt x="137" y="10"/>
                    <a:pt x="137" y="10"/>
                  </a:cubicBezTo>
                  <a:cubicBezTo>
                    <a:pt x="137" y="11"/>
                    <a:pt x="137" y="11"/>
                    <a:pt x="137" y="11"/>
                  </a:cubicBezTo>
                  <a:cubicBezTo>
                    <a:pt x="137" y="11"/>
                    <a:pt x="137" y="11"/>
                    <a:pt x="137" y="11"/>
                  </a:cubicBezTo>
                  <a:cubicBezTo>
                    <a:pt x="136" y="11"/>
                    <a:pt x="136" y="11"/>
                    <a:pt x="136" y="11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5" y="15"/>
                    <a:pt x="135" y="15"/>
                    <a:pt x="135" y="15"/>
                  </a:cubicBezTo>
                  <a:cubicBezTo>
                    <a:pt x="135" y="17"/>
                    <a:pt x="135" y="17"/>
                    <a:pt x="135" y="17"/>
                  </a:cubicBezTo>
                  <a:cubicBezTo>
                    <a:pt x="135" y="18"/>
                    <a:pt x="135" y="18"/>
                    <a:pt x="135" y="18"/>
                  </a:cubicBezTo>
                  <a:cubicBezTo>
                    <a:pt x="135" y="19"/>
                    <a:pt x="135" y="19"/>
                    <a:pt x="135" y="19"/>
                  </a:cubicBezTo>
                  <a:cubicBezTo>
                    <a:pt x="135" y="20"/>
                    <a:pt x="135" y="20"/>
                    <a:pt x="135" y="20"/>
                  </a:cubicBezTo>
                  <a:cubicBezTo>
                    <a:pt x="135" y="22"/>
                    <a:pt x="135" y="22"/>
                    <a:pt x="135" y="22"/>
                  </a:cubicBezTo>
                  <a:cubicBezTo>
                    <a:pt x="134" y="22"/>
                    <a:pt x="134" y="22"/>
                    <a:pt x="134" y="22"/>
                  </a:cubicBezTo>
                  <a:cubicBezTo>
                    <a:pt x="134" y="23"/>
                    <a:pt x="134" y="23"/>
                    <a:pt x="134" y="23"/>
                  </a:cubicBezTo>
                  <a:cubicBezTo>
                    <a:pt x="133" y="24"/>
                    <a:pt x="133" y="24"/>
                    <a:pt x="133" y="24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2" y="28"/>
                    <a:pt x="132" y="28"/>
                    <a:pt x="132" y="28"/>
                  </a:cubicBezTo>
                  <a:cubicBezTo>
                    <a:pt x="133" y="28"/>
                    <a:pt x="133" y="28"/>
                    <a:pt x="133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1" y="30"/>
                    <a:pt x="131" y="30"/>
                    <a:pt x="131" y="30"/>
                  </a:cubicBezTo>
                  <a:cubicBezTo>
                    <a:pt x="131" y="32"/>
                    <a:pt x="131" y="32"/>
                    <a:pt x="131" y="32"/>
                  </a:cubicBezTo>
                  <a:cubicBezTo>
                    <a:pt x="130" y="33"/>
                    <a:pt x="130" y="33"/>
                    <a:pt x="130" y="33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26" y="33"/>
                    <a:pt x="126" y="33"/>
                    <a:pt x="126" y="33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124" y="32"/>
                    <a:pt x="124" y="32"/>
                    <a:pt x="124" y="32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2" y="30"/>
                    <a:pt x="122" y="30"/>
                    <a:pt x="122" y="30"/>
                  </a:cubicBezTo>
                  <a:cubicBezTo>
                    <a:pt x="121" y="30"/>
                    <a:pt x="121" y="30"/>
                    <a:pt x="121" y="30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119" y="29"/>
                    <a:pt x="119" y="29"/>
                    <a:pt x="119" y="29"/>
                  </a:cubicBezTo>
                  <a:cubicBezTo>
                    <a:pt x="118" y="28"/>
                    <a:pt x="118" y="28"/>
                    <a:pt x="118" y="28"/>
                  </a:cubicBezTo>
                  <a:cubicBezTo>
                    <a:pt x="118" y="28"/>
                    <a:pt x="118" y="28"/>
                    <a:pt x="118" y="28"/>
                  </a:cubicBezTo>
                  <a:cubicBezTo>
                    <a:pt x="117" y="27"/>
                    <a:pt x="117" y="27"/>
                    <a:pt x="117" y="27"/>
                  </a:cubicBezTo>
                  <a:cubicBezTo>
                    <a:pt x="116" y="27"/>
                    <a:pt x="116" y="27"/>
                    <a:pt x="116" y="27"/>
                  </a:cubicBezTo>
                  <a:cubicBezTo>
                    <a:pt x="115" y="26"/>
                    <a:pt x="115" y="26"/>
                    <a:pt x="115" y="26"/>
                  </a:cubicBezTo>
                  <a:cubicBezTo>
                    <a:pt x="114" y="25"/>
                    <a:pt x="114" y="25"/>
                    <a:pt x="114" y="25"/>
                  </a:cubicBezTo>
                  <a:cubicBezTo>
                    <a:pt x="114" y="25"/>
                    <a:pt x="114" y="25"/>
                    <a:pt x="114" y="25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2" y="25"/>
                    <a:pt x="112" y="25"/>
                    <a:pt x="112" y="25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1" y="23"/>
                    <a:pt x="111" y="23"/>
                    <a:pt x="111" y="23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8" y="21"/>
                    <a:pt x="108" y="21"/>
                    <a:pt x="108" y="21"/>
                  </a:cubicBezTo>
                  <a:cubicBezTo>
                    <a:pt x="108" y="20"/>
                    <a:pt x="108" y="20"/>
                    <a:pt x="108" y="20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10" y="16"/>
                    <a:pt x="110" y="16"/>
                    <a:pt x="110" y="16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4"/>
                    <a:pt x="110" y="14"/>
                    <a:pt x="110" y="14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1" y="13"/>
                    <a:pt x="111" y="13"/>
                    <a:pt x="111" y="13"/>
                  </a:cubicBezTo>
                  <a:cubicBezTo>
                    <a:pt x="111" y="13"/>
                    <a:pt x="111" y="13"/>
                    <a:pt x="111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3" y="13"/>
                    <a:pt x="113" y="13"/>
                    <a:pt x="113" y="13"/>
                  </a:cubicBezTo>
                  <a:cubicBezTo>
                    <a:pt x="113" y="12"/>
                    <a:pt x="113" y="12"/>
                    <a:pt x="113" y="12"/>
                  </a:cubicBezTo>
                  <a:cubicBezTo>
                    <a:pt x="112" y="12"/>
                    <a:pt x="112" y="12"/>
                    <a:pt x="112" y="12"/>
                  </a:cubicBezTo>
                  <a:cubicBezTo>
                    <a:pt x="113" y="11"/>
                    <a:pt x="113" y="11"/>
                    <a:pt x="113" y="11"/>
                  </a:cubicBezTo>
                  <a:cubicBezTo>
                    <a:pt x="113" y="11"/>
                    <a:pt x="113" y="11"/>
                    <a:pt x="113" y="11"/>
                  </a:cubicBezTo>
                  <a:cubicBezTo>
                    <a:pt x="114" y="10"/>
                    <a:pt x="114" y="10"/>
                    <a:pt x="114" y="10"/>
                  </a:cubicBezTo>
                  <a:cubicBezTo>
                    <a:pt x="115" y="10"/>
                    <a:pt x="115" y="10"/>
                    <a:pt x="115" y="10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15" y="8"/>
                    <a:pt x="115" y="8"/>
                    <a:pt x="115" y="8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9"/>
                    <a:pt x="114" y="9"/>
                    <a:pt x="114" y="9"/>
                  </a:cubicBezTo>
                  <a:cubicBezTo>
                    <a:pt x="113" y="8"/>
                    <a:pt x="113" y="8"/>
                    <a:pt x="113" y="8"/>
                  </a:cubicBezTo>
                  <a:cubicBezTo>
                    <a:pt x="113" y="7"/>
                    <a:pt x="113" y="7"/>
                    <a:pt x="113" y="7"/>
                  </a:cubicBezTo>
                  <a:cubicBezTo>
                    <a:pt x="112" y="7"/>
                    <a:pt x="112" y="7"/>
                    <a:pt x="112" y="7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11" y="10"/>
                    <a:pt x="111" y="10"/>
                    <a:pt x="111" y="10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9" y="9"/>
                    <a:pt x="109" y="9"/>
                    <a:pt x="109" y="9"/>
                  </a:cubicBezTo>
                  <a:cubicBezTo>
                    <a:pt x="109" y="9"/>
                    <a:pt x="109" y="9"/>
                    <a:pt x="109" y="9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10" y="8"/>
                    <a:pt x="110" y="8"/>
                    <a:pt x="110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6" y="9"/>
                    <a:pt x="106" y="9"/>
                    <a:pt x="106" y="9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5" y="7"/>
                    <a:pt x="105" y="7"/>
                    <a:pt x="105" y="7"/>
                  </a:cubicBezTo>
                  <a:cubicBezTo>
                    <a:pt x="105" y="7"/>
                    <a:pt x="105" y="7"/>
                    <a:pt x="105" y="7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2" y="8"/>
                    <a:pt x="102" y="8"/>
                    <a:pt x="102" y="8"/>
                  </a:cubicBezTo>
                  <a:cubicBezTo>
                    <a:pt x="102" y="7"/>
                    <a:pt x="102" y="7"/>
                    <a:pt x="102" y="7"/>
                  </a:cubicBezTo>
                  <a:cubicBezTo>
                    <a:pt x="102" y="7"/>
                    <a:pt x="102" y="7"/>
                    <a:pt x="102" y="7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0" y="7"/>
                    <a:pt x="100" y="7"/>
                    <a:pt x="100" y="7"/>
                  </a:cubicBezTo>
                  <a:cubicBezTo>
                    <a:pt x="99" y="7"/>
                    <a:pt x="99" y="7"/>
                    <a:pt x="99" y="7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8" y="5"/>
                    <a:pt x="98" y="5"/>
                    <a:pt x="98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5"/>
                    <a:pt x="96" y="5"/>
                    <a:pt x="96" y="5"/>
                  </a:cubicBezTo>
                  <a:cubicBezTo>
                    <a:pt x="95" y="5"/>
                    <a:pt x="95" y="5"/>
                    <a:pt x="95" y="5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93" y="4"/>
                    <a:pt x="93" y="4"/>
                    <a:pt x="93" y="4"/>
                  </a:cubicBezTo>
                  <a:cubicBezTo>
                    <a:pt x="93" y="4"/>
                    <a:pt x="93" y="4"/>
                    <a:pt x="93" y="4"/>
                  </a:cubicBezTo>
                  <a:cubicBezTo>
                    <a:pt x="92" y="4"/>
                    <a:pt x="92" y="4"/>
                    <a:pt x="92" y="4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0" y="9"/>
                    <a:pt x="90" y="9"/>
                    <a:pt x="90" y="9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89" y="8"/>
                    <a:pt x="89" y="8"/>
                    <a:pt x="89" y="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3" y="14"/>
                    <a:pt x="83" y="14"/>
                    <a:pt x="83" y="14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2" y="22"/>
                    <a:pt x="82" y="22"/>
                    <a:pt x="82" y="22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2" y="23"/>
                    <a:pt x="72" y="23"/>
                    <a:pt x="72" y="2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73" y="19"/>
                    <a:pt x="73" y="19"/>
                    <a:pt x="73" y="19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3" y="19"/>
                    <a:pt x="63" y="19"/>
                    <a:pt x="63" y="19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2" y="19"/>
                    <a:pt x="62" y="19"/>
                    <a:pt x="62" y="19"/>
                  </a:cubicBezTo>
                  <a:cubicBezTo>
                    <a:pt x="61" y="19"/>
                    <a:pt x="61" y="19"/>
                    <a:pt x="61" y="19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1" y="21"/>
                    <a:pt x="61" y="21"/>
                    <a:pt x="61" y="21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58" y="25"/>
                    <a:pt x="58" y="25"/>
                    <a:pt x="58" y="25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5" y="26"/>
                    <a:pt x="55" y="26"/>
                    <a:pt x="55" y="26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4" y="26"/>
                    <a:pt x="54" y="26"/>
                    <a:pt x="54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5" y="29"/>
                    <a:pt x="55" y="29"/>
                    <a:pt x="55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30"/>
                    <a:pt x="54" y="30"/>
                    <a:pt x="54" y="30"/>
                  </a:cubicBezTo>
                  <a:cubicBezTo>
                    <a:pt x="54" y="30"/>
                    <a:pt x="54" y="30"/>
                    <a:pt x="54" y="30"/>
                  </a:cubicBezTo>
                  <a:cubicBezTo>
                    <a:pt x="54" y="30"/>
                    <a:pt x="54" y="30"/>
                    <a:pt x="54" y="30"/>
                  </a:cubicBezTo>
                  <a:cubicBezTo>
                    <a:pt x="54" y="31"/>
                    <a:pt x="54" y="31"/>
                    <a:pt x="54" y="31"/>
                  </a:cubicBezTo>
                  <a:cubicBezTo>
                    <a:pt x="53" y="32"/>
                    <a:pt x="53" y="32"/>
                    <a:pt x="53" y="32"/>
                  </a:cubicBezTo>
                  <a:cubicBezTo>
                    <a:pt x="53" y="33"/>
                    <a:pt x="53" y="33"/>
                    <a:pt x="53" y="33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9" y="29"/>
                    <a:pt x="49" y="29"/>
                    <a:pt x="49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30"/>
                    <a:pt x="47" y="30"/>
                    <a:pt x="47" y="30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7"/>
                    <a:pt x="43" y="37"/>
                    <a:pt x="43" y="37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0" y="44"/>
                    <a:pt x="30" y="44"/>
                    <a:pt x="30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0" y="51"/>
                    <a:pt x="10" y="51"/>
                    <a:pt x="10" y="51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4" y="73"/>
                    <a:pt x="4" y="73"/>
                    <a:pt x="4" y="73"/>
                  </a:cubicBezTo>
                  <a:cubicBezTo>
                    <a:pt x="3" y="72"/>
                    <a:pt x="3" y="72"/>
                    <a:pt x="3" y="72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1" y="71"/>
                    <a:pt x="1" y="71"/>
                    <a:pt x="1" y="71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4" y="74"/>
                    <a:pt x="4" y="74"/>
                    <a:pt x="4" y="74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7" y="92"/>
                    <a:pt x="7" y="92"/>
                    <a:pt x="7" y="92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8" y="98"/>
                    <a:pt x="8" y="98"/>
                    <a:pt x="8" y="98"/>
                  </a:cubicBezTo>
                  <a:cubicBezTo>
                    <a:pt x="7" y="99"/>
                    <a:pt x="7" y="99"/>
                    <a:pt x="7" y="99"/>
                  </a:cubicBezTo>
                  <a:cubicBezTo>
                    <a:pt x="7" y="99"/>
                    <a:pt x="7" y="99"/>
                    <a:pt x="7" y="99"/>
                  </a:cubicBezTo>
                  <a:cubicBezTo>
                    <a:pt x="7" y="100"/>
                    <a:pt x="7" y="100"/>
                    <a:pt x="7" y="100"/>
                  </a:cubicBezTo>
                  <a:cubicBezTo>
                    <a:pt x="7" y="102"/>
                    <a:pt x="7" y="102"/>
                    <a:pt x="7" y="102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3" y="106"/>
                    <a:pt x="3" y="106"/>
                    <a:pt x="3" y="106"/>
                  </a:cubicBezTo>
                  <a:cubicBezTo>
                    <a:pt x="2" y="108"/>
                    <a:pt x="2" y="108"/>
                    <a:pt x="2" y="108"/>
                  </a:cubicBezTo>
                  <a:lnTo>
                    <a:pt x="2" y="1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7" name="Freeform 155"/>
            <p:cNvSpPr>
              <a:spLocks noEditPoints="1"/>
            </p:cNvSpPr>
            <p:nvPr/>
          </p:nvSpPr>
          <p:spPr bwMode="auto">
            <a:xfrm>
              <a:off x="3868432" y="1644879"/>
              <a:ext cx="186562" cy="104218"/>
            </a:xfrm>
            <a:custGeom>
              <a:avLst/>
              <a:gdLst>
                <a:gd name="T0" fmla="*/ 52 w 145"/>
                <a:gd name="T1" fmla="*/ 81 h 81"/>
                <a:gd name="T2" fmla="*/ 49 w 145"/>
                <a:gd name="T3" fmla="*/ 70 h 81"/>
                <a:gd name="T4" fmla="*/ 63 w 145"/>
                <a:gd name="T5" fmla="*/ 78 h 81"/>
                <a:gd name="T6" fmla="*/ 78 w 145"/>
                <a:gd name="T7" fmla="*/ 74 h 81"/>
                <a:gd name="T8" fmla="*/ 93 w 145"/>
                <a:gd name="T9" fmla="*/ 70 h 81"/>
                <a:gd name="T10" fmla="*/ 97 w 145"/>
                <a:gd name="T11" fmla="*/ 66 h 81"/>
                <a:gd name="T12" fmla="*/ 104 w 145"/>
                <a:gd name="T13" fmla="*/ 66 h 81"/>
                <a:gd name="T14" fmla="*/ 123 w 145"/>
                <a:gd name="T15" fmla="*/ 55 h 81"/>
                <a:gd name="T16" fmla="*/ 134 w 145"/>
                <a:gd name="T17" fmla="*/ 52 h 81"/>
                <a:gd name="T18" fmla="*/ 134 w 145"/>
                <a:gd name="T19" fmla="*/ 44 h 81"/>
                <a:gd name="T20" fmla="*/ 141 w 145"/>
                <a:gd name="T21" fmla="*/ 44 h 81"/>
                <a:gd name="T22" fmla="*/ 137 w 145"/>
                <a:gd name="T23" fmla="*/ 29 h 81"/>
                <a:gd name="T24" fmla="*/ 137 w 145"/>
                <a:gd name="T25" fmla="*/ 26 h 81"/>
                <a:gd name="T26" fmla="*/ 130 w 145"/>
                <a:gd name="T27" fmla="*/ 22 h 81"/>
                <a:gd name="T28" fmla="*/ 134 w 145"/>
                <a:gd name="T29" fmla="*/ 11 h 81"/>
                <a:gd name="T30" fmla="*/ 130 w 145"/>
                <a:gd name="T31" fmla="*/ 7 h 81"/>
                <a:gd name="T32" fmla="*/ 123 w 145"/>
                <a:gd name="T33" fmla="*/ 7 h 81"/>
                <a:gd name="T34" fmla="*/ 119 w 145"/>
                <a:gd name="T35" fmla="*/ 3 h 81"/>
                <a:gd name="T36" fmla="*/ 108 w 145"/>
                <a:gd name="T37" fmla="*/ 3 h 81"/>
                <a:gd name="T38" fmla="*/ 100 w 145"/>
                <a:gd name="T39" fmla="*/ 7 h 81"/>
                <a:gd name="T40" fmla="*/ 89 w 145"/>
                <a:gd name="T41" fmla="*/ 7 h 81"/>
                <a:gd name="T42" fmla="*/ 86 w 145"/>
                <a:gd name="T43" fmla="*/ 18 h 81"/>
                <a:gd name="T44" fmla="*/ 78 w 145"/>
                <a:gd name="T45" fmla="*/ 11 h 81"/>
                <a:gd name="T46" fmla="*/ 71 w 145"/>
                <a:gd name="T47" fmla="*/ 14 h 81"/>
                <a:gd name="T48" fmla="*/ 63 w 145"/>
                <a:gd name="T49" fmla="*/ 7 h 81"/>
                <a:gd name="T50" fmla="*/ 56 w 145"/>
                <a:gd name="T51" fmla="*/ 22 h 81"/>
                <a:gd name="T52" fmla="*/ 49 w 145"/>
                <a:gd name="T53" fmla="*/ 26 h 81"/>
                <a:gd name="T54" fmla="*/ 41 w 145"/>
                <a:gd name="T55" fmla="*/ 26 h 81"/>
                <a:gd name="T56" fmla="*/ 41 w 145"/>
                <a:gd name="T57" fmla="*/ 14 h 81"/>
                <a:gd name="T58" fmla="*/ 45 w 145"/>
                <a:gd name="T59" fmla="*/ 11 h 81"/>
                <a:gd name="T60" fmla="*/ 34 w 145"/>
                <a:gd name="T61" fmla="*/ 3 h 81"/>
                <a:gd name="T62" fmla="*/ 23 w 145"/>
                <a:gd name="T63" fmla="*/ 0 h 81"/>
                <a:gd name="T64" fmla="*/ 30 w 145"/>
                <a:gd name="T65" fmla="*/ 3 h 81"/>
                <a:gd name="T66" fmla="*/ 26 w 145"/>
                <a:gd name="T67" fmla="*/ 3 h 81"/>
                <a:gd name="T68" fmla="*/ 30 w 145"/>
                <a:gd name="T69" fmla="*/ 11 h 81"/>
                <a:gd name="T70" fmla="*/ 19 w 145"/>
                <a:gd name="T71" fmla="*/ 7 h 81"/>
                <a:gd name="T72" fmla="*/ 15 w 145"/>
                <a:gd name="T73" fmla="*/ 7 h 81"/>
                <a:gd name="T74" fmla="*/ 15 w 145"/>
                <a:gd name="T75" fmla="*/ 14 h 81"/>
                <a:gd name="T76" fmla="*/ 15 w 145"/>
                <a:gd name="T77" fmla="*/ 18 h 81"/>
                <a:gd name="T78" fmla="*/ 8 w 145"/>
                <a:gd name="T79" fmla="*/ 14 h 81"/>
                <a:gd name="T80" fmla="*/ 4 w 145"/>
                <a:gd name="T81" fmla="*/ 18 h 81"/>
                <a:gd name="T82" fmla="*/ 12 w 145"/>
                <a:gd name="T83" fmla="*/ 26 h 81"/>
                <a:gd name="T84" fmla="*/ 19 w 145"/>
                <a:gd name="T85" fmla="*/ 22 h 81"/>
                <a:gd name="T86" fmla="*/ 26 w 145"/>
                <a:gd name="T87" fmla="*/ 22 h 81"/>
                <a:gd name="T88" fmla="*/ 34 w 145"/>
                <a:gd name="T89" fmla="*/ 22 h 81"/>
                <a:gd name="T90" fmla="*/ 37 w 145"/>
                <a:gd name="T91" fmla="*/ 26 h 81"/>
                <a:gd name="T92" fmla="*/ 26 w 145"/>
                <a:gd name="T93" fmla="*/ 33 h 81"/>
                <a:gd name="T94" fmla="*/ 37 w 145"/>
                <a:gd name="T95" fmla="*/ 33 h 81"/>
                <a:gd name="T96" fmla="*/ 23 w 145"/>
                <a:gd name="T97" fmla="*/ 37 h 81"/>
                <a:gd name="T98" fmla="*/ 19 w 145"/>
                <a:gd name="T99" fmla="*/ 33 h 81"/>
                <a:gd name="T100" fmla="*/ 8 w 145"/>
                <a:gd name="T101" fmla="*/ 37 h 81"/>
                <a:gd name="T102" fmla="*/ 12 w 145"/>
                <a:gd name="T103" fmla="*/ 44 h 81"/>
                <a:gd name="T104" fmla="*/ 26 w 145"/>
                <a:gd name="T105" fmla="*/ 44 h 81"/>
                <a:gd name="T106" fmla="*/ 30 w 145"/>
                <a:gd name="T107" fmla="*/ 52 h 81"/>
                <a:gd name="T108" fmla="*/ 30 w 145"/>
                <a:gd name="T109" fmla="*/ 55 h 81"/>
                <a:gd name="T110" fmla="*/ 34 w 145"/>
                <a:gd name="T111" fmla="*/ 55 h 81"/>
                <a:gd name="T112" fmla="*/ 26 w 145"/>
                <a:gd name="T113" fmla="*/ 59 h 81"/>
                <a:gd name="T114" fmla="*/ 19 w 145"/>
                <a:gd name="T115" fmla="*/ 59 h 81"/>
                <a:gd name="T116" fmla="*/ 23 w 145"/>
                <a:gd name="T117" fmla="*/ 70 h 81"/>
                <a:gd name="T118" fmla="*/ 37 w 145"/>
                <a:gd name="T119" fmla="*/ 6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45" h="81">
                  <a:moveTo>
                    <a:pt x="52" y="81"/>
                  </a:moveTo>
                  <a:lnTo>
                    <a:pt x="52" y="81"/>
                  </a:lnTo>
                  <a:lnTo>
                    <a:pt x="52" y="78"/>
                  </a:lnTo>
                  <a:lnTo>
                    <a:pt x="52" y="78"/>
                  </a:lnTo>
                  <a:lnTo>
                    <a:pt x="52" y="81"/>
                  </a:lnTo>
                  <a:lnTo>
                    <a:pt x="52" y="81"/>
                  </a:lnTo>
                  <a:lnTo>
                    <a:pt x="52" y="81"/>
                  </a:lnTo>
                  <a:close/>
                  <a:moveTo>
                    <a:pt x="45" y="70"/>
                  </a:moveTo>
                  <a:lnTo>
                    <a:pt x="49" y="66"/>
                  </a:lnTo>
                  <a:lnTo>
                    <a:pt x="49" y="70"/>
                  </a:lnTo>
                  <a:lnTo>
                    <a:pt x="52" y="74"/>
                  </a:lnTo>
                  <a:lnTo>
                    <a:pt x="52" y="74"/>
                  </a:lnTo>
                  <a:lnTo>
                    <a:pt x="56" y="74"/>
                  </a:lnTo>
                  <a:lnTo>
                    <a:pt x="60" y="74"/>
                  </a:lnTo>
                  <a:lnTo>
                    <a:pt x="63" y="78"/>
                  </a:lnTo>
                  <a:lnTo>
                    <a:pt x="71" y="78"/>
                  </a:lnTo>
                  <a:lnTo>
                    <a:pt x="75" y="78"/>
                  </a:lnTo>
                  <a:lnTo>
                    <a:pt x="78" y="78"/>
                  </a:lnTo>
                  <a:lnTo>
                    <a:pt x="78" y="74"/>
                  </a:lnTo>
                  <a:lnTo>
                    <a:pt x="78" y="74"/>
                  </a:lnTo>
                  <a:lnTo>
                    <a:pt x="78" y="74"/>
                  </a:lnTo>
                  <a:lnTo>
                    <a:pt x="82" y="78"/>
                  </a:lnTo>
                  <a:lnTo>
                    <a:pt x="86" y="74"/>
                  </a:lnTo>
                  <a:lnTo>
                    <a:pt x="86" y="70"/>
                  </a:lnTo>
                  <a:lnTo>
                    <a:pt x="93" y="70"/>
                  </a:lnTo>
                  <a:lnTo>
                    <a:pt x="89" y="70"/>
                  </a:lnTo>
                  <a:lnTo>
                    <a:pt x="89" y="70"/>
                  </a:lnTo>
                  <a:lnTo>
                    <a:pt x="93" y="70"/>
                  </a:lnTo>
                  <a:lnTo>
                    <a:pt x="93" y="70"/>
                  </a:lnTo>
                  <a:lnTo>
                    <a:pt x="97" y="66"/>
                  </a:lnTo>
                  <a:lnTo>
                    <a:pt x="100" y="66"/>
                  </a:lnTo>
                  <a:lnTo>
                    <a:pt x="100" y="66"/>
                  </a:lnTo>
                  <a:lnTo>
                    <a:pt x="104" y="66"/>
                  </a:lnTo>
                  <a:lnTo>
                    <a:pt x="104" y="66"/>
                  </a:lnTo>
                  <a:lnTo>
                    <a:pt x="104" y="66"/>
                  </a:lnTo>
                  <a:lnTo>
                    <a:pt x="112" y="63"/>
                  </a:lnTo>
                  <a:lnTo>
                    <a:pt x="115" y="59"/>
                  </a:lnTo>
                  <a:lnTo>
                    <a:pt x="123" y="55"/>
                  </a:lnTo>
                  <a:lnTo>
                    <a:pt x="123" y="55"/>
                  </a:lnTo>
                  <a:lnTo>
                    <a:pt x="123" y="55"/>
                  </a:lnTo>
                  <a:lnTo>
                    <a:pt x="123" y="52"/>
                  </a:lnTo>
                  <a:lnTo>
                    <a:pt x="126" y="52"/>
                  </a:lnTo>
                  <a:lnTo>
                    <a:pt x="126" y="55"/>
                  </a:lnTo>
                  <a:lnTo>
                    <a:pt x="130" y="55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0" y="52"/>
                  </a:lnTo>
                  <a:lnTo>
                    <a:pt x="130" y="48"/>
                  </a:lnTo>
                  <a:lnTo>
                    <a:pt x="134" y="48"/>
                  </a:lnTo>
                  <a:lnTo>
                    <a:pt x="134" y="44"/>
                  </a:lnTo>
                  <a:lnTo>
                    <a:pt x="134" y="44"/>
                  </a:lnTo>
                  <a:lnTo>
                    <a:pt x="137" y="44"/>
                  </a:lnTo>
                  <a:lnTo>
                    <a:pt x="137" y="48"/>
                  </a:lnTo>
                  <a:lnTo>
                    <a:pt x="141" y="48"/>
                  </a:lnTo>
                  <a:lnTo>
                    <a:pt x="141" y="44"/>
                  </a:lnTo>
                  <a:lnTo>
                    <a:pt x="141" y="40"/>
                  </a:lnTo>
                  <a:lnTo>
                    <a:pt x="137" y="37"/>
                  </a:lnTo>
                  <a:lnTo>
                    <a:pt x="137" y="37"/>
                  </a:lnTo>
                  <a:lnTo>
                    <a:pt x="137" y="33"/>
                  </a:lnTo>
                  <a:lnTo>
                    <a:pt x="137" y="29"/>
                  </a:lnTo>
                  <a:lnTo>
                    <a:pt x="141" y="29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45" y="26"/>
                  </a:lnTo>
                  <a:lnTo>
                    <a:pt x="137" y="26"/>
                  </a:lnTo>
                  <a:lnTo>
                    <a:pt x="134" y="26"/>
                  </a:lnTo>
                  <a:lnTo>
                    <a:pt x="137" y="22"/>
                  </a:lnTo>
                  <a:lnTo>
                    <a:pt x="137" y="22"/>
                  </a:lnTo>
                  <a:lnTo>
                    <a:pt x="134" y="22"/>
                  </a:lnTo>
                  <a:lnTo>
                    <a:pt x="130" y="22"/>
                  </a:lnTo>
                  <a:lnTo>
                    <a:pt x="130" y="18"/>
                  </a:lnTo>
                  <a:lnTo>
                    <a:pt x="134" y="18"/>
                  </a:lnTo>
                  <a:lnTo>
                    <a:pt x="134" y="14"/>
                  </a:lnTo>
                  <a:lnTo>
                    <a:pt x="134" y="11"/>
                  </a:lnTo>
                  <a:lnTo>
                    <a:pt x="134" y="11"/>
                  </a:lnTo>
                  <a:lnTo>
                    <a:pt x="130" y="11"/>
                  </a:lnTo>
                  <a:lnTo>
                    <a:pt x="126" y="11"/>
                  </a:lnTo>
                  <a:lnTo>
                    <a:pt x="126" y="7"/>
                  </a:lnTo>
                  <a:lnTo>
                    <a:pt x="130" y="7"/>
                  </a:lnTo>
                  <a:lnTo>
                    <a:pt x="130" y="7"/>
                  </a:lnTo>
                  <a:lnTo>
                    <a:pt x="130" y="3"/>
                  </a:lnTo>
                  <a:lnTo>
                    <a:pt x="134" y="3"/>
                  </a:lnTo>
                  <a:lnTo>
                    <a:pt x="130" y="3"/>
                  </a:lnTo>
                  <a:lnTo>
                    <a:pt x="130" y="3"/>
                  </a:lnTo>
                  <a:lnTo>
                    <a:pt x="123" y="7"/>
                  </a:lnTo>
                  <a:lnTo>
                    <a:pt x="123" y="11"/>
                  </a:lnTo>
                  <a:lnTo>
                    <a:pt x="119" y="11"/>
                  </a:lnTo>
                  <a:lnTo>
                    <a:pt x="119" y="7"/>
                  </a:lnTo>
                  <a:lnTo>
                    <a:pt x="119" y="7"/>
                  </a:lnTo>
                  <a:lnTo>
                    <a:pt x="119" y="3"/>
                  </a:lnTo>
                  <a:lnTo>
                    <a:pt x="119" y="0"/>
                  </a:lnTo>
                  <a:lnTo>
                    <a:pt x="115" y="0"/>
                  </a:lnTo>
                  <a:lnTo>
                    <a:pt x="112" y="3"/>
                  </a:lnTo>
                  <a:lnTo>
                    <a:pt x="112" y="0"/>
                  </a:lnTo>
                  <a:lnTo>
                    <a:pt x="108" y="3"/>
                  </a:lnTo>
                  <a:lnTo>
                    <a:pt x="108" y="7"/>
                  </a:lnTo>
                  <a:lnTo>
                    <a:pt x="108" y="7"/>
                  </a:lnTo>
                  <a:lnTo>
                    <a:pt x="104" y="7"/>
                  </a:lnTo>
                  <a:lnTo>
                    <a:pt x="100" y="11"/>
                  </a:lnTo>
                  <a:lnTo>
                    <a:pt x="100" y="7"/>
                  </a:lnTo>
                  <a:lnTo>
                    <a:pt x="100" y="7"/>
                  </a:lnTo>
                  <a:lnTo>
                    <a:pt x="97" y="11"/>
                  </a:lnTo>
                  <a:lnTo>
                    <a:pt x="97" y="14"/>
                  </a:lnTo>
                  <a:lnTo>
                    <a:pt x="93" y="14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6" y="7"/>
                  </a:lnTo>
                  <a:lnTo>
                    <a:pt x="86" y="7"/>
                  </a:lnTo>
                  <a:lnTo>
                    <a:pt x="82" y="14"/>
                  </a:lnTo>
                  <a:lnTo>
                    <a:pt x="86" y="18"/>
                  </a:lnTo>
                  <a:lnTo>
                    <a:pt x="82" y="26"/>
                  </a:lnTo>
                  <a:lnTo>
                    <a:pt x="86" y="18"/>
                  </a:lnTo>
                  <a:lnTo>
                    <a:pt x="82" y="14"/>
                  </a:lnTo>
                  <a:lnTo>
                    <a:pt x="82" y="11"/>
                  </a:lnTo>
                  <a:lnTo>
                    <a:pt x="78" y="11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1" y="11"/>
                  </a:lnTo>
                  <a:lnTo>
                    <a:pt x="71" y="14"/>
                  </a:lnTo>
                  <a:lnTo>
                    <a:pt x="71" y="14"/>
                  </a:lnTo>
                  <a:lnTo>
                    <a:pt x="67" y="18"/>
                  </a:lnTo>
                  <a:lnTo>
                    <a:pt x="63" y="18"/>
                  </a:lnTo>
                  <a:lnTo>
                    <a:pt x="63" y="14"/>
                  </a:lnTo>
                  <a:lnTo>
                    <a:pt x="63" y="14"/>
                  </a:lnTo>
                  <a:lnTo>
                    <a:pt x="63" y="7"/>
                  </a:lnTo>
                  <a:lnTo>
                    <a:pt x="60" y="7"/>
                  </a:lnTo>
                  <a:lnTo>
                    <a:pt x="56" y="11"/>
                  </a:lnTo>
                  <a:lnTo>
                    <a:pt x="56" y="18"/>
                  </a:lnTo>
                  <a:lnTo>
                    <a:pt x="60" y="18"/>
                  </a:lnTo>
                  <a:lnTo>
                    <a:pt x="56" y="22"/>
                  </a:lnTo>
                  <a:lnTo>
                    <a:pt x="56" y="26"/>
                  </a:lnTo>
                  <a:lnTo>
                    <a:pt x="52" y="26"/>
                  </a:lnTo>
                  <a:lnTo>
                    <a:pt x="52" y="22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5" y="29"/>
                  </a:lnTo>
                  <a:lnTo>
                    <a:pt x="45" y="33"/>
                  </a:lnTo>
                  <a:lnTo>
                    <a:pt x="45" y="29"/>
                  </a:lnTo>
                  <a:lnTo>
                    <a:pt x="41" y="29"/>
                  </a:lnTo>
                  <a:lnTo>
                    <a:pt x="41" y="26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1" y="22"/>
                  </a:lnTo>
                  <a:lnTo>
                    <a:pt x="41" y="18"/>
                  </a:lnTo>
                  <a:lnTo>
                    <a:pt x="41" y="14"/>
                  </a:lnTo>
                  <a:lnTo>
                    <a:pt x="41" y="18"/>
                  </a:lnTo>
                  <a:lnTo>
                    <a:pt x="45" y="14"/>
                  </a:lnTo>
                  <a:lnTo>
                    <a:pt x="45" y="14"/>
                  </a:lnTo>
                  <a:lnTo>
                    <a:pt x="41" y="11"/>
                  </a:lnTo>
                  <a:lnTo>
                    <a:pt x="45" y="11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37" y="7"/>
                  </a:lnTo>
                  <a:lnTo>
                    <a:pt x="34" y="3"/>
                  </a:lnTo>
                  <a:lnTo>
                    <a:pt x="34" y="3"/>
                  </a:lnTo>
                  <a:lnTo>
                    <a:pt x="34" y="0"/>
                  </a:lnTo>
                  <a:lnTo>
                    <a:pt x="30" y="0"/>
                  </a:lnTo>
                  <a:lnTo>
                    <a:pt x="26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30" y="3"/>
                  </a:lnTo>
                  <a:lnTo>
                    <a:pt x="26" y="3"/>
                  </a:lnTo>
                  <a:lnTo>
                    <a:pt x="23" y="3"/>
                  </a:lnTo>
                  <a:lnTo>
                    <a:pt x="26" y="3"/>
                  </a:lnTo>
                  <a:lnTo>
                    <a:pt x="30" y="7"/>
                  </a:lnTo>
                  <a:lnTo>
                    <a:pt x="34" y="11"/>
                  </a:lnTo>
                  <a:lnTo>
                    <a:pt x="30" y="11"/>
                  </a:lnTo>
                  <a:lnTo>
                    <a:pt x="30" y="14"/>
                  </a:lnTo>
                  <a:lnTo>
                    <a:pt x="30" y="11"/>
                  </a:lnTo>
                  <a:lnTo>
                    <a:pt x="26" y="7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3" y="7"/>
                  </a:lnTo>
                  <a:lnTo>
                    <a:pt x="19" y="7"/>
                  </a:lnTo>
                  <a:lnTo>
                    <a:pt x="19" y="3"/>
                  </a:lnTo>
                  <a:lnTo>
                    <a:pt x="15" y="7"/>
                  </a:lnTo>
                  <a:lnTo>
                    <a:pt x="19" y="7"/>
                  </a:lnTo>
                  <a:lnTo>
                    <a:pt x="15" y="11"/>
                  </a:lnTo>
                  <a:lnTo>
                    <a:pt x="15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2" y="11"/>
                  </a:lnTo>
                  <a:lnTo>
                    <a:pt x="15" y="11"/>
                  </a:lnTo>
                  <a:lnTo>
                    <a:pt x="15" y="14"/>
                  </a:lnTo>
                  <a:lnTo>
                    <a:pt x="12" y="11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15" y="14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2" y="18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4" y="18"/>
                  </a:lnTo>
                  <a:lnTo>
                    <a:pt x="8" y="18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0" y="22"/>
                  </a:lnTo>
                  <a:lnTo>
                    <a:pt x="4" y="22"/>
                  </a:lnTo>
                  <a:lnTo>
                    <a:pt x="8" y="26"/>
                  </a:lnTo>
                  <a:lnTo>
                    <a:pt x="12" y="26"/>
                  </a:lnTo>
                  <a:lnTo>
                    <a:pt x="12" y="22"/>
                  </a:lnTo>
                  <a:lnTo>
                    <a:pt x="15" y="22"/>
                  </a:lnTo>
                  <a:lnTo>
                    <a:pt x="19" y="18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19" y="22"/>
                  </a:lnTo>
                  <a:lnTo>
                    <a:pt x="23" y="22"/>
                  </a:lnTo>
                  <a:lnTo>
                    <a:pt x="23" y="26"/>
                  </a:lnTo>
                  <a:lnTo>
                    <a:pt x="26" y="26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30" y="22"/>
                  </a:lnTo>
                  <a:lnTo>
                    <a:pt x="30" y="22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30" y="26"/>
                  </a:lnTo>
                  <a:lnTo>
                    <a:pt x="34" y="26"/>
                  </a:lnTo>
                  <a:lnTo>
                    <a:pt x="34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4" y="26"/>
                  </a:lnTo>
                  <a:lnTo>
                    <a:pt x="34" y="29"/>
                  </a:lnTo>
                  <a:lnTo>
                    <a:pt x="30" y="29"/>
                  </a:lnTo>
                  <a:lnTo>
                    <a:pt x="26" y="29"/>
                  </a:lnTo>
                  <a:lnTo>
                    <a:pt x="26" y="33"/>
                  </a:lnTo>
                  <a:lnTo>
                    <a:pt x="30" y="33"/>
                  </a:lnTo>
                  <a:lnTo>
                    <a:pt x="34" y="33"/>
                  </a:lnTo>
                  <a:lnTo>
                    <a:pt x="34" y="29"/>
                  </a:lnTo>
                  <a:lnTo>
                    <a:pt x="37" y="29"/>
                  </a:lnTo>
                  <a:lnTo>
                    <a:pt x="37" y="33"/>
                  </a:lnTo>
                  <a:lnTo>
                    <a:pt x="34" y="33"/>
                  </a:lnTo>
                  <a:lnTo>
                    <a:pt x="30" y="37"/>
                  </a:lnTo>
                  <a:lnTo>
                    <a:pt x="26" y="33"/>
                  </a:lnTo>
                  <a:lnTo>
                    <a:pt x="26" y="37"/>
                  </a:lnTo>
                  <a:lnTo>
                    <a:pt x="23" y="37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7"/>
                  </a:lnTo>
                  <a:lnTo>
                    <a:pt x="15" y="37"/>
                  </a:lnTo>
                  <a:lnTo>
                    <a:pt x="15" y="37"/>
                  </a:lnTo>
                  <a:lnTo>
                    <a:pt x="12" y="37"/>
                  </a:lnTo>
                  <a:lnTo>
                    <a:pt x="8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40"/>
                  </a:lnTo>
                  <a:lnTo>
                    <a:pt x="8" y="40"/>
                  </a:lnTo>
                  <a:lnTo>
                    <a:pt x="12" y="44"/>
                  </a:lnTo>
                  <a:lnTo>
                    <a:pt x="12" y="40"/>
                  </a:lnTo>
                  <a:lnTo>
                    <a:pt x="15" y="44"/>
                  </a:lnTo>
                  <a:lnTo>
                    <a:pt x="23" y="44"/>
                  </a:lnTo>
                  <a:lnTo>
                    <a:pt x="26" y="44"/>
                  </a:lnTo>
                  <a:lnTo>
                    <a:pt x="26" y="44"/>
                  </a:lnTo>
                  <a:lnTo>
                    <a:pt x="23" y="44"/>
                  </a:lnTo>
                  <a:lnTo>
                    <a:pt x="23" y="48"/>
                  </a:lnTo>
                  <a:lnTo>
                    <a:pt x="26" y="48"/>
                  </a:lnTo>
                  <a:lnTo>
                    <a:pt x="26" y="52"/>
                  </a:lnTo>
                  <a:lnTo>
                    <a:pt x="30" y="52"/>
                  </a:lnTo>
                  <a:lnTo>
                    <a:pt x="34" y="48"/>
                  </a:lnTo>
                  <a:lnTo>
                    <a:pt x="34" y="48"/>
                  </a:lnTo>
                  <a:lnTo>
                    <a:pt x="30" y="52"/>
                  </a:lnTo>
                  <a:lnTo>
                    <a:pt x="30" y="55"/>
                  </a:lnTo>
                  <a:lnTo>
                    <a:pt x="30" y="55"/>
                  </a:lnTo>
                  <a:lnTo>
                    <a:pt x="34" y="52"/>
                  </a:lnTo>
                  <a:lnTo>
                    <a:pt x="37" y="52"/>
                  </a:lnTo>
                  <a:lnTo>
                    <a:pt x="41" y="55"/>
                  </a:lnTo>
                  <a:lnTo>
                    <a:pt x="37" y="55"/>
                  </a:lnTo>
                  <a:lnTo>
                    <a:pt x="34" y="55"/>
                  </a:lnTo>
                  <a:lnTo>
                    <a:pt x="34" y="55"/>
                  </a:lnTo>
                  <a:lnTo>
                    <a:pt x="30" y="55"/>
                  </a:lnTo>
                  <a:lnTo>
                    <a:pt x="30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3" y="63"/>
                  </a:lnTo>
                  <a:lnTo>
                    <a:pt x="23" y="59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63"/>
                  </a:lnTo>
                  <a:lnTo>
                    <a:pt x="19" y="63"/>
                  </a:lnTo>
                  <a:lnTo>
                    <a:pt x="19" y="63"/>
                  </a:lnTo>
                  <a:lnTo>
                    <a:pt x="19" y="70"/>
                  </a:lnTo>
                  <a:lnTo>
                    <a:pt x="23" y="70"/>
                  </a:lnTo>
                  <a:lnTo>
                    <a:pt x="23" y="66"/>
                  </a:lnTo>
                  <a:lnTo>
                    <a:pt x="26" y="70"/>
                  </a:lnTo>
                  <a:lnTo>
                    <a:pt x="30" y="70"/>
                  </a:lnTo>
                  <a:lnTo>
                    <a:pt x="37" y="66"/>
                  </a:lnTo>
                  <a:lnTo>
                    <a:pt x="37" y="66"/>
                  </a:lnTo>
                  <a:lnTo>
                    <a:pt x="41" y="66"/>
                  </a:lnTo>
                  <a:lnTo>
                    <a:pt x="41" y="70"/>
                  </a:lnTo>
                  <a:lnTo>
                    <a:pt x="45" y="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8" name="Freeform 156"/>
            <p:cNvSpPr>
              <a:spLocks noEditPoints="1"/>
            </p:cNvSpPr>
            <p:nvPr/>
          </p:nvSpPr>
          <p:spPr bwMode="auto">
            <a:xfrm>
              <a:off x="2373366" y="3181116"/>
              <a:ext cx="42459" cy="24446"/>
            </a:xfrm>
            <a:custGeom>
              <a:avLst/>
              <a:gdLst>
                <a:gd name="T0" fmla="*/ 33 w 33"/>
                <a:gd name="T1" fmla="*/ 15 h 19"/>
                <a:gd name="T2" fmla="*/ 29 w 33"/>
                <a:gd name="T3" fmla="*/ 15 h 19"/>
                <a:gd name="T4" fmla="*/ 29 w 33"/>
                <a:gd name="T5" fmla="*/ 19 h 19"/>
                <a:gd name="T6" fmla="*/ 33 w 33"/>
                <a:gd name="T7" fmla="*/ 15 h 19"/>
                <a:gd name="T8" fmla="*/ 33 w 33"/>
                <a:gd name="T9" fmla="*/ 15 h 19"/>
                <a:gd name="T10" fmla="*/ 33 w 33"/>
                <a:gd name="T11" fmla="*/ 15 h 19"/>
                <a:gd name="T12" fmla="*/ 33 w 33"/>
                <a:gd name="T13" fmla="*/ 15 h 19"/>
                <a:gd name="T14" fmla="*/ 18 w 33"/>
                <a:gd name="T15" fmla="*/ 11 h 19"/>
                <a:gd name="T16" fmla="*/ 22 w 33"/>
                <a:gd name="T17" fmla="*/ 11 h 19"/>
                <a:gd name="T18" fmla="*/ 22 w 33"/>
                <a:gd name="T19" fmla="*/ 11 h 19"/>
                <a:gd name="T20" fmla="*/ 22 w 33"/>
                <a:gd name="T21" fmla="*/ 15 h 19"/>
                <a:gd name="T22" fmla="*/ 18 w 33"/>
                <a:gd name="T23" fmla="*/ 11 h 19"/>
                <a:gd name="T24" fmla="*/ 18 w 33"/>
                <a:gd name="T25" fmla="*/ 11 h 19"/>
                <a:gd name="T26" fmla="*/ 15 w 33"/>
                <a:gd name="T27" fmla="*/ 4 h 19"/>
                <a:gd name="T28" fmla="*/ 15 w 33"/>
                <a:gd name="T29" fmla="*/ 8 h 19"/>
                <a:gd name="T30" fmla="*/ 15 w 33"/>
                <a:gd name="T31" fmla="*/ 8 h 19"/>
                <a:gd name="T32" fmla="*/ 15 w 33"/>
                <a:gd name="T33" fmla="*/ 4 h 19"/>
                <a:gd name="T34" fmla="*/ 15 w 33"/>
                <a:gd name="T35" fmla="*/ 4 h 19"/>
                <a:gd name="T36" fmla="*/ 0 w 33"/>
                <a:gd name="T37" fmla="*/ 8 h 19"/>
                <a:gd name="T38" fmla="*/ 4 w 33"/>
                <a:gd name="T39" fmla="*/ 8 h 19"/>
                <a:gd name="T40" fmla="*/ 4 w 33"/>
                <a:gd name="T41" fmla="*/ 11 h 19"/>
                <a:gd name="T42" fmla="*/ 0 w 33"/>
                <a:gd name="T43" fmla="*/ 11 h 19"/>
                <a:gd name="T44" fmla="*/ 0 w 33"/>
                <a:gd name="T45" fmla="*/ 8 h 19"/>
                <a:gd name="T46" fmla="*/ 0 w 33"/>
                <a:gd name="T47" fmla="*/ 8 h 19"/>
                <a:gd name="T48" fmla="*/ 0 w 33"/>
                <a:gd name="T49" fmla="*/ 8 h 19"/>
                <a:gd name="T50" fmla="*/ 4 w 33"/>
                <a:gd name="T51" fmla="*/ 4 h 19"/>
                <a:gd name="T52" fmla="*/ 4 w 33"/>
                <a:gd name="T53" fmla="*/ 4 h 19"/>
                <a:gd name="T54" fmla="*/ 7 w 33"/>
                <a:gd name="T55" fmla="*/ 8 h 19"/>
                <a:gd name="T56" fmla="*/ 7 w 33"/>
                <a:gd name="T57" fmla="*/ 11 h 19"/>
                <a:gd name="T58" fmla="*/ 7 w 33"/>
                <a:gd name="T59" fmla="*/ 15 h 19"/>
                <a:gd name="T60" fmla="*/ 4 w 33"/>
                <a:gd name="T61" fmla="*/ 15 h 19"/>
                <a:gd name="T62" fmla="*/ 7 w 33"/>
                <a:gd name="T63" fmla="*/ 19 h 19"/>
                <a:gd name="T64" fmla="*/ 11 w 33"/>
                <a:gd name="T65" fmla="*/ 19 h 19"/>
                <a:gd name="T66" fmla="*/ 11 w 33"/>
                <a:gd name="T67" fmla="*/ 15 h 19"/>
                <a:gd name="T68" fmla="*/ 11 w 33"/>
                <a:gd name="T69" fmla="*/ 11 h 19"/>
                <a:gd name="T70" fmla="*/ 11 w 33"/>
                <a:gd name="T71" fmla="*/ 8 h 19"/>
                <a:gd name="T72" fmla="*/ 7 w 33"/>
                <a:gd name="T73" fmla="*/ 4 h 19"/>
                <a:gd name="T74" fmla="*/ 7 w 33"/>
                <a:gd name="T75" fmla="*/ 0 h 19"/>
                <a:gd name="T76" fmla="*/ 7 w 33"/>
                <a:gd name="T77" fmla="*/ 0 h 19"/>
                <a:gd name="T78" fmla="*/ 4 w 33"/>
                <a:gd name="T79" fmla="*/ 0 h 19"/>
                <a:gd name="T80" fmla="*/ 4 w 33"/>
                <a:gd name="T81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19">
                  <a:moveTo>
                    <a:pt x="33" y="15"/>
                  </a:moveTo>
                  <a:lnTo>
                    <a:pt x="29" y="15"/>
                  </a:lnTo>
                  <a:lnTo>
                    <a:pt x="29" y="19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3" y="15"/>
                  </a:lnTo>
                  <a:close/>
                  <a:moveTo>
                    <a:pt x="18" y="11"/>
                  </a:moveTo>
                  <a:lnTo>
                    <a:pt x="22" y="11"/>
                  </a:lnTo>
                  <a:lnTo>
                    <a:pt x="22" y="11"/>
                  </a:lnTo>
                  <a:lnTo>
                    <a:pt x="22" y="15"/>
                  </a:lnTo>
                  <a:lnTo>
                    <a:pt x="18" y="11"/>
                  </a:lnTo>
                  <a:lnTo>
                    <a:pt x="18" y="11"/>
                  </a:lnTo>
                  <a:close/>
                  <a:moveTo>
                    <a:pt x="15" y="4"/>
                  </a:moveTo>
                  <a:lnTo>
                    <a:pt x="15" y="8"/>
                  </a:lnTo>
                  <a:lnTo>
                    <a:pt x="15" y="8"/>
                  </a:lnTo>
                  <a:lnTo>
                    <a:pt x="15" y="4"/>
                  </a:lnTo>
                  <a:lnTo>
                    <a:pt x="15" y="4"/>
                  </a:lnTo>
                  <a:close/>
                  <a:moveTo>
                    <a:pt x="0" y="8"/>
                  </a:moveTo>
                  <a:lnTo>
                    <a:pt x="4" y="8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close/>
                  <a:moveTo>
                    <a:pt x="4" y="4"/>
                  </a:moveTo>
                  <a:lnTo>
                    <a:pt x="4" y="4"/>
                  </a:lnTo>
                  <a:lnTo>
                    <a:pt x="7" y="8"/>
                  </a:lnTo>
                  <a:lnTo>
                    <a:pt x="7" y="11"/>
                  </a:lnTo>
                  <a:lnTo>
                    <a:pt x="7" y="15"/>
                  </a:lnTo>
                  <a:lnTo>
                    <a:pt x="4" y="15"/>
                  </a:lnTo>
                  <a:lnTo>
                    <a:pt x="7" y="19"/>
                  </a:lnTo>
                  <a:lnTo>
                    <a:pt x="11" y="19"/>
                  </a:lnTo>
                  <a:lnTo>
                    <a:pt x="11" y="15"/>
                  </a:lnTo>
                  <a:lnTo>
                    <a:pt x="11" y="11"/>
                  </a:lnTo>
                  <a:lnTo>
                    <a:pt x="11" y="8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199" name="Freeform 157"/>
            <p:cNvSpPr>
              <a:spLocks noEditPoints="1"/>
            </p:cNvSpPr>
            <p:nvPr/>
          </p:nvSpPr>
          <p:spPr bwMode="auto">
            <a:xfrm>
              <a:off x="2949777" y="2818286"/>
              <a:ext cx="66905" cy="24446"/>
            </a:xfrm>
            <a:custGeom>
              <a:avLst/>
              <a:gdLst>
                <a:gd name="T0" fmla="*/ 44 w 52"/>
                <a:gd name="T1" fmla="*/ 15 h 19"/>
                <a:gd name="T2" fmla="*/ 52 w 52"/>
                <a:gd name="T3" fmla="*/ 19 h 19"/>
                <a:gd name="T4" fmla="*/ 48 w 52"/>
                <a:gd name="T5" fmla="*/ 19 h 19"/>
                <a:gd name="T6" fmla="*/ 44 w 52"/>
                <a:gd name="T7" fmla="*/ 19 h 19"/>
                <a:gd name="T8" fmla="*/ 44 w 52"/>
                <a:gd name="T9" fmla="*/ 15 h 19"/>
                <a:gd name="T10" fmla="*/ 44 w 52"/>
                <a:gd name="T11" fmla="*/ 15 h 19"/>
                <a:gd name="T12" fmla="*/ 48 w 52"/>
                <a:gd name="T13" fmla="*/ 8 h 19"/>
                <a:gd name="T14" fmla="*/ 44 w 52"/>
                <a:gd name="T15" fmla="*/ 8 h 19"/>
                <a:gd name="T16" fmla="*/ 48 w 52"/>
                <a:gd name="T17" fmla="*/ 11 h 19"/>
                <a:gd name="T18" fmla="*/ 48 w 52"/>
                <a:gd name="T19" fmla="*/ 8 h 19"/>
                <a:gd name="T20" fmla="*/ 48 w 52"/>
                <a:gd name="T21" fmla="*/ 8 h 19"/>
                <a:gd name="T22" fmla="*/ 48 w 52"/>
                <a:gd name="T23" fmla="*/ 8 h 19"/>
                <a:gd name="T24" fmla="*/ 29 w 52"/>
                <a:gd name="T25" fmla="*/ 11 h 19"/>
                <a:gd name="T26" fmla="*/ 29 w 52"/>
                <a:gd name="T27" fmla="*/ 11 h 19"/>
                <a:gd name="T28" fmla="*/ 29 w 52"/>
                <a:gd name="T29" fmla="*/ 15 h 19"/>
                <a:gd name="T30" fmla="*/ 33 w 52"/>
                <a:gd name="T31" fmla="*/ 15 h 19"/>
                <a:gd name="T32" fmla="*/ 29 w 52"/>
                <a:gd name="T33" fmla="*/ 11 h 19"/>
                <a:gd name="T34" fmla="*/ 29 w 52"/>
                <a:gd name="T35" fmla="*/ 11 h 19"/>
                <a:gd name="T36" fmla="*/ 22 w 52"/>
                <a:gd name="T37" fmla="*/ 0 h 19"/>
                <a:gd name="T38" fmla="*/ 26 w 52"/>
                <a:gd name="T39" fmla="*/ 0 h 19"/>
                <a:gd name="T40" fmla="*/ 29 w 52"/>
                <a:gd name="T41" fmla="*/ 0 h 19"/>
                <a:gd name="T42" fmla="*/ 29 w 52"/>
                <a:gd name="T43" fmla="*/ 4 h 19"/>
                <a:gd name="T44" fmla="*/ 29 w 52"/>
                <a:gd name="T45" fmla="*/ 4 h 19"/>
                <a:gd name="T46" fmla="*/ 26 w 52"/>
                <a:gd name="T47" fmla="*/ 4 h 19"/>
                <a:gd name="T48" fmla="*/ 22 w 52"/>
                <a:gd name="T49" fmla="*/ 0 h 19"/>
                <a:gd name="T50" fmla="*/ 22 w 52"/>
                <a:gd name="T51" fmla="*/ 0 h 19"/>
                <a:gd name="T52" fmla="*/ 4 w 52"/>
                <a:gd name="T53" fmla="*/ 8 h 19"/>
                <a:gd name="T54" fmla="*/ 4 w 52"/>
                <a:gd name="T55" fmla="*/ 8 h 19"/>
                <a:gd name="T56" fmla="*/ 0 w 52"/>
                <a:gd name="T57" fmla="*/ 8 h 19"/>
                <a:gd name="T58" fmla="*/ 4 w 52"/>
                <a:gd name="T5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2" h="19">
                  <a:moveTo>
                    <a:pt x="44" y="15"/>
                  </a:moveTo>
                  <a:lnTo>
                    <a:pt x="52" y="19"/>
                  </a:lnTo>
                  <a:lnTo>
                    <a:pt x="48" y="19"/>
                  </a:lnTo>
                  <a:lnTo>
                    <a:pt x="44" y="19"/>
                  </a:lnTo>
                  <a:lnTo>
                    <a:pt x="44" y="15"/>
                  </a:lnTo>
                  <a:lnTo>
                    <a:pt x="44" y="15"/>
                  </a:lnTo>
                  <a:close/>
                  <a:moveTo>
                    <a:pt x="48" y="8"/>
                  </a:moveTo>
                  <a:lnTo>
                    <a:pt x="44" y="8"/>
                  </a:lnTo>
                  <a:lnTo>
                    <a:pt x="48" y="11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8" y="8"/>
                  </a:lnTo>
                  <a:close/>
                  <a:moveTo>
                    <a:pt x="29" y="11"/>
                  </a:moveTo>
                  <a:lnTo>
                    <a:pt x="29" y="11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29" y="11"/>
                  </a:lnTo>
                  <a:lnTo>
                    <a:pt x="29" y="11"/>
                  </a:lnTo>
                  <a:close/>
                  <a:moveTo>
                    <a:pt x="22" y="0"/>
                  </a:moveTo>
                  <a:lnTo>
                    <a:pt x="26" y="0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6" y="4"/>
                  </a:lnTo>
                  <a:lnTo>
                    <a:pt x="22" y="0"/>
                  </a:lnTo>
                  <a:lnTo>
                    <a:pt x="22" y="0"/>
                  </a:lnTo>
                  <a:close/>
                  <a:moveTo>
                    <a:pt x="4" y="8"/>
                  </a:moveTo>
                  <a:lnTo>
                    <a:pt x="4" y="8"/>
                  </a:lnTo>
                  <a:lnTo>
                    <a:pt x="0" y="8"/>
                  </a:lnTo>
                  <a:lnTo>
                    <a:pt x="4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0" name="Freeform 158"/>
            <p:cNvSpPr>
              <a:spLocks noEditPoints="1"/>
            </p:cNvSpPr>
            <p:nvPr/>
          </p:nvSpPr>
          <p:spPr bwMode="auto">
            <a:xfrm>
              <a:off x="2897025" y="2813139"/>
              <a:ext cx="47606" cy="15440"/>
            </a:xfrm>
            <a:custGeom>
              <a:avLst/>
              <a:gdLst>
                <a:gd name="T0" fmla="*/ 30 w 37"/>
                <a:gd name="T1" fmla="*/ 8 h 12"/>
                <a:gd name="T2" fmla="*/ 30 w 37"/>
                <a:gd name="T3" fmla="*/ 8 h 12"/>
                <a:gd name="T4" fmla="*/ 37 w 37"/>
                <a:gd name="T5" fmla="*/ 8 h 12"/>
                <a:gd name="T6" fmla="*/ 33 w 37"/>
                <a:gd name="T7" fmla="*/ 8 h 12"/>
                <a:gd name="T8" fmla="*/ 30 w 37"/>
                <a:gd name="T9" fmla="*/ 8 h 12"/>
                <a:gd name="T10" fmla="*/ 30 w 37"/>
                <a:gd name="T11" fmla="*/ 8 h 12"/>
                <a:gd name="T12" fmla="*/ 26 w 37"/>
                <a:gd name="T13" fmla="*/ 0 h 12"/>
                <a:gd name="T14" fmla="*/ 22 w 37"/>
                <a:gd name="T15" fmla="*/ 0 h 12"/>
                <a:gd name="T16" fmla="*/ 15 w 37"/>
                <a:gd name="T17" fmla="*/ 0 h 12"/>
                <a:gd name="T18" fmla="*/ 4 w 37"/>
                <a:gd name="T19" fmla="*/ 0 h 12"/>
                <a:gd name="T20" fmla="*/ 4 w 37"/>
                <a:gd name="T21" fmla="*/ 4 h 12"/>
                <a:gd name="T22" fmla="*/ 0 w 37"/>
                <a:gd name="T23" fmla="*/ 4 h 12"/>
                <a:gd name="T24" fmla="*/ 0 w 37"/>
                <a:gd name="T25" fmla="*/ 4 h 12"/>
                <a:gd name="T26" fmla="*/ 0 w 37"/>
                <a:gd name="T27" fmla="*/ 8 h 12"/>
                <a:gd name="T28" fmla="*/ 0 w 37"/>
                <a:gd name="T29" fmla="*/ 12 h 12"/>
                <a:gd name="T30" fmla="*/ 11 w 37"/>
                <a:gd name="T31" fmla="*/ 12 h 12"/>
                <a:gd name="T32" fmla="*/ 11 w 37"/>
                <a:gd name="T33" fmla="*/ 12 h 12"/>
                <a:gd name="T34" fmla="*/ 19 w 37"/>
                <a:gd name="T35" fmla="*/ 8 h 12"/>
                <a:gd name="T36" fmla="*/ 19 w 37"/>
                <a:gd name="T37" fmla="*/ 12 h 12"/>
                <a:gd name="T38" fmla="*/ 26 w 37"/>
                <a:gd name="T39" fmla="*/ 8 h 12"/>
                <a:gd name="T40" fmla="*/ 30 w 37"/>
                <a:gd name="T41" fmla="*/ 4 h 12"/>
                <a:gd name="T42" fmla="*/ 26 w 37"/>
                <a:gd name="T43" fmla="*/ 4 h 12"/>
                <a:gd name="T44" fmla="*/ 26 w 37"/>
                <a:gd name="T4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7" h="12">
                  <a:moveTo>
                    <a:pt x="30" y="8"/>
                  </a:moveTo>
                  <a:lnTo>
                    <a:pt x="30" y="8"/>
                  </a:lnTo>
                  <a:lnTo>
                    <a:pt x="37" y="8"/>
                  </a:lnTo>
                  <a:lnTo>
                    <a:pt x="33" y="8"/>
                  </a:lnTo>
                  <a:lnTo>
                    <a:pt x="30" y="8"/>
                  </a:lnTo>
                  <a:lnTo>
                    <a:pt x="30" y="8"/>
                  </a:lnTo>
                  <a:close/>
                  <a:moveTo>
                    <a:pt x="26" y="0"/>
                  </a:moveTo>
                  <a:lnTo>
                    <a:pt x="22" y="0"/>
                  </a:lnTo>
                  <a:lnTo>
                    <a:pt x="15" y="0"/>
                  </a:lnTo>
                  <a:lnTo>
                    <a:pt x="4" y="0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9" y="8"/>
                  </a:lnTo>
                  <a:lnTo>
                    <a:pt x="19" y="12"/>
                  </a:lnTo>
                  <a:lnTo>
                    <a:pt x="26" y="8"/>
                  </a:lnTo>
                  <a:lnTo>
                    <a:pt x="30" y="4"/>
                  </a:lnTo>
                  <a:lnTo>
                    <a:pt x="26" y="4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1" name="Freeform 159"/>
            <p:cNvSpPr>
              <a:spLocks noEditPoints="1"/>
            </p:cNvSpPr>
            <p:nvPr/>
          </p:nvSpPr>
          <p:spPr bwMode="auto">
            <a:xfrm>
              <a:off x="2796669" y="2784834"/>
              <a:ext cx="81058" cy="47606"/>
            </a:xfrm>
            <a:custGeom>
              <a:avLst/>
              <a:gdLst>
                <a:gd name="T0" fmla="*/ 60 w 63"/>
                <a:gd name="T1" fmla="*/ 30 h 37"/>
                <a:gd name="T2" fmla="*/ 60 w 63"/>
                <a:gd name="T3" fmla="*/ 30 h 37"/>
                <a:gd name="T4" fmla="*/ 56 w 63"/>
                <a:gd name="T5" fmla="*/ 26 h 37"/>
                <a:gd name="T6" fmla="*/ 56 w 63"/>
                <a:gd name="T7" fmla="*/ 26 h 37"/>
                <a:gd name="T8" fmla="*/ 8 w 63"/>
                <a:gd name="T9" fmla="*/ 4 h 37"/>
                <a:gd name="T10" fmla="*/ 8 w 63"/>
                <a:gd name="T11" fmla="*/ 11 h 37"/>
                <a:gd name="T12" fmla="*/ 4 w 63"/>
                <a:gd name="T13" fmla="*/ 15 h 37"/>
                <a:gd name="T14" fmla="*/ 4 w 63"/>
                <a:gd name="T15" fmla="*/ 19 h 37"/>
                <a:gd name="T16" fmla="*/ 4 w 63"/>
                <a:gd name="T17" fmla="*/ 22 h 37"/>
                <a:gd name="T18" fmla="*/ 0 w 63"/>
                <a:gd name="T19" fmla="*/ 30 h 37"/>
                <a:gd name="T20" fmla="*/ 4 w 63"/>
                <a:gd name="T21" fmla="*/ 34 h 37"/>
                <a:gd name="T22" fmla="*/ 8 w 63"/>
                <a:gd name="T23" fmla="*/ 37 h 37"/>
                <a:gd name="T24" fmla="*/ 8 w 63"/>
                <a:gd name="T25" fmla="*/ 37 h 37"/>
                <a:gd name="T26" fmla="*/ 15 w 63"/>
                <a:gd name="T27" fmla="*/ 30 h 37"/>
                <a:gd name="T28" fmla="*/ 15 w 63"/>
                <a:gd name="T29" fmla="*/ 26 h 37"/>
                <a:gd name="T30" fmla="*/ 19 w 63"/>
                <a:gd name="T31" fmla="*/ 26 h 37"/>
                <a:gd name="T32" fmla="*/ 26 w 63"/>
                <a:gd name="T33" fmla="*/ 26 h 37"/>
                <a:gd name="T34" fmla="*/ 26 w 63"/>
                <a:gd name="T35" fmla="*/ 30 h 37"/>
                <a:gd name="T36" fmla="*/ 34 w 63"/>
                <a:gd name="T37" fmla="*/ 22 h 37"/>
                <a:gd name="T38" fmla="*/ 45 w 63"/>
                <a:gd name="T39" fmla="*/ 22 h 37"/>
                <a:gd name="T40" fmla="*/ 52 w 63"/>
                <a:gd name="T41" fmla="*/ 26 h 37"/>
                <a:gd name="T42" fmla="*/ 60 w 63"/>
                <a:gd name="T43" fmla="*/ 26 h 37"/>
                <a:gd name="T44" fmla="*/ 63 w 63"/>
                <a:gd name="T45" fmla="*/ 22 h 37"/>
                <a:gd name="T46" fmla="*/ 63 w 63"/>
                <a:gd name="T47" fmla="*/ 19 h 37"/>
                <a:gd name="T48" fmla="*/ 52 w 63"/>
                <a:gd name="T49" fmla="*/ 15 h 37"/>
                <a:gd name="T50" fmla="*/ 45 w 63"/>
                <a:gd name="T51" fmla="*/ 15 h 37"/>
                <a:gd name="T52" fmla="*/ 37 w 63"/>
                <a:gd name="T53" fmla="*/ 11 h 37"/>
                <a:gd name="T54" fmla="*/ 37 w 63"/>
                <a:gd name="T55" fmla="*/ 8 h 37"/>
                <a:gd name="T56" fmla="*/ 48 w 63"/>
                <a:gd name="T57" fmla="*/ 11 h 37"/>
                <a:gd name="T58" fmla="*/ 48 w 63"/>
                <a:gd name="T59" fmla="*/ 8 h 37"/>
                <a:gd name="T60" fmla="*/ 41 w 63"/>
                <a:gd name="T61" fmla="*/ 8 h 37"/>
                <a:gd name="T62" fmla="*/ 37 w 63"/>
                <a:gd name="T63" fmla="*/ 4 h 37"/>
                <a:gd name="T64" fmla="*/ 34 w 63"/>
                <a:gd name="T65" fmla="*/ 4 h 37"/>
                <a:gd name="T66" fmla="*/ 19 w 63"/>
                <a:gd name="T67" fmla="*/ 0 h 37"/>
                <a:gd name="T68" fmla="*/ 8 w 63"/>
                <a:gd name="T6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3" h="37">
                  <a:moveTo>
                    <a:pt x="56" y="26"/>
                  </a:moveTo>
                  <a:lnTo>
                    <a:pt x="60" y="30"/>
                  </a:lnTo>
                  <a:lnTo>
                    <a:pt x="60" y="30"/>
                  </a:lnTo>
                  <a:lnTo>
                    <a:pt x="60" y="30"/>
                  </a:lnTo>
                  <a:lnTo>
                    <a:pt x="56" y="30"/>
                  </a:lnTo>
                  <a:lnTo>
                    <a:pt x="56" y="26"/>
                  </a:lnTo>
                  <a:lnTo>
                    <a:pt x="56" y="26"/>
                  </a:lnTo>
                  <a:lnTo>
                    <a:pt x="56" y="26"/>
                  </a:lnTo>
                  <a:close/>
                  <a:moveTo>
                    <a:pt x="8" y="4"/>
                  </a:moveTo>
                  <a:lnTo>
                    <a:pt x="8" y="4"/>
                  </a:lnTo>
                  <a:lnTo>
                    <a:pt x="4" y="8"/>
                  </a:lnTo>
                  <a:lnTo>
                    <a:pt x="8" y="11"/>
                  </a:lnTo>
                  <a:lnTo>
                    <a:pt x="8" y="15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4" y="30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11" y="34"/>
                  </a:lnTo>
                  <a:lnTo>
                    <a:pt x="15" y="30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23" y="22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30"/>
                  </a:lnTo>
                  <a:lnTo>
                    <a:pt x="30" y="26"/>
                  </a:lnTo>
                  <a:lnTo>
                    <a:pt x="34" y="22"/>
                  </a:lnTo>
                  <a:lnTo>
                    <a:pt x="41" y="22"/>
                  </a:lnTo>
                  <a:lnTo>
                    <a:pt x="45" y="22"/>
                  </a:lnTo>
                  <a:lnTo>
                    <a:pt x="48" y="22"/>
                  </a:lnTo>
                  <a:lnTo>
                    <a:pt x="52" y="26"/>
                  </a:lnTo>
                  <a:lnTo>
                    <a:pt x="56" y="26"/>
                  </a:lnTo>
                  <a:lnTo>
                    <a:pt x="60" y="26"/>
                  </a:lnTo>
                  <a:lnTo>
                    <a:pt x="60" y="22"/>
                  </a:lnTo>
                  <a:lnTo>
                    <a:pt x="63" y="22"/>
                  </a:lnTo>
                  <a:lnTo>
                    <a:pt x="63" y="22"/>
                  </a:lnTo>
                  <a:lnTo>
                    <a:pt x="63" y="19"/>
                  </a:lnTo>
                  <a:lnTo>
                    <a:pt x="56" y="15"/>
                  </a:lnTo>
                  <a:lnTo>
                    <a:pt x="52" y="15"/>
                  </a:lnTo>
                  <a:lnTo>
                    <a:pt x="48" y="15"/>
                  </a:lnTo>
                  <a:lnTo>
                    <a:pt x="45" y="15"/>
                  </a:lnTo>
                  <a:lnTo>
                    <a:pt x="41" y="11"/>
                  </a:lnTo>
                  <a:lnTo>
                    <a:pt x="37" y="11"/>
                  </a:lnTo>
                  <a:lnTo>
                    <a:pt x="34" y="11"/>
                  </a:lnTo>
                  <a:lnTo>
                    <a:pt x="37" y="8"/>
                  </a:lnTo>
                  <a:lnTo>
                    <a:pt x="41" y="11"/>
                  </a:lnTo>
                  <a:lnTo>
                    <a:pt x="48" y="11"/>
                  </a:lnTo>
                  <a:lnTo>
                    <a:pt x="52" y="11"/>
                  </a:lnTo>
                  <a:lnTo>
                    <a:pt x="48" y="8"/>
                  </a:lnTo>
                  <a:lnTo>
                    <a:pt x="48" y="8"/>
                  </a:lnTo>
                  <a:lnTo>
                    <a:pt x="41" y="8"/>
                  </a:lnTo>
                  <a:lnTo>
                    <a:pt x="37" y="4"/>
                  </a:lnTo>
                  <a:lnTo>
                    <a:pt x="37" y="4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8" y="0"/>
                  </a:lnTo>
                  <a:lnTo>
                    <a:pt x="8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2" name="Freeform 160"/>
            <p:cNvSpPr>
              <a:spLocks noEditPoints="1"/>
            </p:cNvSpPr>
            <p:nvPr/>
          </p:nvSpPr>
          <p:spPr bwMode="auto">
            <a:xfrm>
              <a:off x="3244415" y="799561"/>
              <a:ext cx="891636" cy="1040885"/>
            </a:xfrm>
            <a:custGeom>
              <a:avLst/>
              <a:gdLst>
                <a:gd name="T0" fmla="*/ 47 w 187"/>
                <a:gd name="T1" fmla="*/ 209 h 218"/>
                <a:gd name="T2" fmla="*/ 36 w 187"/>
                <a:gd name="T3" fmla="*/ 200 h 218"/>
                <a:gd name="T4" fmla="*/ 31 w 187"/>
                <a:gd name="T5" fmla="*/ 189 h 218"/>
                <a:gd name="T6" fmla="*/ 29 w 187"/>
                <a:gd name="T7" fmla="*/ 185 h 218"/>
                <a:gd name="T8" fmla="*/ 32 w 187"/>
                <a:gd name="T9" fmla="*/ 173 h 218"/>
                <a:gd name="T10" fmla="*/ 31 w 187"/>
                <a:gd name="T11" fmla="*/ 166 h 218"/>
                <a:gd name="T12" fmla="*/ 39 w 187"/>
                <a:gd name="T13" fmla="*/ 161 h 218"/>
                <a:gd name="T14" fmla="*/ 40 w 187"/>
                <a:gd name="T15" fmla="*/ 158 h 218"/>
                <a:gd name="T16" fmla="*/ 43 w 187"/>
                <a:gd name="T17" fmla="*/ 149 h 218"/>
                <a:gd name="T18" fmla="*/ 45 w 187"/>
                <a:gd name="T19" fmla="*/ 141 h 218"/>
                <a:gd name="T20" fmla="*/ 44 w 187"/>
                <a:gd name="T21" fmla="*/ 129 h 218"/>
                <a:gd name="T22" fmla="*/ 33 w 187"/>
                <a:gd name="T23" fmla="*/ 127 h 218"/>
                <a:gd name="T24" fmla="*/ 37 w 187"/>
                <a:gd name="T25" fmla="*/ 108 h 218"/>
                <a:gd name="T26" fmla="*/ 29 w 187"/>
                <a:gd name="T27" fmla="*/ 84 h 218"/>
                <a:gd name="T28" fmla="*/ 6 w 187"/>
                <a:gd name="T29" fmla="*/ 74 h 218"/>
                <a:gd name="T30" fmla="*/ 19 w 187"/>
                <a:gd name="T31" fmla="*/ 64 h 218"/>
                <a:gd name="T32" fmla="*/ 7 w 187"/>
                <a:gd name="T33" fmla="*/ 50 h 218"/>
                <a:gd name="T34" fmla="*/ 37 w 187"/>
                <a:gd name="T35" fmla="*/ 37 h 218"/>
                <a:gd name="T36" fmla="*/ 48 w 187"/>
                <a:gd name="T37" fmla="*/ 25 h 218"/>
                <a:gd name="T38" fmla="*/ 73 w 187"/>
                <a:gd name="T39" fmla="*/ 13 h 218"/>
                <a:gd name="T40" fmla="*/ 86 w 187"/>
                <a:gd name="T41" fmla="*/ 23 h 218"/>
                <a:gd name="T42" fmla="*/ 101 w 187"/>
                <a:gd name="T43" fmla="*/ 23 h 218"/>
                <a:gd name="T44" fmla="*/ 107 w 187"/>
                <a:gd name="T45" fmla="*/ 9 h 218"/>
                <a:gd name="T46" fmla="*/ 126 w 187"/>
                <a:gd name="T47" fmla="*/ 1 h 218"/>
                <a:gd name="T48" fmla="*/ 138 w 187"/>
                <a:gd name="T49" fmla="*/ 9 h 218"/>
                <a:gd name="T50" fmla="*/ 148 w 187"/>
                <a:gd name="T51" fmla="*/ 11 h 218"/>
                <a:gd name="T52" fmla="*/ 165 w 187"/>
                <a:gd name="T53" fmla="*/ 23 h 218"/>
                <a:gd name="T54" fmla="*/ 129 w 187"/>
                <a:gd name="T55" fmla="*/ 28 h 218"/>
                <a:gd name="T56" fmla="*/ 157 w 187"/>
                <a:gd name="T57" fmla="*/ 30 h 218"/>
                <a:gd name="T58" fmla="*/ 163 w 187"/>
                <a:gd name="T59" fmla="*/ 38 h 218"/>
                <a:gd name="T60" fmla="*/ 180 w 187"/>
                <a:gd name="T61" fmla="*/ 42 h 218"/>
                <a:gd name="T62" fmla="*/ 164 w 187"/>
                <a:gd name="T63" fmla="*/ 51 h 218"/>
                <a:gd name="T64" fmla="*/ 157 w 187"/>
                <a:gd name="T65" fmla="*/ 77 h 218"/>
                <a:gd name="T66" fmla="*/ 155 w 187"/>
                <a:gd name="T67" fmla="*/ 88 h 218"/>
                <a:gd name="T68" fmla="*/ 156 w 187"/>
                <a:gd name="T69" fmla="*/ 98 h 218"/>
                <a:gd name="T70" fmla="*/ 152 w 187"/>
                <a:gd name="T71" fmla="*/ 106 h 218"/>
                <a:gd name="T72" fmla="*/ 151 w 187"/>
                <a:gd name="T73" fmla="*/ 117 h 218"/>
                <a:gd name="T74" fmla="*/ 138 w 187"/>
                <a:gd name="T75" fmla="*/ 119 h 218"/>
                <a:gd name="T76" fmla="*/ 132 w 187"/>
                <a:gd name="T77" fmla="*/ 125 h 218"/>
                <a:gd name="T78" fmla="*/ 145 w 187"/>
                <a:gd name="T79" fmla="*/ 136 h 218"/>
                <a:gd name="T80" fmla="*/ 137 w 187"/>
                <a:gd name="T81" fmla="*/ 142 h 218"/>
                <a:gd name="T82" fmla="*/ 125 w 187"/>
                <a:gd name="T83" fmla="*/ 141 h 218"/>
                <a:gd name="T84" fmla="*/ 134 w 187"/>
                <a:gd name="T85" fmla="*/ 147 h 218"/>
                <a:gd name="T86" fmla="*/ 127 w 187"/>
                <a:gd name="T87" fmla="*/ 159 h 218"/>
                <a:gd name="T88" fmla="*/ 106 w 187"/>
                <a:gd name="T89" fmla="*/ 162 h 218"/>
                <a:gd name="T90" fmla="*/ 88 w 187"/>
                <a:gd name="T91" fmla="*/ 178 h 218"/>
                <a:gd name="T92" fmla="*/ 75 w 187"/>
                <a:gd name="T93" fmla="*/ 180 h 218"/>
                <a:gd name="T94" fmla="*/ 65 w 187"/>
                <a:gd name="T95" fmla="*/ 193 h 218"/>
                <a:gd name="T96" fmla="*/ 62 w 187"/>
                <a:gd name="T97" fmla="*/ 203 h 218"/>
                <a:gd name="T98" fmla="*/ 54 w 187"/>
                <a:gd name="T99" fmla="*/ 212 h 218"/>
                <a:gd name="T100" fmla="*/ 62 w 187"/>
                <a:gd name="T101" fmla="*/ 199 h 218"/>
                <a:gd name="T102" fmla="*/ 139 w 187"/>
                <a:gd name="T103" fmla="*/ 153 h 218"/>
                <a:gd name="T104" fmla="*/ 141 w 187"/>
                <a:gd name="T105" fmla="*/ 126 h 218"/>
                <a:gd name="T106" fmla="*/ 150 w 187"/>
                <a:gd name="T107" fmla="*/ 112 h 218"/>
                <a:gd name="T108" fmla="*/ 154 w 187"/>
                <a:gd name="T109" fmla="*/ 94 h 218"/>
                <a:gd name="T110" fmla="*/ 173 w 187"/>
                <a:gd name="T111" fmla="*/ 29 h 218"/>
                <a:gd name="T112" fmla="*/ 106 w 187"/>
                <a:gd name="T113" fmla="*/ 8 h 218"/>
                <a:gd name="T114" fmla="*/ 84 w 187"/>
                <a:gd name="T115" fmla="*/ 17 h 218"/>
                <a:gd name="T116" fmla="*/ 35 w 187"/>
                <a:gd name="T117" fmla="*/ 101 h 218"/>
                <a:gd name="T118" fmla="*/ 35 w 187"/>
                <a:gd name="T119" fmla="*/ 118 h 218"/>
                <a:gd name="T120" fmla="*/ 37 w 187"/>
                <a:gd name="T121" fmla="*/ 210 h 218"/>
                <a:gd name="T122" fmla="*/ 34 w 187"/>
                <a:gd name="T123" fmla="*/ 154 h 218"/>
                <a:gd name="T124" fmla="*/ 43 w 187"/>
                <a:gd name="T125" fmla="*/ 14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7" h="218">
                  <a:moveTo>
                    <a:pt x="55" y="216"/>
                  </a:moveTo>
                  <a:cubicBezTo>
                    <a:pt x="53" y="215"/>
                    <a:pt x="53" y="215"/>
                    <a:pt x="53" y="215"/>
                  </a:cubicBezTo>
                  <a:cubicBezTo>
                    <a:pt x="52" y="215"/>
                    <a:pt x="52" y="215"/>
                    <a:pt x="52" y="215"/>
                  </a:cubicBezTo>
                  <a:cubicBezTo>
                    <a:pt x="52" y="214"/>
                    <a:pt x="52" y="214"/>
                    <a:pt x="52" y="214"/>
                  </a:cubicBezTo>
                  <a:cubicBezTo>
                    <a:pt x="52" y="214"/>
                    <a:pt x="52" y="214"/>
                    <a:pt x="52" y="214"/>
                  </a:cubicBezTo>
                  <a:cubicBezTo>
                    <a:pt x="53" y="214"/>
                    <a:pt x="53" y="214"/>
                    <a:pt x="53" y="214"/>
                  </a:cubicBezTo>
                  <a:cubicBezTo>
                    <a:pt x="53" y="213"/>
                    <a:pt x="53" y="213"/>
                    <a:pt x="53" y="213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52" y="214"/>
                    <a:pt x="52" y="214"/>
                    <a:pt x="52" y="214"/>
                  </a:cubicBezTo>
                  <a:cubicBezTo>
                    <a:pt x="51" y="214"/>
                    <a:pt x="51" y="214"/>
                    <a:pt x="51" y="214"/>
                  </a:cubicBezTo>
                  <a:cubicBezTo>
                    <a:pt x="51" y="215"/>
                    <a:pt x="51" y="215"/>
                    <a:pt x="51" y="215"/>
                  </a:cubicBezTo>
                  <a:cubicBezTo>
                    <a:pt x="51" y="215"/>
                    <a:pt x="51" y="215"/>
                    <a:pt x="51" y="215"/>
                  </a:cubicBezTo>
                  <a:cubicBezTo>
                    <a:pt x="50" y="215"/>
                    <a:pt x="50" y="215"/>
                    <a:pt x="50" y="215"/>
                  </a:cubicBezTo>
                  <a:cubicBezTo>
                    <a:pt x="50" y="215"/>
                    <a:pt x="50" y="215"/>
                    <a:pt x="50" y="215"/>
                  </a:cubicBezTo>
                  <a:cubicBezTo>
                    <a:pt x="50" y="216"/>
                    <a:pt x="50" y="216"/>
                    <a:pt x="50" y="216"/>
                  </a:cubicBezTo>
                  <a:cubicBezTo>
                    <a:pt x="50" y="216"/>
                    <a:pt x="50" y="216"/>
                    <a:pt x="50" y="216"/>
                  </a:cubicBezTo>
                  <a:cubicBezTo>
                    <a:pt x="50" y="216"/>
                    <a:pt x="50" y="216"/>
                    <a:pt x="50" y="216"/>
                  </a:cubicBezTo>
                  <a:cubicBezTo>
                    <a:pt x="50" y="215"/>
                    <a:pt x="50" y="215"/>
                    <a:pt x="50" y="215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51" y="213"/>
                    <a:pt x="51" y="213"/>
                    <a:pt x="51" y="213"/>
                  </a:cubicBezTo>
                  <a:cubicBezTo>
                    <a:pt x="51" y="213"/>
                    <a:pt x="51" y="213"/>
                    <a:pt x="51" y="213"/>
                  </a:cubicBezTo>
                  <a:cubicBezTo>
                    <a:pt x="50" y="213"/>
                    <a:pt x="50" y="213"/>
                    <a:pt x="50" y="213"/>
                  </a:cubicBezTo>
                  <a:cubicBezTo>
                    <a:pt x="50" y="214"/>
                    <a:pt x="50" y="214"/>
                    <a:pt x="50" y="214"/>
                  </a:cubicBezTo>
                  <a:cubicBezTo>
                    <a:pt x="49" y="215"/>
                    <a:pt x="49" y="215"/>
                    <a:pt x="49" y="215"/>
                  </a:cubicBezTo>
                  <a:cubicBezTo>
                    <a:pt x="49" y="215"/>
                    <a:pt x="49" y="215"/>
                    <a:pt x="49" y="215"/>
                  </a:cubicBezTo>
                  <a:cubicBezTo>
                    <a:pt x="49" y="214"/>
                    <a:pt x="49" y="214"/>
                    <a:pt x="49" y="214"/>
                  </a:cubicBezTo>
                  <a:cubicBezTo>
                    <a:pt x="49" y="214"/>
                    <a:pt x="49" y="214"/>
                    <a:pt x="49" y="214"/>
                  </a:cubicBezTo>
                  <a:cubicBezTo>
                    <a:pt x="50" y="213"/>
                    <a:pt x="50" y="213"/>
                    <a:pt x="50" y="213"/>
                  </a:cubicBezTo>
                  <a:cubicBezTo>
                    <a:pt x="50" y="212"/>
                    <a:pt x="50" y="212"/>
                    <a:pt x="50" y="212"/>
                  </a:cubicBezTo>
                  <a:cubicBezTo>
                    <a:pt x="50" y="212"/>
                    <a:pt x="50" y="212"/>
                    <a:pt x="50" y="212"/>
                  </a:cubicBezTo>
                  <a:cubicBezTo>
                    <a:pt x="49" y="212"/>
                    <a:pt x="49" y="212"/>
                    <a:pt x="49" y="212"/>
                  </a:cubicBezTo>
                  <a:cubicBezTo>
                    <a:pt x="49" y="213"/>
                    <a:pt x="49" y="213"/>
                    <a:pt x="49" y="213"/>
                  </a:cubicBezTo>
                  <a:cubicBezTo>
                    <a:pt x="48" y="213"/>
                    <a:pt x="48" y="213"/>
                    <a:pt x="48" y="213"/>
                  </a:cubicBezTo>
                  <a:cubicBezTo>
                    <a:pt x="48" y="213"/>
                    <a:pt x="48" y="213"/>
                    <a:pt x="48" y="213"/>
                  </a:cubicBezTo>
                  <a:cubicBezTo>
                    <a:pt x="48" y="212"/>
                    <a:pt x="48" y="212"/>
                    <a:pt x="48" y="212"/>
                  </a:cubicBezTo>
                  <a:cubicBezTo>
                    <a:pt x="49" y="212"/>
                    <a:pt x="49" y="212"/>
                    <a:pt x="49" y="212"/>
                  </a:cubicBezTo>
                  <a:cubicBezTo>
                    <a:pt x="49" y="212"/>
                    <a:pt x="49" y="212"/>
                    <a:pt x="49" y="212"/>
                  </a:cubicBezTo>
                  <a:cubicBezTo>
                    <a:pt x="48" y="212"/>
                    <a:pt x="48" y="212"/>
                    <a:pt x="48" y="212"/>
                  </a:cubicBezTo>
                  <a:cubicBezTo>
                    <a:pt x="48" y="212"/>
                    <a:pt x="48" y="212"/>
                    <a:pt x="48" y="212"/>
                  </a:cubicBezTo>
                  <a:cubicBezTo>
                    <a:pt x="47" y="212"/>
                    <a:pt x="47" y="212"/>
                    <a:pt x="47" y="212"/>
                  </a:cubicBezTo>
                  <a:cubicBezTo>
                    <a:pt x="47" y="213"/>
                    <a:pt x="47" y="213"/>
                    <a:pt x="47" y="213"/>
                  </a:cubicBezTo>
                  <a:cubicBezTo>
                    <a:pt x="47" y="212"/>
                    <a:pt x="47" y="212"/>
                    <a:pt x="47" y="212"/>
                  </a:cubicBezTo>
                  <a:cubicBezTo>
                    <a:pt x="47" y="212"/>
                    <a:pt x="47" y="212"/>
                    <a:pt x="47" y="212"/>
                  </a:cubicBezTo>
                  <a:cubicBezTo>
                    <a:pt x="47" y="212"/>
                    <a:pt x="47" y="212"/>
                    <a:pt x="47" y="212"/>
                  </a:cubicBezTo>
                  <a:cubicBezTo>
                    <a:pt x="46" y="212"/>
                    <a:pt x="46" y="212"/>
                    <a:pt x="46" y="212"/>
                  </a:cubicBezTo>
                  <a:cubicBezTo>
                    <a:pt x="46" y="212"/>
                    <a:pt x="46" y="212"/>
                    <a:pt x="46" y="212"/>
                  </a:cubicBezTo>
                  <a:cubicBezTo>
                    <a:pt x="46" y="212"/>
                    <a:pt x="46" y="212"/>
                    <a:pt x="46" y="212"/>
                  </a:cubicBezTo>
                  <a:cubicBezTo>
                    <a:pt x="47" y="211"/>
                    <a:pt x="47" y="211"/>
                    <a:pt x="47" y="211"/>
                  </a:cubicBezTo>
                  <a:cubicBezTo>
                    <a:pt x="47" y="210"/>
                    <a:pt x="47" y="210"/>
                    <a:pt x="47" y="210"/>
                  </a:cubicBezTo>
                  <a:cubicBezTo>
                    <a:pt x="48" y="210"/>
                    <a:pt x="48" y="210"/>
                    <a:pt x="48" y="210"/>
                  </a:cubicBezTo>
                  <a:cubicBezTo>
                    <a:pt x="49" y="210"/>
                    <a:pt x="49" y="210"/>
                    <a:pt x="49" y="210"/>
                  </a:cubicBezTo>
                  <a:cubicBezTo>
                    <a:pt x="49" y="210"/>
                    <a:pt x="49" y="210"/>
                    <a:pt x="49" y="210"/>
                  </a:cubicBezTo>
                  <a:cubicBezTo>
                    <a:pt x="48" y="210"/>
                    <a:pt x="48" y="210"/>
                    <a:pt x="48" y="210"/>
                  </a:cubicBezTo>
                  <a:cubicBezTo>
                    <a:pt x="47" y="210"/>
                    <a:pt x="47" y="210"/>
                    <a:pt x="47" y="210"/>
                  </a:cubicBezTo>
                  <a:cubicBezTo>
                    <a:pt x="47" y="210"/>
                    <a:pt x="47" y="210"/>
                    <a:pt x="47" y="210"/>
                  </a:cubicBezTo>
                  <a:cubicBezTo>
                    <a:pt x="47" y="210"/>
                    <a:pt x="47" y="210"/>
                    <a:pt x="47" y="210"/>
                  </a:cubicBezTo>
                  <a:cubicBezTo>
                    <a:pt x="48" y="210"/>
                    <a:pt x="48" y="210"/>
                    <a:pt x="48" y="210"/>
                  </a:cubicBezTo>
                  <a:cubicBezTo>
                    <a:pt x="48" y="209"/>
                    <a:pt x="48" y="209"/>
                    <a:pt x="48" y="209"/>
                  </a:cubicBezTo>
                  <a:cubicBezTo>
                    <a:pt x="49" y="209"/>
                    <a:pt x="49" y="209"/>
                    <a:pt x="49" y="209"/>
                  </a:cubicBezTo>
                  <a:cubicBezTo>
                    <a:pt x="50" y="209"/>
                    <a:pt x="50" y="209"/>
                    <a:pt x="50" y="209"/>
                  </a:cubicBezTo>
                  <a:cubicBezTo>
                    <a:pt x="50" y="208"/>
                    <a:pt x="50" y="208"/>
                    <a:pt x="50" y="208"/>
                  </a:cubicBezTo>
                  <a:cubicBezTo>
                    <a:pt x="49" y="208"/>
                    <a:pt x="49" y="208"/>
                    <a:pt x="49" y="208"/>
                  </a:cubicBezTo>
                  <a:cubicBezTo>
                    <a:pt x="49" y="208"/>
                    <a:pt x="49" y="208"/>
                    <a:pt x="49" y="208"/>
                  </a:cubicBezTo>
                  <a:cubicBezTo>
                    <a:pt x="48" y="209"/>
                    <a:pt x="48" y="209"/>
                    <a:pt x="48" y="209"/>
                  </a:cubicBezTo>
                  <a:cubicBezTo>
                    <a:pt x="47" y="209"/>
                    <a:pt x="47" y="209"/>
                    <a:pt x="47" y="209"/>
                  </a:cubicBezTo>
                  <a:cubicBezTo>
                    <a:pt x="46" y="210"/>
                    <a:pt x="46" y="210"/>
                    <a:pt x="46" y="210"/>
                  </a:cubicBezTo>
                  <a:cubicBezTo>
                    <a:pt x="46" y="209"/>
                    <a:pt x="46" y="209"/>
                    <a:pt x="46" y="209"/>
                  </a:cubicBezTo>
                  <a:cubicBezTo>
                    <a:pt x="46" y="209"/>
                    <a:pt x="46" y="209"/>
                    <a:pt x="46" y="209"/>
                  </a:cubicBezTo>
                  <a:cubicBezTo>
                    <a:pt x="47" y="209"/>
                    <a:pt x="47" y="209"/>
                    <a:pt x="47" y="209"/>
                  </a:cubicBezTo>
                  <a:cubicBezTo>
                    <a:pt x="47" y="208"/>
                    <a:pt x="47" y="208"/>
                    <a:pt x="47" y="208"/>
                  </a:cubicBezTo>
                  <a:cubicBezTo>
                    <a:pt x="47" y="208"/>
                    <a:pt x="47" y="208"/>
                    <a:pt x="47" y="208"/>
                  </a:cubicBezTo>
                  <a:cubicBezTo>
                    <a:pt x="47" y="207"/>
                    <a:pt x="47" y="207"/>
                    <a:pt x="47" y="207"/>
                  </a:cubicBezTo>
                  <a:cubicBezTo>
                    <a:pt x="47" y="207"/>
                    <a:pt x="47" y="207"/>
                    <a:pt x="47" y="207"/>
                  </a:cubicBezTo>
                  <a:cubicBezTo>
                    <a:pt x="46" y="207"/>
                    <a:pt x="46" y="207"/>
                    <a:pt x="46" y="207"/>
                  </a:cubicBezTo>
                  <a:cubicBezTo>
                    <a:pt x="46" y="207"/>
                    <a:pt x="46" y="207"/>
                    <a:pt x="46" y="207"/>
                  </a:cubicBezTo>
                  <a:cubicBezTo>
                    <a:pt x="47" y="208"/>
                    <a:pt x="47" y="208"/>
                    <a:pt x="47" y="208"/>
                  </a:cubicBezTo>
                  <a:cubicBezTo>
                    <a:pt x="47" y="208"/>
                    <a:pt x="47" y="208"/>
                    <a:pt x="47" y="208"/>
                  </a:cubicBezTo>
                  <a:cubicBezTo>
                    <a:pt x="46" y="208"/>
                    <a:pt x="46" y="208"/>
                    <a:pt x="46" y="208"/>
                  </a:cubicBezTo>
                  <a:cubicBezTo>
                    <a:pt x="45" y="208"/>
                    <a:pt x="45" y="208"/>
                    <a:pt x="45" y="208"/>
                  </a:cubicBezTo>
                  <a:cubicBezTo>
                    <a:pt x="45" y="208"/>
                    <a:pt x="45" y="208"/>
                    <a:pt x="45" y="208"/>
                  </a:cubicBezTo>
                  <a:cubicBezTo>
                    <a:pt x="44" y="208"/>
                    <a:pt x="44" y="208"/>
                    <a:pt x="44" y="208"/>
                  </a:cubicBezTo>
                  <a:cubicBezTo>
                    <a:pt x="44" y="209"/>
                    <a:pt x="44" y="209"/>
                    <a:pt x="44" y="209"/>
                  </a:cubicBezTo>
                  <a:cubicBezTo>
                    <a:pt x="44" y="209"/>
                    <a:pt x="44" y="209"/>
                    <a:pt x="44" y="209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43" y="209"/>
                    <a:pt x="43" y="209"/>
                    <a:pt x="43" y="209"/>
                  </a:cubicBezTo>
                  <a:cubicBezTo>
                    <a:pt x="42" y="209"/>
                    <a:pt x="42" y="209"/>
                    <a:pt x="42" y="209"/>
                  </a:cubicBezTo>
                  <a:cubicBezTo>
                    <a:pt x="42" y="209"/>
                    <a:pt x="42" y="209"/>
                    <a:pt x="42" y="209"/>
                  </a:cubicBezTo>
                  <a:cubicBezTo>
                    <a:pt x="41" y="209"/>
                    <a:pt x="41" y="209"/>
                    <a:pt x="41" y="209"/>
                  </a:cubicBezTo>
                  <a:cubicBezTo>
                    <a:pt x="41" y="209"/>
                    <a:pt x="41" y="209"/>
                    <a:pt x="41" y="209"/>
                  </a:cubicBezTo>
                  <a:cubicBezTo>
                    <a:pt x="40" y="209"/>
                    <a:pt x="40" y="209"/>
                    <a:pt x="40" y="209"/>
                  </a:cubicBezTo>
                  <a:cubicBezTo>
                    <a:pt x="40" y="210"/>
                    <a:pt x="40" y="210"/>
                    <a:pt x="40" y="210"/>
                  </a:cubicBezTo>
                  <a:cubicBezTo>
                    <a:pt x="40" y="210"/>
                    <a:pt x="40" y="210"/>
                    <a:pt x="40" y="210"/>
                  </a:cubicBezTo>
                  <a:cubicBezTo>
                    <a:pt x="40" y="210"/>
                    <a:pt x="40" y="210"/>
                    <a:pt x="40" y="210"/>
                  </a:cubicBezTo>
                  <a:cubicBezTo>
                    <a:pt x="39" y="210"/>
                    <a:pt x="39" y="210"/>
                    <a:pt x="39" y="210"/>
                  </a:cubicBezTo>
                  <a:cubicBezTo>
                    <a:pt x="39" y="210"/>
                    <a:pt x="39" y="210"/>
                    <a:pt x="39" y="210"/>
                  </a:cubicBezTo>
                  <a:cubicBezTo>
                    <a:pt x="39" y="209"/>
                    <a:pt x="39" y="209"/>
                    <a:pt x="39" y="209"/>
                  </a:cubicBezTo>
                  <a:cubicBezTo>
                    <a:pt x="40" y="209"/>
                    <a:pt x="40" y="209"/>
                    <a:pt x="40" y="209"/>
                  </a:cubicBezTo>
                  <a:cubicBezTo>
                    <a:pt x="40" y="209"/>
                    <a:pt x="40" y="209"/>
                    <a:pt x="40" y="209"/>
                  </a:cubicBezTo>
                  <a:cubicBezTo>
                    <a:pt x="40" y="208"/>
                    <a:pt x="40" y="208"/>
                    <a:pt x="40" y="208"/>
                  </a:cubicBezTo>
                  <a:cubicBezTo>
                    <a:pt x="39" y="208"/>
                    <a:pt x="39" y="208"/>
                    <a:pt x="39" y="208"/>
                  </a:cubicBezTo>
                  <a:cubicBezTo>
                    <a:pt x="39" y="207"/>
                    <a:pt x="39" y="207"/>
                    <a:pt x="39" y="207"/>
                  </a:cubicBezTo>
                  <a:cubicBezTo>
                    <a:pt x="39" y="207"/>
                    <a:pt x="39" y="207"/>
                    <a:pt x="39" y="207"/>
                  </a:cubicBezTo>
                  <a:cubicBezTo>
                    <a:pt x="38" y="207"/>
                    <a:pt x="38" y="207"/>
                    <a:pt x="38" y="207"/>
                  </a:cubicBezTo>
                  <a:cubicBezTo>
                    <a:pt x="38" y="207"/>
                    <a:pt x="38" y="207"/>
                    <a:pt x="38" y="207"/>
                  </a:cubicBezTo>
                  <a:cubicBezTo>
                    <a:pt x="37" y="207"/>
                    <a:pt x="37" y="207"/>
                    <a:pt x="37" y="207"/>
                  </a:cubicBezTo>
                  <a:cubicBezTo>
                    <a:pt x="36" y="207"/>
                    <a:pt x="36" y="207"/>
                    <a:pt x="36" y="207"/>
                  </a:cubicBezTo>
                  <a:cubicBezTo>
                    <a:pt x="36" y="207"/>
                    <a:pt x="36" y="207"/>
                    <a:pt x="36" y="207"/>
                  </a:cubicBezTo>
                  <a:cubicBezTo>
                    <a:pt x="37" y="206"/>
                    <a:pt x="37" y="206"/>
                    <a:pt x="37" y="206"/>
                  </a:cubicBezTo>
                  <a:cubicBezTo>
                    <a:pt x="37" y="206"/>
                    <a:pt x="37" y="206"/>
                    <a:pt x="37" y="206"/>
                  </a:cubicBezTo>
                  <a:cubicBezTo>
                    <a:pt x="36" y="206"/>
                    <a:pt x="36" y="206"/>
                    <a:pt x="36" y="206"/>
                  </a:cubicBezTo>
                  <a:cubicBezTo>
                    <a:pt x="36" y="206"/>
                    <a:pt x="36" y="206"/>
                    <a:pt x="36" y="206"/>
                  </a:cubicBezTo>
                  <a:cubicBezTo>
                    <a:pt x="37" y="205"/>
                    <a:pt x="37" y="205"/>
                    <a:pt x="37" y="205"/>
                  </a:cubicBezTo>
                  <a:cubicBezTo>
                    <a:pt x="38" y="205"/>
                    <a:pt x="38" y="205"/>
                    <a:pt x="38" y="205"/>
                  </a:cubicBezTo>
                  <a:cubicBezTo>
                    <a:pt x="38" y="205"/>
                    <a:pt x="38" y="205"/>
                    <a:pt x="38" y="205"/>
                  </a:cubicBezTo>
                  <a:cubicBezTo>
                    <a:pt x="38" y="204"/>
                    <a:pt x="38" y="204"/>
                    <a:pt x="38" y="204"/>
                  </a:cubicBezTo>
                  <a:cubicBezTo>
                    <a:pt x="37" y="204"/>
                    <a:pt x="37" y="204"/>
                    <a:pt x="37" y="204"/>
                  </a:cubicBezTo>
                  <a:cubicBezTo>
                    <a:pt x="36" y="205"/>
                    <a:pt x="36" y="205"/>
                    <a:pt x="36" y="205"/>
                  </a:cubicBezTo>
                  <a:cubicBezTo>
                    <a:pt x="36" y="205"/>
                    <a:pt x="36" y="205"/>
                    <a:pt x="36" y="205"/>
                  </a:cubicBezTo>
                  <a:cubicBezTo>
                    <a:pt x="35" y="205"/>
                    <a:pt x="35" y="205"/>
                    <a:pt x="35" y="205"/>
                  </a:cubicBezTo>
                  <a:cubicBezTo>
                    <a:pt x="34" y="205"/>
                    <a:pt x="34" y="205"/>
                    <a:pt x="34" y="205"/>
                  </a:cubicBezTo>
                  <a:cubicBezTo>
                    <a:pt x="34" y="205"/>
                    <a:pt x="34" y="205"/>
                    <a:pt x="34" y="205"/>
                  </a:cubicBezTo>
                  <a:cubicBezTo>
                    <a:pt x="35" y="204"/>
                    <a:pt x="35" y="204"/>
                    <a:pt x="35" y="204"/>
                  </a:cubicBezTo>
                  <a:cubicBezTo>
                    <a:pt x="35" y="204"/>
                    <a:pt x="35" y="204"/>
                    <a:pt x="35" y="204"/>
                  </a:cubicBezTo>
                  <a:cubicBezTo>
                    <a:pt x="35" y="203"/>
                    <a:pt x="35" y="203"/>
                    <a:pt x="35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36" y="203"/>
                    <a:pt x="36" y="203"/>
                    <a:pt x="36" y="203"/>
                  </a:cubicBezTo>
                  <a:cubicBezTo>
                    <a:pt x="36" y="202"/>
                    <a:pt x="36" y="202"/>
                    <a:pt x="36" y="202"/>
                  </a:cubicBezTo>
                  <a:cubicBezTo>
                    <a:pt x="36" y="202"/>
                    <a:pt x="36" y="202"/>
                    <a:pt x="36" y="202"/>
                  </a:cubicBezTo>
                  <a:cubicBezTo>
                    <a:pt x="35" y="203"/>
                    <a:pt x="35" y="203"/>
                    <a:pt x="35" y="203"/>
                  </a:cubicBezTo>
                  <a:cubicBezTo>
                    <a:pt x="34" y="203"/>
                    <a:pt x="34" y="203"/>
                    <a:pt x="34" y="203"/>
                  </a:cubicBezTo>
                  <a:cubicBezTo>
                    <a:pt x="34" y="203"/>
                    <a:pt x="34" y="203"/>
                    <a:pt x="34" y="203"/>
                  </a:cubicBezTo>
                  <a:cubicBezTo>
                    <a:pt x="34" y="202"/>
                    <a:pt x="34" y="202"/>
                    <a:pt x="34" y="202"/>
                  </a:cubicBezTo>
                  <a:cubicBezTo>
                    <a:pt x="35" y="202"/>
                    <a:pt x="35" y="202"/>
                    <a:pt x="35" y="202"/>
                  </a:cubicBezTo>
                  <a:cubicBezTo>
                    <a:pt x="35" y="202"/>
                    <a:pt x="35" y="202"/>
                    <a:pt x="35" y="202"/>
                  </a:cubicBezTo>
                  <a:cubicBezTo>
                    <a:pt x="36" y="202"/>
                    <a:pt x="36" y="202"/>
                    <a:pt x="36" y="202"/>
                  </a:cubicBezTo>
                  <a:cubicBezTo>
                    <a:pt x="36" y="201"/>
                    <a:pt x="36" y="201"/>
                    <a:pt x="36" y="201"/>
                  </a:cubicBezTo>
                  <a:cubicBezTo>
                    <a:pt x="36" y="201"/>
                    <a:pt x="36" y="201"/>
                    <a:pt x="36" y="201"/>
                  </a:cubicBezTo>
                  <a:cubicBezTo>
                    <a:pt x="37" y="201"/>
                    <a:pt x="37" y="201"/>
                    <a:pt x="37" y="201"/>
                  </a:cubicBezTo>
                  <a:cubicBezTo>
                    <a:pt x="36" y="200"/>
                    <a:pt x="36" y="200"/>
                    <a:pt x="36" y="200"/>
                  </a:cubicBezTo>
                  <a:cubicBezTo>
                    <a:pt x="35" y="201"/>
                    <a:pt x="35" y="201"/>
                    <a:pt x="35" y="201"/>
                  </a:cubicBezTo>
                  <a:cubicBezTo>
                    <a:pt x="35" y="201"/>
                    <a:pt x="35" y="201"/>
                    <a:pt x="35" y="201"/>
                  </a:cubicBezTo>
                  <a:cubicBezTo>
                    <a:pt x="35" y="201"/>
                    <a:pt x="35" y="201"/>
                    <a:pt x="35" y="201"/>
                  </a:cubicBezTo>
                  <a:cubicBezTo>
                    <a:pt x="34" y="201"/>
                    <a:pt x="34" y="201"/>
                    <a:pt x="34" y="201"/>
                  </a:cubicBezTo>
                  <a:cubicBezTo>
                    <a:pt x="34" y="201"/>
                    <a:pt x="34" y="201"/>
                    <a:pt x="34" y="201"/>
                  </a:cubicBezTo>
                  <a:cubicBezTo>
                    <a:pt x="35" y="201"/>
                    <a:pt x="35" y="201"/>
                    <a:pt x="35" y="201"/>
                  </a:cubicBezTo>
                  <a:cubicBezTo>
                    <a:pt x="35" y="200"/>
                    <a:pt x="35" y="200"/>
                    <a:pt x="35" y="200"/>
                  </a:cubicBezTo>
                  <a:cubicBezTo>
                    <a:pt x="34" y="200"/>
                    <a:pt x="34" y="200"/>
                    <a:pt x="34" y="200"/>
                  </a:cubicBezTo>
                  <a:cubicBezTo>
                    <a:pt x="35" y="200"/>
                    <a:pt x="35" y="200"/>
                    <a:pt x="35" y="200"/>
                  </a:cubicBezTo>
                  <a:cubicBezTo>
                    <a:pt x="35" y="199"/>
                    <a:pt x="35" y="199"/>
                    <a:pt x="35" y="199"/>
                  </a:cubicBezTo>
                  <a:cubicBezTo>
                    <a:pt x="34" y="199"/>
                    <a:pt x="34" y="199"/>
                    <a:pt x="34" y="199"/>
                  </a:cubicBezTo>
                  <a:cubicBezTo>
                    <a:pt x="34" y="199"/>
                    <a:pt x="34" y="199"/>
                    <a:pt x="34" y="199"/>
                  </a:cubicBezTo>
                  <a:cubicBezTo>
                    <a:pt x="34" y="199"/>
                    <a:pt x="34" y="199"/>
                    <a:pt x="34" y="199"/>
                  </a:cubicBezTo>
                  <a:cubicBezTo>
                    <a:pt x="34" y="199"/>
                    <a:pt x="34" y="199"/>
                    <a:pt x="34" y="199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33" y="198"/>
                    <a:pt x="33" y="198"/>
                    <a:pt x="33" y="198"/>
                  </a:cubicBezTo>
                  <a:cubicBezTo>
                    <a:pt x="33" y="198"/>
                    <a:pt x="33" y="198"/>
                    <a:pt x="33" y="198"/>
                  </a:cubicBezTo>
                  <a:cubicBezTo>
                    <a:pt x="33" y="198"/>
                    <a:pt x="33" y="198"/>
                    <a:pt x="33" y="198"/>
                  </a:cubicBezTo>
                  <a:cubicBezTo>
                    <a:pt x="32" y="198"/>
                    <a:pt x="32" y="198"/>
                    <a:pt x="32" y="198"/>
                  </a:cubicBezTo>
                  <a:cubicBezTo>
                    <a:pt x="33" y="197"/>
                    <a:pt x="33" y="197"/>
                    <a:pt x="33" y="197"/>
                  </a:cubicBezTo>
                  <a:cubicBezTo>
                    <a:pt x="33" y="197"/>
                    <a:pt x="33" y="197"/>
                    <a:pt x="33" y="197"/>
                  </a:cubicBezTo>
                  <a:cubicBezTo>
                    <a:pt x="34" y="197"/>
                    <a:pt x="34" y="197"/>
                    <a:pt x="34" y="197"/>
                  </a:cubicBezTo>
                  <a:cubicBezTo>
                    <a:pt x="34" y="196"/>
                    <a:pt x="34" y="196"/>
                    <a:pt x="34" y="196"/>
                  </a:cubicBezTo>
                  <a:cubicBezTo>
                    <a:pt x="34" y="196"/>
                    <a:pt x="34" y="196"/>
                    <a:pt x="34" y="196"/>
                  </a:cubicBezTo>
                  <a:cubicBezTo>
                    <a:pt x="34" y="195"/>
                    <a:pt x="34" y="195"/>
                    <a:pt x="34" y="195"/>
                  </a:cubicBezTo>
                  <a:cubicBezTo>
                    <a:pt x="34" y="195"/>
                    <a:pt x="34" y="195"/>
                    <a:pt x="34" y="195"/>
                  </a:cubicBezTo>
                  <a:cubicBezTo>
                    <a:pt x="34" y="195"/>
                    <a:pt x="34" y="195"/>
                    <a:pt x="34" y="195"/>
                  </a:cubicBezTo>
                  <a:cubicBezTo>
                    <a:pt x="34" y="195"/>
                    <a:pt x="34" y="195"/>
                    <a:pt x="34" y="195"/>
                  </a:cubicBezTo>
                  <a:cubicBezTo>
                    <a:pt x="34" y="195"/>
                    <a:pt x="34" y="195"/>
                    <a:pt x="34" y="195"/>
                  </a:cubicBezTo>
                  <a:cubicBezTo>
                    <a:pt x="33" y="195"/>
                    <a:pt x="33" y="195"/>
                    <a:pt x="33" y="195"/>
                  </a:cubicBezTo>
                  <a:cubicBezTo>
                    <a:pt x="33" y="195"/>
                    <a:pt x="33" y="195"/>
                    <a:pt x="33" y="195"/>
                  </a:cubicBezTo>
                  <a:cubicBezTo>
                    <a:pt x="32" y="195"/>
                    <a:pt x="32" y="195"/>
                    <a:pt x="32" y="195"/>
                  </a:cubicBezTo>
                  <a:cubicBezTo>
                    <a:pt x="32" y="195"/>
                    <a:pt x="32" y="195"/>
                    <a:pt x="32" y="195"/>
                  </a:cubicBezTo>
                  <a:cubicBezTo>
                    <a:pt x="32" y="194"/>
                    <a:pt x="32" y="194"/>
                    <a:pt x="32" y="194"/>
                  </a:cubicBezTo>
                  <a:cubicBezTo>
                    <a:pt x="32" y="194"/>
                    <a:pt x="32" y="194"/>
                    <a:pt x="32" y="194"/>
                  </a:cubicBezTo>
                  <a:cubicBezTo>
                    <a:pt x="33" y="193"/>
                    <a:pt x="33" y="193"/>
                    <a:pt x="33" y="193"/>
                  </a:cubicBezTo>
                  <a:cubicBezTo>
                    <a:pt x="33" y="193"/>
                    <a:pt x="33" y="193"/>
                    <a:pt x="33" y="193"/>
                  </a:cubicBezTo>
                  <a:cubicBezTo>
                    <a:pt x="33" y="193"/>
                    <a:pt x="33" y="193"/>
                    <a:pt x="33" y="193"/>
                  </a:cubicBezTo>
                  <a:cubicBezTo>
                    <a:pt x="32" y="193"/>
                    <a:pt x="32" y="193"/>
                    <a:pt x="32" y="193"/>
                  </a:cubicBezTo>
                  <a:cubicBezTo>
                    <a:pt x="31" y="193"/>
                    <a:pt x="31" y="193"/>
                    <a:pt x="31" y="193"/>
                  </a:cubicBezTo>
                  <a:cubicBezTo>
                    <a:pt x="31" y="193"/>
                    <a:pt x="31" y="193"/>
                    <a:pt x="31" y="193"/>
                  </a:cubicBezTo>
                  <a:cubicBezTo>
                    <a:pt x="31" y="193"/>
                    <a:pt x="31" y="193"/>
                    <a:pt x="31" y="193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32" y="192"/>
                    <a:pt x="32" y="192"/>
                    <a:pt x="32" y="192"/>
                  </a:cubicBezTo>
                  <a:cubicBezTo>
                    <a:pt x="33" y="192"/>
                    <a:pt x="33" y="192"/>
                    <a:pt x="33" y="192"/>
                  </a:cubicBezTo>
                  <a:cubicBezTo>
                    <a:pt x="33" y="192"/>
                    <a:pt x="33" y="192"/>
                    <a:pt x="33" y="192"/>
                  </a:cubicBezTo>
                  <a:cubicBezTo>
                    <a:pt x="33" y="192"/>
                    <a:pt x="33" y="192"/>
                    <a:pt x="33" y="192"/>
                  </a:cubicBezTo>
                  <a:cubicBezTo>
                    <a:pt x="33" y="192"/>
                    <a:pt x="33" y="192"/>
                    <a:pt x="33" y="192"/>
                  </a:cubicBezTo>
                  <a:cubicBezTo>
                    <a:pt x="32" y="192"/>
                    <a:pt x="32" y="192"/>
                    <a:pt x="32" y="192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30" y="191"/>
                    <a:pt x="30" y="191"/>
                    <a:pt x="30" y="191"/>
                  </a:cubicBezTo>
                  <a:cubicBezTo>
                    <a:pt x="31" y="191"/>
                    <a:pt x="31" y="191"/>
                    <a:pt x="31" y="191"/>
                  </a:cubicBezTo>
                  <a:cubicBezTo>
                    <a:pt x="32" y="191"/>
                    <a:pt x="32" y="191"/>
                    <a:pt x="32" y="191"/>
                  </a:cubicBezTo>
                  <a:cubicBezTo>
                    <a:pt x="33" y="191"/>
                    <a:pt x="33" y="191"/>
                    <a:pt x="33" y="191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1" y="190"/>
                    <a:pt x="31" y="190"/>
                    <a:pt x="31" y="190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3" y="190"/>
                    <a:pt x="33" y="190"/>
                    <a:pt x="33" y="190"/>
                  </a:cubicBezTo>
                  <a:cubicBezTo>
                    <a:pt x="33" y="190"/>
                    <a:pt x="33" y="190"/>
                    <a:pt x="33" y="190"/>
                  </a:cubicBezTo>
                  <a:cubicBezTo>
                    <a:pt x="34" y="190"/>
                    <a:pt x="34" y="190"/>
                    <a:pt x="34" y="190"/>
                  </a:cubicBezTo>
                  <a:cubicBezTo>
                    <a:pt x="34" y="189"/>
                    <a:pt x="34" y="189"/>
                    <a:pt x="34" y="189"/>
                  </a:cubicBezTo>
                  <a:cubicBezTo>
                    <a:pt x="33" y="189"/>
                    <a:pt x="33" y="189"/>
                    <a:pt x="33" y="189"/>
                  </a:cubicBezTo>
                  <a:cubicBezTo>
                    <a:pt x="33" y="190"/>
                    <a:pt x="33" y="190"/>
                    <a:pt x="33" y="190"/>
                  </a:cubicBezTo>
                  <a:cubicBezTo>
                    <a:pt x="32" y="190"/>
                    <a:pt x="32" y="190"/>
                    <a:pt x="32" y="190"/>
                  </a:cubicBezTo>
                  <a:cubicBezTo>
                    <a:pt x="32" y="189"/>
                    <a:pt x="32" y="189"/>
                    <a:pt x="32" y="189"/>
                  </a:cubicBezTo>
                  <a:cubicBezTo>
                    <a:pt x="31" y="189"/>
                    <a:pt x="31" y="189"/>
                    <a:pt x="31" y="189"/>
                  </a:cubicBezTo>
                  <a:cubicBezTo>
                    <a:pt x="31" y="190"/>
                    <a:pt x="31" y="190"/>
                    <a:pt x="31" y="190"/>
                  </a:cubicBezTo>
                  <a:cubicBezTo>
                    <a:pt x="30" y="190"/>
                    <a:pt x="30" y="190"/>
                    <a:pt x="30" y="190"/>
                  </a:cubicBezTo>
                  <a:cubicBezTo>
                    <a:pt x="30" y="190"/>
                    <a:pt x="30" y="190"/>
                    <a:pt x="30" y="190"/>
                  </a:cubicBezTo>
                  <a:cubicBezTo>
                    <a:pt x="30" y="189"/>
                    <a:pt x="30" y="189"/>
                    <a:pt x="30" y="189"/>
                  </a:cubicBezTo>
                  <a:cubicBezTo>
                    <a:pt x="30" y="189"/>
                    <a:pt x="30" y="189"/>
                    <a:pt x="30" y="189"/>
                  </a:cubicBezTo>
                  <a:cubicBezTo>
                    <a:pt x="31" y="189"/>
                    <a:pt x="31" y="189"/>
                    <a:pt x="31" y="189"/>
                  </a:cubicBezTo>
                  <a:cubicBezTo>
                    <a:pt x="32" y="188"/>
                    <a:pt x="32" y="188"/>
                    <a:pt x="32" y="188"/>
                  </a:cubicBezTo>
                  <a:cubicBezTo>
                    <a:pt x="32" y="188"/>
                    <a:pt x="32" y="188"/>
                    <a:pt x="32" y="188"/>
                  </a:cubicBezTo>
                  <a:cubicBezTo>
                    <a:pt x="31" y="188"/>
                    <a:pt x="31" y="188"/>
                    <a:pt x="31" y="188"/>
                  </a:cubicBezTo>
                  <a:cubicBezTo>
                    <a:pt x="30" y="188"/>
                    <a:pt x="30" y="188"/>
                    <a:pt x="30" y="188"/>
                  </a:cubicBezTo>
                  <a:cubicBezTo>
                    <a:pt x="30" y="188"/>
                    <a:pt x="30" y="188"/>
                    <a:pt x="30" y="188"/>
                  </a:cubicBezTo>
                  <a:cubicBezTo>
                    <a:pt x="30" y="187"/>
                    <a:pt x="30" y="187"/>
                    <a:pt x="30" y="187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2" y="187"/>
                    <a:pt x="32" y="187"/>
                    <a:pt x="32" y="187"/>
                  </a:cubicBezTo>
                  <a:cubicBezTo>
                    <a:pt x="33" y="187"/>
                    <a:pt x="33" y="187"/>
                    <a:pt x="33" y="187"/>
                  </a:cubicBezTo>
                  <a:cubicBezTo>
                    <a:pt x="34" y="187"/>
                    <a:pt x="34" y="187"/>
                    <a:pt x="34" y="18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4" y="186"/>
                    <a:pt x="34" y="186"/>
                    <a:pt x="34" y="186"/>
                  </a:cubicBezTo>
                  <a:cubicBezTo>
                    <a:pt x="33" y="186"/>
                    <a:pt x="33" y="186"/>
                    <a:pt x="33" y="186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0" y="187"/>
                    <a:pt x="30" y="187"/>
                    <a:pt x="30" y="187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4" y="185"/>
                    <a:pt x="34" y="185"/>
                    <a:pt x="34" y="185"/>
                  </a:cubicBezTo>
                  <a:cubicBezTo>
                    <a:pt x="34" y="185"/>
                    <a:pt x="34" y="185"/>
                    <a:pt x="34" y="185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5"/>
                    <a:pt x="35" y="185"/>
                    <a:pt x="35" y="185"/>
                  </a:cubicBezTo>
                  <a:cubicBezTo>
                    <a:pt x="35" y="185"/>
                    <a:pt x="35" y="185"/>
                    <a:pt x="35" y="185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4" y="184"/>
                    <a:pt x="34" y="184"/>
                    <a:pt x="34" y="184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7" y="185"/>
                    <a:pt x="37" y="185"/>
                    <a:pt x="37" y="185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6" y="183"/>
                    <a:pt x="36" y="183"/>
                    <a:pt x="36" y="183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3" y="183"/>
                    <a:pt x="33" y="183"/>
                    <a:pt x="33" y="183"/>
                  </a:cubicBezTo>
                  <a:cubicBezTo>
                    <a:pt x="33" y="184"/>
                    <a:pt x="33" y="184"/>
                    <a:pt x="33" y="184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33" y="183"/>
                    <a:pt x="33" y="183"/>
                    <a:pt x="33" y="183"/>
                  </a:cubicBezTo>
                  <a:cubicBezTo>
                    <a:pt x="33" y="183"/>
                    <a:pt x="33" y="183"/>
                    <a:pt x="33" y="183"/>
                  </a:cubicBezTo>
                  <a:cubicBezTo>
                    <a:pt x="33" y="183"/>
                    <a:pt x="33" y="183"/>
                    <a:pt x="33" y="183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0" y="184"/>
                    <a:pt x="30" y="184"/>
                    <a:pt x="30" y="184"/>
                  </a:cubicBezTo>
                  <a:cubicBezTo>
                    <a:pt x="30" y="185"/>
                    <a:pt x="30" y="185"/>
                    <a:pt x="30" y="185"/>
                  </a:cubicBezTo>
                  <a:cubicBezTo>
                    <a:pt x="29" y="185"/>
                    <a:pt x="29" y="185"/>
                    <a:pt x="29" y="185"/>
                  </a:cubicBezTo>
                  <a:cubicBezTo>
                    <a:pt x="29" y="185"/>
                    <a:pt x="29" y="185"/>
                    <a:pt x="29" y="185"/>
                  </a:cubicBezTo>
                  <a:cubicBezTo>
                    <a:pt x="29" y="184"/>
                    <a:pt x="29" y="184"/>
                    <a:pt x="29" y="184"/>
                  </a:cubicBezTo>
                  <a:cubicBezTo>
                    <a:pt x="29" y="183"/>
                    <a:pt x="29" y="183"/>
                    <a:pt x="29" y="183"/>
                  </a:cubicBezTo>
                  <a:cubicBezTo>
                    <a:pt x="29" y="183"/>
                    <a:pt x="29" y="183"/>
                    <a:pt x="29" y="183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1" y="181"/>
                    <a:pt x="31" y="181"/>
                    <a:pt x="31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1" y="181"/>
                    <a:pt x="31" y="181"/>
                    <a:pt x="31" y="181"/>
                  </a:cubicBezTo>
                  <a:cubicBezTo>
                    <a:pt x="31" y="181"/>
                    <a:pt x="31" y="181"/>
                    <a:pt x="31" y="181"/>
                  </a:cubicBezTo>
                  <a:cubicBezTo>
                    <a:pt x="31" y="181"/>
                    <a:pt x="31" y="181"/>
                    <a:pt x="31" y="18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9" y="181"/>
                    <a:pt x="29" y="181"/>
                    <a:pt x="29" y="181"/>
                  </a:cubicBezTo>
                  <a:cubicBezTo>
                    <a:pt x="29" y="181"/>
                    <a:pt x="29" y="181"/>
                    <a:pt x="29" y="181"/>
                  </a:cubicBezTo>
                  <a:cubicBezTo>
                    <a:pt x="29" y="180"/>
                    <a:pt x="29" y="180"/>
                    <a:pt x="29" y="180"/>
                  </a:cubicBezTo>
                  <a:cubicBezTo>
                    <a:pt x="30" y="179"/>
                    <a:pt x="30" y="179"/>
                    <a:pt x="30" y="179"/>
                  </a:cubicBezTo>
                  <a:cubicBezTo>
                    <a:pt x="30" y="179"/>
                    <a:pt x="30" y="179"/>
                    <a:pt x="30" y="179"/>
                  </a:cubicBezTo>
                  <a:cubicBezTo>
                    <a:pt x="29" y="178"/>
                    <a:pt x="29" y="178"/>
                    <a:pt x="29" y="178"/>
                  </a:cubicBezTo>
                  <a:cubicBezTo>
                    <a:pt x="29" y="178"/>
                    <a:pt x="29" y="178"/>
                    <a:pt x="29" y="178"/>
                  </a:cubicBezTo>
                  <a:cubicBezTo>
                    <a:pt x="29" y="179"/>
                    <a:pt x="29" y="179"/>
                    <a:pt x="29" y="179"/>
                  </a:cubicBezTo>
                  <a:cubicBezTo>
                    <a:pt x="28" y="179"/>
                    <a:pt x="28" y="179"/>
                    <a:pt x="28" y="179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29" y="178"/>
                    <a:pt x="29" y="178"/>
                    <a:pt x="29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0" y="177"/>
                    <a:pt x="30" y="177"/>
                    <a:pt x="30" y="177"/>
                  </a:cubicBezTo>
                  <a:cubicBezTo>
                    <a:pt x="31" y="177"/>
                    <a:pt x="31" y="177"/>
                    <a:pt x="31" y="177"/>
                  </a:cubicBezTo>
                  <a:cubicBezTo>
                    <a:pt x="32" y="177"/>
                    <a:pt x="32" y="177"/>
                    <a:pt x="32" y="177"/>
                  </a:cubicBezTo>
                  <a:cubicBezTo>
                    <a:pt x="32" y="176"/>
                    <a:pt x="32" y="176"/>
                    <a:pt x="32" y="176"/>
                  </a:cubicBezTo>
                  <a:cubicBezTo>
                    <a:pt x="32" y="176"/>
                    <a:pt x="32" y="176"/>
                    <a:pt x="32" y="176"/>
                  </a:cubicBezTo>
                  <a:cubicBezTo>
                    <a:pt x="33" y="176"/>
                    <a:pt x="33" y="176"/>
                    <a:pt x="33" y="176"/>
                  </a:cubicBezTo>
                  <a:cubicBezTo>
                    <a:pt x="33" y="176"/>
                    <a:pt x="33" y="176"/>
                    <a:pt x="33" y="176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5" y="175"/>
                    <a:pt x="35" y="175"/>
                    <a:pt x="35" y="175"/>
                  </a:cubicBezTo>
                  <a:cubicBezTo>
                    <a:pt x="35" y="176"/>
                    <a:pt x="35" y="176"/>
                    <a:pt x="35" y="176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5" y="175"/>
                    <a:pt x="35" y="175"/>
                    <a:pt x="35" y="175"/>
                  </a:cubicBezTo>
                  <a:cubicBezTo>
                    <a:pt x="35" y="175"/>
                    <a:pt x="35" y="175"/>
                    <a:pt x="35" y="175"/>
                  </a:cubicBezTo>
                  <a:cubicBezTo>
                    <a:pt x="34" y="175"/>
                    <a:pt x="34" y="175"/>
                    <a:pt x="34" y="175"/>
                  </a:cubicBezTo>
                  <a:cubicBezTo>
                    <a:pt x="34" y="174"/>
                    <a:pt x="34" y="174"/>
                    <a:pt x="34" y="174"/>
                  </a:cubicBezTo>
                  <a:cubicBezTo>
                    <a:pt x="32" y="175"/>
                    <a:pt x="32" y="175"/>
                    <a:pt x="32" y="175"/>
                  </a:cubicBezTo>
                  <a:cubicBezTo>
                    <a:pt x="32" y="175"/>
                    <a:pt x="32" y="175"/>
                    <a:pt x="32" y="175"/>
                  </a:cubicBezTo>
                  <a:cubicBezTo>
                    <a:pt x="31" y="176"/>
                    <a:pt x="31" y="176"/>
                    <a:pt x="31" y="176"/>
                  </a:cubicBezTo>
                  <a:cubicBezTo>
                    <a:pt x="31" y="176"/>
                    <a:pt x="31" y="176"/>
                    <a:pt x="31" y="176"/>
                  </a:cubicBezTo>
                  <a:cubicBezTo>
                    <a:pt x="31" y="176"/>
                    <a:pt x="31" y="176"/>
                    <a:pt x="31" y="176"/>
                  </a:cubicBezTo>
                  <a:cubicBezTo>
                    <a:pt x="30" y="177"/>
                    <a:pt x="30" y="177"/>
                    <a:pt x="30" y="177"/>
                  </a:cubicBezTo>
                  <a:cubicBezTo>
                    <a:pt x="29" y="177"/>
                    <a:pt x="29" y="177"/>
                    <a:pt x="29" y="177"/>
                  </a:cubicBezTo>
                  <a:cubicBezTo>
                    <a:pt x="29" y="177"/>
                    <a:pt x="29" y="177"/>
                    <a:pt x="29" y="177"/>
                  </a:cubicBezTo>
                  <a:cubicBezTo>
                    <a:pt x="29" y="177"/>
                    <a:pt x="29" y="177"/>
                    <a:pt x="29" y="177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8" y="176"/>
                    <a:pt x="28" y="176"/>
                    <a:pt x="28" y="176"/>
                  </a:cubicBezTo>
                  <a:cubicBezTo>
                    <a:pt x="29" y="176"/>
                    <a:pt x="29" y="176"/>
                    <a:pt x="29" y="176"/>
                  </a:cubicBezTo>
                  <a:cubicBezTo>
                    <a:pt x="29" y="175"/>
                    <a:pt x="29" y="175"/>
                    <a:pt x="29" y="175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7" y="175"/>
                    <a:pt x="27" y="175"/>
                    <a:pt x="27" y="175"/>
                  </a:cubicBezTo>
                  <a:cubicBezTo>
                    <a:pt x="27" y="174"/>
                    <a:pt x="27" y="174"/>
                    <a:pt x="27" y="174"/>
                  </a:cubicBezTo>
                  <a:cubicBezTo>
                    <a:pt x="28" y="174"/>
                    <a:pt x="28" y="174"/>
                    <a:pt x="28" y="174"/>
                  </a:cubicBezTo>
                  <a:cubicBezTo>
                    <a:pt x="29" y="174"/>
                    <a:pt x="29" y="174"/>
                    <a:pt x="29" y="174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31" y="174"/>
                    <a:pt x="31" y="174"/>
                    <a:pt x="31" y="174"/>
                  </a:cubicBezTo>
                  <a:cubicBezTo>
                    <a:pt x="32" y="173"/>
                    <a:pt x="32" y="173"/>
                    <a:pt x="32" y="173"/>
                  </a:cubicBezTo>
                  <a:cubicBezTo>
                    <a:pt x="32" y="173"/>
                    <a:pt x="32" y="173"/>
                    <a:pt x="32" y="173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2" y="173"/>
                    <a:pt x="32" y="173"/>
                    <a:pt x="32" y="173"/>
                  </a:cubicBezTo>
                  <a:cubicBezTo>
                    <a:pt x="32" y="172"/>
                    <a:pt x="32" y="172"/>
                    <a:pt x="32" y="172"/>
                  </a:cubicBezTo>
                  <a:cubicBezTo>
                    <a:pt x="31" y="173"/>
                    <a:pt x="31" y="173"/>
                    <a:pt x="31" y="173"/>
                  </a:cubicBezTo>
                  <a:cubicBezTo>
                    <a:pt x="30" y="173"/>
                    <a:pt x="30" y="173"/>
                    <a:pt x="30" y="173"/>
                  </a:cubicBezTo>
                  <a:cubicBezTo>
                    <a:pt x="30" y="173"/>
                    <a:pt x="30" y="173"/>
                    <a:pt x="30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8" y="174"/>
                    <a:pt x="28" y="174"/>
                    <a:pt x="28" y="174"/>
                  </a:cubicBezTo>
                  <a:cubicBezTo>
                    <a:pt x="28" y="173"/>
                    <a:pt x="28" y="173"/>
                    <a:pt x="28" y="173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6" y="173"/>
                    <a:pt x="26" y="173"/>
                    <a:pt x="26" y="173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8" y="172"/>
                    <a:pt x="28" y="172"/>
                    <a:pt x="28" y="172"/>
                  </a:cubicBezTo>
                  <a:cubicBezTo>
                    <a:pt x="30" y="172"/>
                    <a:pt x="30" y="172"/>
                    <a:pt x="30" y="172"/>
                  </a:cubicBezTo>
                  <a:cubicBezTo>
                    <a:pt x="30" y="171"/>
                    <a:pt x="30" y="171"/>
                    <a:pt x="30" y="171"/>
                  </a:cubicBezTo>
                  <a:cubicBezTo>
                    <a:pt x="32" y="171"/>
                    <a:pt x="32" y="171"/>
                    <a:pt x="32" y="171"/>
                  </a:cubicBezTo>
                  <a:cubicBezTo>
                    <a:pt x="32" y="171"/>
                    <a:pt x="32" y="171"/>
                    <a:pt x="32" y="171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6" y="168"/>
                    <a:pt x="36" y="168"/>
                    <a:pt x="36" y="168"/>
                  </a:cubicBezTo>
                  <a:cubicBezTo>
                    <a:pt x="37" y="168"/>
                    <a:pt x="37" y="168"/>
                    <a:pt x="37" y="168"/>
                  </a:cubicBezTo>
                  <a:cubicBezTo>
                    <a:pt x="37" y="168"/>
                    <a:pt x="37" y="168"/>
                    <a:pt x="37" y="168"/>
                  </a:cubicBezTo>
                  <a:cubicBezTo>
                    <a:pt x="37" y="168"/>
                    <a:pt x="37" y="168"/>
                    <a:pt x="37" y="168"/>
                  </a:cubicBezTo>
                  <a:cubicBezTo>
                    <a:pt x="36" y="167"/>
                    <a:pt x="36" y="167"/>
                    <a:pt x="36" y="167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2" y="170"/>
                    <a:pt x="32" y="170"/>
                    <a:pt x="32" y="170"/>
                  </a:cubicBezTo>
                  <a:cubicBezTo>
                    <a:pt x="32" y="170"/>
                    <a:pt x="32" y="170"/>
                    <a:pt x="32" y="170"/>
                  </a:cubicBezTo>
                  <a:cubicBezTo>
                    <a:pt x="31" y="171"/>
                    <a:pt x="31" y="171"/>
                    <a:pt x="31" y="171"/>
                  </a:cubicBezTo>
                  <a:cubicBezTo>
                    <a:pt x="29" y="171"/>
                    <a:pt x="29" y="171"/>
                    <a:pt x="29" y="171"/>
                  </a:cubicBezTo>
                  <a:cubicBezTo>
                    <a:pt x="29" y="171"/>
                    <a:pt x="29" y="171"/>
                    <a:pt x="29" y="171"/>
                  </a:cubicBezTo>
                  <a:cubicBezTo>
                    <a:pt x="27" y="172"/>
                    <a:pt x="27" y="172"/>
                    <a:pt x="27" y="172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7" y="171"/>
                    <a:pt x="27" y="171"/>
                    <a:pt x="27" y="171"/>
                  </a:cubicBezTo>
                  <a:cubicBezTo>
                    <a:pt x="26" y="170"/>
                    <a:pt x="26" y="170"/>
                    <a:pt x="26" y="170"/>
                  </a:cubicBezTo>
                  <a:cubicBezTo>
                    <a:pt x="27" y="169"/>
                    <a:pt x="27" y="169"/>
                    <a:pt x="27" y="169"/>
                  </a:cubicBezTo>
                  <a:cubicBezTo>
                    <a:pt x="27" y="169"/>
                    <a:pt x="27" y="169"/>
                    <a:pt x="27" y="169"/>
                  </a:cubicBezTo>
                  <a:cubicBezTo>
                    <a:pt x="28" y="170"/>
                    <a:pt x="28" y="170"/>
                    <a:pt x="28" y="170"/>
                  </a:cubicBezTo>
                  <a:cubicBezTo>
                    <a:pt x="29" y="170"/>
                    <a:pt x="29" y="170"/>
                    <a:pt x="29" y="170"/>
                  </a:cubicBezTo>
                  <a:cubicBezTo>
                    <a:pt x="30" y="170"/>
                    <a:pt x="30" y="170"/>
                    <a:pt x="30" y="170"/>
                  </a:cubicBezTo>
                  <a:cubicBezTo>
                    <a:pt x="30" y="170"/>
                    <a:pt x="30" y="170"/>
                    <a:pt x="30" y="170"/>
                  </a:cubicBezTo>
                  <a:cubicBezTo>
                    <a:pt x="30" y="169"/>
                    <a:pt x="30" y="169"/>
                    <a:pt x="30" y="169"/>
                  </a:cubicBezTo>
                  <a:cubicBezTo>
                    <a:pt x="30" y="169"/>
                    <a:pt x="30" y="169"/>
                    <a:pt x="30" y="169"/>
                  </a:cubicBezTo>
                  <a:cubicBezTo>
                    <a:pt x="29" y="169"/>
                    <a:pt x="29" y="169"/>
                    <a:pt x="29" y="169"/>
                  </a:cubicBezTo>
                  <a:cubicBezTo>
                    <a:pt x="28" y="169"/>
                    <a:pt x="28" y="169"/>
                    <a:pt x="28" y="169"/>
                  </a:cubicBezTo>
                  <a:cubicBezTo>
                    <a:pt x="28" y="169"/>
                    <a:pt x="28" y="169"/>
                    <a:pt x="28" y="169"/>
                  </a:cubicBezTo>
                  <a:cubicBezTo>
                    <a:pt x="28" y="169"/>
                    <a:pt x="28" y="169"/>
                    <a:pt x="28" y="169"/>
                  </a:cubicBezTo>
                  <a:cubicBezTo>
                    <a:pt x="28" y="168"/>
                    <a:pt x="28" y="168"/>
                    <a:pt x="28" y="168"/>
                  </a:cubicBezTo>
                  <a:cubicBezTo>
                    <a:pt x="28" y="168"/>
                    <a:pt x="28" y="168"/>
                    <a:pt x="28" y="168"/>
                  </a:cubicBezTo>
                  <a:cubicBezTo>
                    <a:pt x="29" y="169"/>
                    <a:pt x="29" y="169"/>
                    <a:pt x="29" y="169"/>
                  </a:cubicBezTo>
                  <a:cubicBezTo>
                    <a:pt x="30" y="169"/>
                    <a:pt x="30" y="169"/>
                    <a:pt x="30" y="169"/>
                  </a:cubicBezTo>
                  <a:cubicBezTo>
                    <a:pt x="31" y="168"/>
                    <a:pt x="31" y="168"/>
                    <a:pt x="31" y="168"/>
                  </a:cubicBezTo>
                  <a:cubicBezTo>
                    <a:pt x="31" y="168"/>
                    <a:pt x="31" y="168"/>
                    <a:pt x="31" y="168"/>
                  </a:cubicBezTo>
                  <a:cubicBezTo>
                    <a:pt x="30" y="168"/>
                    <a:pt x="30" y="168"/>
                    <a:pt x="30" y="168"/>
                  </a:cubicBezTo>
                  <a:cubicBezTo>
                    <a:pt x="30" y="168"/>
                    <a:pt x="30" y="168"/>
                    <a:pt x="30" y="168"/>
                  </a:cubicBezTo>
                  <a:cubicBezTo>
                    <a:pt x="29" y="168"/>
                    <a:pt x="29" y="168"/>
                    <a:pt x="29" y="168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0" y="167"/>
                    <a:pt x="30" y="167"/>
                    <a:pt x="30" y="167"/>
                  </a:cubicBezTo>
                  <a:cubicBezTo>
                    <a:pt x="31" y="167"/>
                    <a:pt x="31" y="167"/>
                    <a:pt x="31" y="167"/>
                  </a:cubicBezTo>
                  <a:cubicBezTo>
                    <a:pt x="31" y="167"/>
                    <a:pt x="31" y="167"/>
                    <a:pt x="31" y="167"/>
                  </a:cubicBezTo>
                  <a:cubicBezTo>
                    <a:pt x="31" y="167"/>
                    <a:pt x="31" y="167"/>
                    <a:pt x="31" y="167"/>
                  </a:cubicBezTo>
                  <a:cubicBezTo>
                    <a:pt x="32" y="167"/>
                    <a:pt x="32" y="167"/>
                    <a:pt x="32" y="167"/>
                  </a:cubicBezTo>
                  <a:cubicBezTo>
                    <a:pt x="32" y="167"/>
                    <a:pt x="32" y="167"/>
                    <a:pt x="32" y="167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1" y="166"/>
                    <a:pt x="31" y="166"/>
                    <a:pt x="31" y="166"/>
                  </a:cubicBezTo>
                  <a:cubicBezTo>
                    <a:pt x="30" y="166"/>
                    <a:pt x="30" y="166"/>
                    <a:pt x="30" y="166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7" y="166"/>
                    <a:pt x="27" y="166"/>
                  </a:cubicBezTo>
                  <a:cubicBezTo>
                    <a:pt x="27" y="166"/>
                    <a:pt x="27" y="166"/>
                    <a:pt x="27" y="166"/>
                  </a:cubicBezTo>
                  <a:cubicBezTo>
                    <a:pt x="27" y="165"/>
                    <a:pt x="27" y="165"/>
                    <a:pt x="27" y="165"/>
                  </a:cubicBezTo>
                  <a:cubicBezTo>
                    <a:pt x="28" y="165"/>
                    <a:pt x="28" y="165"/>
                    <a:pt x="28" y="165"/>
                  </a:cubicBezTo>
                  <a:cubicBezTo>
                    <a:pt x="28" y="165"/>
                    <a:pt x="28" y="165"/>
                    <a:pt x="28" y="165"/>
                  </a:cubicBezTo>
                  <a:cubicBezTo>
                    <a:pt x="29" y="165"/>
                    <a:pt x="29" y="165"/>
                    <a:pt x="29" y="165"/>
                  </a:cubicBezTo>
                  <a:cubicBezTo>
                    <a:pt x="28" y="165"/>
                    <a:pt x="28" y="165"/>
                    <a:pt x="28" y="165"/>
                  </a:cubicBezTo>
                  <a:cubicBezTo>
                    <a:pt x="28" y="165"/>
                    <a:pt x="28" y="165"/>
                    <a:pt x="28" y="165"/>
                  </a:cubicBezTo>
                  <a:cubicBezTo>
                    <a:pt x="27" y="165"/>
                    <a:pt x="27" y="165"/>
                    <a:pt x="27" y="165"/>
                  </a:cubicBezTo>
                  <a:cubicBezTo>
                    <a:pt x="27" y="164"/>
                    <a:pt x="27" y="164"/>
                    <a:pt x="27" y="164"/>
                  </a:cubicBezTo>
                  <a:cubicBezTo>
                    <a:pt x="29" y="164"/>
                    <a:pt x="29" y="164"/>
                    <a:pt x="29" y="164"/>
                  </a:cubicBezTo>
                  <a:cubicBezTo>
                    <a:pt x="29" y="164"/>
                    <a:pt x="29" y="164"/>
                    <a:pt x="29" y="164"/>
                  </a:cubicBezTo>
                  <a:cubicBezTo>
                    <a:pt x="30" y="164"/>
                    <a:pt x="30" y="164"/>
                    <a:pt x="30" y="164"/>
                  </a:cubicBezTo>
                  <a:cubicBezTo>
                    <a:pt x="33" y="164"/>
                    <a:pt x="33" y="164"/>
                    <a:pt x="33" y="164"/>
                  </a:cubicBezTo>
                  <a:cubicBezTo>
                    <a:pt x="33" y="164"/>
                    <a:pt x="33" y="164"/>
                    <a:pt x="33" y="164"/>
                  </a:cubicBezTo>
                  <a:cubicBezTo>
                    <a:pt x="34" y="164"/>
                    <a:pt x="34" y="164"/>
                    <a:pt x="34" y="164"/>
                  </a:cubicBezTo>
                  <a:cubicBezTo>
                    <a:pt x="35" y="164"/>
                    <a:pt x="35" y="164"/>
                    <a:pt x="35" y="164"/>
                  </a:cubicBezTo>
                  <a:cubicBezTo>
                    <a:pt x="35" y="164"/>
                    <a:pt x="35" y="164"/>
                    <a:pt x="35" y="164"/>
                  </a:cubicBezTo>
                  <a:cubicBezTo>
                    <a:pt x="34" y="163"/>
                    <a:pt x="34" y="163"/>
                    <a:pt x="34" y="163"/>
                  </a:cubicBezTo>
                  <a:cubicBezTo>
                    <a:pt x="32" y="163"/>
                    <a:pt x="32" y="163"/>
                    <a:pt x="32" y="163"/>
                  </a:cubicBezTo>
                  <a:cubicBezTo>
                    <a:pt x="31" y="164"/>
                    <a:pt x="31" y="164"/>
                    <a:pt x="31" y="164"/>
                  </a:cubicBezTo>
                  <a:cubicBezTo>
                    <a:pt x="30" y="164"/>
                    <a:pt x="30" y="164"/>
                    <a:pt x="30" y="164"/>
                  </a:cubicBezTo>
                  <a:cubicBezTo>
                    <a:pt x="30" y="164"/>
                    <a:pt x="30" y="164"/>
                    <a:pt x="30" y="164"/>
                  </a:cubicBezTo>
                  <a:cubicBezTo>
                    <a:pt x="29" y="163"/>
                    <a:pt x="29" y="163"/>
                    <a:pt x="29" y="163"/>
                  </a:cubicBezTo>
                  <a:cubicBezTo>
                    <a:pt x="28" y="164"/>
                    <a:pt x="28" y="164"/>
                    <a:pt x="28" y="164"/>
                  </a:cubicBezTo>
                  <a:cubicBezTo>
                    <a:pt x="28" y="164"/>
                    <a:pt x="28" y="164"/>
                    <a:pt x="28" y="164"/>
                  </a:cubicBezTo>
                  <a:cubicBezTo>
                    <a:pt x="28" y="164"/>
                    <a:pt x="28" y="164"/>
                    <a:pt x="28" y="164"/>
                  </a:cubicBezTo>
                  <a:cubicBezTo>
                    <a:pt x="28" y="163"/>
                    <a:pt x="28" y="163"/>
                    <a:pt x="28" y="163"/>
                  </a:cubicBezTo>
                  <a:cubicBezTo>
                    <a:pt x="28" y="163"/>
                    <a:pt x="28" y="163"/>
                    <a:pt x="28" y="163"/>
                  </a:cubicBezTo>
                  <a:cubicBezTo>
                    <a:pt x="29" y="162"/>
                    <a:pt x="29" y="162"/>
                    <a:pt x="29" y="162"/>
                  </a:cubicBezTo>
                  <a:cubicBezTo>
                    <a:pt x="29" y="162"/>
                    <a:pt x="29" y="162"/>
                    <a:pt x="29" y="162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31" y="161"/>
                    <a:pt x="31" y="161"/>
                    <a:pt x="31" y="161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32" y="161"/>
                    <a:pt x="32" y="161"/>
                    <a:pt x="32" y="161"/>
                  </a:cubicBezTo>
                  <a:cubicBezTo>
                    <a:pt x="33" y="161"/>
                    <a:pt x="33" y="161"/>
                    <a:pt x="33" y="161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34" y="160"/>
                    <a:pt x="34" y="160"/>
                    <a:pt x="34" y="160"/>
                  </a:cubicBezTo>
                  <a:cubicBezTo>
                    <a:pt x="34" y="161"/>
                    <a:pt x="34" y="161"/>
                    <a:pt x="34" y="161"/>
                  </a:cubicBezTo>
                  <a:cubicBezTo>
                    <a:pt x="35" y="161"/>
                    <a:pt x="35" y="161"/>
                    <a:pt x="35" y="161"/>
                  </a:cubicBezTo>
                  <a:cubicBezTo>
                    <a:pt x="36" y="162"/>
                    <a:pt x="36" y="162"/>
                    <a:pt x="36" y="162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7" y="162"/>
                    <a:pt x="37" y="162"/>
                    <a:pt x="37" y="162"/>
                  </a:cubicBezTo>
                  <a:cubicBezTo>
                    <a:pt x="38" y="163"/>
                    <a:pt x="38" y="163"/>
                    <a:pt x="38" y="163"/>
                  </a:cubicBezTo>
                  <a:cubicBezTo>
                    <a:pt x="39" y="163"/>
                    <a:pt x="39" y="163"/>
                    <a:pt x="39" y="163"/>
                  </a:cubicBezTo>
                  <a:cubicBezTo>
                    <a:pt x="41" y="164"/>
                    <a:pt x="41" y="164"/>
                    <a:pt x="41" y="164"/>
                  </a:cubicBezTo>
                  <a:cubicBezTo>
                    <a:pt x="41" y="163"/>
                    <a:pt x="41" y="163"/>
                    <a:pt x="41" y="163"/>
                  </a:cubicBezTo>
                  <a:cubicBezTo>
                    <a:pt x="41" y="163"/>
                    <a:pt x="41" y="163"/>
                    <a:pt x="41" y="163"/>
                  </a:cubicBezTo>
                  <a:cubicBezTo>
                    <a:pt x="42" y="163"/>
                    <a:pt x="42" y="163"/>
                    <a:pt x="42" y="163"/>
                  </a:cubicBezTo>
                  <a:cubicBezTo>
                    <a:pt x="41" y="163"/>
                    <a:pt x="41" y="163"/>
                    <a:pt x="41" y="163"/>
                  </a:cubicBezTo>
                  <a:cubicBezTo>
                    <a:pt x="41" y="163"/>
                    <a:pt x="41" y="163"/>
                    <a:pt x="41" y="163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40" y="163"/>
                    <a:pt x="40" y="163"/>
                    <a:pt x="40" y="163"/>
                  </a:cubicBezTo>
                  <a:cubicBezTo>
                    <a:pt x="39" y="162"/>
                    <a:pt x="39" y="162"/>
                    <a:pt x="39" y="162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8" y="161"/>
                    <a:pt x="38" y="161"/>
                    <a:pt x="38" y="161"/>
                  </a:cubicBezTo>
                  <a:cubicBezTo>
                    <a:pt x="39" y="161"/>
                    <a:pt x="39" y="161"/>
                    <a:pt x="39" y="161"/>
                  </a:cubicBezTo>
                  <a:cubicBezTo>
                    <a:pt x="40" y="161"/>
                    <a:pt x="40" y="161"/>
                    <a:pt x="40" y="161"/>
                  </a:cubicBezTo>
                  <a:cubicBezTo>
                    <a:pt x="41" y="161"/>
                    <a:pt x="41" y="161"/>
                    <a:pt x="41" y="161"/>
                  </a:cubicBezTo>
                  <a:cubicBezTo>
                    <a:pt x="41" y="160"/>
                    <a:pt x="41" y="160"/>
                    <a:pt x="41" y="160"/>
                  </a:cubicBezTo>
                  <a:cubicBezTo>
                    <a:pt x="41" y="160"/>
                    <a:pt x="41" y="160"/>
                    <a:pt x="41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0" y="161"/>
                    <a:pt x="40" y="161"/>
                    <a:pt x="40" y="161"/>
                  </a:cubicBezTo>
                  <a:cubicBezTo>
                    <a:pt x="39" y="161"/>
                    <a:pt x="39" y="161"/>
                    <a:pt x="39" y="161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8" y="160"/>
                    <a:pt x="38" y="160"/>
                    <a:pt x="38" y="160"/>
                  </a:cubicBezTo>
                  <a:cubicBezTo>
                    <a:pt x="39" y="160"/>
                    <a:pt x="39" y="160"/>
                    <a:pt x="39" y="160"/>
                  </a:cubicBezTo>
                  <a:cubicBezTo>
                    <a:pt x="39" y="159"/>
                    <a:pt x="39" y="159"/>
                    <a:pt x="39" y="159"/>
                  </a:cubicBezTo>
                  <a:cubicBezTo>
                    <a:pt x="39" y="159"/>
                    <a:pt x="39" y="159"/>
                    <a:pt x="39" y="159"/>
                  </a:cubicBezTo>
                  <a:cubicBezTo>
                    <a:pt x="38" y="159"/>
                    <a:pt x="38" y="159"/>
                    <a:pt x="38" y="159"/>
                  </a:cubicBezTo>
                  <a:cubicBezTo>
                    <a:pt x="38" y="159"/>
                    <a:pt x="38" y="159"/>
                    <a:pt x="38" y="159"/>
                  </a:cubicBezTo>
                  <a:cubicBezTo>
                    <a:pt x="37" y="159"/>
                    <a:pt x="37" y="159"/>
                    <a:pt x="37" y="159"/>
                  </a:cubicBezTo>
                  <a:cubicBezTo>
                    <a:pt x="37" y="159"/>
                    <a:pt x="37" y="159"/>
                    <a:pt x="37" y="159"/>
                  </a:cubicBezTo>
                  <a:cubicBezTo>
                    <a:pt x="37" y="159"/>
                    <a:pt x="37" y="159"/>
                    <a:pt x="37" y="159"/>
                  </a:cubicBezTo>
                  <a:cubicBezTo>
                    <a:pt x="37" y="160"/>
                    <a:pt x="37" y="160"/>
                    <a:pt x="37" y="160"/>
                  </a:cubicBezTo>
                  <a:cubicBezTo>
                    <a:pt x="37" y="160"/>
                    <a:pt x="37" y="160"/>
                    <a:pt x="37" y="160"/>
                  </a:cubicBezTo>
                  <a:cubicBezTo>
                    <a:pt x="37" y="161"/>
                    <a:pt x="37" y="161"/>
                    <a:pt x="37" y="161"/>
                  </a:cubicBezTo>
                  <a:cubicBezTo>
                    <a:pt x="36" y="161"/>
                    <a:pt x="36" y="161"/>
                    <a:pt x="36" y="161"/>
                  </a:cubicBezTo>
                  <a:cubicBezTo>
                    <a:pt x="36" y="161"/>
                    <a:pt x="36" y="161"/>
                    <a:pt x="36" y="161"/>
                  </a:cubicBezTo>
                  <a:cubicBezTo>
                    <a:pt x="35" y="160"/>
                    <a:pt x="35" y="160"/>
                    <a:pt x="35" y="160"/>
                  </a:cubicBezTo>
                  <a:cubicBezTo>
                    <a:pt x="34" y="160"/>
                    <a:pt x="34" y="160"/>
                    <a:pt x="34" y="160"/>
                  </a:cubicBezTo>
                  <a:cubicBezTo>
                    <a:pt x="34" y="160"/>
                    <a:pt x="34" y="160"/>
                    <a:pt x="34" y="160"/>
                  </a:cubicBezTo>
                  <a:cubicBezTo>
                    <a:pt x="34" y="159"/>
                    <a:pt x="34" y="159"/>
                    <a:pt x="34" y="159"/>
                  </a:cubicBezTo>
                  <a:cubicBezTo>
                    <a:pt x="33" y="159"/>
                    <a:pt x="33" y="159"/>
                    <a:pt x="33" y="159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29" y="161"/>
                    <a:pt x="29" y="161"/>
                    <a:pt x="29" y="161"/>
                  </a:cubicBezTo>
                  <a:cubicBezTo>
                    <a:pt x="29" y="161"/>
                    <a:pt x="29" y="161"/>
                    <a:pt x="29" y="161"/>
                  </a:cubicBezTo>
                  <a:cubicBezTo>
                    <a:pt x="29" y="161"/>
                    <a:pt x="29" y="161"/>
                    <a:pt x="29" y="161"/>
                  </a:cubicBezTo>
                  <a:cubicBezTo>
                    <a:pt x="30" y="160"/>
                    <a:pt x="30" y="160"/>
                    <a:pt x="30" y="160"/>
                  </a:cubicBezTo>
                  <a:cubicBezTo>
                    <a:pt x="30" y="160"/>
                    <a:pt x="30" y="160"/>
                    <a:pt x="30" y="160"/>
                  </a:cubicBezTo>
                  <a:cubicBezTo>
                    <a:pt x="31" y="159"/>
                    <a:pt x="31" y="159"/>
                    <a:pt x="31" y="159"/>
                  </a:cubicBezTo>
                  <a:cubicBezTo>
                    <a:pt x="31" y="159"/>
                    <a:pt x="31" y="159"/>
                    <a:pt x="31" y="159"/>
                  </a:cubicBezTo>
                  <a:cubicBezTo>
                    <a:pt x="31" y="159"/>
                    <a:pt x="31" y="159"/>
                    <a:pt x="31" y="159"/>
                  </a:cubicBezTo>
                  <a:cubicBezTo>
                    <a:pt x="31" y="159"/>
                    <a:pt x="31" y="159"/>
                    <a:pt x="31" y="159"/>
                  </a:cubicBezTo>
                  <a:cubicBezTo>
                    <a:pt x="31" y="158"/>
                    <a:pt x="31" y="158"/>
                    <a:pt x="31" y="158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3" y="158"/>
                    <a:pt x="33" y="158"/>
                    <a:pt x="33" y="158"/>
                  </a:cubicBezTo>
                  <a:cubicBezTo>
                    <a:pt x="33" y="159"/>
                    <a:pt x="33" y="159"/>
                    <a:pt x="33" y="159"/>
                  </a:cubicBezTo>
                  <a:cubicBezTo>
                    <a:pt x="35" y="159"/>
                    <a:pt x="35" y="159"/>
                    <a:pt x="35" y="159"/>
                  </a:cubicBezTo>
                  <a:cubicBezTo>
                    <a:pt x="35" y="158"/>
                    <a:pt x="35" y="158"/>
                    <a:pt x="35" y="158"/>
                  </a:cubicBezTo>
                  <a:cubicBezTo>
                    <a:pt x="34" y="158"/>
                    <a:pt x="34" y="158"/>
                    <a:pt x="34" y="158"/>
                  </a:cubicBezTo>
                  <a:cubicBezTo>
                    <a:pt x="34" y="158"/>
                    <a:pt x="34" y="158"/>
                    <a:pt x="34" y="158"/>
                  </a:cubicBezTo>
                  <a:cubicBezTo>
                    <a:pt x="33" y="158"/>
                    <a:pt x="33" y="158"/>
                    <a:pt x="33" y="158"/>
                  </a:cubicBezTo>
                  <a:cubicBezTo>
                    <a:pt x="32" y="157"/>
                    <a:pt x="32" y="157"/>
                    <a:pt x="32" y="157"/>
                  </a:cubicBezTo>
                  <a:cubicBezTo>
                    <a:pt x="32" y="156"/>
                    <a:pt x="32" y="156"/>
                    <a:pt x="32" y="156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32" y="156"/>
                    <a:pt x="32" y="156"/>
                    <a:pt x="32" y="156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7"/>
                    <a:pt x="33" y="157"/>
                    <a:pt x="33" y="157"/>
                  </a:cubicBezTo>
                  <a:cubicBezTo>
                    <a:pt x="34" y="158"/>
                    <a:pt x="34" y="158"/>
                    <a:pt x="34" y="158"/>
                  </a:cubicBezTo>
                  <a:cubicBezTo>
                    <a:pt x="34" y="157"/>
                    <a:pt x="34" y="157"/>
                    <a:pt x="34" y="157"/>
                  </a:cubicBezTo>
                  <a:cubicBezTo>
                    <a:pt x="34" y="157"/>
                    <a:pt x="34" y="157"/>
                    <a:pt x="34" y="157"/>
                  </a:cubicBezTo>
                  <a:cubicBezTo>
                    <a:pt x="34" y="156"/>
                    <a:pt x="34" y="156"/>
                    <a:pt x="34" y="156"/>
                  </a:cubicBezTo>
                  <a:cubicBezTo>
                    <a:pt x="34" y="156"/>
                    <a:pt x="34" y="156"/>
                    <a:pt x="34" y="156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6" y="158"/>
                    <a:pt x="36" y="158"/>
                    <a:pt x="36" y="158"/>
                  </a:cubicBezTo>
                  <a:cubicBezTo>
                    <a:pt x="37" y="158"/>
                    <a:pt x="37" y="158"/>
                    <a:pt x="37" y="158"/>
                  </a:cubicBezTo>
                  <a:cubicBezTo>
                    <a:pt x="37" y="158"/>
                    <a:pt x="37" y="158"/>
                    <a:pt x="37" y="158"/>
                  </a:cubicBezTo>
                  <a:cubicBezTo>
                    <a:pt x="38" y="158"/>
                    <a:pt x="38" y="158"/>
                    <a:pt x="38" y="158"/>
                  </a:cubicBezTo>
                  <a:cubicBezTo>
                    <a:pt x="38" y="158"/>
                    <a:pt x="38" y="158"/>
                    <a:pt x="38" y="158"/>
                  </a:cubicBezTo>
                  <a:cubicBezTo>
                    <a:pt x="39" y="159"/>
                    <a:pt x="39" y="159"/>
                    <a:pt x="39" y="159"/>
                  </a:cubicBezTo>
                  <a:cubicBezTo>
                    <a:pt x="40" y="159"/>
                    <a:pt x="40" y="159"/>
                    <a:pt x="40" y="159"/>
                  </a:cubicBezTo>
                  <a:cubicBezTo>
                    <a:pt x="40" y="159"/>
                    <a:pt x="40" y="159"/>
                    <a:pt x="40" y="159"/>
                  </a:cubicBezTo>
                  <a:cubicBezTo>
                    <a:pt x="41" y="159"/>
                    <a:pt x="41" y="159"/>
                    <a:pt x="41" y="159"/>
                  </a:cubicBezTo>
                  <a:cubicBezTo>
                    <a:pt x="41" y="159"/>
                    <a:pt x="41" y="159"/>
                    <a:pt x="41" y="159"/>
                  </a:cubicBezTo>
                  <a:cubicBezTo>
                    <a:pt x="40" y="158"/>
                    <a:pt x="40" y="158"/>
                    <a:pt x="40" y="158"/>
                  </a:cubicBezTo>
                  <a:cubicBezTo>
                    <a:pt x="38" y="157"/>
                    <a:pt x="38" y="157"/>
                    <a:pt x="38" y="157"/>
                  </a:cubicBezTo>
                  <a:cubicBezTo>
                    <a:pt x="38" y="157"/>
                    <a:pt x="38" y="157"/>
                    <a:pt x="38" y="157"/>
                  </a:cubicBezTo>
                  <a:cubicBezTo>
                    <a:pt x="38" y="156"/>
                    <a:pt x="38" y="156"/>
                    <a:pt x="38" y="156"/>
                  </a:cubicBezTo>
                  <a:cubicBezTo>
                    <a:pt x="39" y="156"/>
                    <a:pt x="39" y="156"/>
                    <a:pt x="39" y="156"/>
                  </a:cubicBezTo>
                  <a:cubicBezTo>
                    <a:pt x="39" y="156"/>
                    <a:pt x="39" y="156"/>
                    <a:pt x="39" y="156"/>
                  </a:cubicBezTo>
                  <a:cubicBezTo>
                    <a:pt x="40" y="155"/>
                    <a:pt x="40" y="155"/>
                    <a:pt x="40" y="155"/>
                  </a:cubicBezTo>
                  <a:cubicBezTo>
                    <a:pt x="40" y="155"/>
                    <a:pt x="40" y="155"/>
                    <a:pt x="40" y="155"/>
                  </a:cubicBezTo>
                  <a:cubicBezTo>
                    <a:pt x="40" y="155"/>
                    <a:pt x="40" y="155"/>
                    <a:pt x="40" y="155"/>
                  </a:cubicBezTo>
                  <a:cubicBezTo>
                    <a:pt x="39" y="155"/>
                    <a:pt x="39" y="155"/>
                    <a:pt x="39" y="155"/>
                  </a:cubicBezTo>
                  <a:cubicBezTo>
                    <a:pt x="39" y="155"/>
                    <a:pt x="39" y="155"/>
                    <a:pt x="39" y="155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7" y="155"/>
                    <a:pt x="37" y="155"/>
                    <a:pt x="37" y="155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8" y="156"/>
                    <a:pt x="38" y="156"/>
                    <a:pt x="38" y="156"/>
                  </a:cubicBezTo>
                  <a:cubicBezTo>
                    <a:pt x="38" y="156"/>
                    <a:pt x="38" y="156"/>
                    <a:pt x="38" y="156"/>
                  </a:cubicBezTo>
                  <a:cubicBezTo>
                    <a:pt x="37" y="156"/>
                    <a:pt x="37" y="156"/>
                    <a:pt x="37" y="156"/>
                  </a:cubicBezTo>
                  <a:cubicBezTo>
                    <a:pt x="37" y="156"/>
                    <a:pt x="37" y="156"/>
                    <a:pt x="37" y="156"/>
                  </a:cubicBezTo>
                  <a:cubicBezTo>
                    <a:pt x="36" y="156"/>
                    <a:pt x="36" y="156"/>
                    <a:pt x="36" y="156"/>
                  </a:cubicBezTo>
                  <a:cubicBezTo>
                    <a:pt x="35" y="156"/>
                    <a:pt x="35" y="156"/>
                    <a:pt x="35" y="156"/>
                  </a:cubicBezTo>
                  <a:cubicBezTo>
                    <a:pt x="35" y="156"/>
                    <a:pt x="35" y="156"/>
                    <a:pt x="35" y="156"/>
                  </a:cubicBezTo>
                  <a:cubicBezTo>
                    <a:pt x="34" y="156"/>
                    <a:pt x="34" y="156"/>
                    <a:pt x="34" y="156"/>
                  </a:cubicBezTo>
                  <a:cubicBezTo>
                    <a:pt x="34" y="155"/>
                    <a:pt x="34" y="155"/>
                    <a:pt x="34" y="155"/>
                  </a:cubicBezTo>
                  <a:cubicBezTo>
                    <a:pt x="34" y="155"/>
                    <a:pt x="34" y="155"/>
                    <a:pt x="34" y="155"/>
                  </a:cubicBezTo>
                  <a:cubicBezTo>
                    <a:pt x="35" y="155"/>
                    <a:pt x="35" y="155"/>
                    <a:pt x="35" y="155"/>
                  </a:cubicBezTo>
                  <a:cubicBezTo>
                    <a:pt x="34" y="155"/>
                    <a:pt x="34" y="155"/>
                    <a:pt x="34" y="155"/>
                  </a:cubicBezTo>
                  <a:cubicBezTo>
                    <a:pt x="33" y="155"/>
                    <a:pt x="33" y="155"/>
                    <a:pt x="33" y="155"/>
                  </a:cubicBezTo>
                  <a:cubicBezTo>
                    <a:pt x="33" y="155"/>
                    <a:pt x="33" y="155"/>
                    <a:pt x="33" y="155"/>
                  </a:cubicBezTo>
                  <a:cubicBezTo>
                    <a:pt x="34" y="154"/>
                    <a:pt x="34" y="154"/>
                    <a:pt x="34" y="154"/>
                  </a:cubicBezTo>
                  <a:cubicBezTo>
                    <a:pt x="35" y="154"/>
                    <a:pt x="35" y="154"/>
                    <a:pt x="35" y="154"/>
                  </a:cubicBezTo>
                  <a:cubicBezTo>
                    <a:pt x="36" y="154"/>
                    <a:pt x="36" y="154"/>
                    <a:pt x="36" y="154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8" y="154"/>
                    <a:pt x="38" y="154"/>
                    <a:pt x="38" y="154"/>
                  </a:cubicBezTo>
                  <a:cubicBezTo>
                    <a:pt x="39" y="154"/>
                    <a:pt x="39" y="154"/>
                    <a:pt x="39" y="154"/>
                  </a:cubicBezTo>
                  <a:cubicBezTo>
                    <a:pt x="40" y="154"/>
                    <a:pt x="40" y="154"/>
                    <a:pt x="40" y="154"/>
                  </a:cubicBezTo>
                  <a:cubicBezTo>
                    <a:pt x="40" y="154"/>
                    <a:pt x="40" y="154"/>
                    <a:pt x="40" y="154"/>
                  </a:cubicBezTo>
                  <a:cubicBezTo>
                    <a:pt x="40" y="153"/>
                    <a:pt x="40" y="153"/>
                    <a:pt x="40" y="153"/>
                  </a:cubicBezTo>
                  <a:cubicBezTo>
                    <a:pt x="40" y="153"/>
                    <a:pt x="40" y="153"/>
                    <a:pt x="40" y="153"/>
                  </a:cubicBezTo>
                  <a:cubicBezTo>
                    <a:pt x="41" y="153"/>
                    <a:pt x="41" y="153"/>
                    <a:pt x="41" y="153"/>
                  </a:cubicBezTo>
                  <a:cubicBezTo>
                    <a:pt x="41" y="152"/>
                    <a:pt x="41" y="152"/>
                    <a:pt x="41" y="152"/>
                  </a:cubicBezTo>
                  <a:cubicBezTo>
                    <a:pt x="41" y="152"/>
                    <a:pt x="41" y="152"/>
                    <a:pt x="41" y="152"/>
                  </a:cubicBezTo>
                  <a:cubicBezTo>
                    <a:pt x="40" y="153"/>
                    <a:pt x="40" y="153"/>
                    <a:pt x="40" y="153"/>
                  </a:cubicBezTo>
                  <a:cubicBezTo>
                    <a:pt x="40" y="153"/>
                    <a:pt x="40" y="153"/>
                    <a:pt x="40" y="153"/>
                  </a:cubicBezTo>
                  <a:cubicBezTo>
                    <a:pt x="40" y="152"/>
                    <a:pt x="40" y="152"/>
                    <a:pt x="40" y="152"/>
                  </a:cubicBezTo>
                  <a:cubicBezTo>
                    <a:pt x="40" y="152"/>
                    <a:pt x="40" y="152"/>
                    <a:pt x="40" y="152"/>
                  </a:cubicBezTo>
                  <a:cubicBezTo>
                    <a:pt x="41" y="150"/>
                    <a:pt x="41" y="150"/>
                    <a:pt x="41" y="150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2" y="150"/>
                    <a:pt x="42" y="150"/>
                    <a:pt x="42" y="150"/>
                  </a:cubicBezTo>
                  <a:cubicBezTo>
                    <a:pt x="42" y="150"/>
                    <a:pt x="42" y="150"/>
                    <a:pt x="42" y="150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3" y="151"/>
                    <a:pt x="43" y="151"/>
                    <a:pt x="43" y="151"/>
                  </a:cubicBezTo>
                  <a:cubicBezTo>
                    <a:pt x="43" y="151"/>
                    <a:pt x="43" y="151"/>
                    <a:pt x="43" y="151"/>
                  </a:cubicBezTo>
                  <a:cubicBezTo>
                    <a:pt x="44" y="151"/>
                    <a:pt x="44" y="151"/>
                    <a:pt x="44" y="151"/>
                  </a:cubicBezTo>
                  <a:cubicBezTo>
                    <a:pt x="44" y="151"/>
                    <a:pt x="44" y="151"/>
                    <a:pt x="44" y="151"/>
                  </a:cubicBezTo>
                  <a:cubicBezTo>
                    <a:pt x="44" y="151"/>
                    <a:pt x="44" y="151"/>
                    <a:pt x="44" y="151"/>
                  </a:cubicBezTo>
                  <a:cubicBezTo>
                    <a:pt x="45" y="151"/>
                    <a:pt x="45" y="151"/>
                    <a:pt x="45" y="151"/>
                  </a:cubicBezTo>
                  <a:cubicBezTo>
                    <a:pt x="45" y="151"/>
                    <a:pt x="45" y="151"/>
                    <a:pt x="45" y="151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43" y="150"/>
                    <a:pt x="43" y="150"/>
                    <a:pt x="43" y="150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44" y="149"/>
                    <a:pt x="44" y="149"/>
                    <a:pt x="44" y="149"/>
                  </a:cubicBezTo>
                  <a:cubicBezTo>
                    <a:pt x="44" y="149"/>
                    <a:pt x="44" y="149"/>
                    <a:pt x="44" y="149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43" y="149"/>
                    <a:pt x="43" y="149"/>
                    <a:pt x="43" y="149"/>
                  </a:cubicBezTo>
                  <a:cubicBezTo>
                    <a:pt x="42" y="149"/>
                    <a:pt x="42" y="149"/>
                    <a:pt x="42" y="149"/>
                  </a:cubicBezTo>
                  <a:cubicBezTo>
                    <a:pt x="42" y="149"/>
                    <a:pt x="42" y="149"/>
                    <a:pt x="42" y="149"/>
                  </a:cubicBezTo>
                  <a:cubicBezTo>
                    <a:pt x="42" y="149"/>
                    <a:pt x="42" y="149"/>
                    <a:pt x="42" y="149"/>
                  </a:cubicBezTo>
                  <a:cubicBezTo>
                    <a:pt x="42" y="148"/>
                    <a:pt x="42" y="148"/>
                    <a:pt x="42" y="148"/>
                  </a:cubicBezTo>
                  <a:cubicBezTo>
                    <a:pt x="42" y="148"/>
                    <a:pt x="42" y="148"/>
                    <a:pt x="42" y="148"/>
                  </a:cubicBezTo>
                  <a:cubicBezTo>
                    <a:pt x="43" y="147"/>
                    <a:pt x="43" y="147"/>
                    <a:pt x="43" y="147"/>
                  </a:cubicBezTo>
                  <a:cubicBezTo>
                    <a:pt x="44" y="147"/>
                    <a:pt x="44" y="147"/>
                    <a:pt x="44" y="147"/>
                  </a:cubicBezTo>
                  <a:cubicBezTo>
                    <a:pt x="44" y="147"/>
                    <a:pt x="44" y="147"/>
                    <a:pt x="44" y="147"/>
                  </a:cubicBezTo>
                  <a:cubicBezTo>
                    <a:pt x="44" y="147"/>
                    <a:pt x="44" y="147"/>
                    <a:pt x="44" y="147"/>
                  </a:cubicBezTo>
                  <a:cubicBezTo>
                    <a:pt x="45" y="147"/>
                    <a:pt x="45" y="147"/>
                    <a:pt x="45" y="147"/>
                  </a:cubicBezTo>
                  <a:cubicBezTo>
                    <a:pt x="45" y="147"/>
                    <a:pt x="45" y="147"/>
                    <a:pt x="45" y="147"/>
                  </a:cubicBezTo>
                  <a:cubicBezTo>
                    <a:pt x="44" y="146"/>
                    <a:pt x="44" y="146"/>
                    <a:pt x="44" y="146"/>
                  </a:cubicBezTo>
                  <a:cubicBezTo>
                    <a:pt x="43" y="146"/>
                    <a:pt x="43" y="146"/>
                    <a:pt x="43" y="146"/>
                  </a:cubicBezTo>
                  <a:cubicBezTo>
                    <a:pt x="43" y="146"/>
                    <a:pt x="43" y="146"/>
                    <a:pt x="43" y="146"/>
                  </a:cubicBezTo>
                  <a:cubicBezTo>
                    <a:pt x="44" y="146"/>
                    <a:pt x="44" y="146"/>
                    <a:pt x="44" y="146"/>
                  </a:cubicBezTo>
                  <a:cubicBezTo>
                    <a:pt x="44" y="146"/>
                    <a:pt x="44" y="146"/>
                    <a:pt x="44" y="146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6" y="144"/>
                    <a:pt x="46" y="144"/>
                    <a:pt x="46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5" y="144"/>
                    <a:pt x="45" y="144"/>
                    <a:pt x="45" y="144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6" y="143"/>
                    <a:pt x="46" y="143"/>
                    <a:pt x="46" y="143"/>
                  </a:cubicBezTo>
                  <a:cubicBezTo>
                    <a:pt x="45" y="143"/>
                    <a:pt x="45" y="143"/>
                    <a:pt x="45" y="143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3" y="143"/>
                    <a:pt x="43" y="143"/>
                    <a:pt x="43" y="143"/>
                  </a:cubicBezTo>
                  <a:cubicBezTo>
                    <a:pt x="43" y="143"/>
                    <a:pt x="43" y="143"/>
                    <a:pt x="43" y="143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41" y="143"/>
                    <a:pt x="41" y="143"/>
                    <a:pt x="41" y="143"/>
                  </a:cubicBezTo>
                  <a:cubicBezTo>
                    <a:pt x="41" y="143"/>
                    <a:pt x="41" y="143"/>
                    <a:pt x="41" y="143"/>
                  </a:cubicBezTo>
                  <a:cubicBezTo>
                    <a:pt x="40" y="143"/>
                    <a:pt x="40" y="143"/>
                    <a:pt x="40" y="143"/>
                  </a:cubicBezTo>
                  <a:cubicBezTo>
                    <a:pt x="40" y="142"/>
                    <a:pt x="40" y="142"/>
                    <a:pt x="40" y="142"/>
                  </a:cubicBezTo>
                  <a:cubicBezTo>
                    <a:pt x="39" y="142"/>
                    <a:pt x="39" y="142"/>
                    <a:pt x="39" y="142"/>
                  </a:cubicBezTo>
                  <a:cubicBezTo>
                    <a:pt x="38" y="142"/>
                    <a:pt x="38" y="142"/>
                    <a:pt x="38" y="142"/>
                  </a:cubicBezTo>
                  <a:cubicBezTo>
                    <a:pt x="38" y="141"/>
                    <a:pt x="38" y="141"/>
                    <a:pt x="38" y="141"/>
                  </a:cubicBezTo>
                  <a:cubicBezTo>
                    <a:pt x="38" y="141"/>
                    <a:pt x="38" y="141"/>
                    <a:pt x="38" y="141"/>
                  </a:cubicBezTo>
                  <a:cubicBezTo>
                    <a:pt x="37" y="140"/>
                    <a:pt x="37" y="140"/>
                    <a:pt x="37" y="140"/>
                  </a:cubicBezTo>
                  <a:cubicBezTo>
                    <a:pt x="36" y="139"/>
                    <a:pt x="36" y="139"/>
                    <a:pt x="36" y="139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4" y="138"/>
                    <a:pt x="34" y="138"/>
                    <a:pt x="34" y="138"/>
                  </a:cubicBezTo>
                  <a:cubicBezTo>
                    <a:pt x="34" y="138"/>
                    <a:pt x="34" y="138"/>
                    <a:pt x="34" y="138"/>
                  </a:cubicBezTo>
                  <a:cubicBezTo>
                    <a:pt x="33" y="137"/>
                    <a:pt x="33" y="137"/>
                    <a:pt x="33" y="137"/>
                  </a:cubicBezTo>
                  <a:cubicBezTo>
                    <a:pt x="33" y="136"/>
                    <a:pt x="33" y="136"/>
                    <a:pt x="33" y="136"/>
                  </a:cubicBezTo>
                  <a:cubicBezTo>
                    <a:pt x="32" y="136"/>
                    <a:pt x="32" y="136"/>
                    <a:pt x="32" y="136"/>
                  </a:cubicBezTo>
                  <a:cubicBezTo>
                    <a:pt x="32" y="136"/>
                    <a:pt x="32" y="136"/>
                    <a:pt x="32" y="136"/>
                  </a:cubicBezTo>
                  <a:cubicBezTo>
                    <a:pt x="33" y="135"/>
                    <a:pt x="33" y="135"/>
                    <a:pt x="33" y="135"/>
                  </a:cubicBezTo>
                  <a:cubicBezTo>
                    <a:pt x="34" y="135"/>
                    <a:pt x="34" y="135"/>
                    <a:pt x="34" y="135"/>
                  </a:cubicBezTo>
                  <a:cubicBezTo>
                    <a:pt x="34" y="135"/>
                    <a:pt x="34" y="135"/>
                    <a:pt x="34" y="135"/>
                  </a:cubicBezTo>
                  <a:cubicBezTo>
                    <a:pt x="35" y="135"/>
                    <a:pt x="35" y="135"/>
                    <a:pt x="35" y="135"/>
                  </a:cubicBezTo>
                  <a:cubicBezTo>
                    <a:pt x="36" y="135"/>
                    <a:pt x="36" y="135"/>
                    <a:pt x="36" y="135"/>
                  </a:cubicBezTo>
                  <a:cubicBezTo>
                    <a:pt x="37" y="136"/>
                    <a:pt x="37" y="136"/>
                    <a:pt x="37" y="136"/>
                  </a:cubicBezTo>
                  <a:cubicBezTo>
                    <a:pt x="37" y="136"/>
                    <a:pt x="37" y="136"/>
                    <a:pt x="37" y="136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38" y="136"/>
                    <a:pt x="38" y="136"/>
                    <a:pt x="38" y="136"/>
                  </a:cubicBezTo>
                  <a:cubicBezTo>
                    <a:pt x="39" y="136"/>
                    <a:pt x="39" y="136"/>
                    <a:pt x="39" y="136"/>
                  </a:cubicBezTo>
                  <a:cubicBezTo>
                    <a:pt x="40" y="136"/>
                    <a:pt x="40" y="136"/>
                    <a:pt x="40" y="136"/>
                  </a:cubicBezTo>
                  <a:cubicBezTo>
                    <a:pt x="40" y="137"/>
                    <a:pt x="40" y="137"/>
                    <a:pt x="40" y="137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40"/>
                    <a:pt x="43" y="140"/>
                    <a:pt x="43" y="140"/>
                  </a:cubicBezTo>
                  <a:cubicBezTo>
                    <a:pt x="44" y="140"/>
                    <a:pt x="44" y="140"/>
                    <a:pt x="44" y="140"/>
                  </a:cubicBezTo>
                  <a:cubicBezTo>
                    <a:pt x="45" y="141"/>
                    <a:pt x="45" y="141"/>
                    <a:pt x="45" y="141"/>
                  </a:cubicBezTo>
                  <a:cubicBezTo>
                    <a:pt x="45" y="140"/>
                    <a:pt x="45" y="140"/>
                    <a:pt x="45" y="140"/>
                  </a:cubicBezTo>
                  <a:cubicBezTo>
                    <a:pt x="46" y="140"/>
                    <a:pt x="46" y="140"/>
                    <a:pt x="46" y="140"/>
                  </a:cubicBezTo>
                  <a:cubicBezTo>
                    <a:pt x="45" y="140"/>
                    <a:pt x="45" y="140"/>
                    <a:pt x="45" y="140"/>
                  </a:cubicBezTo>
                  <a:cubicBezTo>
                    <a:pt x="45" y="140"/>
                    <a:pt x="45" y="140"/>
                    <a:pt x="45" y="140"/>
                  </a:cubicBezTo>
                  <a:cubicBezTo>
                    <a:pt x="45" y="140"/>
                    <a:pt x="45" y="140"/>
                    <a:pt x="45" y="140"/>
                  </a:cubicBezTo>
                  <a:cubicBezTo>
                    <a:pt x="44" y="140"/>
                    <a:pt x="44" y="140"/>
                    <a:pt x="44" y="140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8"/>
                    <a:pt x="43" y="138"/>
                    <a:pt x="43" y="138"/>
                  </a:cubicBezTo>
                  <a:cubicBezTo>
                    <a:pt x="43" y="138"/>
                    <a:pt x="43" y="138"/>
                    <a:pt x="43" y="138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45" y="138"/>
                    <a:pt x="45" y="138"/>
                    <a:pt x="45" y="138"/>
                  </a:cubicBezTo>
                  <a:cubicBezTo>
                    <a:pt x="44" y="138"/>
                    <a:pt x="44" y="138"/>
                    <a:pt x="44" y="138"/>
                  </a:cubicBezTo>
                  <a:cubicBezTo>
                    <a:pt x="43" y="137"/>
                    <a:pt x="43" y="137"/>
                    <a:pt x="43" y="137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4" y="137"/>
                    <a:pt x="44" y="137"/>
                    <a:pt x="44" y="137"/>
                  </a:cubicBezTo>
                  <a:cubicBezTo>
                    <a:pt x="45" y="137"/>
                    <a:pt x="45" y="137"/>
                    <a:pt x="45" y="137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2" y="134"/>
                    <a:pt x="42" y="134"/>
                    <a:pt x="42" y="134"/>
                  </a:cubicBezTo>
                  <a:cubicBezTo>
                    <a:pt x="42" y="134"/>
                    <a:pt x="42" y="134"/>
                    <a:pt x="42" y="134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45" y="135"/>
                    <a:pt x="45" y="135"/>
                    <a:pt x="45" y="135"/>
                  </a:cubicBezTo>
                  <a:cubicBezTo>
                    <a:pt x="45" y="135"/>
                    <a:pt x="45" y="135"/>
                    <a:pt x="45" y="135"/>
                  </a:cubicBezTo>
                  <a:cubicBezTo>
                    <a:pt x="46" y="134"/>
                    <a:pt x="46" y="134"/>
                    <a:pt x="46" y="134"/>
                  </a:cubicBezTo>
                  <a:cubicBezTo>
                    <a:pt x="45" y="134"/>
                    <a:pt x="45" y="134"/>
                    <a:pt x="45" y="134"/>
                  </a:cubicBezTo>
                  <a:cubicBezTo>
                    <a:pt x="45" y="134"/>
                    <a:pt x="45" y="134"/>
                    <a:pt x="45" y="134"/>
                  </a:cubicBezTo>
                  <a:cubicBezTo>
                    <a:pt x="44" y="134"/>
                    <a:pt x="44" y="134"/>
                    <a:pt x="44" y="134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3" y="133"/>
                    <a:pt x="43" y="133"/>
                    <a:pt x="43" y="133"/>
                  </a:cubicBezTo>
                  <a:cubicBezTo>
                    <a:pt x="44" y="133"/>
                    <a:pt x="44" y="133"/>
                    <a:pt x="44" y="133"/>
                  </a:cubicBezTo>
                  <a:cubicBezTo>
                    <a:pt x="44" y="133"/>
                    <a:pt x="44" y="133"/>
                    <a:pt x="44" y="133"/>
                  </a:cubicBezTo>
                  <a:cubicBezTo>
                    <a:pt x="45" y="133"/>
                    <a:pt x="45" y="133"/>
                    <a:pt x="45" y="133"/>
                  </a:cubicBezTo>
                  <a:cubicBezTo>
                    <a:pt x="45" y="133"/>
                    <a:pt x="45" y="133"/>
                    <a:pt x="45" y="133"/>
                  </a:cubicBezTo>
                  <a:cubicBezTo>
                    <a:pt x="45" y="132"/>
                    <a:pt x="45" y="132"/>
                    <a:pt x="45" y="132"/>
                  </a:cubicBezTo>
                  <a:cubicBezTo>
                    <a:pt x="44" y="132"/>
                    <a:pt x="44" y="132"/>
                    <a:pt x="44" y="132"/>
                  </a:cubicBezTo>
                  <a:cubicBezTo>
                    <a:pt x="44" y="132"/>
                    <a:pt x="44" y="132"/>
                    <a:pt x="44" y="132"/>
                  </a:cubicBezTo>
                  <a:cubicBezTo>
                    <a:pt x="44" y="132"/>
                    <a:pt x="44" y="132"/>
                    <a:pt x="44" y="132"/>
                  </a:cubicBezTo>
                  <a:cubicBezTo>
                    <a:pt x="43" y="132"/>
                    <a:pt x="43" y="132"/>
                    <a:pt x="43" y="132"/>
                  </a:cubicBezTo>
                  <a:cubicBezTo>
                    <a:pt x="43" y="132"/>
                    <a:pt x="43" y="132"/>
                    <a:pt x="43" y="132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2" y="132"/>
                    <a:pt x="42" y="132"/>
                    <a:pt x="42" y="132"/>
                  </a:cubicBezTo>
                  <a:cubicBezTo>
                    <a:pt x="42" y="131"/>
                    <a:pt x="42" y="131"/>
                    <a:pt x="42" y="131"/>
                  </a:cubicBezTo>
                  <a:cubicBezTo>
                    <a:pt x="43" y="131"/>
                    <a:pt x="43" y="131"/>
                    <a:pt x="43" y="131"/>
                  </a:cubicBezTo>
                  <a:cubicBezTo>
                    <a:pt x="43" y="131"/>
                    <a:pt x="43" y="131"/>
                    <a:pt x="43" y="131"/>
                  </a:cubicBezTo>
                  <a:cubicBezTo>
                    <a:pt x="44" y="131"/>
                    <a:pt x="44" y="131"/>
                    <a:pt x="44" y="131"/>
                  </a:cubicBezTo>
                  <a:cubicBezTo>
                    <a:pt x="44" y="131"/>
                    <a:pt x="44" y="131"/>
                    <a:pt x="44" y="131"/>
                  </a:cubicBezTo>
                  <a:cubicBezTo>
                    <a:pt x="45" y="131"/>
                    <a:pt x="45" y="131"/>
                    <a:pt x="45" y="131"/>
                  </a:cubicBezTo>
                  <a:cubicBezTo>
                    <a:pt x="44" y="130"/>
                    <a:pt x="44" y="130"/>
                    <a:pt x="44" y="130"/>
                  </a:cubicBezTo>
                  <a:cubicBezTo>
                    <a:pt x="43" y="130"/>
                    <a:pt x="43" y="130"/>
                    <a:pt x="43" y="130"/>
                  </a:cubicBezTo>
                  <a:cubicBezTo>
                    <a:pt x="43" y="131"/>
                    <a:pt x="43" y="131"/>
                    <a:pt x="43" y="131"/>
                  </a:cubicBezTo>
                  <a:cubicBezTo>
                    <a:pt x="42" y="131"/>
                    <a:pt x="42" y="131"/>
                    <a:pt x="42" y="131"/>
                  </a:cubicBezTo>
                  <a:cubicBezTo>
                    <a:pt x="42" y="131"/>
                    <a:pt x="42" y="131"/>
                    <a:pt x="42" y="131"/>
                  </a:cubicBezTo>
                  <a:cubicBezTo>
                    <a:pt x="41" y="131"/>
                    <a:pt x="41" y="131"/>
                    <a:pt x="41" y="131"/>
                  </a:cubicBezTo>
                  <a:cubicBezTo>
                    <a:pt x="41" y="131"/>
                    <a:pt x="41" y="131"/>
                    <a:pt x="41" y="131"/>
                  </a:cubicBezTo>
                  <a:cubicBezTo>
                    <a:pt x="41" y="130"/>
                    <a:pt x="41" y="130"/>
                    <a:pt x="41" y="130"/>
                  </a:cubicBezTo>
                  <a:cubicBezTo>
                    <a:pt x="41" y="130"/>
                    <a:pt x="41" y="130"/>
                    <a:pt x="41" y="130"/>
                  </a:cubicBezTo>
                  <a:cubicBezTo>
                    <a:pt x="42" y="130"/>
                    <a:pt x="42" y="130"/>
                    <a:pt x="42" y="130"/>
                  </a:cubicBezTo>
                  <a:cubicBezTo>
                    <a:pt x="43" y="129"/>
                    <a:pt x="43" y="129"/>
                    <a:pt x="43" y="129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5" y="129"/>
                    <a:pt x="45" y="129"/>
                    <a:pt x="45" y="129"/>
                  </a:cubicBezTo>
                  <a:cubicBezTo>
                    <a:pt x="45" y="128"/>
                    <a:pt x="45" y="128"/>
                    <a:pt x="45" y="128"/>
                  </a:cubicBezTo>
                  <a:cubicBezTo>
                    <a:pt x="45" y="128"/>
                    <a:pt x="45" y="128"/>
                    <a:pt x="45" y="128"/>
                  </a:cubicBezTo>
                  <a:cubicBezTo>
                    <a:pt x="45" y="128"/>
                    <a:pt x="45" y="128"/>
                    <a:pt x="45" y="128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43" y="129"/>
                    <a:pt x="43" y="129"/>
                    <a:pt x="43" y="129"/>
                  </a:cubicBezTo>
                  <a:cubicBezTo>
                    <a:pt x="43" y="129"/>
                    <a:pt x="43" y="129"/>
                    <a:pt x="43" y="129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41" y="128"/>
                    <a:pt x="41" y="128"/>
                    <a:pt x="41" y="128"/>
                  </a:cubicBezTo>
                  <a:cubicBezTo>
                    <a:pt x="41" y="128"/>
                    <a:pt x="41" y="128"/>
                    <a:pt x="41" y="128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2" y="126"/>
                    <a:pt x="42" y="126"/>
                    <a:pt x="42" y="126"/>
                  </a:cubicBezTo>
                  <a:cubicBezTo>
                    <a:pt x="42" y="126"/>
                    <a:pt x="42" y="126"/>
                    <a:pt x="42" y="126"/>
                  </a:cubicBezTo>
                  <a:cubicBezTo>
                    <a:pt x="43" y="126"/>
                    <a:pt x="43" y="126"/>
                    <a:pt x="43" y="126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42" y="126"/>
                    <a:pt x="42" y="126"/>
                    <a:pt x="42" y="126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25"/>
                    <a:pt x="40" y="125"/>
                    <a:pt x="40" y="125"/>
                  </a:cubicBezTo>
                  <a:cubicBezTo>
                    <a:pt x="40" y="124"/>
                    <a:pt x="40" y="124"/>
                    <a:pt x="40" y="124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2"/>
                    <a:pt x="40" y="122"/>
                    <a:pt x="40" y="122"/>
                  </a:cubicBezTo>
                  <a:cubicBezTo>
                    <a:pt x="40" y="122"/>
                    <a:pt x="40" y="122"/>
                    <a:pt x="40" y="122"/>
                  </a:cubicBezTo>
                  <a:cubicBezTo>
                    <a:pt x="39" y="123"/>
                    <a:pt x="39" y="123"/>
                    <a:pt x="39" y="123"/>
                  </a:cubicBezTo>
                  <a:cubicBezTo>
                    <a:pt x="39" y="124"/>
                    <a:pt x="39" y="124"/>
                    <a:pt x="39" y="124"/>
                  </a:cubicBezTo>
                  <a:cubicBezTo>
                    <a:pt x="39" y="125"/>
                    <a:pt x="39" y="125"/>
                    <a:pt x="39" y="125"/>
                  </a:cubicBezTo>
                  <a:cubicBezTo>
                    <a:pt x="40" y="125"/>
                    <a:pt x="40" y="125"/>
                    <a:pt x="40" y="125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9" y="128"/>
                    <a:pt x="39" y="128"/>
                    <a:pt x="39" y="128"/>
                  </a:cubicBezTo>
                  <a:cubicBezTo>
                    <a:pt x="39" y="128"/>
                    <a:pt x="39" y="128"/>
                    <a:pt x="39" y="128"/>
                  </a:cubicBezTo>
                  <a:cubicBezTo>
                    <a:pt x="38" y="127"/>
                    <a:pt x="38" y="127"/>
                    <a:pt x="38" y="127"/>
                  </a:cubicBezTo>
                  <a:cubicBezTo>
                    <a:pt x="38" y="127"/>
                    <a:pt x="38" y="127"/>
                    <a:pt x="38" y="127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7" y="128"/>
                    <a:pt x="37" y="128"/>
                    <a:pt x="37" y="128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37" y="129"/>
                    <a:pt x="37" y="129"/>
                    <a:pt x="37" y="129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6" y="130"/>
                    <a:pt x="36" y="130"/>
                    <a:pt x="36" y="130"/>
                  </a:cubicBezTo>
                  <a:cubicBezTo>
                    <a:pt x="35" y="131"/>
                    <a:pt x="35" y="131"/>
                    <a:pt x="35" y="131"/>
                  </a:cubicBezTo>
                  <a:cubicBezTo>
                    <a:pt x="34" y="131"/>
                    <a:pt x="34" y="131"/>
                    <a:pt x="34" y="131"/>
                  </a:cubicBezTo>
                  <a:cubicBezTo>
                    <a:pt x="33" y="130"/>
                    <a:pt x="33" y="130"/>
                    <a:pt x="33" y="130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3" y="129"/>
                    <a:pt x="33" y="129"/>
                    <a:pt x="33" y="129"/>
                  </a:cubicBezTo>
                  <a:cubicBezTo>
                    <a:pt x="33" y="129"/>
                    <a:pt x="33" y="129"/>
                    <a:pt x="33" y="129"/>
                  </a:cubicBezTo>
                  <a:cubicBezTo>
                    <a:pt x="33" y="129"/>
                    <a:pt x="33" y="129"/>
                    <a:pt x="33" y="129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32" y="126"/>
                    <a:pt x="32" y="126"/>
                    <a:pt x="32" y="126"/>
                  </a:cubicBezTo>
                  <a:cubicBezTo>
                    <a:pt x="33" y="126"/>
                    <a:pt x="33" y="126"/>
                    <a:pt x="33" y="126"/>
                  </a:cubicBezTo>
                  <a:cubicBezTo>
                    <a:pt x="33" y="127"/>
                    <a:pt x="33" y="127"/>
                    <a:pt x="33" y="127"/>
                  </a:cubicBezTo>
                  <a:cubicBezTo>
                    <a:pt x="34" y="126"/>
                    <a:pt x="34" y="126"/>
                    <a:pt x="34" y="126"/>
                  </a:cubicBezTo>
                  <a:cubicBezTo>
                    <a:pt x="34" y="126"/>
                    <a:pt x="34" y="126"/>
                    <a:pt x="34" y="126"/>
                  </a:cubicBezTo>
                  <a:cubicBezTo>
                    <a:pt x="36" y="126"/>
                    <a:pt x="36" y="126"/>
                    <a:pt x="36" y="126"/>
                  </a:cubicBezTo>
                  <a:cubicBezTo>
                    <a:pt x="36" y="126"/>
                    <a:pt x="36" y="126"/>
                    <a:pt x="36" y="126"/>
                  </a:cubicBezTo>
                  <a:cubicBezTo>
                    <a:pt x="37" y="125"/>
                    <a:pt x="37" y="125"/>
                    <a:pt x="37" y="125"/>
                  </a:cubicBezTo>
                  <a:cubicBezTo>
                    <a:pt x="38" y="124"/>
                    <a:pt x="38" y="124"/>
                    <a:pt x="38" y="124"/>
                  </a:cubicBezTo>
                  <a:cubicBezTo>
                    <a:pt x="38" y="123"/>
                    <a:pt x="38" y="123"/>
                    <a:pt x="38" y="123"/>
                  </a:cubicBezTo>
                  <a:cubicBezTo>
                    <a:pt x="37" y="123"/>
                    <a:pt x="37" y="123"/>
                    <a:pt x="37" y="123"/>
                  </a:cubicBezTo>
                  <a:cubicBezTo>
                    <a:pt x="37" y="124"/>
                    <a:pt x="37" y="124"/>
                    <a:pt x="37" y="124"/>
                  </a:cubicBezTo>
                  <a:cubicBezTo>
                    <a:pt x="37" y="124"/>
                    <a:pt x="37" y="124"/>
                    <a:pt x="37" y="124"/>
                  </a:cubicBezTo>
                  <a:cubicBezTo>
                    <a:pt x="36" y="125"/>
                    <a:pt x="36" y="125"/>
                    <a:pt x="36" y="125"/>
                  </a:cubicBezTo>
                  <a:cubicBezTo>
                    <a:pt x="35" y="125"/>
                    <a:pt x="35" y="125"/>
                    <a:pt x="35" y="125"/>
                  </a:cubicBezTo>
                  <a:cubicBezTo>
                    <a:pt x="34" y="125"/>
                    <a:pt x="34" y="125"/>
                    <a:pt x="34" y="125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33" y="124"/>
                    <a:pt x="33" y="124"/>
                    <a:pt x="33" y="124"/>
                  </a:cubicBezTo>
                  <a:cubicBezTo>
                    <a:pt x="34" y="124"/>
                    <a:pt x="34" y="124"/>
                    <a:pt x="34" y="124"/>
                  </a:cubicBezTo>
                  <a:cubicBezTo>
                    <a:pt x="35" y="123"/>
                    <a:pt x="35" y="123"/>
                    <a:pt x="35" y="123"/>
                  </a:cubicBezTo>
                  <a:cubicBezTo>
                    <a:pt x="36" y="123"/>
                    <a:pt x="36" y="123"/>
                    <a:pt x="36" y="123"/>
                  </a:cubicBezTo>
                  <a:cubicBezTo>
                    <a:pt x="36" y="123"/>
                    <a:pt x="36" y="123"/>
                    <a:pt x="36" y="123"/>
                  </a:cubicBezTo>
                  <a:cubicBezTo>
                    <a:pt x="36" y="122"/>
                    <a:pt x="36" y="122"/>
                    <a:pt x="36" y="122"/>
                  </a:cubicBezTo>
                  <a:cubicBezTo>
                    <a:pt x="36" y="122"/>
                    <a:pt x="36" y="122"/>
                    <a:pt x="36" y="122"/>
                  </a:cubicBezTo>
                  <a:cubicBezTo>
                    <a:pt x="36" y="122"/>
                    <a:pt x="36" y="122"/>
                    <a:pt x="36" y="122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34" y="121"/>
                    <a:pt x="34" y="121"/>
                    <a:pt x="34" y="121"/>
                  </a:cubicBezTo>
                  <a:cubicBezTo>
                    <a:pt x="34" y="121"/>
                    <a:pt x="34" y="121"/>
                    <a:pt x="34" y="121"/>
                  </a:cubicBezTo>
                  <a:cubicBezTo>
                    <a:pt x="34" y="121"/>
                    <a:pt x="34" y="121"/>
                    <a:pt x="34" y="121"/>
                  </a:cubicBezTo>
                  <a:cubicBezTo>
                    <a:pt x="34" y="120"/>
                    <a:pt x="34" y="120"/>
                    <a:pt x="34" y="120"/>
                  </a:cubicBezTo>
                  <a:cubicBezTo>
                    <a:pt x="35" y="120"/>
                    <a:pt x="35" y="120"/>
                    <a:pt x="35" y="120"/>
                  </a:cubicBezTo>
                  <a:cubicBezTo>
                    <a:pt x="35" y="120"/>
                    <a:pt x="35" y="120"/>
                    <a:pt x="35" y="120"/>
                  </a:cubicBezTo>
                  <a:cubicBezTo>
                    <a:pt x="36" y="120"/>
                    <a:pt x="36" y="120"/>
                    <a:pt x="36" y="120"/>
                  </a:cubicBezTo>
                  <a:cubicBezTo>
                    <a:pt x="37" y="120"/>
                    <a:pt x="37" y="120"/>
                    <a:pt x="37" y="120"/>
                  </a:cubicBezTo>
                  <a:cubicBezTo>
                    <a:pt x="37" y="120"/>
                    <a:pt x="37" y="120"/>
                    <a:pt x="37" y="120"/>
                  </a:cubicBezTo>
                  <a:cubicBezTo>
                    <a:pt x="38" y="119"/>
                    <a:pt x="38" y="119"/>
                    <a:pt x="38" y="119"/>
                  </a:cubicBezTo>
                  <a:cubicBezTo>
                    <a:pt x="38" y="118"/>
                    <a:pt x="38" y="118"/>
                    <a:pt x="38" y="118"/>
                  </a:cubicBezTo>
                  <a:cubicBezTo>
                    <a:pt x="38" y="118"/>
                    <a:pt x="38" y="118"/>
                    <a:pt x="38" y="118"/>
                  </a:cubicBezTo>
                  <a:cubicBezTo>
                    <a:pt x="39" y="117"/>
                    <a:pt x="39" y="117"/>
                    <a:pt x="39" y="117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7" y="115"/>
                    <a:pt x="37" y="115"/>
                    <a:pt x="37" y="115"/>
                  </a:cubicBezTo>
                  <a:cubicBezTo>
                    <a:pt x="37" y="115"/>
                    <a:pt x="37" y="115"/>
                    <a:pt x="37" y="115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37" y="114"/>
                    <a:pt x="37" y="114"/>
                    <a:pt x="37" y="114"/>
                  </a:cubicBezTo>
                  <a:cubicBezTo>
                    <a:pt x="37" y="114"/>
                    <a:pt x="37" y="114"/>
                    <a:pt x="37" y="114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38" y="112"/>
                    <a:pt x="38" y="112"/>
                    <a:pt x="38" y="112"/>
                  </a:cubicBezTo>
                  <a:cubicBezTo>
                    <a:pt x="38" y="112"/>
                    <a:pt x="38" y="112"/>
                    <a:pt x="38" y="112"/>
                  </a:cubicBezTo>
                  <a:cubicBezTo>
                    <a:pt x="38" y="111"/>
                    <a:pt x="38" y="111"/>
                    <a:pt x="38" y="111"/>
                  </a:cubicBezTo>
                  <a:cubicBezTo>
                    <a:pt x="37" y="111"/>
                    <a:pt x="37" y="111"/>
                    <a:pt x="37" y="111"/>
                  </a:cubicBezTo>
                  <a:cubicBezTo>
                    <a:pt x="37" y="111"/>
                    <a:pt x="37" y="111"/>
                    <a:pt x="37" y="111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10"/>
                    <a:pt x="37" y="110"/>
                    <a:pt x="37" y="110"/>
                  </a:cubicBezTo>
                  <a:cubicBezTo>
                    <a:pt x="37" y="109"/>
                    <a:pt x="37" y="109"/>
                    <a:pt x="37" y="109"/>
                  </a:cubicBezTo>
                  <a:cubicBezTo>
                    <a:pt x="37" y="108"/>
                    <a:pt x="37" y="108"/>
                    <a:pt x="37" y="108"/>
                  </a:cubicBezTo>
                  <a:cubicBezTo>
                    <a:pt x="37" y="108"/>
                    <a:pt x="37" y="108"/>
                    <a:pt x="37" y="108"/>
                  </a:cubicBezTo>
                  <a:cubicBezTo>
                    <a:pt x="38" y="109"/>
                    <a:pt x="38" y="109"/>
                    <a:pt x="38" y="109"/>
                  </a:cubicBezTo>
                  <a:cubicBezTo>
                    <a:pt x="38" y="108"/>
                    <a:pt x="38" y="108"/>
                    <a:pt x="38" y="108"/>
                  </a:cubicBezTo>
                  <a:cubicBezTo>
                    <a:pt x="37" y="108"/>
                    <a:pt x="37" y="108"/>
                    <a:pt x="37" y="108"/>
                  </a:cubicBezTo>
                  <a:cubicBezTo>
                    <a:pt x="37" y="108"/>
                    <a:pt x="37" y="108"/>
                    <a:pt x="37" y="108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8" y="106"/>
                    <a:pt x="38" y="106"/>
                    <a:pt x="38" y="106"/>
                  </a:cubicBezTo>
                  <a:cubicBezTo>
                    <a:pt x="37" y="106"/>
                    <a:pt x="37" y="106"/>
                    <a:pt x="37" y="106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7" y="104"/>
                    <a:pt x="37" y="104"/>
                    <a:pt x="37" y="104"/>
                  </a:cubicBezTo>
                  <a:cubicBezTo>
                    <a:pt x="38" y="103"/>
                    <a:pt x="38" y="103"/>
                    <a:pt x="38" y="103"/>
                  </a:cubicBezTo>
                  <a:cubicBezTo>
                    <a:pt x="37" y="103"/>
                    <a:pt x="37" y="103"/>
                    <a:pt x="37" y="103"/>
                  </a:cubicBezTo>
                  <a:cubicBezTo>
                    <a:pt x="37" y="103"/>
                    <a:pt x="37" y="103"/>
                    <a:pt x="37" y="103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5" y="104"/>
                    <a:pt x="35" y="104"/>
                    <a:pt x="35" y="104"/>
                  </a:cubicBezTo>
                  <a:cubicBezTo>
                    <a:pt x="35" y="105"/>
                    <a:pt x="35" y="105"/>
                    <a:pt x="35" y="105"/>
                  </a:cubicBezTo>
                  <a:cubicBezTo>
                    <a:pt x="34" y="104"/>
                    <a:pt x="34" y="104"/>
                    <a:pt x="34" y="104"/>
                  </a:cubicBezTo>
                  <a:cubicBezTo>
                    <a:pt x="35" y="104"/>
                    <a:pt x="35" y="104"/>
                    <a:pt x="35" y="104"/>
                  </a:cubicBezTo>
                  <a:cubicBezTo>
                    <a:pt x="35" y="103"/>
                    <a:pt x="35" y="103"/>
                    <a:pt x="35" y="103"/>
                  </a:cubicBezTo>
                  <a:cubicBezTo>
                    <a:pt x="36" y="103"/>
                    <a:pt x="36" y="103"/>
                    <a:pt x="36" y="103"/>
                  </a:cubicBezTo>
                  <a:cubicBezTo>
                    <a:pt x="36" y="103"/>
                    <a:pt x="36" y="103"/>
                    <a:pt x="36" y="103"/>
                  </a:cubicBezTo>
                  <a:cubicBezTo>
                    <a:pt x="37" y="102"/>
                    <a:pt x="37" y="102"/>
                    <a:pt x="37" y="102"/>
                  </a:cubicBezTo>
                  <a:cubicBezTo>
                    <a:pt x="37" y="102"/>
                    <a:pt x="37" y="102"/>
                    <a:pt x="37" y="102"/>
                  </a:cubicBezTo>
                  <a:cubicBezTo>
                    <a:pt x="38" y="102"/>
                    <a:pt x="38" y="102"/>
                    <a:pt x="38" y="102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8" y="100"/>
                    <a:pt x="38" y="100"/>
                    <a:pt x="38" y="100"/>
                  </a:cubicBezTo>
                  <a:cubicBezTo>
                    <a:pt x="37" y="99"/>
                    <a:pt x="37" y="99"/>
                    <a:pt x="37" y="99"/>
                  </a:cubicBezTo>
                  <a:cubicBezTo>
                    <a:pt x="37" y="99"/>
                    <a:pt x="37" y="99"/>
                    <a:pt x="37" y="99"/>
                  </a:cubicBezTo>
                  <a:cubicBezTo>
                    <a:pt x="37" y="99"/>
                    <a:pt x="37" y="99"/>
                    <a:pt x="37" y="99"/>
                  </a:cubicBezTo>
                  <a:cubicBezTo>
                    <a:pt x="36" y="99"/>
                    <a:pt x="36" y="99"/>
                    <a:pt x="36" y="99"/>
                  </a:cubicBezTo>
                  <a:cubicBezTo>
                    <a:pt x="36" y="98"/>
                    <a:pt x="36" y="98"/>
                    <a:pt x="36" y="98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5"/>
                    <a:pt x="36" y="95"/>
                    <a:pt x="36" y="95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3" y="93"/>
                    <a:pt x="33" y="93"/>
                    <a:pt x="33" y="93"/>
                  </a:cubicBezTo>
                  <a:cubicBezTo>
                    <a:pt x="33" y="93"/>
                    <a:pt x="33" y="93"/>
                    <a:pt x="33" y="93"/>
                  </a:cubicBezTo>
                  <a:cubicBezTo>
                    <a:pt x="34" y="93"/>
                    <a:pt x="34" y="93"/>
                    <a:pt x="34" y="93"/>
                  </a:cubicBezTo>
                  <a:cubicBezTo>
                    <a:pt x="35" y="92"/>
                    <a:pt x="35" y="92"/>
                    <a:pt x="35" y="92"/>
                  </a:cubicBezTo>
                  <a:cubicBezTo>
                    <a:pt x="35" y="92"/>
                    <a:pt x="35" y="92"/>
                    <a:pt x="35" y="92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5" y="90"/>
                    <a:pt x="35" y="90"/>
                    <a:pt x="35" y="90"/>
                  </a:cubicBezTo>
                  <a:cubicBezTo>
                    <a:pt x="36" y="89"/>
                    <a:pt x="36" y="89"/>
                    <a:pt x="36" y="89"/>
                  </a:cubicBezTo>
                  <a:cubicBezTo>
                    <a:pt x="36" y="89"/>
                    <a:pt x="36" y="89"/>
                    <a:pt x="36" y="89"/>
                  </a:cubicBezTo>
                  <a:cubicBezTo>
                    <a:pt x="36" y="89"/>
                    <a:pt x="36" y="89"/>
                    <a:pt x="36" y="89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5" y="88"/>
                    <a:pt x="35" y="88"/>
                    <a:pt x="35" y="88"/>
                  </a:cubicBezTo>
                  <a:cubicBezTo>
                    <a:pt x="34" y="87"/>
                    <a:pt x="34" y="87"/>
                    <a:pt x="34" y="87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33" y="86"/>
                    <a:pt x="33" y="86"/>
                    <a:pt x="33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2" y="85"/>
                    <a:pt x="32" y="85"/>
                    <a:pt x="32" y="85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30" y="84"/>
                    <a:pt x="30" y="84"/>
                    <a:pt x="30" y="84"/>
                  </a:cubicBezTo>
                  <a:cubicBezTo>
                    <a:pt x="29" y="84"/>
                    <a:pt x="29" y="84"/>
                    <a:pt x="29" y="84"/>
                  </a:cubicBezTo>
                  <a:cubicBezTo>
                    <a:pt x="29" y="84"/>
                    <a:pt x="29" y="84"/>
                    <a:pt x="29" y="84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8" y="83"/>
                    <a:pt x="28" y="83"/>
                    <a:pt x="28" y="83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6" y="82"/>
                    <a:pt x="26" y="82"/>
                    <a:pt x="26" y="82"/>
                  </a:cubicBezTo>
                  <a:cubicBezTo>
                    <a:pt x="25" y="81"/>
                    <a:pt x="25" y="81"/>
                    <a:pt x="25" y="81"/>
                  </a:cubicBezTo>
                  <a:cubicBezTo>
                    <a:pt x="24" y="81"/>
                    <a:pt x="24" y="81"/>
                    <a:pt x="24" y="81"/>
                  </a:cubicBezTo>
                  <a:cubicBezTo>
                    <a:pt x="23" y="80"/>
                    <a:pt x="23" y="80"/>
                    <a:pt x="23" y="80"/>
                  </a:cubicBezTo>
                  <a:cubicBezTo>
                    <a:pt x="22" y="80"/>
                    <a:pt x="22" y="80"/>
                    <a:pt x="22" y="80"/>
                  </a:cubicBezTo>
                  <a:cubicBezTo>
                    <a:pt x="22" y="80"/>
                    <a:pt x="22" y="80"/>
                    <a:pt x="22" y="80"/>
                  </a:cubicBezTo>
                  <a:cubicBezTo>
                    <a:pt x="21" y="80"/>
                    <a:pt x="21" y="80"/>
                    <a:pt x="21" y="80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82"/>
                    <a:pt x="20" y="82"/>
                    <a:pt x="20" y="82"/>
                  </a:cubicBezTo>
                  <a:cubicBezTo>
                    <a:pt x="19" y="82"/>
                    <a:pt x="19" y="82"/>
                    <a:pt x="19" y="82"/>
                  </a:cubicBezTo>
                  <a:cubicBezTo>
                    <a:pt x="19" y="81"/>
                    <a:pt x="19" y="81"/>
                    <a:pt x="19" y="81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81"/>
                    <a:pt x="18" y="81"/>
                    <a:pt x="18" y="81"/>
                  </a:cubicBezTo>
                  <a:cubicBezTo>
                    <a:pt x="17" y="81"/>
                    <a:pt x="17" y="81"/>
                    <a:pt x="17" y="81"/>
                  </a:cubicBezTo>
                  <a:cubicBezTo>
                    <a:pt x="17" y="81"/>
                    <a:pt x="17" y="81"/>
                    <a:pt x="17" y="81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15" y="82"/>
                    <a:pt x="15" y="82"/>
                    <a:pt x="15" y="82"/>
                  </a:cubicBezTo>
                  <a:cubicBezTo>
                    <a:pt x="15" y="82"/>
                    <a:pt x="15" y="82"/>
                    <a:pt x="15" y="82"/>
                  </a:cubicBezTo>
                  <a:cubicBezTo>
                    <a:pt x="15" y="82"/>
                    <a:pt x="15" y="82"/>
                    <a:pt x="15" y="82"/>
                  </a:cubicBezTo>
                  <a:cubicBezTo>
                    <a:pt x="14" y="81"/>
                    <a:pt x="14" y="81"/>
                    <a:pt x="14" y="81"/>
                  </a:cubicBezTo>
                  <a:cubicBezTo>
                    <a:pt x="15" y="80"/>
                    <a:pt x="15" y="80"/>
                    <a:pt x="15" y="80"/>
                  </a:cubicBezTo>
                  <a:cubicBezTo>
                    <a:pt x="15" y="80"/>
                    <a:pt x="15" y="80"/>
                    <a:pt x="15" y="80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4" y="79"/>
                    <a:pt x="14" y="79"/>
                    <a:pt x="14" y="79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3" y="80"/>
                    <a:pt x="13" y="80"/>
                    <a:pt x="13" y="80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1" y="78"/>
                    <a:pt x="11" y="78"/>
                    <a:pt x="11" y="78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2"/>
                    <a:pt x="11" y="82"/>
                    <a:pt x="11" y="82"/>
                  </a:cubicBezTo>
                  <a:cubicBezTo>
                    <a:pt x="10" y="82"/>
                    <a:pt x="10" y="82"/>
                    <a:pt x="10" y="82"/>
                  </a:cubicBezTo>
                  <a:cubicBezTo>
                    <a:pt x="10" y="82"/>
                    <a:pt x="10" y="82"/>
                    <a:pt x="10" y="82"/>
                  </a:cubicBezTo>
                  <a:cubicBezTo>
                    <a:pt x="9" y="81"/>
                    <a:pt x="9" y="81"/>
                    <a:pt x="9" y="81"/>
                  </a:cubicBezTo>
                  <a:cubicBezTo>
                    <a:pt x="8" y="81"/>
                    <a:pt x="8" y="81"/>
                    <a:pt x="8" y="81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6" y="79"/>
                    <a:pt x="6" y="79"/>
                    <a:pt x="6" y="79"/>
                  </a:cubicBezTo>
                  <a:cubicBezTo>
                    <a:pt x="6" y="79"/>
                    <a:pt x="6" y="79"/>
                    <a:pt x="6" y="79"/>
                  </a:cubicBezTo>
                  <a:cubicBezTo>
                    <a:pt x="6" y="79"/>
                    <a:pt x="6" y="79"/>
                    <a:pt x="6" y="79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4" y="77"/>
                    <a:pt x="4" y="77"/>
                    <a:pt x="4" y="77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4" y="71"/>
                    <a:pt x="4" y="71"/>
                    <a:pt x="4" y="71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3" y="69"/>
                    <a:pt x="3" y="69"/>
                    <a:pt x="3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8"/>
                    <a:pt x="2" y="68"/>
                    <a:pt x="2" y="68"/>
                  </a:cubicBezTo>
                  <a:cubicBezTo>
                    <a:pt x="2" y="68"/>
                    <a:pt x="2" y="68"/>
                    <a:pt x="2" y="68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2" y="67"/>
                    <a:pt x="12" y="67"/>
                    <a:pt x="12" y="67"/>
                  </a:cubicBezTo>
                  <a:cubicBezTo>
                    <a:pt x="13" y="68"/>
                    <a:pt x="13" y="68"/>
                    <a:pt x="13" y="68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6" y="68"/>
                    <a:pt x="16" y="68"/>
                    <a:pt x="16" y="68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4" y="68"/>
                    <a:pt x="14" y="68"/>
                    <a:pt x="14" y="68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2" y="67"/>
                    <a:pt x="12" y="67"/>
                    <a:pt x="12" y="67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13" y="65"/>
                    <a:pt x="13" y="65"/>
                    <a:pt x="13" y="65"/>
                  </a:cubicBezTo>
                  <a:cubicBezTo>
                    <a:pt x="14" y="65"/>
                    <a:pt x="14" y="65"/>
                    <a:pt x="14" y="65"/>
                  </a:cubicBezTo>
                  <a:cubicBezTo>
                    <a:pt x="16" y="66"/>
                    <a:pt x="16" y="66"/>
                    <a:pt x="16" y="66"/>
                  </a:cubicBezTo>
                  <a:cubicBezTo>
                    <a:pt x="16" y="66"/>
                    <a:pt x="16" y="66"/>
                    <a:pt x="16" y="66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18" y="67"/>
                    <a:pt x="18" y="67"/>
                    <a:pt x="18" y="67"/>
                  </a:cubicBezTo>
                  <a:cubicBezTo>
                    <a:pt x="18" y="67"/>
                    <a:pt x="18" y="67"/>
                    <a:pt x="18" y="67"/>
                  </a:cubicBezTo>
                  <a:cubicBezTo>
                    <a:pt x="18" y="67"/>
                    <a:pt x="18" y="67"/>
                    <a:pt x="18" y="67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3"/>
                    <a:pt x="17" y="63"/>
                    <a:pt x="17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5" y="64"/>
                    <a:pt x="15" y="64"/>
                    <a:pt x="15" y="64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2" y="63"/>
                    <a:pt x="12" y="63"/>
                    <a:pt x="12" y="63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10" y="64"/>
                    <a:pt x="10" y="64"/>
                    <a:pt x="10" y="64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0" y="59"/>
                    <a:pt x="10" y="59"/>
                    <a:pt x="10" y="59"/>
                  </a:cubicBezTo>
                  <a:cubicBezTo>
                    <a:pt x="9" y="59"/>
                    <a:pt x="9" y="59"/>
                    <a:pt x="9" y="59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9" y="59"/>
                    <a:pt x="9" y="59"/>
                    <a:pt x="9" y="5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6" y="59"/>
                    <a:pt x="6" y="59"/>
                    <a:pt x="6" y="59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4" y="54"/>
                    <a:pt x="4" y="54"/>
                    <a:pt x="4" y="54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2"/>
                    <a:pt x="3" y="52"/>
                    <a:pt x="3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6" y="50"/>
                    <a:pt x="6" y="50"/>
                    <a:pt x="6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9" y="48"/>
                    <a:pt x="29" y="48"/>
                    <a:pt x="29" y="48"/>
                  </a:cubicBezTo>
                  <a:cubicBezTo>
                    <a:pt x="29" y="48"/>
                    <a:pt x="29" y="48"/>
                    <a:pt x="29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1"/>
                    <a:pt x="37" y="41"/>
                    <a:pt x="37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6" y="30"/>
                    <a:pt x="36" y="30"/>
                    <a:pt x="36" y="30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4" y="25"/>
                    <a:pt x="44" y="25"/>
                    <a:pt x="44" y="2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5" y="29"/>
                    <a:pt x="45" y="29"/>
                    <a:pt x="45" y="29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6"/>
                    <a:pt x="50" y="26"/>
                    <a:pt x="50" y="26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26"/>
                    <a:pt x="51" y="26"/>
                    <a:pt x="51" y="26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19"/>
                    <a:pt x="55" y="19"/>
                    <a:pt x="55" y="19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60" y="18"/>
                    <a:pt x="60" y="18"/>
                    <a:pt x="60" y="18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2" y="22"/>
                    <a:pt x="62" y="22"/>
                    <a:pt x="62" y="22"/>
                  </a:cubicBezTo>
                  <a:cubicBezTo>
                    <a:pt x="62" y="22"/>
                    <a:pt x="62" y="22"/>
                    <a:pt x="62" y="22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1" y="19"/>
                    <a:pt x="61" y="19"/>
                    <a:pt x="61" y="19"/>
                  </a:cubicBezTo>
                  <a:cubicBezTo>
                    <a:pt x="61" y="18"/>
                    <a:pt x="61" y="18"/>
                    <a:pt x="61" y="18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61" y="17"/>
                    <a:pt x="61" y="17"/>
                    <a:pt x="61" y="17"/>
                  </a:cubicBezTo>
                  <a:cubicBezTo>
                    <a:pt x="61" y="16"/>
                    <a:pt x="61" y="16"/>
                    <a:pt x="61" y="16"/>
                  </a:cubicBezTo>
                  <a:cubicBezTo>
                    <a:pt x="61" y="16"/>
                    <a:pt x="61" y="16"/>
                    <a:pt x="61" y="16"/>
                  </a:cubicBezTo>
                  <a:cubicBezTo>
                    <a:pt x="61" y="15"/>
                    <a:pt x="61" y="15"/>
                    <a:pt x="61" y="15"/>
                  </a:cubicBezTo>
                  <a:cubicBezTo>
                    <a:pt x="61" y="15"/>
                    <a:pt x="61" y="15"/>
                    <a:pt x="61" y="15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3" y="14"/>
                    <a:pt x="63" y="14"/>
                    <a:pt x="63" y="14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5" y="15"/>
                    <a:pt x="65" y="15"/>
                    <a:pt x="65" y="15"/>
                  </a:cubicBezTo>
                  <a:cubicBezTo>
                    <a:pt x="67" y="14"/>
                    <a:pt x="67" y="14"/>
                    <a:pt x="67" y="14"/>
                  </a:cubicBezTo>
                  <a:cubicBezTo>
                    <a:pt x="69" y="14"/>
                    <a:pt x="69" y="14"/>
                    <a:pt x="69" y="14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5"/>
                    <a:pt x="75" y="15"/>
                    <a:pt x="75" y="15"/>
                  </a:cubicBezTo>
                  <a:cubicBezTo>
                    <a:pt x="75" y="14"/>
                    <a:pt x="75" y="14"/>
                    <a:pt x="75" y="14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79" y="13"/>
                    <a:pt x="79" y="13"/>
                    <a:pt x="79" y="13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7" y="19"/>
                    <a:pt x="77" y="19"/>
                    <a:pt x="77" y="19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6" y="22"/>
                    <a:pt x="76" y="22"/>
                    <a:pt x="76" y="22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5" y="23"/>
                    <a:pt x="75" y="23"/>
                    <a:pt x="75" y="23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4" y="25"/>
                    <a:pt x="74" y="25"/>
                    <a:pt x="74" y="25"/>
                  </a:cubicBezTo>
                  <a:cubicBezTo>
                    <a:pt x="74" y="26"/>
                    <a:pt x="74" y="26"/>
                    <a:pt x="74" y="26"/>
                  </a:cubicBezTo>
                  <a:cubicBezTo>
                    <a:pt x="74" y="26"/>
                    <a:pt x="74" y="26"/>
                    <a:pt x="74" y="26"/>
                  </a:cubicBezTo>
                  <a:cubicBezTo>
                    <a:pt x="74" y="26"/>
                    <a:pt x="74" y="26"/>
                    <a:pt x="74" y="26"/>
                  </a:cubicBezTo>
                  <a:cubicBezTo>
                    <a:pt x="75" y="25"/>
                    <a:pt x="75" y="25"/>
                    <a:pt x="75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7" y="23"/>
                    <a:pt x="77" y="23"/>
                    <a:pt x="77" y="23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8" y="22"/>
                    <a:pt x="78" y="22"/>
                    <a:pt x="78" y="22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2"/>
                    <a:pt x="81" y="22"/>
                    <a:pt x="81" y="22"/>
                  </a:cubicBezTo>
                  <a:cubicBezTo>
                    <a:pt x="82" y="23"/>
                    <a:pt x="82" y="23"/>
                    <a:pt x="82" y="23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84" y="25"/>
                    <a:pt x="84" y="25"/>
                    <a:pt x="84" y="25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4" y="23"/>
                    <a:pt x="84" y="23"/>
                    <a:pt x="84" y="23"/>
                  </a:cubicBezTo>
                  <a:cubicBezTo>
                    <a:pt x="84" y="23"/>
                    <a:pt x="84" y="23"/>
                    <a:pt x="84" y="23"/>
                  </a:cubicBezTo>
                  <a:cubicBezTo>
                    <a:pt x="85" y="23"/>
                    <a:pt x="85" y="23"/>
                    <a:pt x="85" y="23"/>
                  </a:cubicBezTo>
                  <a:cubicBezTo>
                    <a:pt x="86" y="23"/>
                    <a:pt x="86" y="23"/>
                    <a:pt x="86" y="23"/>
                  </a:cubicBezTo>
                  <a:cubicBezTo>
                    <a:pt x="86" y="24"/>
                    <a:pt x="86" y="24"/>
                    <a:pt x="86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8" y="24"/>
                    <a:pt x="88" y="24"/>
                    <a:pt x="88" y="24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8" y="17"/>
                    <a:pt x="88" y="17"/>
                    <a:pt x="88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8" y="15"/>
                    <a:pt x="88" y="15"/>
                    <a:pt x="88" y="15"/>
                  </a:cubicBezTo>
                  <a:cubicBezTo>
                    <a:pt x="88" y="15"/>
                    <a:pt x="88" y="15"/>
                    <a:pt x="88" y="15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90" y="13"/>
                    <a:pt x="90" y="13"/>
                    <a:pt x="90" y="13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3" y="15"/>
                    <a:pt x="93" y="15"/>
                    <a:pt x="93" y="15"/>
                  </a:cubicBezTo>
                  <a:cubicBezTo>
                    <a:pt x="93" y="16"/>
                    <a:pt x="93" y="16"/>
                    <a:pt x="93" y="16"/>
                  </a:cubicBezTo>
                  <a:cubicBezTo>
                    <a:pt x="93" y="17"/>
                    <a:pt x="93" y="17"/>
                    <a:pt x="93" y="17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4" y="23"/>
                    <a:pt x="94" y="23"/>
                    <a:pt x="94" y="23"/>
                  </a:cubicBezTo>
                  <a:cubicBezTo>
                    <a:pt x="94" y="23"/>
                    <a:pt x="94" y="23"/>
                    <a:pt x="94" y="23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5" y="25"/>
                    <a:pt x="95" y="25"/>
                    <a:pt x="95" y="25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7"/>
                    <a:pt x="95" y="27"/>
                    <a:pt x="95" y="27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8" y="28"/>
                    <a:pt x="98" y="28"/>
                    <a:pt x="98" y="28"/>
                  </a:cubicBezTo>
                  <a:cubicBezTo>
                    <a:pt x="99" y="28"/>
                    <a:pt x="99" y="28"/>
                    <a:pt x="99" y="28"/>
                  </a:cubicBezTo>
                  <a:cubicBezTo>
                    <a:pt x="100" y="27"/>
                    <a:pt x="100" y="27"/>
                    <a:pt x="100" y="27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100" y="27"/>
                    <a:pt x="100" y="27"/>
                    <a:pt x="100" y="27"/>
                  </a:cubicBezTo>
                  <a:cubicBezTo>
                    <a:pt x="100" y="27"/>
                    <a:pt x="100" y="27"/>
                    <a:pt x="100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102" y="27"/>
                    <a:pt x="102" y="27"/>
                    <a:pt x="102" y="27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2" y="29"/>
                    <a:pt x="102" y="29"/>
                    <a:pt x="102" y="29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3" y="28"/>
                    <a:pt x="103" y="28"/>
                    <a:pt x="103" y="28"/>
                  </a:cubicBezTo>
                  <a:cubicBezTo>
                    <a:pt x="103" y="28"/>
                    <a:pt x="103" y="28"/>
                    <a:pt x="103" y="28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3" y="27"/>
                    <a:pt x="103" y="27"/>
                    <a:pt x="103" y="27"/>
                  </a:cubicBezTo>
                  <a:cubicBezTo>
                    <a:pt x="102" y="27"/>
                    <a:pt x="102" y="27"/>
                    <a:pt x="102" y="27"/>
                  </a:cubicBezTo>
                  <a:cubicBezTo>
                    <a:pt x="102" y="26"/>
                    <a:pt x="102" y="26"/>
                    <a:pt x="102" y="26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100" y="22"/>
                    <a:pt x="100" y="22"/>
                    <a:pt x="100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0" y="20"/>
                    <a:pt x="100" y="20"/>
                    <a:pt x="100" y="20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100" y="19"/>
                    <a:pt x="100" y="19"/>
                    <a:pt x="100" y="19"/>
                  </a:cubicBezTo>
                  <a:cubicBezTo>
                    <a:pt x="100" y="18"/>
                    <a:pt x="100" y="18"/>
                    <a:pt x="100" y="18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9" y="14"/>
                    <a:pt x="99" y="14"/>
                    <a:pt x="99" y="14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99" y="12"/>
                    <a:pt x="99" y="12"/>
                    <a:pt x="99" y="12"/>
                  </a:cubicBezTo>
                  <a:cubicBezTo>
                    <a:pt x="100" y="12"/>
                    <a:pt x="100" y="12"/>
                    <a:pt x="100" y="12"/>
                  </a:cubicBezTo>
                  <a:cubicBezTo>
                    <a:pt x="100" y="12"/>
                    <a:pt x="100" y="12"/>
                    <a:pt x="100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2" y="12"/>
                    <a:pt x="102" y="12"/>
                    <a:pt x="102" y="12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105" y="13"/>
                    <a:pt x="105" y="13"/>
                    <a:pt x="105" y="13"/>
                  </a:cubicBezTo>
                  <a:cubicBezTo>
                    <a:pt x="104" y="13"/>
                    <a:pt x="104" y="13"/>
                    <a:pt x="104" y="13"/>
                  </a:cubicBezTo>
                  <a:cubicBezTo>
                    <a:pt x="105" y="11"/>
                    <a:pt x="105" y="11"/>
                    <a:pt x="105" y="11"/>
                  </a:cubicBezTo>
                  <a:cubicBezTo>
                    <a:pt x="105" y="11"/>
                    <a:pt x="105" y="11"/>
                    <a:pt x="105" y="11"/>
                  </a:cubicBezTo>
                  <a:cubicBezTo>
                    <a:pt x="106" y="12"/>
                    <a:pt x="106" y="12"/>
                    <a:pt x="106" y="12"/>
                  </a:cubicBezTo>
                  <a:cubicBezTo>
                    <a:pt x="107" y="11"/>
                    <a:pt x="107" y="11"/>
                    <a:pt x="107" y="11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10" y="12"/>
                    <a:pt x="110" y="12"/>
                    <a:pt x="110" y="12"/>
                  </a:cubicBezTo>
                  <a:cubicBezTo>
                    <a:pt x="110" y="12"/>
                    <a:pt x="110" y="12"/>
                    <a:pt x="110" y="12"/>
                  </a:cubicBezTo>
                  <a:cubicBezTo>
                    <a:pt x="111" y="13"/>
                    <a:pt x="111" y="13"/>
                    <a:pt x="111" y="13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2" y="18"/>
                    <a:pt x="112" y="18"/>
                    <a:pt x="112" y="18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6" y="20"/>
                    <a:pt x="116" y="20"/>
                    <a:pt x="116" y="20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4" y="19"/>
                    <a:pt x="114" y="19"/>
                    <a:pt x="114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8"/>
                    <a:pt x="113" y="18"/>
                    <a:pt x="113" y="18"/>
                  </a:cubicBezTo>
                  <a:cubicBezTo>
                    <a:pt x="112" y="18"/>
                    <a:pt x="112" y="18"/>
                    <a:pt x="112" y="18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2" y="16"/>
                    <a:pt x="112" y="16"/>
                    <a:pt x="112" y="16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4"/>
                    <a:pt x="112" y="14"/>
                    <a:pt x="112" y="14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3"/>
                    <a:pt x="112" y="13"/>
                    <a:pt x="112" y="13"/>
                  </a:cubicBezTo>
                  <a:cubicBezTo>
                    <a:pt x="112" y="12"/>
                    <a:pt x="112" y="12"/>
                    <a:pt x="112" y="12"/>
                  </a:cubicBezTo>
                  <a:cubicBezTo>
                    <a:pt x="112" y="12"/>
                    <a:pt x="112" y="12"/>
                    <a:pt x="112" y="12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0" y="10"/>
                    <a:pt x="110" y="10"/>
                    <a:pt x="110" y="10"/>
                  </a:cubicBezTo>
                  <a:cubicBezTo>
                    <a:pt x="110" y="10"/>
                    <a:pt x="110" y="10"/>
                    <a:pt x="110" y="10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7" y="9"/>
                    <a:pt x="107" y="9"/>
                    <a:pt x="107" y="9"/>
                  </a:cubicBezTo>
                  <a:cubicBezTo>
                    <a:pt x="107" y="8"/>
                    <a:pt x="107" y="8"/>
                    <a:pt x="107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107" y="6"/>
                    <a:pt x="107" y="6"/>
                    <a:pt x="107" y="6"/>
                  </a:cubicBezTo>
                  <a:cubicBezTo>
                    <a:pt x="107" y="5"/>
                    <a:pt x="107" y="5"/>
                    <a:pt x="107" y="5"/>
                  </a:cubicBezTo>
                  <a:cubicBezTo>
                    <a:pt x="107" y="5"/>
                    <a:pt x="107" y="5"/>
                    <a:pt x="107" y="5"/>
                  </a:cubicBezTo>
                  <a:cubicBezTo>
                    <a:pt x="108" y="6"/>
                    <a:pt x="108" y="6"/>
                    <a:pt x="108" y="6"/>
                  </a:cubicBezTo>
                  <a:cubicBezTo>
                    <a:pt x="108" y="7"/>
                    <a:pt x="108" y="7"/>
                    <a:pt x="108" y="7"/>
                  </a:cubicBezTo>
                  <a:cubicBezTo>
                    <a:pt x="109" y="6"/>
                    <a:pt x="109" y="6"/>
                    <a:pt x="109" y="6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0" y="5"/>
                    <a:pt x="110" y="5"/>
                    <a:pt x="110" y="5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11" y="4"/>
                    <a:pt x="111" y="4"/>
                    <a:pt x="111" y="4"/>
                  </a:cubicBezTo>
                  <a:cubicBezTo>
                    <a:pt x="112" y="3"/>
                    <a:pt x="112" y="3"/>
                    <a:pt x="112" y="3"/>
                  </a:cubicBezTo>
                  <a:cubicBezTo>
                    <a:pt x="113" y="3"/>
                    <a:pt x="113" y="3"/>
                    <a:pt x="113" y="3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5"/>
                    <a:pt x="112" y="5"/>
                    <a:pt x="112" y="5"/>
                  </a:cubicBezTo>
                  <a:cubicBezTo>
                    <a:pt x="113" y="4"/>
                    <a:pt x="113" y="4"/>
                    <a:pt x="113" y="4"/>
                  </a:cubicBezTo>
                  <a:cubicBezTo>
                    <a:pt x="114" y="4"/>
                    <a:pt x="114" y="4"/>
                    <a:pt x="114" y="4"/>
                  </a:cubicBezTo>
                  <a:cubicBezTo>
                    <a:pt x="114" y="5"/>
                    <a:pt x="114" y="5"/>
                    <a:pt x="114" y="5"/>
                  </a:cubicBezTo>
                  <a:cubicBezTo>
                    <a:pt x="114" y="5"/>
                    <a:pt x="114" y="5"/>
                    <a:pt x="114" y="5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17" y="7"/>
                    <a:pt x="117" y="7"/>
                    <a:pt x="117" y="7"/>
                  </a:cubicBezTo>
                  <a:cubicBezTo>
                    <a:pt x="117" y="7"/>
                    <a:pt x="117" y="7"/>
                    <a:pt x="117" y="7"/>
                  </a:cubicBezTo>
                  <a:cubicBezTo>
                    <a:pt x="118" y="8"/>
                    <a:pt x="118" y="8"/>
                    <a:pt x="118" y="8"/>
                  </a:cubicBezTo>
                  <a:cubicBezTo>
                    <a:pt x="118" y="9"/>
                    <a:pt x="118" y="9"/>
                    <a:pt x="118" y="9"/>
                  </a:cubicBezTo>
                  <a:cubicBezTo>
                    <a:pt x="118" y="10"/>
                    <a:pt x="118" y="10"/>
                    <a:pt x="118" y="10"/>
                  </a:cubicBezTo>
                  <a:cubicBezTo>
                    <a:pt x="118" y="10"/>
                    <a:pt x="118" y="10"/>
                    <a:pt x="118" y="10"/>
                  </a:cubicBezTo>
                  <a:cubicBezTo>
                    <a:pt x="118" y="9"/>
                    <a:pt x="118" y="9"/>
                    <a:pt x="118" y="9"/>
                  </a:cubicBezTo>
                  <a:cubicBezTo>
                    <a:pt x="118" y="8"/>
                    <a:pt x="118" y="8"/>
                    <a:pt x="118" y="8"/>
                  </a:cubicBezTo>
                  <a:cubicBezTo>
                    <a:pt x="118" y="8"/>
                    <a:pt x="118" y="8"/>
                    <a:pt x="118" y="8"/>
                  </a:cubicBezTo>
                  <a:cubicBezTo>
                    <a:pt x="118" y="7"/>
                    <a:pt x="118" y="7"/>
                    <a:pt x="118" y="7"/>
                  </a:cubicBezTo>
                  <a:cubicBezTo>
                    <a:pt x="118" y="7"/>
                    <a:pt x="118" y="7"/>
                    <a:pt x="118" y="7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18" y="7"/>
                    <a:pt x="118" y="7"/>
                    <a:pt x="118" y="7"/>
                  </a:cubicBezTo>
                  <a:cubicBezTo>
                    <a:pt x="120" y="8"/>
                    <a:pt x="120" y="8"/>
                    <a:pt x="120" y="8"/>
                  </a:cubicBezTo>
                  <a:cubicBezTo>
                    <a:pt x="121" y="9"/>
                    <a:pt x="121" y="9"/>
                    <a:pt x="121" y="9"/>
                  </a:cubicBezTo>
                  <a:cubicBezTo>
                    <a:pt x="122" y="9"/>
                    <a:pt x="122" y="9"/>
                    <a:pt x="122" y="9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3" y="9"/>
                    <a:pt x="123" y="9"/>
                    <a:pt x="123" y="9"/>
                  </a:cubicBezTo>
                  <a:cubicBezTo>
                    <a:pt x="122" y="9"/>
                    <a:pt x="122" y="9"/>
                    <a:pt x="122" y="9"/>
                  </a:cubicBezTo>
                  <a:cubicBezTo>
                    <a:pt x="121" y="8"/>
                    <a:pt x="121" y="8"/>
                    <a:pt x="121" y="8"/>
                  </a:cubicBezTo>
                  <a:cubicBezTo>
                    <a:pt x="120" y="7"/>
                    <a:pt x="120" y="7"/>
                    <a:pt x="120" y="7"/>
                  </a:cubicBezTo>
                  <a:cubicBezTo>
                    <a:pt x="120" y="6"/>
                    <a:pt x="120" y="6"/>
                    <a:pt x="120" y="6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1" y="5"/>
                    <a:pt x="121" y="5"/>
                    <a:pt x="121" y="5"/>
                  </a:cubicBezTo>
                  <a:cubicBezTo>
                    <a:pt x="122" y="5"/>
                    <a:pt x="122" y="5"/>
                    <a:pt x="122" y="5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5"/>
                    <a:pt x="124" y="5"/>
                    <a:pt x="124" y="5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4" y="2"/>
                    <a:pt x="124" y="2"/>
                    <a:pt x="124" y="2"/>
                  </a:cubicBezTo>
                  <a:cubicBezTo>
                    <a:pt x="125" y="2"/>
                    <a:pt x="125" y="2"/>
                    <a:pt x="125" y="2"/>
                  </a:cubicBezTo>
                  <a:cubicBezTo>
                    <a:pt x="125" y="1"/>
                    <a:pt x="125" y="1"/>
                    <a:pt x="125" y="1"/>
                  </a:cubicBezTo>
                  <a:cubicBezTo>
                    <a:pt x="126" y="2"/>
                    <a:pt x="126" y="2"/>
                    <a:pt x="126" y="2"/>
                  </a:cubicBezTo>
                  <a:cubicBezTo>
                    <a:pt x="126" y="1"/>
                    <a:pt x="126" y="1"/>
                    <a:pt x="126" y="1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7" y="1"/>
                    <a:pt x="127" y="1"/>
                    <a:pt x="127" y="1"/>
                  </a:cubicBezTo>
                  <a:cubicBezTo>
                    <a:pt x="128" y="1"/>
                    <a:pt x="128" y="1"/>
                    <a:pt x="128" y="1"/>
                  </a:cubicBezTo>
                  <a:cubicBezTo>
                    <a:pt x="128" y="1"/>
                    <a:pt x="128" y="1"/>
                    <a:pt x="128" y="1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29" y="1"/>
                    <a:pt x="129" y="1"/>
                    <a:pt x="129" y="1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33" y="1"/>
                    <a:pt x="133" y="1"/>
                    <a:pt x="133" y="1"/>
                  </a:cubicBezTo>
                  <a:cubicBezTo>
                    <a:pt x="134" y="1"/>
                    <a:pt x="134" y="1"/>
                    <a:pt x="134" y="1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6" y="1"/>
                    <a:pt x="136" y="1"/>
                    <a:pt x="136" y="1"/>
                  </a:cubicBezTo>
                  <a:cubicBezTo>
                    <a:pt x="137" y="1"/>
                    <a:pt x="137" y="1"/>
                    <a:pt x="137" y="1"/>
                  </a:cubicBezTo>
                  <a:cubicBezTo>
                    <a:pt x="137" y="1"/>
                    <a:pt x="137" y="1"/>
                    <a:pt x="137" y="1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39" y="1"/>
                    <a:pt x="139" y="1"/>
                    <a:pt x="139" y="1"/>
                  </a:cubicBezTo>
                  <a:cubicBezTo>
                    <a:pt x="139" y="1"/>
                    <a:pt x="139" y="1"/>
                    <a:pt x="139" y="1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2"/>
                    <a:pt x="141" y="2"/>
                    <a:pt x="141" y="2"/>
                  </a:cubicBezTo>
                  <a:cubicBezTo>
                    <a:pt x="142" y="2"/>
                    <a:pt x="142" y="2"/>
                    <a:pt x="142" y="2"/>
                  </a:cubicBezTo>
                  <a:cubicBezTo>
                    <a:pt x="143" y="2"/>
                    <a:pt x="143" y="2"/>
                    <a:pt x="143" y="2"/>
                  </a:cubicBezTo>
                  <a:cubicBezTo>
                    <a:pt x="144" y="3"/>
                    <a:pt x="144" y="3"/>
                    <a:pt x="144" y="3"/>
                  </a:cubicBezTo>
                  <a:cubicBezTo>
                    <a:pt x="146" y="3"/>
                    <a:pt x="146" y="3"/>
                    <a:pt x="146" y="3"/>
                  </a:cubicBezTo>
                  <a:cubicBezTo>
                    <a:pt x="146" y="4"/>
                    <a:pt x="146" y="4"/>
                    <a:pt x="146" y="4"/>
                  </a:cubicBezTo>
                  <a:cubicBezTo>
                    <a:pt x="147" y="3"/>
                    <a:pt x="147" y="3"/>
                    <a:pt x="147" y="3"/>
                  </a:cubicBezTo>
                  <a:cubicBezTo>
                    <a:pt x="147" y="4"/>
                    <a:pt x="147" y="4"/>
                    <a:pt x="147" y="4"/>
                  </a:cubicBezTo>
                  <a:cubicBezTo>
                    <a:pt x="148" y="4"/>
                    <a:pt x="148" y="4"/>
                    <a:pt x="148" y="4"/>
                  </a:cubicBezTo>
                  <a:cubicBezTo>
                    <a:pt x="148" y="4"/>
                    <a:pt x="148" y="4"/>
                    <a:pt x="148" y="4"/>
                  </a:cubicBezTo>
                  <a:cubicBezTo>
                    <a:pt x="149" y="4"/>
                    <a:pt x="149" y="4"/>
                    <a:pt x="149" y="4"/>
                  </a:cubicBezTo>
                  <a:cubicBezTo>
                    <a:pt x="150" y="5"/>
                    <a:pt x="150" y="5"/>
                    <a:pt x="150" y="5"/>
                  </a:cubicBezTo>
                  <a:cubicBezTo>
                    <a:pt x="151" y="5"/>
                    <a:pt x="151" y="5"/>
                    <a:pt x="151" y="5"/>
                  </a:cubicBezTo>
                  <a:cubicBezTo>
                    <a:pt x="152" y="6"/>
                    <a:pt x="152" y="6"/>
                    <a:pt x="152" y="6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3" y="7"/>
                    <a:pt x="153" y="7"/>
                    <a:pt x="153" y="7"/>
                  </a:cubicBezTo>
                  <a:cubicBezTo>
                    <a:pt x="154" y="7"/>
                    <a:pt x="154" y="7"/>
                    <a:pt x="154" y="7"/>
                  </a:cubicBezTo>
                  <a:cubicBezTo>
                    <a:pt x="154" y="8"/>
                    <a:pt x="154" y="8"/>
                    <a:pt x="154" y="8"/>
                  </a:cubicBezTo>
                  <a:cubicBezTo>
                    <a:pt x="154" y="8"/>
                    <a:pt x="154" y="8"/>
                    <a:pt x="154" y="8"/>
                  </a:cubicBezTo>
                  <a:cubicBezTo>
                    <a:pt x="153" y="8"/>
                    <a:pt x="153" y="8"/>
                    <a:pt x="153" y="8"/>
                  </a:cubicBezTo>
                  <a:cubicBezTo>
                    <a:pt x="152" y="8"/>
                    <a:pt x="152" y="8"/>
                    <a:pt x="152" y="8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51" y="9"/>
                    <a:pt x="151" y="9"/>
                    <a:pt x="151" y="9"/>
                  </a:cubicBezTo>
                  <a:cubicBezTo>
                    <a:pt x="151" y="9"/>
                    <a:pt x="151" y="9"/>
                    <a:pt x="151" y="9"/>
                  </a:cubicBezTo>
                  <a:cubicBezTo>
                    <a:pt x="150" y="9"/>
                    <a:pt x="150" y="9"/>
                    <a:pt x="150" y="9"/>
                  </a:cubicBezTo>
                  <a:cubicBezTo>
                    <a:pt x="150" y="9"/>
                    <a:pt x="150" y="9"/>
                    <a:pt x="150" y="9"/>
                  </a:cubicBezTo>
                  <a:cubicBezTo>
                    <a:pt x="149" y="9"/>
                    <a:pt x="149" y="9"/>
                    <a:pt x="149" y="9"/>
                  </a:cubicBezTo>
                  <a:cubicBezTo>
                    <a:pt x="147" y="8"/>
                    <a:pt x="147" y="8"/>
                    <a:pt x="147" y="8"/>
                  </a:cubicBezTo>
                  <a:cubicBezTo>
                    <a:pt x="146" y="8"/>
                    <a:pt x="146" y="8"/>
                    <a:pt x="146" y="8"/>
                  </a:cubicBezTo>
                  <a:cubicBezTo>
                    <a:pt x="146" y="8"/>
                    <a:pt x="146" y="8"/>
                    <a:pt x="146" y="8"/>
                  </a:cubicBezTo>
                  <a:cubicBezTo>
                    <a:pt x="145" y="8"/>
                    <a:pt x="145" y="8"/>
                    <a:pt x="145" y="8"/>
                  </a:cubicBezTo>
                  <a:cubicBezTo>
                    <a:pt x="144" y="8"/>
                    <a:pt x="144" y="8"/>
                    <a:pt x="144" y="8"/>
                  </a:cubicBezTo>
                  <a:cubicBezTo>
                    <a:pt x="143" y="8"/>
                    <a:pt x="143" y="8"/>
                    <a:pt x="143" y="8"/>
                  </a:cubicBezTo>
                  <a:cubicBezTo>
                    <a:pt x="143" y="8"/>
                    <a:pt x="143" y="8"/>
                    <a:pt x="143" y="8"/>
                  </a:cubicBezTo>
                  <a:cubicBezTo>
                    <a:pt x="143" y="8"/>
                    <a:pt x="143" y="8"/>
                    <a:pt x="143" y="8"/>
                  </a:cubicBezTo>
                  <a:cubicBezTo>
                    <a:pt x="142" y="8"/>
                    <a:pt x="142" y="8"/>
                    <a:pt x="142" y="8"/>
                  </a:cubicBezTo>
                  <a:cubicBezTo>
                    <a:pt x="140" y="9"/>
                    <a:pt x="140" y="9"/>
                    <a:pt x="140" y="9"/>
                  </a:cubicBezTo>
                  <a:cubicBezTo>
                    <a:pt x="140" y="9"/>
                    <a:pt x="140" y="9"/>
                    <a:pt x="140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38" y="9"/>
                    <a:pt x="138" y="9"/>
                    <a:pt x="138" y="9"/>
                  </a:cubicBezTo>
                  <a:cubicBezTo>
                    <a:pt x="137" y="9"/>
                    <a:pt x="137" y="9"/>
                    <a:pt x="137" y="9"/>
                  </a:cubicBezTo>
                  <a:cubicBezTo>
                    <a:pt x="136" y="9"/>
                    <a:pt x="136" y="9"/>
                    <a:pt x="136" y="9"/>
                  </a:cubicBezTo>
                  <a:cubicBezTo>
                    <a:pt x="136" y="8"/>
                    <a:pt x="136" y="8"/>
                    <a:pt x="136" y="8"/>
                  </a:cubicBezTo>
                  <a:cubicBezTo>
                    <a:pt x="135" y="8"/>
                    <a:pt x="135" y="8"/>
                    <a:pt x="135" y="8"/>
                  </a:cubicBezTo>
                  <a:cubicBezTo>
                    <a:pt x="136" y="7"/>
                    <a:pt x="136" y="7"/>
                    <a:pt x="136" y="7"/>
                  </a:cubicBezTo>
                  <a:cubicBezTo>
                    <a:pt x="136" y="7"/>
                    <a:pt x="136" y="7"/>
                    <a:pt x="136" y="7"/>
                  </a:cubicBezTo>
                  <a:cubicBezTo>
                    <a:pt x="137" y="7"/>
                    <a:pt x="137" y="7"/>
                    <a:pt x="137" y="7"/>
                  </a:cubicBezTo>
                  <a:cubicBezTo>
                    <a:pt x="136" y="7"/>
                    <a:pt x="136" y="7"/>
                    <a:pt x="136" y="7"/>
                  </a:cubicBezTo>
                  <a:cubicBezTo>
                    <a:pt x="136" y="6"/>
                    <a:pt x="136" y="6"/>
                    <a:pt x="136" y="6"/>
                  </a:cubicBezTo>
                  <a:cubicBezTo>
                    <a:pt x="135" y="7"/>
                    <a:pt x="135" y="7"/>
                    <a:pt x="135" y="7"/>
                  </a:cubicBezTo>
                  <a:cubicBezTo>
                    <a:pt x="134" y="7"/>
                    <a:pt x="134" y="7"/>
                    <a:pt x="134" y="7"/>
                  </a:cubicBezTo>
                  <a:cubicBezTo>
                    <a:pt x="134" y="8"/>
                    <a:pt x="134" y="8"/>
                    <a:pt x="134" y="8"/>
                  </a:cubicBezTo>
                  <a:cubicBezTo>
                    <a:pt x="135" y="9"/>
                    <a:pt x="135" y="9"/>
                    <a:pt x="135" y="9"/>
                  </a:cubicBezTo>
                  <a:cubicBezTo>
                    <a:pt x="135" y="9"/>
                    <a:pt x="135" y="9"/>
                    <a:pt x="135" y="9"/>
                  </a:cubicBezTo>
                  <a:cubicBezTo>
                    <a:pt x="135" y="9"/>
                    <a:pt x="135" y="9"/>
                    <a:pt x="135" y="9"/>
                  </a:cubicBezTo>
                  <a:cubicBezTo>
                    <a:pt x="134" y="9"/>
                    <a:pt x="134" y="9"/>
                    <a:pt x="134" y="9"/>
                  </a:cubicBezTo>
                  <a:cubicBezTo>
                    <a:pt x="134" y="9"/>
                    <a:pt x="134" y="9"/>
                    <a:pt x="134" y="9"/>
                  </a:cubicBezTo>
                  <a:cubicBezTo>
                    <a:pt x="133" y="9"/>
                    <a:pt x="133" y="9"/>
                    <a:pt x="133" y="9"/>
                  </a:cubicBezTo>
                  <a:cubicBezTo>
                    <a:pt x="132" y="9"/>
                    <a:pt x="132" y="9"/>
                    <a:pt x="132" y="9"/>
                  </a:cubicBezTo>
                  <a:cubicBezTo>
                    <a:pt x="132" y="10"/>
                    <a:pt x="132" y="10"/>
                    <a:pt x="132" y="10"/>
                  </a:cubicBezTo>
                  <a:cubicBezTo>
                    <a:pt x="131" y="10"/>
                    <a:pt x="131" y="10"/>
                    <a:pt x="131" y="10"/>
                  </a:cubicBezTo>
                  <a:cubicBezTo>
                    <a:pt x="130" y="9"/>
                    <a:pt x="130" y="9"/>
                    <a:pt x="130" y="9"/>
                  </a:cubicBezTo>
                  <a:cubicBezTo>
                    <a:pt x="129" y="9"/>
                    <a:pt x="129" y="9"/>
                    <a:pt x="129" y="9"/>
                  </a:cubicBezTo>
                  <a:cubicBezTo>
                    <a:pt x="128" y="10"/>
                    <a:pt x="128" y="10"/>
                    <a:pt x="128" y="10"/>
                  </a:cubicBezTo>
                  <a:cubicBezTo>
                    <a:pt x="126" y="11"/>
                    <a:pt x="126" y="11"/>
                    <a:pt x="126" y="11"/>
                  </a:cubicBezTo>
                  <a:cubicBezTo>
                    <a:pt x="126" y="11"/>
                    <a:pt x="126" y="11"/>
                    <a:pt x="126" y="11"/>
                  </a:cubicBezTo>
                  <a:cubicBezTo>
                    <a:pt x="126" y="13"/>
                    <a:pt x="126" y="13"/>
                    <a:pt x="126" y="13"/>
                  </a:cubicBezTo>
                  <a:cubicBezTo>
                    <a:pt x="126" y="13"/>
                    <a:pt x="126" y="13"/>
                    <a:pt x="126" y="13"/>
                  </a:cubicBezTo>
                  <a:cubicBezTo>
                    <a:pt x="126" y="14"/>
                    <a:pt x="126" y="14"/>
                    <a:pt x="126" y="14"/>
                  </a:cubicBezTo>
                  <a:cubicBezTo>
                    <a:pt x="126" y="14"/>
                    <a:pt x="126" y="14"/>
                    <a:pt x="126" y="14"/>
                  </a:cubicBezTo>
                  <a:cubicBezTo>
                    <a:pt x="127" y="14"/>
                    <a:pt x="127" y="14"/>
                    <a:pt x="127" y="14"/>
                  </a:cubicBezTo>
                  <a:cubicBezTo>
                    <a:pt x="127" y="13"/>
                    <a:pt x="127" y="13"/>
                    <a:pt x="127" y="13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30" y="12"/>
                    <a:pt x="130" y="11"/>
                    <a:pt x="130" y="11"/>
                  </a:cubicBezTo>
                  <a:cubicBezTo>
                    <a:pt x="130" y="11"/>
                    <a:pt x="131" y="11"/>
                    <a:pt x="131" y="11"/>
                  </a:cubicBezTo>
                  <a:cubicBezTo>
                    <a:pt x="132" y="11"/>
                    <a:pt x="132" y="11"/>
                    <a:pt x="132" y="11"/>
                  </a:cubicBezTo>
                  <a:cubicBezTo>
                    <a:pt x="133" y="11"/>
                    <a:pt x="133" y="11"/>
                    <a:pt x="133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5" y="10"/>
                    <a:pt x="135" y="10"/>
                    <a:pt x="135" y="10"/>
                  </a:cubicBezTo>
                  <a:cubicBezTo>
                    <a:pt x="135" y="11"/>
                    <a:pt x="135" y="11"/>
                    <a:pt x="135" y="11"/>
                  </a:cubicBezTo>
                  <a:cubicBezTo>
                    <a:pt x="135" y="12"/>
                    <a:pt x="135" y="12"/>
                    <a:pt x="135" y="12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36" y="11"/>
                    <a:pt x="136" y="11"/>
                    <a:pt x="136" y="11"/>
                  </a:cubicBezTo>
                  <a:cubicBezTo>
                    <a:pt x="136" y="10"/>
                    <a:pt x="136" y="10"/>
                    <a:pt x="136" y="10"/>
                  </a:cubicBezTo>
                  <a:cubicBezTo>
                    <a:pt x="137" y="10"/>
                    <a:pt x="137" y="10"/>
                    <a:pt x="137" y="10"/>
                  </a:cubicBezTo>
                  <a:cubicBezTo>
                    <a:pt x="138" y="10"/>
                    <a:pt x="138" y="10"/>
                    <a:pt x="138" y="10"/>
                  </a:cubicBezTo>
                  <a:cubicBezTo>
                    <a:pt x="139" y="10"/>
                    <a:pt x="139" y="10"/>
                    <a:pt x="139" y="10"/>
                  </a:cubicBezTo>
                  <a:cubicBezTo>
                    <a:pt x="140" y="10"/>
                    <a:pt x="140" y="10"/>
                    <a:pt x="140" y="10"/>
                  </a:cubicBezTo>
                  <a:cubicBezTo>
                    <a:pt x="141" y="10"/>
                    <a:pt x="141" y="10"/>
                    <a:pt x="141" y="10"/>
                  </a:cubicBezTo>
                  <a:cubicBezTo>
                    <a:pt x="142" y="9"/>
                    <a:pt x="142" y="9"/>
                    <a:pt x="142" y="9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45" y="10"/>
                    <a:pt x="145" y="10"/>
                    <a:pt x="145" y="10"/>
                  </a:cubicBezTo>
                  <a:cubicBezTo>
                    <a:pt x="146" y="10"/>
                    <a:pt x="146" y="10"/>
                    <a:pt x="146" y="10"/>
                  </a:cubicBezTo>
                  <a:cubicBezTo>
                    <a:pt x="146" y="10"/>
                    <a:pt x="146" y="10"/>
                    <a:pt x="146" y="10"/>
                  </a:cubicBezTo>
                  <a:cubicBezTo>
                    <a:pt x="147" y="11"/>
                    <a:pt x="147" y="11"/>
                    <a:pt x="147" y="11"/>
                  </a:cubicBezTo>
                  <a:cubicBezTo>
                    <a:pt x="148" y="11"/>
                    <a:pt x="148" y="11"/>
                    <a:pt x="148" y="11"/>
                  </a:cubicBezTo>
                  <a:cubicBezTo>
                    <a:pt x="148" y="11"/>
                    <a:pt x="148" y="11"/>
                    <a:pt x="148" y="11"/>
                  </a:cubicBezTo>
                  <a:cubicBezTo>
                    <a:pt x="149" y="11"/>
                    <a:pt x="149" y="11"/>
                    <a:pt x="149" y="11"/>
                  </a:cubicBezTo>
                  <a:cubicBezTo>
                    <a:pt x="150" y="11"/>
                    <a:pt x="150" y="11"/>
                    <a:pt x="150" y="11"/>
                  </a:cubicBezTo>
                  <a:cubicBezTo>
                    <a:pt x="150" y="11"/>
                    <a:pt x="150" y="11"/>
                    <a:pt x="150" y="11"/>
                  </a:cubicBezTo>
                  <a:cubicBezTo>
                    <a:pt x="151" y="11"/>
                    <a:pt x="151" y="11"/>
                    <a:pt x="151" y="11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1" y="12"/>
                    <a:pt x="151" y="12"/>
                    <a:pt x="151" y="12"/>
                  </a:cubicBezTo>
                  <a:cubicBezTo>
                    <a:pt x="152" y="11"/>
                    <a:pt x="152" y="11"/>
                    <a:pt x="152" y="11"/>
                  </a:cubicBezTo>
                  <a:cubicBezTo>
                    <a:pt x="153" y="11"/>
                    <a:pt x="153" y="11"/>
                    <a:pt x="153" y="11"/>
                  </a:cubicBezTo>
                  <a:cubicBezTo>
                    <a:pt x="153" y="11"/>
                    <a:pt x="153" y="11"/>
                    <a:pt x="153" y="11"/>
                  </a:cubicBezTo>
                  <a:cubicBezTo>
                    <a:pt x="155" y="10"/>
                    <a:pt x="155" y="10"/>
                    <a:pt x="155" y="10"/>
                  </a:cubicBezTo>
                  <a:cubicBezTo>
                    <a:pt x="155" y="10"/>
                    <a:pt x="155" y="10"/>
                    <a:pt x="155" y="10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56" y="10"/>
                    <a:pt x="156" y="10"/>
                    <a:pt x="156" y="10"/>
                  </a:cubicBezTo>
                  <a:cubicBezTo>
                    <a:pt x="157" y="11"/>
                    <a:pt x="157" y="11"/>
                    <a:pt x="157" y="11"/>
                  </a:cubicBezTo>
                  <a:cubicBezTo>
                    <a:pt x="157" y="11"/>
                    <a:pt x="157" y="11"/>
                    <a:pt x="157" y="11"/>
                  </a:cubicBezTo>
                  <a:cubicBezTo>
                    <a:pt x="157" y="11"/>
                    <a:pt x="157" y="11"/>
                    <a:pt x="157" y="11"/>
                  </a:cubicBezTo>
                  <a:cubicBezTo>
                    <a:pt x="157" y="12"/>
                    <a:pt x="157" y="12"/>
                    <a:pt x="157" y="12"/>
                  </a:cubicBezTo>
                  <a:cubicBezTo>
                    <a:pt x="157" y="12"/>
                    <a:pt x="157" y="12"/>
                    <a:pt x="157" y="12"/>
                  </a:cubicBezTo>
                  <a:cubicBezTo>
                    <a:pt x="157" y="12"/>
                    <a:pt x="157" y="12"/>
                    <a:pt x="157" y="12"/>
                  </a:cubicBezTo>
                  <a:cubicBezTo>
                    <a:pt x="158" y="13"/>
                    <a:pt x="158" y="13"/>
                    <a:pt x="158" y="13"/>
                  </a:cubicBezTo>
                  <a:cubicBezTo>
                    <a:pt x="158" y="13"/>
                    <a:pt x="158" y="13"/>
                    <a:pt x="158" y="13"/>
                  </a:cubicBezTo>
                  <a:cubicBezTo>
                    <a:pt x="156" y="14"/>
                    <a:pt x="156" y="14"/>
                    <a:pt x="156" y="14"/>
                  </a:cubicBezTo>
                  <a:cubicBezTo>
                    <a:pt x="155" y="14"/>
                    <a:pt x="155" y="14"/>
                    <a:pt x="155" y="14"/>
                  </a:cubicBezTo>
                  <a:cubicBezTo>
                    <a:pt x="154" y="14"/>
                    <a:pt x="154" y="14"/>
                    <a:pt x="154" y="14"/>
                  </a:cubicBezTo>
                  <a:cubicBezTo>
                    <a:pt x="154" y="14"/>
                    <a:pt x="154" y="14"/>
                    <a:pt x="154" y="14"/>
                  </a:cubicBezTo>
                  <a:cubicBezTo>
                    <a:pt x="153" y="13"/>
                    <a:pt x="153" y="13"/>
                    <a:pt x="153" y="13"/>
                  </a:cubicBezTo>
                  <a:cubicBezTo>
                    <a:pt x="153" y="14"/>
                    <a:pt x="153" y="14"/>
                    <a:pt x="153" y="14"/>
                  </a:cubicBezTo>
                  <a:cubicBezTo>
                    <a:pt x="153" y="14"/>
                    <a:pt x="153" y="14"/>
                    <a:pt x="153" y="14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3" y="15"/>
                    <a:pt x="153" y="15"/>
                    <a:pt x="153" y="15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2" y="15"/>
                    <a:pt x="152" y="15"/>
                    <a:pt x="152" y="15"/>
                  </a:cubicBezTo>
                  <a:cubicBezTo>
                    <a:pt x="153" y="16"/>
                    <a:pt x="153" y="16"/>
                    <a:pt x="153" y="16"/>
                  </a:cubicBezTo>
                  <a:cubicBezTo>
                    <a:pt x="154" y="16"/>
                    <a:pt x="154" y="16"/>
                    <a:pt x="154" y="16"/>
                  </a:cubicBezTo>
                  <a:cubicBezTo>
                    <a:pt x="155" y="16"/>
                    <a:pt x="155" y="16"/>
                    <a:pt x="155" y="16"/>
                  </a:cubicBezTo>
                  <a:cubicBezTo>
                    <a:pt x="155" y="16"/>
                    <a:pt x="155" y="16"/>
                    <a:pt x="155" y="16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157" y="16"/>
                    <a:pt x="157" y="16"/>
                    <a:pt x="157" y="16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158" y="15"/>
                    <a:pt x="158" y="15"/>
                    <a:pt x="158" y="15"/>
                  </a:cubicBezTo>
                  <a:cubicBezTo>
                    <a:pt x="160" y="15"/>
                    <a:pt x="160" y="15"/>
                    <a:pt x="160" y="15"/>
                  </a:cubicBezTo>
                  <a:cubicBezTo>
                    <a:pt x="160" y="15"/>
                    <a:pt x="160" y="15"/>
                    <a:pt x="160" y="15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2" y="15"/>
                    <a:pt x="162" y="15"/>
                    <a:pt x="162" y="15"/>
                  </a:cubicBezTo>
                  <a:cubicBezTo>
                    <a:pt x="162" y="16"/>
                    <a:pt x="162" y="16"/>
                    <a:pt x="162" y="16"/>
                  </a:cubicBezTo>
                  <a:cubicBezTo>
                    <a:pt x="162" y="16"/>
                    <a:pt x="162" y="16"/>
                    <a:pt x="162" y="16"/>
                  </a:cubicBezTo>
                  <a:cubicBezTo>
                    <a:pt x="163" y="17"/>
                    <a:pt x="163" y="17"/>
                    <a:pt x="163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5" y="17"/>
                    <a:pt x="165" y="17"/>
                    <a:pt x="165" y="17"/>
                  </a:cubicBezTo>
                  <a:cubicBezTo>
                    <a:pt x="165" y="18"/>
                    <a:pt x="165" y="18"/>
                    <a:pt x="165" y="18"/>
                  </a:cubicBezTo>
                  <a:cubicBezTo>
                    <a:pt x="165" y="18"/>
                    <a:pt x="165" y="18"/>
                    <a:pt x="165" y="18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67" y="20"/>
                    <a:pt x="167" y="20"/>
                    <a:pt x="167" y="20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2"/>
                    <a:pt x="167" y="22"/>
                    <a:pt x="167" y="22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5" y="23"/>
                    <a:pt x="165" y="23"/>
                    <a:pt x="165" y="23"/>
                  </a:cubicBezTo>
                  <a:cubicBezTo>
                    <a:pt x="165" y="22"/>
                    <a:pt x="165" y="22"/>
                    <a:pt x="165" y="22"/>
                  </a:cubicBezTo>
                  <a:cubicBezTo>
                    <a:pt x="164" y="23"/>
                    <a:pt x="164" y="23"/>
                    <a:pt x="164" y="23"/>
                  </a:cubicBezTo>
                  <a:cubicBezTo>
                    <a:pt x="164" y="23"/>
                    <a:pt x="164" y="23"/>
                    <a:pt x="164" y="23"/>
                  </a:cubicBezTo>
                  <a:cubicBezTo>
                    <a:pt x="164" y="23"/>
                    <a:pt x="164" y="23"/>
                    <a:pt x="164" y="23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2" y="24"/>
                    <a:pt x="162" y="24"/>
                    <a:pt x="162" y="24"/>
                  </a:cubicBezTo>
                  <a:cubicBezTo>
                    <a:pt x="161" y="24"/>
                    <a:pt x="161" y="24"/>
                    <a:pt x="161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59" y="24"/>
                    <a:pt x="159" y="24"/>
                    <a:pt x="159" y="24"/>
                  </a:cubicBezTo>
                  <a:cubicBezTo>
                    <a:pt x="159" y="25"/>
                    <a:pt x="159" y="25"/>
                    <a:pt x="159" y="25"/>
                  </a:cubicBezTo>
                  <a:cubicBezTo>
                    <a:pt x="158" y="25"/>
                    <a:pt x="158" y="25"/>
                    <a:pt x="158" y="25"/>
                  </a:cubicBezTo>
                  <a:cubicBezTo>
                    <a:pt x="157" y="25"/>
                    <a:pt x="157" y="25"/>
                    <a:pt x="157" y="25"/>
                  </a:cubicBezTo>
                  <a:cubicBezTo>
                    <a:pt x="157" y="25"/>
                    <a:pt x="157" y="25"/>
                    <a:pt x="157" y="25"/>
                  </a:cubicBezTo>
                  <a:cubicBezTo>
                    <a:pt x="156" y="25"/>
                    <a:pt x="156" y="25"/>
                    <a:pt x="156" y="25"/>
                  </a:cubicBezTo>
                  <a:cubicBezTo>
                    <a:pt x="156" y="25"/>
                    <a:pt x="156" y="25"/>
                    <a:pt x="156" y="25"/>
                  </a:cubicBezTo>
                  <a:cubicBezTo>
                    <a:pt x="155" y="25"/>
                    <a:pt x="155" y="25"/>
                    <a:pt x="155" y="25"/>
                  </a:cubicBezTo>
                  <a:cubicBezTo>
                    <a:pt x="154" y="25"/>
                    <a:pt x="154" y="25"/>
                    <a:pt x="154" y="25"/>
                  </a:cubicBezTo>
                  <a:cubicBezTo>
                    <a:pt x="153" y="25"/>
                    <a:pt x="153" y="25"/>
                    <a:pt x="153" y="25"/>
                  </a:cubicBezTo>
                  <a:cubicBezTo>
                    <a:pt x="153" y="25"/>
                    <a:pt x="153" y="25"/>
                    <a:pt x="153" y="25"/>
                  </a:cubicBezTo>
                  <a:cubicBezTo>
                    <a:pt x="152" y="25"/>
                    <a:pt x="152" y="25"/>
                    <a:pt x="152" y="25"/>
                  </a:cubicBezTo>
                  <a:cubicBezTo>
                    <a:pt x="152" y="25"/>
                    <a:pt x="152" y="25"/>
                    <a:pt x="152" y="25"/>
                  </a:cubicBezTo>
                  <a:cubicBezTo>
                    <a:pt x="151" y="25"/>
                    <a:pt x="151" y="25"/>
                    <a:pt x="151" y="25"/>
                  </a:cubicBezTo>
                  <a:cubicBezTo>
                    <a:pt x="150" y="25"/>
                    <a:pt x="150" y="25"/>
                    <a:pt x="150" y="25"/>
                  </a:cubicBezTo>
                  <a:cubicBezTo>
                    <a:pt x="150" y="25"/>
                    <a:pt x="150" y="25"/>
                    <a:pt x="150" y="2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8" y="25"/>
                    <a:pt x="148" y="25"/>
                    <a:pt x="148" y="25"/>
                  </a:cubicBezTo>
                  <a:cubicBezTo>
                    <a:pt x="147" y="24"/>
                    <a:pt x="147" y="24"/>
                    <a:pt x="147" y="24"/>
                  </a:cubicBezTo>
                  <a:cubicBezTo>
                    <a:pt x="147" y="24"/>
                    <a:pt x="147" y="24"/>
                    <a:pt x="147" y="24"/>
                  </a:cubicBezTo>
                  <a:cubicBezTo>
                    <a:pt x="147" y="24"/>
                    <a:pt x="147" y="24"/>
                    <a:pt x="147" y="24"/>
                  </a:cubicBezTo>
                  <a:cubicBezTo>
                    <a:pt x="145" y="24"/>
                    <a:pt x="145" y="24"/>
                    <a:pt x="145" y="24"/>
                  </a:cubicBezTo>
                  <a:cubicBezTo>
                    <a:pt x="145" y="24"/>
                    <a:pt x="145" y="24"/>
                    <a:pt x="145" y="24"/>
                  </a:cubicBezTo>
                  <a:cubicBezTo>
                    <a:pt x="144" y="24"/>
                    <a:pt x="144" y="24"/>
                    <a:pt x="144" y="24"/>
                  </a:cubicBezTo>
                  <a:cubicBezTo>
                    <a:pt x="143" y="24"/>
                    <a:pt x="143" y="24"/>
                    <a:pt x="143" y="24"/>
                  </a:cubicBezTo>
                  <a:cubicBezTo>
                    <a:pt x="143" y="24"/>
                    <a:pt x="143" y="24"/>
                    <a:pt x="143" y="24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1" y="24"/>
                    <a:pt x="141" y="24"/>
                    <a:pt x="141" y="24"/>
                  </a:cubicBezTo>
                  <a:cubicBezTo>
                    <a:pt x="141" y="24"/>
                    <a:pt x="141" y="24"/>
                    <a:pt x="141" y="24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39" y="24"/>
                    <a:pt x="139" y="24"/>
                    <a:pt x="139" y="24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8" y="24"/>
                    <a:pt x="138" y="24"/>
                    <a:pt x="138" y="24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136" y="24"/>
                    <a:pt x="136" y="24"/>
                    <a:pt x="136" y="24"/>
                  </a:cubicBezTo>
                  <a:cubicBezTo>
                    <a:pt x="137" y="24"/>
                    <a:pt x="137" y="24"/>
                    <a:pt x="137" y="24"/>
                  </a:cubicBezTo>
                  <a:cubicBezTo>
                    <a:pt x="137" y="25"/>
                    <a:pt x="137" y="25"/>
                    <a:pt x="137" y="25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7" y="25"/>
                    <a:pt x="137" y="25"/>
                    <a:pt x="137" y="25"/>
                  </a:cubicBezTo>
                  <a:cubicBezTo>
                    <a:pt x="137" y="26"/>
                    <a:pt x="137" y="26"/>
                    <a:pt x="137" y="26"/>
                  </a:cubicBezTo>
                  <a:cubicBezTo>
                    <a:pt x="136" y="26"/>
                    <a:pt x="136" y="26"/>
                    <a:pt x="136" y="26"/>
                  </a:cubicBezTo>
                  <a:cubicBezTo>
                    <a:pt x="136" y="26"/>
                    <a:pt x="136" y="26"/>
                    <a:pt x="136" y="26"/>
                  </a:cubicBezTo>
                  <a:cubicBezTo>
                    <a:pt x="135" y="26"/>
                    <a:pt x="135" y="26"/>
                    <a:pt x="135" y="26"/>
                  </a:cubicBezTo>
                  <a:cubicBezTo>
                    <a:pt x="134" y="26"/>
                    <a:pt x="134" y="26"/>
                    <a:pt x="134" y="26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1" y="27"/>
                    <a:pt x="131" y="27"/>
                    <a:pt x="131" y="27"/>
                  </a:cubicBezTo>
                  <a:cubicBezTo>
                    <a:pt x="131" y="27"/>
                    <a:pt x="131" y="27"/>
                    <a:pt x="131" y="27"/>
                  </a:cubicBezTo>
                  <a:cubicBezTo>
                    <a:pt x="130" y="28"/>
                    <a:pt x="130" y="28"/>
                    <a:pt x="130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29" y="29"/>
                    <a:pt x="129" y="29"/>
                    <a:pt x="129" y="29"/>
                  </a:cubicBezTo>
                  <a:cubicBezTo>
                    <a:pt x="129" y="29"/>
                    <a:pt x="129" y="29"/>
                    <a:pt x="129" y="29"/>
                  </a:cubicBezTo>
                  <a:cubicBezTo>
                    <a:pt x="129" y="30"/>
                    <a:pt x="129" y="30"/>
                    <a:pt x="129" y="30"/>
                  </a:cubicBezTo>
                  <a:cubicBezTo>
                    <a:pt x="129" y="31"/>
                    <a:pt x="129" y="31"/>
                    <a:pt x="129" y="31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31" y="29"/>
                    <a:pt x="131" y="29"/>
                    <a:pt x="131" y="29"/>
                  </a:cubicBezTo>
                  <a:cubicBezTo>
                    <a:pt x="132" y="29"/>
                    <a:pt x="132" y="29"/>
                    <a:pt x="132" y="29"/>
                  </a:cubicBezTo>
                  <a:cubicBezTo>
                    <a:pt x="132" y="29"/>
                    <a:pt x="132" y="29"/>
                    <a:pt x="132" y="29"/>
                  </a:cubicBezTo>
                  <a:cubicBezTo>
                    <a:pt x="133" y="29"/>
                    <a:pt x="133" y="29"/>
                    <a:pt x="133" y="29"/>
                  </a:cubicBezTo>
                  <a:cubicBezTo>
                    <a:pt x="134" y="29"/>
                    <a:pt x="134" y="29"/>
                    <a:pt x="134" y="29"/>
                  </a:cubicBezTo>
                  <a:cubicBezTo>
                    <a:pt x="134" y="29"/>
                    <a:pt x="134" y="29"/>
                    <a:pt x="134" y="29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6" y="28"/>
                    <a:pt x="136" y="28"/>
                    <a:pt x="136" y="28"/>
                  </a:cubicBezTo>
                  <a:cubicBezTo>
                    <a:pt x="138" y="27"/>
                    <a:pt x="138" y="27"/>
                    <a:pt x="138" y="27"/>
                  </a:cubicBezTo>
                  <a:cubicBezTo>
                    <a:pt x="138" y="27"/>
                    <a:pt x="138" y="27"/>
                    <a:pt x="138" y="27"/>
                  </a:cubicBezTo>
                  <a:cubicBezTo>
                    <a:pt x="138" y="27"/>
                    <a:pt x="138" y="27"/>
                    <a:pt x="138" y="27"/>
                  </a:cubicBezTo>
                  <a:cubicBezTo>
                    <a:pt x="138" y="28"/>
                    <a:pt x="138" y="28"/>
                    <a:pt x="138" y="28"/>
                  </a:cubicBezTo>
                  <a:cubicBezTo>
                    <a:pt x="138" y="28"/>
                    <a:pt x="138" y="28"/>
                    <a:pt x="138" y="28"/>
                  </a:cubicBezTo>
                  <a:cubicBezTo>
                    <a:pt x="139" y="28"/>
                    <a:pt x="139" y="28"/>
                    <a:pt x="139" y="28"/>
                  </a:cubicBezTo>
                  <a:cubicBezTo>
                    <a:pt x="139" y="27"/>
                    <a:pt x="139" y="27"/>
                    <a:pt x="139" y="27"/>
                  </a:cubicBezTo>
                  <a:cubicBezTo>
                    <a:pt x="140" y="26"/>
                    <a:pt x="140" y="26"/>
                    <a:pt x="140" y="26"/>
                  </a:cubicBezTo>
                  <a:cubicBezTo>
                    <a:pt x="140" y="26"/>
                    <a:pt x="140" y="26"/>
                    <a:pt x="140" y="26"/>
                  </a:cubicBezTo>
                  <a:cubicBezTo>
                    <a:pt x="141" y="26"/>
                    <a:pt x="141" y="26"/>
                    <a:pt x="141" y="26"/>
                  </a:cubicBezTo>
                  <a:cubicBezTo>
                    <a:pt x="141" y="26"/>
                    <a:pt x="141" y="26"/>
                    <a:pt x="141" y="26"/>
                  </a:cubicBezTo>
                  <a:cubicBezTo>
                    <a:pt x="142" y="26"/>
                    <a:pt x="142" y="26"/>
                    <a:pt x="142" y="26"/>
                  </a:cubicBezTo>
                  <a:cubicBezTo>
                    <a:pt x="143" y="26"/>
                    <a:pt x="143" y="26"/>
                    <a:pt x="143" y="26"/>
                  </a:cubicBezTo>
                  <a:cubicBezTo>
                    <a:pt x="144" y="27"/>
                    <a:pt x="144" y="27"/>
                    <a:pt x="144" y="27"/>
                  </a:cubicBezTo>
                  <a:cubicBezTo>
                    <a:pt x="145" y="27"/>
                    <a:pt x="145" y="27"/>
                    <a:pt x="145" y="27"/>
                  </a:cubicBezTo>
                  <a:cubicBezTo>
                    <a:pt x="147" y="27"/>
                    <a:pt x="147" y="27"/>
                    <a:pt x="147" y="27"/>
                  </a:cubicBezTo>
                  <a:cubicBezTo>
                    <a:pt x="148" y="27"/>
                    <a:pt x="148" y="27"/>
                    <a:pt x="148" y="27"/>
                  </a:cubicBezTo>
                  <a:cubicBezTo>
                    <a:pt x="149" y="27"/>
                    <a:pt x="149" y="27"/>
                    <a:pt x="149" y="27"/>
                  </a:cubicBezTo>
                  <a:cubicBezTo>
                    <a:pt x="150" y="27"/>
                    <a:pt x="150" y="27"/>
                    <a:pt x="150" y="27"/>
                  </a:cubicBezTo>
                  <a:cubicBezTo>
                    <a:pt x="152" y="28"/>
                    <a:pt x="152" y="28"/>
                    <a:pt x="152" y="28"/>
                  </a:cubicBezTo>
                  <a:cubicBezTo>
                    <a:pt x="152" y="27"/>
                    <a:pt x="152" y="27"/>
                    <a:pt x="152" y="27"/>
                  </a:cubicBezTo>
                  <a:cubicBezTo>
                    <a:pt x="153" y="28"/>
                    <a:pt x="153" y="28"/>
                    <a:pt x="153" y="28"/>
                  </a:cubicBezTo>
                  <a:cubicBezTo>
                    <a:pt x="153" y="28"/>
                    <a:pt x="153" y="28"/>
                    <a:pt x="153" y="28"/>
                  </a:cubicBezTo>
                  <a:cubicBezTo>
                    <a:pt x="153" y="29"/>
                    <a:pt x="153" y="29"/>
                    <a:pt x="153" y="29"/>
                  </a:cubicBezTo>
                  <a:cubicBezTo>
                    <a:pt x="152" y="29"/>
                    <a:pt x="152" y="29"/>
                    <a:pt x="152" y="29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2" y="30"/>
                    <a:pt x="152" y="30"/>
                    <a:pt x="152" y="30"/>
                  </a:cubicBezTo>
                  <a:cubicBezTo>
                    <a:pt x="151" y="31"/>
                    <a:pt x="151" y="31"/>
                    <a:pt x="151" y="31"/>
                  </a:cubicBezTo>
                  <a:cubicBezTo>
                    <a:pt x="149" y="31"/>
                    <a:pt x="149" y="31"/>
                    <a:pt x="149" y="31"/>
                  </a:cubicBezTo>
                  <a:cubicBezTo>
                    <a:pt x="148" y="31"/>
                    <a:pt x="148" y="31"/>
                    <a:pt x="148" y="31"/>
                  </a:cubicBezTo>
                  <a:cubicBezTo>
                    <a:pt x="148" y="31"/>
                    <a:pt x="148" y="31"/>
                    <a:pt x="148" y="31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47" y="32"/>
                    <a:pt x="147" y="32"/>
                    <a:pt x="147" y="32"/>
                  </a:cubicBezTo>
                  <a:cubicBezTo>
                    <a:pt x="147" y="32"/>
                    <a:pt x="147" y="32"/>
                    <a:pt x="147" y="32"/>
                  </a:cubicBezTo>
                  <a:cubicBezTo>
                    <a:pt x="147" y="33"/>
                    <a:pt x="147" y="33"/>
                    <a:pt x="147" y="33"/>
                  </a:cubicBezTo>
                  <a:cubicBezTo>
                    <a:pt x="147" y="33"/>
                    <a:pt x="147" y="33"/>
                    <a:pt x="147" y="33"/>
                  </a:cubicBezTo>
                  <a:cubicBezTo>
                    <a:pt x="147" y="33"/>
                    <a:pt x="147" y="33"/>
                    <a:pt x="147" y="33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50" y="32"/>
                    <a:pt x="150" y="32"/>
                    <a:pt x="150" y="32"/>
                  </a:cubicBezTo>
                  <a:cubicBezTo>
                    <a:pt x="150" y="32"/>
                    <a:pt x="152" y="32"/>
                    <a:pt x="152" y="32"/>
                  </a:cubicBezTo>
                  <a:cubicBezTo>
                    <a:pt x="152" y="32"/>
                    <a:pt x="153" y="33"/>
                    <a:pt x="153" y="33"/>
                  </a:cubicBezTo>
                  <a:cubicBezTo>
                    <a:pt x="154" y="33"/>
                    <a:pt x="154" y="33"/>
                    <a:pt x="154" y="33"/>
                  </a:cubicBezTo>
                  <a:cubicBezTo>
                    <a:pt x="154" y="33"/>
                    <a:pt x="154" y="33"/>
                    <a:pt x="154" y="33"/>
                  </a:cubicBezTo>
                  <a:cubicBezTo>
                    <a:pt x="155" y="33"/>
                    <a:pt x="155" y="33"/>
                    <a:pt x="155" y="33"/>
                  </a:cubicBezTo>
                  <a:cubicBezTo>
                    <a:pt x="155" y="33"/>
                    <a:pt x="155" y="33"/>
                    <a:pt x="155" y="33"/>
                  </a:cubicBezTo>
                  <a:cubicBezTo>
                    <a:pt x="155" y="33"/>
                    <a:pt x="155" y="33"/>
                    <a:pt x="155" y="33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57" y="31"/>
                    <a:pt x="157" y="31"/>
                    <a:pt x="157" y="31"/>
                  </a:cubicBezTo>
                  <a:cubicBezTo>
                    <a:pt x="157" y="30"/>
                    <a:pt x="157" y="30"/>
                    <a:pt x="157" y="30"/>
                  </a:cubicBezTo>
                  <a:cubicBezTo>
                    <a:pt x="158" y="29"/>
                    <a:pt x="158" y="29"/>
                    <a:pt x="158" y="29"/>
                  </a:cubicBezTo>
                  <a:cubicBezTo>
                    <a:pt x="157" y="29"/>
                    <a:pt x="157" y="29"/>
                    <a:pt x="157" y="29"/>
                  </a:cubicBezTo>
                  <a:cubicBezTo>
                    <a:pt x="157" y="29"/>
                    <a:pt x="157" y="29"/>
                    <a:pt x="157" y="29"/>
                  </a:cubicBezTo>
                  <a:cubicBezTo>
                    <a:pt x="158" y="28"/>
                    <a:pt x="158" y="28"/>
                    <a:pt x="158" y="28"/>
                  </a:cubicBezTo>
                  <a:cubicBezTo>
                    <a:pt x="159" y="28"/>
                    <a:pt x="159" y="28"/>
                    <a:pt x="159" y="28"/>
                  </a:cubicBezTo>
                  <a:cubicBezTo>
                    <a:pt x="160" y="28"/>
                    <a:pt x="160" y="28"/>
                    <a:pt x="160" y="28"/>
                  </a:cubicBezTo>
                  <a:cubicBezTo>
                    <a:pt x="161" y="28"/>
                    <a:pt x="161" y="28"/>
                    <a:pt x="161" y="28"/>
                  </a:cubicBezTo>
                  <a:cubicBezTo>
                    <a:pt x="162" y="28"/>
                    <a:pt x="162" y="28"/>
                    <a:pt x="162" y="28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3" y="29"/>
                    <a:pt x="163" y="29"/>
                    <a:pt x="163" y="29"/>
                  </a:cubicBezTo>
                  <a:cubicBezTo>
                    <a:pt x="163" y="30"/>
                    <a:pt x="163" y="30"/>
                    <a:pt x="163" y="30"/>
                  </a:cubicBezTo>
                  <a:cubicBezTo>
                    <a:pt x="163" y="31"/>
                    <a:pt x="163" y="31"/>
                    <a:pt x="163" y="31"/>
                  </a:cubicBezTo>
                  <a:cubicBezTo>
                    <a:pt x="162" y="32"/>
                    <a:pt x="162" y="32"/>
                    <a:pt x="162" y="32"/>
                  </a:cubicBezTo>
                  <a:cubicBezTo>
                    <a:pt x="161" y="34"/>
                    <a:pt x="161" y="34"/>
                    <a:pt x="161" y="34"/>
                  </a:cubicBezTo>
                  <a:cubicBezTo>
                    <a:pt x="161" y="35"/>
                    <a:pt x="161" y="35"/>
                    <a:pt x="161" y="35"/>
                  </a:cubicBezTo>
                  <a:cubicBezTo>
                    <a:pt x="161" y="35"/>
                    <a:pt x="161" y="35"/>
                    <a:pt x="161" y="35"/>
                  </a:cubicBezTo>
                  <a:cubicBezTo>
                    <a:pt x="158" y="37"/>
                    <a:pt x="158" y="37"/>
                    <a:pt x="158" y="37"/>
                  </a:cubicBezTo>
                  <a:cubicBezTo>
                    <a:pt x="158" y="37"/>
                    <a:pt x="158" y="37"/>
                    <a:pt x="158" y="37"/>
                  </a:cubicBezTo>
                  <a:cubicBezTo>
                    <a:pt x="158" y="37"/>
                    <a:pt x="158" y="37"/>
                    <a:pt x="158" y="37"/>
                  </a:cubicBezTo>
                  <a:cubicBezTo>
                    <a:pt x="157" y="37"/>
                    <a:pt x="157" y="37"/>
                    <a:pt x="157" y="37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3" y="40"/>
                    <a:pt x="153" y="40"/>
                    <a:pt x="153" y="40"/>
                  </a:cubicBezTo>
                  <a:cubicBezTo>
                    <a:pt x="153" y="40"/>
                    <a:pt x="153" y="40"/>
                    <a:pt x="153" y="40"/>
                  </a:cubicBezTo>
                  <a:cubicBezTo>
                    <a:pt x="153" y="40"/>
                    <a:pt x="153" y="40"/>
                    <a:pt x="153" y="40"/>
                  </a:cubicBezTo>
                  <a:cubicBezTo>
                    <a:pt x="153" y="41"/>
                    <a:pt x="153" y="41"/>
                    <a:pt x="153" y="41"/>
                  </a:cubicBezTo>
                  <a:cubicBezTo>
                    <a:pt x="153" y="41"/>
                    <a:pt x="153" y="41"/>
                    <a:pt x="153" y="41"/>
                  </a:cubicBezTo>
                  <a:cubicBezTo>
                    <a:pt x="152" y="42"/>
                    <a:pt x="152" y="42"/>
                    <a:pt x="152" y="42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0" y="44"/>
                    <a:pt x="150" y="44"/>
                    <a:pt x="150" y="44"/>
                  </a:cubicBezTo>
                  <a:cubicBezTo>
                    <a:pt x="149" y="45"/>
                    <a:pt x="149" y="45"/>
                    <a:pt x="149" y="45"/>
                  </a:cubicBezTo>
                  <a:cubicBezTo>
                    <a:pt x="148" y="45"/>
                    <a:pt x="148" y="45"/>
                    <a:pt x="148" y="45"/>
                  </a:cubicBezTo>
                  <a:cubicBezTo>
                    <a:pt x="147" y="46"/>
                    <a:pt x="147" y="46"/>
                    <a:pt x="147" y="46"/>
                  </a:cubicBezTo>
                  <a:cubicBezTo>
                    <a:pt x="147" y="46"/>
                    <a:pt x="147" y="46"/>
                    <a:pt x="147" y="46"/>
                  </a:cubicBezTo>
                  <a:cubicBezTo>
                    <a:pt x="146" y="46"/>
                    <a:pt x="146" y="46"/>
                    <a:pt x="146" y="46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7"/>
                    <a:pt x="146" y="47"/>
                    <a:pt x="146" y="47"/>
                  </a:cubicBezTo>
                  <a:cubicBezTo>
                    <a:pt x="146" y="48"/>
                    <a:pt x="146" y="48"/>
                    <a:pt x="146" y="48"/>
                  </a:cubicBezTo>
                  <a:cubicBezTo>
                    <a:pt x="146" y="49"/>
                    <a:pt x="146" y="49"/>
                    <a:pt x="146" y="49"/>
                  </a:cubicBezTo>
                  <a:cubicBezTo>
                    <a:pt x="146" y="48"/>
                    <a:pt x="146" y="48"/>
                    <a:pt x="146" y="48"/>
                  </a:cubicBezTo>
                  <a:cubicBezTo>
                    <a:pt x="146" y="48"/>
                    <a:pt x="146" y="48"/>
                    <a:pt x="146" y="48"/>
                  </a:cubicBezTo>
                  <a:cubicBezTo>
                    <a:pt x="147" y="47"/>
                    <a:pt x="147" y="47"/>
                    <a:pt x="147" y="47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9" y="45"/>
                    <a:pt x="149" y="45"/>
                    <a:pt x="149" y="45"/>
                  </a:cubicBezTo>
                  <a:cubicBezTo>
                    <a:pt x="149" y="45"/>
                    <a:pt x="149" y="45"/>
                    <a:pt x="149" y="45"/>
                  </a:cubicBezTo>
                  <a:cubicBezTo>
                    <a:pt x="149" y="46"/>
                    <a:pt x="149" y="46"/>
                    <a:pt x="149" y="46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2" y="44"/>
                    <a:pt x="152" y="44"/>
                    <a:pt x="152" y="44"/>
                  </a:cubicBezTo>
                  <a:cubicBezTo>
                    <a:pt x="152" y="43"/>
                    <a:pt x="152" y="43"/>
                    <a:pt x="152" y="43"/>
                  </a:cubicBezTo>
                  <a:cubicBezTo>
                    <a:pt x="153" y="42"/>
                    <a:pt x="153" y="42"/>
                    <a:pt x="153" y="42"/>
                  </a:cubicBezTo>
                  <a:cubicBezTo>
                    <a:pt x="154" y="41"/>
                    <a:pt x="154" y="41"/>
                    <a:pt x="154" y="41"/>
                  </a:cubicBezTo>
                  <a:cubicBezTo>
                    <a:pt x="155" y="41"/>
                    <a:pt x="155" y="41"/>
                    <a:pt x="155" y="41"/>
                  </a:cubicBezTo>
                  <a:cubicBezTo>
                    <a:pt x="156" y="41"/>
                    <a:pt x="156" y="41"/>
                    <a:pt x="156" y="41"/>
                  </a:cubicBezTo>
                  <a:cubicBezTo>
                    <a:pt x="156" y="41"/>
                    <a:pt x="156" y="41"/>
                    <a:pt x="156" y="41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7" y="40"/>
                    <a:pt x="157" y="40"/>
                    <a:pt x="157" y="40"/>
                  </a:cubicBezTo>
                  <a:cubicBezTo>
                    <a:pt x="158" y="40"/>
                    <a:pt x="158" y="40"/>
                    <a:pt x="158" y="40"/>
                  </a:cubicBezTo>
                  <a:cubicBezTo>
                    <a:pt x="159" y="40"/>
                    <a:pt x="159" y="40"/>
                    <a:pt x="159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61" y="39"/>
                    <a:pt x="161" y="39"/>
                    <a:pt x="161" y="39"/>
                  </a:cubicBezTo>
                  <a:cubicBezTo>
                    <a:pt x="162" y="39"/>
                    <a:pt x="162" y="39"/>
                    <a:pt x="162" y="39"/>
                  </a:cubicBezTo>
                  <a:cubicBezTo>
                    <a:pt x="163" y="38"/>
                    <a:pt x="163" y="38"/>
                    <a:pt x="163" y="38"/>
                  </a:cubicBezTo>
                  <a:cubicBezTo>
                    <a:pt x="163" y="38"/>
                    <a:pt x="163" y="38"/>
                    <a:pt x="163" y="38"/>
                  </a:cubicBezTo>
                  <a:cubicBezTo>
                    <a:pt x="164" y="38"/>
                    <a:pt x="164" y="38"/>
                    <a:pt x="164" y="38"/>
                  </a:cubicBezTo>
                  <a:cubicBezTo>
                    <a:pt x="164" y="37"/>
                    <a:pt x="164" y="37"/>
                    <a:pt x="164" y="37"/>
                  </a:cubicBezTo>
                  <a:cubicBezTo>
                    <a:pt x="165" y="36"/>
                    <a:pt x="165" y="36"/>
                    <a:pt x="165" y="36"/>
                  </a:cubicBezTo>
                  <a:cubicBezTo>
                    <a:pt x="166" y="35"/>
                    <a:pt x="166" y="35"/>
                    <a:pt x="166" y="35"/>
                  </a:cubicBezTo>
                  <a:cubicBezTo>
                    <a:pt x="166" y="35"/>
                    <a:pt x="166" y="35"/>
                    <a:pt x="166" y="35"/>
                  </a:cubicBezTo>
                  <a:cubicBezTo>
                    <a:pt x="166" y="34"/>
                    <a:pt x="166" y="34"/>
                    <a:pt x="166" y="34"/>
                  </a:cubicBezTo>
                  <a:cubicBezTo>
                    <a:pt x="167" y="34"/>
                    <a:pt x="167" y="34"/>
                    <a:pt x="167" y="34"/>
                  </a:cubicBezTo>
                  <a:cubicBezTo>
                    <a:pt x="167" y="34"/>
                    <a:pt x="167" y="34"/>
                    <a:pt x="167" y="34"/>
                  </a:cubicBezTo>
                  <a:cubicBezTo>
                    <a:pt x="167" y="34"/>
                    <a:pt x="167" y="34"/>
                    <a:pt x="167" y="34"/>
                  </a:cubicBezTo>
                  <a:cubicBezTo>
                    <a:pt x="167" y="35"/>
                    <a:pt x="167" y="35"/>
                    <a:pt x="167" y="35"/>
                  </a:cubicBezTo>
                  <a:cubicBezTo>
                    <a:pt x="167" y="35"/>
                    <a:pt x="167" y="35"/>
                    <a:pt x="167" y="35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67" y="36"/>
                    <a:pt x="167" y="36"/>
                    <a:pt x="167" y="36"/>
                  </a:cubicBezTo>
                  <a:cubicBezTo>
                    <a:pt x="168" y="37"/>
                    <a:pt x="168" y="37"/>
                    <a:pt x="168" y="37"/>
                  </a:cubicBezTo>
                  <a:cubicBezTo>
                    <a:pt x="167" y="38"/>
                    <a:pt x="167" y="38"/>
                    <a:pt x="167" y="38"/>
                  </a:cubicBezTo>
                  <a:cubicBezTo>
                    <a:pt x="167" y="38"/>
                    <a:pt x="167" y="38"/>
                    <a:pt x="167" y="38"/>
                  </a:cubicBezTo>
                  <a:cubicBezTo>
                    <a:pt x="168" y="38"/>
                    <a:pt x="168" y="38"/>
                    <a:pt x="168" y="38"/>
                  </a:cubicBezTo>
                  <a:cubicBezTo>
                    <a:pt x="168" y="37"/>
                    <a:pt x="168" y="37"/>
                    <a:pt x="168" y="37"/>
                  </a:cubicBezTo>
                  <a:cubicBezTo>
                    <a:pt x="168" y="36"/>
                    <a:pt x="168" y="36"/>
                    <a:pt x="168" y="36"/>
                  </a:cubicBezTo>
                  <a:cubicBezTo>
                    <a:pt x="168" y="36"/>
                    <a:pt x="168" y="36"/>
                    <a:pt x="168" y="36"/>
                  </a:cubicBezTo>
                  <a:cubicBezTo>
                    <a:pt x="168" y="35"/>
                    <a:pt x="168" y="35"/>
                    <a:pt x="168" y="35"/>
                  </a:cubicBezTo>
                  <a:cubicBezTo>
                    <a:pt x="168" y="35"/>
                    <a:pt x="168" y="35"/>
                    <a:pt x="168" y="35"/>
                  </a:cubicBezTo>
                  <a:cubicBezTo>
                    <a:pt x="169" y="35"/>
                    <a:pt x="169" y="35"/>
                    <a:pt x="169" y="35"/>
                  </a:cubicBezTo>
                  <a:cubicBezTo>
                    <a:pt x="169" y="36"/>
                    <a:pt x="169" y="36"/>
                    <a:pt x="169" y="36"/>
                  </a:cubicBezTo>
                  <a:cubicBezTo>
                    <a:pt x="169" y="36"/>
                    <a:pt x="169" y="36"/>
                    <a:pt x="169" y="36"/>
                  </a:cubicBezTo>
                  <a:cubicBezTo>
                    <a:pt x="170" y="36"/>
                    <a:pt x="170" y="36"/>
                    <a:pt x="170" y="36"/>
                  </a:cubicBezTo>
                  <a:cubicBezTo>
                    <a:pt x="171" y="36"/>
                    <a:pt x="171" y="36"/>
                    <a:pt x="171" y="36"/>
                  </a:cubicBezTo>
                  <a:cubicBezTo>
                    <a:pt x="171" y="36"/>
                    <a:pt x="171" y="36"/>
                    <a:pt x="171" y="3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72" y="34"/>
                    <a:pt x="172" y="34"/>
                    <a:pt x="172" y="34"/>
                  </a:cubicBezTo>
                  <a:cubicBezTo>
                    <a:pt x="172" y="34"/>
                    <a:pt x="172" y="34"/>
                    <a:pt x="172" y="34"/>
                  </a:cubicBezTo>
                  <a:cubicBezTo>
                    <a:pt x="172" y="33"/>
                    <a:pt x="172" y="33"/>
                    <a:pt x="172" y="33"/>
                  </a:cubicBezTo>
                  <a:cubicBezTo>
                    <a:pt x="172" y="32"/>
                    <a:pt x="172" y="32"/>
                    <a:pt x="172" y="32"/>
                  </a:cubicBezTo>
                  <a:cubicBezTo>
                    <a:pt x="172" y="32"/>
                    <a:pt x="172" y="32"/>
                    <a:pt x="172" y="32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3" y="33"/>
                    <a:pt x="173" y="33"/>
                    <a:pt x="173" y="33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76" y="32"/>
                    <a:pt x="176" y="32"/>
                    <a:pt x="176" y="32"/>
                  </a:cubicBezTo>
                  <a:cubicBezTo>
                    <a:pt x="177" y="32"/>
                    <a:pt x="177" y="32"/>
                    <a:pt x="177" y="32"/>
                  </a:cubicBezTo>
                  <a:cubicBezTo>
                    <a:pt x="177" y="32"/>
                    <a:pt x="177" y="32"/>
                    <a:pt x="177" y="32"/>
                  </a:cubicBezTo>
                  <a:cubicBezTo>
                    <a:pt x="179" y="32"/>
                    <a:pt x="179" y="32"/>
                    <a:pt x="179" y="32"/>
                  </a:cubicBezTo>
                  <a:cubicBezTo>
                    <a:pt x="180" y="32"/>
                    <a:pt x="180" y="32"/>
                    <a:pt x="180" y="32"/>
                  </a:cubicBezTo>
                  <a:cubicBezTo>
                    <a:pt x="181" y="33"/>
                    <a:pt x="181" y="33"/>
                    <a:pt x="181" y="33"/>
                  </a:cubicBezTo>
                  <a:cubicBezTo>
                    <a:pt x="182" y="33"/>
                    <a:pt x="182" y="33"/>
                    <a:pt x="182" y="33"/>
                  </a:cubicBezTo>
                  <a:cubicBezTo>
                    <a:pt x="183" y="33"/>
                    <a:pt x="183" y="33"/>
                    <a:pt x="183" y="33"/>
                  </a:cubicBezTo>
                  <a:cubicBezTo>
                    <a:pt x="183" y="34"/>
                    <a:pt x="183" y="34"/>
                    <a:pt x="183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5" y="35"/>
                    <a:pt x="185" y="35"/>
                    <a:pt x="185" y="35"/>
                  </a:cubicBezTo>
                  <a:cubicBezTo>
                    <a:pt x="185" y="35"/>
                    <a:pt x="185" y="35"/>
                    <a:pt x="185" y="35"/>
                  </a:cubicBezTo>
                  <a:cubicBezTo>
                    <a:pt x="186" y="36"/>
                    <a:pt x="186" y="36"/>
                    <a:pt x="186" y="36"/>
                  </a:cubicBezTo>
                  <a:cubicBezTo>
                    <a:pt x="186" y="37"/>
                    <a:pt x="186" y="37"/>
                    <a:pt x="186" y="37"/>
                  </a:cubicBezTo>
                  <a:cubicBezTo>
                    <a:pt x="187" y="37"/>
                    <a:pt x="187" y="37"/>
                    <a:pt x="187" y="37"/>
                  </a:cubicBezTo>
                  <a:cubicBezTo>
                    <a:pt x="187" y="38"/>
                    <a:pt x="187" y="38"/>
                    <a:pt x="187" y="38"/>
                  </a:cubicBezTo>
                  <a:cubicBezTo>
                    <a:pt x="187" y="39"/>
                    <a:pt x="187" y="39"/>
                    <a:pt x="187" y="39"/>
                  </a:cubicBezTo>
                  <a:cubicBezTo>
                    <a:pt x="187" y="40"/>
                    <a:pt x="187" y="40"/>
                    <a:pt x="187" y="40"/>
                  </a:cubicBezTo>
                  <a:cubicBezTo>
                    <a:pt x="186" y="40"/>
                    <a:pt x="186" y="40"/>
                    <a:pt x="186" y="40"/>
                  </a:cubicBezTo>
                  <a:cubicBezTo>
                    <a:pt x="185" y="40"/>
                    <a:pt x="185" y="40"/>
                    <a:pt x="185" y="40"/>
                  </a:cubicBezTo>
                  <a:cubicBezTo>
                    <a:pt x="185" y="41"/>
                    <a:pt x="185" y="41"/>
                    <a:pt x="185" y="41"/>
                  </a:cubicBezTo>
                  <a:cubicBezTo>
                    <a:pt x="185" y="41"/>
                    <a:pt x="185" y="41"/>
                    <a:pt x="185" y="41"/>
                  </a:cubicBezTo>
                  <a:cubicBezTo>
                    <a:pt x="184" y="41"/>
                    <a:pt x="184" y="41"/>
                    <a:pt x="184" y="41"/>
                  </a:cubicBezTo>
                  <a:cubicBezTo>
                    <a:pt x="183" y="43"/>
                    <a:pt x="183" y="43"/>
                    <a:pt x="183" y="43"/>
                  </a:cubicBezTo>
                  <a:cubicBezTo>
                    <a:pt x="183" y="43"/>
                    <a:pt x="183" y="43"/>
                    <a:pt x="183" y="43"/>
                  </a:cubicBezTo>
                  <a:cubicBezTo>
                    <a:pt x="182" y="43"/>
                    <a:pt x="182" y="43"/>
                    <a:pt x="182" y="43"/>
                  </a:cubicBezTo>
                  <a:cubicBezTo>
                    <a:pt x="182" y="43"/>
                    <a:pt x="182" y="43"/>
                    <a:pt x="182" y="43"/>
                  </a:cubicBezTo>
                  <a:cubicBezTo>
                    <a:pt x="180" y="42"/>
                    <a:pt x="180" y="42"/>
                    <a:pt x="180" y="42"/>
                  </a:cubicBezTo>
                  <a:cubicBezTo>
                    <a:pt x="180" y="42"/>
                    <a:pt x="180" y="42"/>
                    <a:pt x="180" y="42"/>
                  </a:cubicBezTo>
                  <a:cubicBezTo>
                    <a:pt x="179" y="43"/>
                    <a:pt x="179" y="43"/>
                    <a:pt x="179" y="43"/>
                  </a:cubicBezTo>
                  <a:cubicBezTo>
                    <a:pt x="179" y="44"/>
                    <a:pt x="179" y="44"/>
                    <a:pt x="179" y="44"/>
                  </a:cubicBezTo>
                  <a:cubicBezTo>
                    <a:pt x="179" y="44"/>
                    <a:pt x="179" y="44"/>
                    <a:pt x="179" y="44"/>
                  </a:cubicBezTo>
                  <a:cubicBezTo>
                    <a:pt x="179" y="44"/>
                    <a:pt x="179" y="44"/>
                    <a:pt x="179" y="44"/>
                  </a:cubicBezTo>
                  <a:cubicBezTo>
                    <a:pt x="179" y="45"/>
                    <a:pt x="179" y="45"/>
                    <a:pt x="179" y="45"/>
                  </a:cubicBezTo>
                  <a:cubicBezTo>
                    <a:pt x="180" y="45"/>
                    <a:pt x="180" y="45"/>
                    <a:pt x="180" y="45"/>
                  </a:cubicBezTo>
                  <a:cubicBezTo>
                    <a:pt x="180" y="45"/>
                    <a:pt x="180" y="45"/>
                    <a:pt x="180" y="45"/>
                  </a:cubicBezTo>
                  <a:cubicBezTo>
                    <a:pt x="180" y="46"/>
                    <a:pt x="180" y="46"/>
                    <a:pt x="180" y="46"/>
                  </a:cubicBezTo>
                  <a:cubicBezTo>
                    <a:pt x="180" y="46"/>
                    <a:pt x="180" y="46"/>
                    <a:pt x="180" y="46"/>
                  </a:cubicBezTo>
                  <a:cubicBezTo>
                    <a:pt x="179" y="46"/>
                    <a:pt x="179" y="46"/>
                    <a:pt x="179" y="46"/>
                  </a:cubicBezTo>
                  <a:cubicBezTo>
                    <a:pt x="178" y="46"/>
                    <a:pt x="178" y="46"/>
                    <a:pt x="178" y="46"/>
                  </a:cubicBezTo>
                  <a:cubicBezTo>
                    <a:pt x="177" y="47"/>
                    <a:pt x="177" y="47"/>
                    <a:pt x="177" y="47"/>
                  </a:cubicBezTo>
                  <a:cubicBezTo>
                    <a:pt x="176" y="47"/>
                    <a:pt x="176" y="47"/>
                    <a:pt x="176" y="47"/>
                  </a:cubicBezTo>
                  <a:cubicBezTo>
                    <a:pt x="176" y="47"/>
                    <a:pt x="176" y="47"/>
                    <a:pt x="176" y="47"/>
                  </a:cubicBezTo>
                  <a:cubicBezTo>
                    <a:pt x="175" y="48"/>
                    <a:pt x="175" y="48"/>
                    <a:pt x="175" y="48"/>
                  </a:cubicBezTo>
                  <a:cubicBezTo>
                    <a:pt x="174" y="47"/>
                    <a:pt x="174" y="47"/>
                    <a:pt x="174" y="47"/>
                  </a:cubicBezTo>
                  <a:cubicBezTo>
                    <a:pt x="174" y="47"/>
                    <a:pt x="174" y="47"/>
                    <a:pt x="174" y="47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2" y="47"/>
                    <a:pt x="172" y="47"/>
                    <a:pt x="172" y="47"/>
                  </a:cubicBezTo>
                  <a:cubicBezTo>
                    <a:pt x="172" y="46"/>
                    <a:pt x="172" y="46"/>
                    <a:pt x="172" y="46"/>
                  </a:cubicBezTo>
                  <a:cubicBezTo>
                    <a:pt x="172" y="46"/>
                    <a:pt x="172" y="46"/>
                    <a:pt x="172" y="46"/>
                  </a:cubicBezTo>
                  <a:cubicBezTo>
                    <a:pt x="171" y="47"/>
                    <a:pt x="171" y="47"/>
                    <a:pt x="171" y="47"/>
                  </a:cubicBezTo>
                  <a:cubicBezTo>
                    <a:pt x="171" y="47"/>
                    <a:pt x="171" y="47"/>
                    <a:pt x="171" y="47"/>
                  </a:cubicBezTo>
                  <a:cubicBezTo>
                    <a:pt x="171" y="47"/>
                    <a:pt x="171" y="47"/>
                    <a:pt x="171" y="47"/>
                  </a:cubicBezTo>
                  <a:cubicBezTo>
                    <a:pt x="170" y="47"/>
                    <a:pt x="170" y="47"/>
                    <a:pt x="170" y="47"/>
                  </a:cubicBezTo>
                  <a:cubicBezTo>
                    <a:pt x="170" y="47"/>
                    <a:pt x="170" y="47"/>
                    <a:pt x="170" y="47"/>
                  </a:cubicBezTo>
                  <a:cubicBezTo>
                    <a:pt x="170" y="47"/>
                    <a:pt x="170" y="47"/>
                    <a:pt x="170" y="47"/>
                  </a:cubicBezTo>
                  <a:cubicBezTo>
                    <a:pt x="169" y="47"/>
                    <a:pt x="169" y="47"/>
                    <a:pt x="169" y="47"/>
                  </a:cubicBezTo>
                  <a:cubicBezTo>
                    <a:pt x="169" y="47"/>
                    <a:pt x="169" y="47"/>
                    <a:pt x="169" y="47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7" y="48"/>
                    <a:pt x="167" y="48"/>
                    <a:pt x="167" y="48"/>
                  </a:cubicBezTo>
                  <a:cubicBezTo>
                    <a:pt x="166" y="47"/>
                    <a:pt x="166" y="47"/>
                    <a:pt x="166" y="47"/>
                  </a:cubicBezTo>
                  <a:cubicBezTo>
                    <a:pt x="165" y="48"/>
                    <a:pt x="165" y="48"/>
                    <a:pt x="165" y="48"/>
                  </a:cubicBezTo>
                  <a:cubicBezTo>
                    <a:pt x="165" y="48"/>
                    <a:pt x="165" y="48"/>
                    <a:pt x="165" y="48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63" y="48"/>
                    <a:pt x="163" y="48"/>
                    <a:pt x="163" y="48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65" y="48"/>
                    <a:pt x="165" y="48"/>
                    <a:pt x="165" y="48"/>
                  </a:cubicBezTo>
                  <a:cubicBezTo>
                    <a:pt x="166" y="48"/>
                    <a:pt x="166" y="48"/>
                    <a:pt x="166" y="48"/>
                  </a:cubicBezTo>
                  <a:cubicBezTo>
                    <a:pt x="167" y="48"/>
                    <a:pt x="167" y="48"/>
                    <a:pt x="167" y="48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8" y="48"/>
                    <a:pt x="168" y="48"/>
                    <a:pt x="168" y="48"/>
                  </a:cubicBezTo>
                  <a:cubicBezTo>
                    <a:pt x="169" y="48"/>
                    <a:pt x="169" y="48"/>
                    <a:pt x="169" y="48"/>
                  </a:cubicBezTo>
                  <a:cubicBezTo>
                    <a:pt x="171" y="48"/>
                    <a:pt x="171" y="48"/>
                    <a:pt x="171" y="48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3" y="48"/>
                    <a:pt x="173" y="48"/>
                    <a:pt x="173" y="48"/>
                  </a:cubicBezTo>
                  <a:cubicBezTo>
                    <a:pt x="173" y="48"/>
                    <a:pt x="173" y="48"/>
                    <a:pt x="173" y="48"/>
                  </a:cubicBezTo>
                  <a:cubicBezTo>
                    <a:pt x="174" y="48"/>
                    <a:pt x="174" y="48"/>
                    <a:pt x="174" y="48"/>
                  </a:cubicBezTo>
                  <a:cubicBezTo>
                    <a:pt x="174" y="49"/>
                    <a:pt x="174" y="49"/>
                    <a:pt x="174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51"/>
                    <a:pt x="175" y="51"/>
                    <a:pt x="175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3" y="52"/>
                    <a:pt x="173" y="52"/>
                    <a:pt x="173" y="52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2"/>
                    <a:pt x="171" y="52"/>
                    <a:pt x="171" y="52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68" y="53"/>
                    <a:pt x="168" y="53"/>
                    <a:pt x="168" y="53"/>
                  </a:cubicBezTo>
                  <a:cubicBezTo>
                    <a:pt x="168" y="52"/>
                    <a:pt x="168" y="52"/>
                    <a:pt x="168" y="52"/>
                  </a:cubicBezTo>
                  <a:cubicBezTo>
                    <a:pt x="166" y="51"/>
                    <a:pt x="166" y="51"/>
                    <a:pt x="166" y="51"/>
                  </a:cubicBezTo>
                  <a:cubicBezTo>
                    <a:pt x="165" y="51"/>
                    <a:pt x="165" y="51"/>
                    <a:pt x="165" y="51"/>
                  </a:cubicBezTo>
                  <a:cubicBezTo>
                    <a:pt x="164" y="51"/>
                    <a:pt x="164" y="51"/>
                    <a:pt x="164" y="51"/>
                  </a:cubicBezTo>
                  <a:cubicBezTo>
                    <a:pt x="164" y="51"/>
                    <a:pt x="164" y="51"/>
                    <a:pt x="164" y="51"/>
                  </a:cubicBezTo>
                  <a:cubicBezTo>
                    <a:pt x="163" y="52"/>
                    <a:pt x="163" y="52"/>
                    <a:pt x="163" y="52"/>
                  </a:cubicBezTo>
                  <a:cubicBezTo>
                    <a:pt x="162" y="53"/>
                    <a:pt x="162" y="53"/>
                    <a:pt x="162" y="53"/>
                  </a:cubicBezTo>
                  <a:cubicBezTo>
                    <a:pt x="162" y="53"/>
                    <a:pt x="162" y="53"/>
                    <a:pt x="162" y="53"/>
                  </a:cubicBezTo>
                  <a:cubicBezTo>
                    <a:pt x="161" y="53"/>
                    <a:pt x="161" y="53"/>
                    <a:pt x="161" y="53"/>
                  </a:cubicBezTo>
                  <a:cubicBezTo>
                    <a:pt x="162" y="54"/>
                    <a:pt x="162" y="54"/>
                    <a:pt x="162" y="54"/>
                  </a:cubicBezTo>
                  <a:cubicBezTo>
                    <a:pt x="162" y="54"/>
                    <a:pt x="162" y="54"/>
                    <a:pt x="162" y="54"/>
                  </a:cubicBezTo>
                  <a:cubicBezTo>
                    <a:pt x="162" y="54"/>
                    <a:pt x="162" y="54"/>
                    <a:pt x="162" y="54"/>
                  </a:cubicBezTo>
                  <a:cubicBezTo>
                    <a:pt x="162" y="55"/>
                    <a:pt x="162" y="55"/>
                    <a:pt x="162" y="55"/>
                  </a:cubicBezTo>
                  <a:cubicBezTo>
                    <a:pt x="162" y="55"/>
                    <a:pt x="162" y="55"/>
                    <a:pt x="162" y="55"/>
                  </a:cubicBezTo>
                  <a:cubicBezTo>
                    <a:pt x="161" y="55"/>
                    <a:pt x="161" y="55"/>
                    <a:pt x="161" y="55"/>
                  </a:cubicBezTo>
                  <a:cubicBezTo>
                    <a:pt x="161" y="55"/>
                    <a:pt x="161" y="55"/>
                    <a:pt x="161" y="55"/>
                  </a:cubicBezTo>
                  <a:cubicBezTo>
                    <a:pt x="162" y="56"/>
                    <a:pt x="162" y="56"/>
                    <a:pt x="162" y="56"/>
                  </a:cubicBezTo>
                  <a:cubicBezTo>
                    <a:pt x="163" y="56"/>
                    <a:pt x="163" y="56"/>
                    <a:pt x="163" y="56"/>
                  </a:cubicBezTo>
                  <a:cubicBezTo>
                    <a:pt x="163" y="56"/>
                    <a:pt x="163" y="56"/>
                    <a:pt x="163" y="56"/>
                  </a:cubicBezTo>
                  <a:cubicBezTo>
                    <a:pt x="163" y="56"/>
                    <a:pt x="163" y="56"/>
                    <a:pt x="163" y="56"/>
                  </a:cubicBezTo>
                  <a:cubicBezTo>
                    <a:pt x="164" y="55"/>
                    <a:pt x="164" y="55"/>
                    <a:pt x="164" y="55"/>
                  </a:cubicBezTo>
                  <a:cubicBezTo>
                    <a:pt x="165" y="54"/>
                    <a:pt x="165" y="54"/>
                    <a:pt x="165" y="54"/>
                  </a:cubicBezTo>
                  <a:cubicBezTo>
                    <a:pt x="166" y="54"/>
                    <a:pt x="166" y="54"/>
                    <a:pt x="166" y="54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8" y="53"/>
                    <a:pt x="168" y="53"/>
                    <a:pt x="168" y="53"/>
                  </a:cubicBezTo>
                  <a:cubicBezTo>
                    <a:pt x="169" y="53"/>
                    <a:pt x="169" y="53"/>
                    <a:pt x="169" y="53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70" y="54"/>
                    <a:pt x="170" y="54"/>
                    <a:pt x="170" y="54"/>
                  </a:cubicBezTo>
                  <a:cubicBezTo>
                    <a:pt x="170" y="54"/>
                    <a:pt x="170" y="54"/>
                    <a:pt x="170" y="54"/>
                  </a:cubicBezTo>
                  <a:cubicBezTo>
                    <a:pt x="171" y="54"/>
                    <a:pt x="171" y="54"/>
                    <a:pt x="171" y="54"/>
                  </a:cubicBezTo>
                  <a:cubicBezTo>
                    <a:pt x="171" y="55"/>
                    <a:pt x="171" y="55"/>
                    <a:pt x="171" y="55"/>
                  </a:cubicBezTo>
                  <a:cubicBezTo>
                    <a:pt x="171" y="55"/>
                    <a:pt x="171" y="55"/>
                    <a:pt x="171" y="55"/>
                  </a:cubicBezTo>
                  <a:cubicBezTo>
                    <a:pt x="170" y="56"/>
                    <a:pt x="170" y="56"/>
                    <a:pt x="170" y="56"/>
                  </a:cubicBezTo>
                  <a:cubicBezTo>
                    <a:pt x="169" y="57"/>
                    <a:pt x="169" y="57"/>
                    <a:pt x="169" y="57"/>
                  </a:cubicBezTo>
                  <a:cubicBezTo>
                    <a:pt x="169" y="57"/>
                    <a:pt x="169" y="57"/>
                    <a:pt x="169" y="57"/>
                  </a:cubicBezTo>
                  <a:cubicBezTo>
                    <a:pt x="168" y="58"/>
                    <a:pt x="168" y="58"/>
                    <a:pt x="168" y="58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66" y="60"/>
                    <a:pt x="166" y="60"/>
                    <a:pt x="166" y="60"/>
                  </a:cubicBezTo>
                  <a:cubicBezTo>
                    <a:pt x="165" y="62"/>
                    <a:pt x="165" y="62"/>
                    <a:pt x="165" y="62"/>
                  </a:cubicBezTo>
                  <a:cubicBezTo>
                    <a:pt x="165" y="63"/>
                    <a:pt x="165" y="63"/>
                    <a:pt x="165" y="63"/>
                  </a:cubicBezTo>
                  <a:cubicBezTo>
                    <a:pt x="164" y="63"/>
                    <a:pt x="164" y="63"/>
                    <a:pt x="164" y="63"/>
                  </a:cubicBezTo>
                  <a:cubicBezTo>
                    <a:pt x="164" y="64"/>
                    <a:pt x="164" y="64"/>
                    <a:pt x="164" y="64"/>
                  </a:cubicBezTo>
                  <a:cubicBezTo>
                    <a:pt x="164" y="65"/>
                    <a:pt x="164" y="65"/>
                    <a:pt x="164" y="65"/>
                  </a:cubicBezTo>
                  <a:cubicBezTo>
                    <a:pt x="164" y="65"/>
                    <a:pt x="164" y="65"/>
                    <a:pt x="164" y="65"/>
                  </a:cubicBezTo>
                  <a:cubicBezTo>
                    <a:pt x="163" y="66"/>
                    <a:pt x="163" y="66"/>
                    <a:pt x="163" y="66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8"/>
                    <a:pt x="163" y="68"/>
                    <a:pt x="163" y="68"/>
                  </a:cubicBezTo>
                  <a:cubicBezTo>
                    <a:pt x="162" y="70"/>
                    <a:pt x="162" y="70"/>
                    <a:pt x="162" y="70"/>
                  </a:cubicBezTo>
                  <a:cubicBezTo>
                    <a:pt x="163" y="70"/>
                    <a:pt x="163" y="70"/>
                    <a:pt x="163" y="70"/>
                  </a:cubicBezTo>
                  <a:cubicBezTo>
                    <a:pt x="163" y="71"/>
                    <a:pt x="163" y="71"/>
                    <a:pt x="163" y="71"/>
                  </a:cubicBezTo>
                  <a:cubicBezTo>
                    <a:pt x="162" y="72"/>
                    <a:pt x="162" y="72"/>
                    <a:pt x="162" y="72"/>
                  </a:cubicBezTo>
                  <a:cubicBezTo>
                    <a:pt x="162" y="72"/>
                    <a:pt x="162" y="72"/>
                    <a:pt x="162" y="72"/>
                  </a:cubicBezTo>
                  <a:cubicBezTo>
                    <a:pt x="161" y="73"/>
                    <a:pt x="161" y="73"/>
                    <a:pt x="161" y="73"/>
                  </a:cubicBezTo>
                  <a:cubicBezTo>
                    <a:pt x="162" y="74"/>
                    <a:pt x="162" y="74"/>
                    <a:pt x="162" y="74"/>
                  </a:cubicBezTo>
                  <a:cubicBezTo>
                    <a:pt x="161" y="74"/>
                    <a:pt x="161" y="74"/>
                    <a:pt x="161" y="74"/>
                  </a:cubicBezTo>
                  <a:cubicBezTo>
                    <a:pt x="161" y="75"/>
                    <a:pt x="161" y="75"/>
                    <a:pt x="161" y="75"/>
                  </a:cubicBezTo>
                  <a:cubicBezTo>
                    <a:pt x="161" y="76"/>
                    <a:pt x="161" y="76"/>
                    <a:pt x="161" y="76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59" y="77"/>
                    <a:pt x="159" y="77"/>
                    <a:pt x="159" y="77"/>
                  </a:cubicBezTo>
                  <a:cubicBezTo>
                    <a:pt x="159" y="77"/>
                    <a:pt x="159" y="77"/>
                    <a:pt x="159" y="77"/>
                  </a:cubicBezTo>
                  <a:cubicBezTo>
                    <a:pt x="159" y="76"/>
                    <a:pt x="159" y="76"/>
                    <a:pt x="159" y="76"/>
                  </a:cubicBezTo>
                  <a:cubicBezTo>
                    <a:pt x="158" y="76"/>
                    <a:pt x="158" y="76"/>
                    <a:pt x="158" y="76"/>
                  </a:cubicBezTo>
                  <a:cubicBezTo>
                    <a:pt x="158" y="76"/>
                    <a:pt x="158" y="76"/>
                    <a:pt x="158" y="76"/>
                  </a:cubicBezTo>
                  <a:cubicBezTo>
                    <a:pt x="159" y="75"/>
                    <a:pt x="159" y="75"/>
                    <a:pt x="159" y="75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7" y="76"/>
                    <a:pt x="157" y="76"/>
                    <a:pt x="157" y="76"/>
                  </a:cubicBezTo>
                  <a:cubicBezTo>
                    <a:pt x="157" y="76"/>
                    <a:pt x="157" y="76"/>
                    <a:pt x="157" y="76"/>
                  </a:cubicBezTo>
                  <a:cubicBezTo>
                    <a:pt x="157" y="76"/>
                    <a:pt x="157" y="76"/>
                    <a:pt x="157" y="76"/>
                  </a:cubicBezTo>
                  <a:cubicBezTo>
                    <a:pt x="157" y="77"/>
                    <a:pt x="157" y="77"/>
                    <a:pt x="157" y="77"/>
                  </a:cubicBezTo>
                  <a:cubicBezTo>
                    <a:pt x="157" y="77"/>
                    <a:pt x="157" y="77"/>
                    <a:pt x="157" y="77"/>
                  </a:cubicBezTo>
                  <a:cubicBezTo>
                    <a:pt x="157" y="78"/>
                    <a:pt x="157" y="78"/>
                    <a:pt x="157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9" y="79"/>
                    <a:pt x="159" y="79"/>
                    <a:pt x="159" y="79"/>
                  </a:cubicBezTo>
                  <a:cubicBezTo>
                    <a:pt x="159" y="80"/>
                    <a:pt x="159" y="80"/>
                    <a:pt x="159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1" y="81"/>
                    <a:pt x="161" y="81"/>
                    <a:pt x="161" y="81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161" y="82"/>
                    <a:pt x="161" y="82"/>
                    <a:pt x="161" y="82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59" y="81"/>
                    <a:pt x="159" y="81"/>
                    <a:pt x="159" y="81"/>
                  </a:cubicBezTo>
                  <a:cubicBezTo>
                    <a:pt x="159" y="81"/>
                    <a:pt x="159" y="81"/>
                    <a:pt x="159" y="81"/>
                  </a:cubicBezTo>
                  <a:cubicBezTo>
                    <a:pt x="159" y="81"/>
                    <a:pt x="159" y="81"/>
                    <a:pt x="159" y="81"/>
                  </a:cubicBezTo>
                  <a:cubicBezTo>
                    <a:pt x="158" y="80"/>
                    <a:pt x="158" y="80"/>
                    <a:pt x="158" y="80"/>
                  </a:cubicBezTo>
                  <a:cubicBezTo>
                    <a:pt x="158" y="81"/>
                    <a:pt x="158" y="81"/>
                    <a:pt x="158" y="81"/>
                  </a:cubicBezTo>
                  <a:cubicBezTo>
                    <a:pt x="158" y="81"/>
                    <a:pt x="158" y="81"/>
                    <a:pt x="158" y="81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8" y="82"/>
                    <a:pt x="158" y="82"/>
                    <a:pt x="158" y="82"/>
                  </a:cubicBezTo>
                  <a:cubicBezTo>
                    <a:pt x="157" y="82"/>
                    <a:pt x="157" y="82"/>
                    <a:pt x="157" y="82"/>
                  </a:cubicBezTo>
                  <a:cubicBezTo>
                    <a:pt x="158" y="83"/>
                    <a:pt x="158" y="83"/>
                    <a:pt x="158" y="83"/>
                  </a:cubicBezTo>
                  <a:cubicBezTo>
                    <a:pt x="158" y="83"/>
                    <a:pt x="158" y="83"/>
                    <a:pt x="158" y="83"/>
                  </a:cubicBezTo>
                  <a:cubicBezTo>
                    <a:pt x="158" y="83"/>
                    <a:pt x="158" y="83"/>
                    <a:pt x="158" y="83"/>
                  </a:cubicBezTo>
                  <a:cubicBezTo>
                    <a:pt x="158" y="84"/>
                    <a:pt x="158" y="84"/>
                    <a:pt x="158" y="84"/>
                  </a:cubicBezTo>
                  <a:cubicBezTo>
                    <a:pt x="158" y="84"/>
                    <a:pt x="158" y="84"/>
                    <a:pt x="158" y="84"/>
                  </a:cubicBezTo>
                  <a:cubicBezTo>
                    <a:pt x="159" y="84"/>
                    <a:pt x="159" y="84"/>
                    <a:pt x="159" y="84"/>
                  </a:cubicBezTo>
                  <a:cubicBezTo>
                    <a:pt x="159" y="84"/>
                    <a:pt x="159" y="84"/>
                    <a:pt x="159" y="84"/>
                  </a:cubicBezTo>
                  <a:cubicBezTo>
                    <a:pt x="160" y="84"/>
                    <a:pt x="160" y="84"/>
                    <a:pt x="160" y="84"/>
                  </a:cubicBezTo>
                  <a:cubicBezTo>
                    <a:pt x="160" y="85"/>
                    <a:pt x="160" y="85"/>
                    <a:pt x="160" y="85"/>
                  </a:cubicBezTo>
                  <a:cubicBezTo>
                    <a:pt x="160" y="85"/>
                    <a:pt x="160" y="85"/>
                    <a:pt x="160" y="85"/>
                  </a:cubicBezTo>
                  <a:cubicBezTo>
                    <a:pt x="160" y="85"/>
                    <a:pt x="160" y="85"/>
                    <a:pt x="160" y="85"/>
                  </a:cubicBezTo>
                  <a:cubicBezTo>
                    <a:pt x="160" y="85"/>
                    <a:pt x="160" y="85"/>
                    <a:pt x="160" y="85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2" y="84"/>
                    <a:pt x="162" y="84"/>
                    <a:pt x="162" y="84"/>
                  </a:cubicBezTo>
                  <a:cubicBezTo>
                    <a:pt x="162" y="84"/>
                    <a:pt x="162" y="84"/>
                    <a:pt x="162" y="84"/>
                  </a:cubicBezTo>
                  <a:cubicBezTo>
                    <a:pt x="162" y="84"/>
                    <a:pt x="162" y="84"/>
                    <a:pt x="162" y="84"/>
                  </a:cubicBezTo>
                  <a:cubicBezTo>
                    <a:pt x="162" y="84"/>
                    <a:pt x="162" y="84"/>
                    <a:pt x="162" y="84"/>
                  </a:cubicBezTo>
                  <a:cubicBezTo>
                    <a:pt x="163" y="84"/>
                    <a:pt x="163" y="84"/>
                    <a:pt x="163" y="84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4" y="85"/>
                    <a:pt x="164" y="85"/>
                    <a:pt x="164" y="85"/>
                  </a:cubicBezTo>
                  <a:cubicBezTo>
                    <a:pt x="164" y="86"/>
                    <a:pt x="164" y="86"/>
                    <a:pt x="164" y="86"/>
                  </a:cubicBezTo>
                  <a:cubicBezTo>
                    <a:pt x="164" y="86"/>
                    <a:pt x="164" y="86"/>
                    <a:pt x="164" y="86"/>
                  </a:cubicBezTo>
                  <a:cubicBezTo>
                    <a:pt x="164" y="87"/>
                    <a:pt x="164" y="87"/>
                    <a:pt x="164" y="87"/>
                  </a:cubicBezTo>
                  <a:cubicBezTo>
                    <a:pt x="163" y="88"/>
                    <a:pt x="163" y="88"/>
                    <a:pt x="163" y="88"/>
                  </a:cubicBezTo>
                  <a:cubicBezTo>
                    <a:pt x="163" y="89"/>
                    <a:pt x="163" y="89"/>
                    <a:pt x="163" y="89"/>
                  </a:cubicBezTo>
                  <a:cubicBezTo>
                    <a:pt x="163" y="89"/>
                    <a:pt x="163" y="89"/>
                    <a:pt x="163" y="89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2" y="92"/>
                    <a:pt x="162" y="92"/>
                    <a:pt x="162" y="92"/>
                  </a:cubicBezTo>
                  <a:cubicBezTo>
                    <a:pt x="162" y="91"/>
                    <a:pt x="162" y="91"/>
                    <a:pt x="162" y="91"/>
                  </a:cubicBezTo>
                  <a:cubicBezTo>
                    <a:pt x="162" y="91"/>
                    <a:pt x="162" y="91"/>
                    <a:pt x="162" y="91"/>
                  </a:cubicBezTo>
                  <a:cubicBezTo>
                    <a:pt x="161" y="91"/>
                    <a:pt x="161" y="91"/>
                    <a:pt x="161" y="91"/>
                  </a:cubicBezTo>
                  <a:cubicBezTo>
                    <a:pt x="160" y="90"/>
                    <a:pt x="160" y="90"/>
                    <a:pt x="160" y="90"/>
                  </a:cubicBezTo>
                  <a:cubicBezTo>
                    <a:pt x="160" y="90"/>
                    <a:pt x="160" y="90"/>
                    <a:pt x="160" y="90"/>
                  </a:cubicBezTo>
                  <a:cubicBezTo>
                    <a:pt x="160" y="90"/>
                    <a:pt x="160" y="90"/>
                    <a:pt x="160" y="90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59" y="89"/>
                    <a:pt x="159" y="89"/>
                    <a:pt x="159" y="89"/>
                  </a:cubicBezTo>
                  <a:cubicBezTo>
                    <a:pt x="158" y="88"/>
                    <a:pt x="158" y="88"/>
                    <a:pt x="158" y="88"/>
                  </a:cubicBezTo>
                  <a:cubicBezTo>
                    <a:pt x="158" y="88"/>
                    <a:pt x="158" y="88"/>
                    <a:pt x="158" y="88"/>
                  </a:cubicBezTo>
                  <a:cubicBezTo>
                    <a:pt x="158" y="89"/>
                    <a:pt x="158" y="89"/>
                    <a:pt x="158" y="89"/>
                  </a:cubicBezTo>
                  <a:cubicBezTo>
                    <a:pt x="157" y="88"/>
                    <a:pt x="157" y="88"/>
                    <a:pt x="157" y="88"/>
                  </a:cubicBezTo>
                  <a:cubicBezTo>
                    <a:pt x="157" y="88"/>
                    <a:pt x="157" y="88"/>
                    <a:pt x="157" y="88"/>
                  </a:cubicBezTo>
                  <a:cubicBezTo>
                    <a:pt x="156" y="88"/>
                    <a:pt x="156" y="88"/>
                    <a:pt x="156" y="88"/>
                  </a:cubicBezTo>
                  <a:cubicBezTo>
                    <a:pt x="155" y="88"/>
                    <a:pt x="155" y="88"/>
                    <a:pt x="155" y="88"/>
                  </a:cubicBezTo>
                  <a:cubicBezTo>
                    <a:pt x="156" y="88"/>
                    <a:pt x="156" y="88"/>
                    <a:pt x="156" y="88"/>
                  </a:cubicBezTo>
                  <a:cubicBezTo>
                    <a:pt x="156" y="89"/>
                    <a:pt x="156" y="89"/>
                    <a:pt x="156" y="89"/>
                  </a:cubicBezTo>
                  <a:cubicBezTo>
                    <a:pt x="155" y="89"/>
                    <a:pt x="155" y="89"/>
                    <a:pt x="155" y="89"/>
                  </a:cubicBezTo>
                  <a:cubicBezTo>
                    <a:pt x="155" y="89"/>
                    <a:pt x="155" y="89"/>
                    <a:pt x="155" y="89"/>
                  </a:cubicBezTo>
                  <a:cubicBezTo>
                    <a:pt x="154" y="88"/>
                    <a:pt x="154" y="88"/>
                    <a:pt x="154" y="88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4" y="89"/>
                    <a:pt x="154" y="89"/>
                    <a:pt x="154" y="89"/>
                  </a:cubicBezTo>
                  <a:cubicBezTo>
                    <a:pt x="154" y="89"/>
                    <a:pt x="154" y="89"/>
                    <a:pt x="154" y="89"/>
                  </a:cubicBezTo>
                  <a:cubicBezTo>
                    <a:pt x="155" y="89"/>
                    <a:pt x="155" y="89"/>
                    <a:pt x="155" y="89"/>
                  </a:cubicBezTo>
                  <a:cubicBezTo>
                    <a:pt x="155" y="89"/>
                    <a:pt x="155" y="89"/>
                    <a:pt x="155" y="89"/>
                  </a:cubicBezTo>
                  <a:cubicBezTo>
                    <a:pt x="155" y="90"/>
                    <a:pt x="155" y="90"/>
                    <a:pt x="155" y="90"/>
                  </a:cubicBezTo>
                  <a:cubicBezTo>
                    <a:pt x="155" y="90"/>
                    <a:pt x="155" y="90"/>
                    <a:pt x="155" y="90"/>
                  </a:cubicBezTo>
                  <a:cubicBezTo>
                    <a:pt x="154" y="91"/>
                    <a:pt x="154" y="91"/>
                    <a:pt x="154" y="91"/>
                  </a:cubicBezTo>
                  <a:cubicBezTo>
                    <a:pt x="153" y="91"/>
                    <a:pt x="153" y="91"/>
                    <a:pt x="153" y="91"/>
                  </a:cubicBezTo>
                  <a:cubicBezTo>
                    <a:pt x="152" y="91"/>
                    <a:pt x="152" y="91"/>
                    <a:pt x="152" y="91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151" y="90"/>
                    <a:pt x="151" y="90"/>
                    <a:pt x="151" y="90"/>
                  </a:cubicBezTo>
                  <a:cubicBezTo>
                    <a:pt x="152" y="91"/>
                    <a:pt x="152" y="91"/>
                    <a:pt x="152" y="91"/>
                  </a:cubicBezTo>
                  <a:cubicBezTo>
                    <a:pt x="152" y="91"/>
                    <a:pt x="152" y="91"/>
                    <a:pt x="152" y="91"/>
                  </a:cubicBezTo>
                  <a:cubicBezTo>
                    <a:pt x="151" y="91"/>
                    <a:pt x="151" y="91"/>
                    <a:pt x="151" y="91"/>
                  </a:cubicBezTo>
                  <a:cubicBezTo>
                    <a:pt x="152" y="92"/>
                    <a:pt x="152" y="92"/>
                    <a:pt x="152" y="92"/>
                  </a:cubicBezTo>
                  <a:cubicBezTo>
                    <a:pt x="152" y="92"/>
                    <a:pt x="152" y="92"/>
                    <a:pt x="152" y="92"/>
                  </a:cubicBezTo>
                  <a:cubicBezTo>
                    <a:pt x="151" y="92"/>
                    <a:pt x="151" y="92"/>
                    <a:pt x="151" y="92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2" y="93"/>
                    <a:pt x="152" y="93"/>
                    <a:pt x="152" y="93"/>
                  </a:cubicBezTo>
                  <a:cubicBezTo>
                    <a:pt x="151" y="93"/>
                    <a:pt x="151" y="93"/>
                    <a:pt x="151" y="93"/>
                  </a:cubicBezTo>
                  <a:cubicBezTo>
                    <a:pt x="151" y="93"/>
                    <a:pt x="151" y="93"/>
                    <a:pt x="151" y="93"/>
                  </a:cubicBezTo>
                  <a:cubicBezTo>
                    <a:pt x="150" y="93"/>
                    <a:pt x="150" y="93"/>
                    <a:pt x="150" y="93"/>
                  </a:cubicBezTo>
                  <a:cubicBezTo>
                    <a:pt x="150" y="93"/>
                    <a:pt x="150" y="93"/>
                    <a:pt x="150" y="93"/>
                  </a:cubicBezTo>
                  <a:cubicBezTo>
                    <a:pt x="150" y="94"/>
                    <a:pt x="150" y="94"/>
                    <a:pt x="150" y="94"/>
                  </a:cubicBezTo>
                  <a:cubicBezTo>
                    <a:pt x="151" y="94"/>
                    <a:pt x="151" y="94"/>
                    <a:pt x="151" y="94"/>
                  </a:cubicBezTo>
                  <a:cubicBezTo>
                    <a:pt x="152" y="94"/>
                    <a:pt x="152" y="94"/>
                    <a:pt x="152" y="94"/>
                  </a:cubicBezTo>
                  <a:cubicBezTo>
                    <a:pt x="152" y="94"/>
                    <a:pt x="152" y="94"/>
                    <a:pt x="152" y="94"/>
                  </a:cubicBezTo>
                  <a:cubicBezTo>
                    <a:pt x="152" y="95"/>
                    <a:pt x="152" y="95"/>
                    <a:pt x="152" y="95"/>
                  </a:cubicBezTo>
                  <a:cubicBezTo>
                    <a:pt x="152" y="95"/>
                    <a:pt x="152" y="95"/>
                    <a:pt x="152" y="95"/>
                  </a:cubicBezTo>
                  <a:cubicBezTo>
                    <a:pt x="152" y="95"/>
                    <a:pt x="152" y="95"/>
                    <a:pt x="152" y="95"/>
                  </a:cubicBezTo>
                  <a:cubicBezTo>
                    <a:pt x="153" y="95"/>
                    <a:pt x="153" y="95"/>
                    <a:pt x="153" y="95"/>
                  </a:cubicBezTo>
                  <a:cubicBezTo>
                    <a:pt x="153" y="95"/>
                    <a:pt x="153" y="95"/>
                    <a:pt x="153" y="95"/>
                  </a:cubicBezTo>
                  <a:cubicBezTo>
                    <a:pt x="154" y="95"/>
                    <a:pt x="154" y="95"/>
                    <a:pt x="154" y="95"/>
                  </a:cubicBezTo>
                  <a:cubicBezTo>
                    <a:pt x="155" y="95"/>
                    <a:pt x="155" y="95"/>
                    <a:pt x="155" y="95"/>
                  </a:cubicBezTo>
                  <a:cubicBezTo>
                    <a:pt x="156" y="95"/>
                    <a:pt x="156" y="95"/>
                    <a:pt x="156" y="95"/>
                  </a:cubicBezTo>
                  <a:cubicBezTo>
                    <a:pt x="156" y="96"/>
                    <a:pt x="156" y="96"/>
                    <a:pt x="156" y="96"/>
                  </a:cubicBezTo>
                  <a:cubicBezTo>
                    <a:pt x="157" y="95"/>
                    <a:pt x="157" y="95"/>
                    <a:pt x="157" y="95"/>
                  </a:cubicBezTo>
                  <a:cubicBezTo>
                    <a:pt x="157" y="95"/>
                    <a:pt x="157" y="95"/>
                    <a:pt x="157" y="95"/>
                  </a:cubicBezTo>
                  <a:cubicBezTo>
                    <a:pt x="157" y="95"/>
                    <a:pt x="157" y="95"/>
                    <a:pt x="157" y="95"/>
                  </a:cubicBezTo>
                  <a:cubicBezTo>
                    <a:pt x="157" y="96"/>
                    <a:pt x="157" y="96"/>
                    <a:pt x="157" y="96"/>
                  </a:cubicBezTo>
                  <a:cubicBezTo>
                    <a:pt x="157" y="96"/>
                    <a:pt x="157" y="96"/>
                    <a:pt x="157" y="96"/>
                  </a:cubicBezTo>
                  <a:cubicBezTo>
                    <a:pt x="158" y="97"/>
                    <a:pt x="158" y="97"/>
                    <a:pt x="158" y="97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56" y="97"/>
                    <a:pt x="156" y="97"/>
                    <a:pt x="156" y="97"/>
                  </a:cubicBezTo>
                  <a:cubicBezTo>
                    <a:pt x="155" y="97"/>
                    <a:pt x="155" y="97"/>
                    <a:pt x="155" y="97"/>
                  </a:cubicBezTo>
                  <a:cubicBezTo>
                    <a:pt x="155" y="97"/>
                    <a:pt x="155" y="97"/>
                    <a:pt x="155" y="97"/>
                  </a:cubicBezTo>
                  <a:cubicBezTo>
                    <a:pt x="154" y="97"/>
                    <a:pt x="154" y="97"/>
                    <a:pt x="154" y="97"/>
                  </a:cubicBezTo>
                  <a:cubicBezTo>
                    <a:pt x="153" y="97"/>
                    <a:pt x="153" y="97"/>
                    <a:pt x="153" y="97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52" y="97"/>
                    <a:pt x="152" y="97"/>
                    <a:pt x="152" y="97"/>
                  </a:cubicBezTo>
                  <a:cubicBezTo>
                    <a:pt x="152" y="98"/>
                    <a:pt x="152" y="98"/>
                    <a:pt x="152" y="98"/>
                  </a:cubicBezTo>
                  <a:cubicBezTo>
                    <a:pt x="152" y="98"/>
                    <a:pt x="152" y="98"/>
                    <a:pt x="152" y="98"/>
                  </a:cubicBezTo>
                  <a:cubicBezTo>
                    <a:pt x="152" y="98"/>
                    <a:pt x="152" y="98"/>
                    <a:pt x="152" y="98"/>
                  </a:cubicBezTo>
                  <a:cubicBezTo>
                    <a:pt x="153" y="98"/>
                    <a:pt x="153" y="98"/>
                    <a:pt x="153" y="98"/>
                  </a:cubicBezTo>
                  <a:cubicBezTo>
                    <a:pt x="155" y="98"/>
                    <a:pt x="155" y="98"/>
                    <a:pt x="155" y="98"/>
                  </a:cubicBezTo>
                  <a:cubicBezTo>
                    <a:pt x="155" y="98"/>
                    <a:pt x="155" y="98"/>
                    <a:pt x="155" y="98"/>
                  </a:cubicBezTo>
                  <a:cubicBezTo>
                    <a:pt x="156" y="98"/>
                    <a:pt x="156" y="98"/>
                    <a:pt x="156" y="98"/>
                  </a:cubicBezTo>
                  <a:cubicBezTo>
                    <a:pt x="156" y="98"/>
                    <a:pt x="156" y="98"/>
                    <a:pt x="156" y="98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8" y="100"/>
                    <a:pt x="158" y="100"/>
                    <a:pt x="158" y="100"/>
                  </a:cubicBezTo>
                  <a:cubicBezTo>
                    <a:pt x="158" y="100"/>
                    <a:pt x="158" y="100"/>
                    <a:pt x="158" y="100"/>
                  </a:cubicBezTo>
                  <a:cubicBezTo>
                    <a:pt x="158" y="101"/>
                    <a:pt x="158" y="101"/>
                    <a:pt x="158" y="101"/>
                  </a:cubicBezTo>
                  <a:cubicBezTo>
                    <a:pt x="158" y="101"/>
                    <a:pt x="158" y="101"/>
                    <a:pt x="158" y="101"/>
                  </a:cubicBezTo>
                  <a:cubicBezTo>
                    <a:pt x="158" y="101"/>
                    <a:pt x="158" y="101"/>
                    <a:pt x="158" y="101"/>
                  </a:cubicBezTo>
                  <a:cubicBezTo>
                    <a:pt x="157" y="100"/>
                    <a:pt x="157" y="100"/>
                    <a:pt x="157" y="100"/>
                  </a:cubicBezTo>
                  <a:cubicBezTo>
                    <a:pt x="157" y="101"/>
                    <a:pt x="157" y="101"/>
                    <a:pt x="157" y="101"/>
                  </a:cubicBezTo>
                  <a:cubicBezTo>
                    <a:pt x="157" y="101"/>
                    <a:pt x="157" y="101"/>
                    <a:pt x="157" y="101"/>
                  </a:cubicBezTo>
                  <a:cubicBezTo>
                    <a:pt x="158" y="102"/>
                    <a:pt x="158" y="102"/>
                    <a:pt x="158" y="102"/>
                  </a:cubicBezTo>
                  <a:cubicBezTo>
                    <a:pt x="158" y="103"/>
                    <a:pt x="158" y="103"/>
                    <a:pt x="158" y="103"/>
                  </a:cubicBezTo>
                  <a:cubicBezTo>
                    <a:pt x="158" y="103"/>
                    <a:pt x="158" y="103"/>
                    <a:pt x="158" y="103"/>
                  </a:cubicBezTo>
                  <a:cubicBezTo>
                    <a:pt x="158" y="104"/>
                    <a:pt x="158" y="104"/>
                    <a:pt x="158" y="104"/>
                  </a:cubicBezTo>
                  <a:cubicBezTo>
                    <a:pt x="158" y="104"/>
                    <a:pt x="158" y="104"/>
                    <a:pt x="158" y="104"/>
                  </a:cubicBezTo>
                  <a:cubicBezTo>
                    <a:pt x="157" y="105"/>
                    <a:pt x="157" y="105"/>
                    <a:pt x="157" y="105"/>
                  </a:cubicBezTo>
                  <a:cubicBezTo>
                    <a:pt x="157" y="106"/>
                    <a:pt x="157" y="106"/>
                    <a:pt x="157" y="106"/>
                  </a:cubicBezTo>
                  <a:cubicBezTo>
                    <a:pt x="156" y="106"/>
                    <a:pt x="156" y="106"/>
                    <a:pt x="156" y="106"/>
                  </a:cubicBezTo>
                  <a:cubicBezTo>
                    <a:pt x="156" y="106"/>
                    <a:pt x="156" y="106"/>
                    <a:pt x="156" y="106"/>
                  </a:cubicBezTo>
                  <a:cubicBezTo>
                    <a:pt x="155" y="106"/>
                    <a:pt x="155" y="106"/>
                    <a:pt x="155" y="106"/>
                  </a:cubicBezTo>
                  <a:cubicBezTo>
                    <a:pt x="155" y="105"/>
                    <a:pt x="155" y="105"/>
                    <a:pt x="155" y="105"/>
                  </a:cubicBezTo>
                  <a:cubicBezTo>
                    <a:pt x="156" y="105"/>
                    <a:pt x="156" y="105"/>
                    <a:pt x="156" y="105"/>
                  </a:cubicBezTo>
                  <a:cubicBezTo>
                    <a:pt x="155" y="105"/>
                    <a:pt x="155" y="105"/>
                    <a:pt x="155" y="105"/>
                  </a:cubicBezTo>
                  <a:cubicBezTo>
                    <a:pt x="155" y="104"/>
                    <a:pt x="155" y="104"/>
                    <a:pt x="155" y="104"/>
                  </a:cubicBezTo>
                  <a:cubicBezTo>
                    <a:pt x="155" y="105"/>
                    <a:pt x="155" y="105"/>
                    <a:pt x="155" y="105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3" y="103"/>
                    <a:pt x="153" y="103"/>
                    <a:pt x="153" y="103"/>
                  </a:cubicBezTo>
                  <a:cubicBezTo>
                    <a:pt x="152" y="103"/>
                    <a:pt x="152" y="103"/>
                    <a:pt x="152" y="103"/>
                  </a:cubicBezTo>
                  <a:cubicBezTo>
                    <a:pt x="152" y="102"/>
                    <a:pt x="152" y="102"/>
                    <a:pt x="152" y="102"/>
                  </a:cubicBezTo>
                  <a:cubicBezTo>
                    <a:pt x="152" y="102"/>
                    <a:pt x="152" y="102"/>
                    <a:pt x="152" y="102"/>
                  </a:cubicBezTo>
                  <a:cubicBezTo>
                    <a:pt x="151" y="101"/>
                    <a:pt x="151" y="101"/>
                    <a:pt x="151" y="101"/>
                  </a:cubicBezTo>
                  <a:cubicBezTo>
                    <a:pt x="150" y="100"/>
                    <a:pt x="150" y="100"/>
                    <a:pt x="150" y="100"/>
                  </a:cubicBezTo>
                  <a:cubicBezTo>
                    <a:pt x="150" y="100"/>
                    <a:pt x="150" y="100"/>
                    <a:pt x="150" y="100"/>
                  </a:cubicBezTo>
                  <a:cubicBezTo>
                    <a:pt x="150" y="100"/>
                    <a:pt x="150" y="100"/>
                    <a:pt x="150" y="100"/>
                  </a:cubicBezTo>
                  <a:cubicBezTo>
                    <a:pt x="150" y="100"/>
                    <a:pt x="150" y="100"/>
                    <a:pt x="150" y="100"/>
                  </a:cubicBezTo>
                  <a:cubicBezTo>
                    <a:pt x="150" y="101"/>
                    <a:pt x="150" y="101"/>
                    <a:pt x="150" y="101"/>
                  </a:cubicBezTo>
                  <a:cubicBezTo>
                    <a:pt x="151" y="101"/>
                    <a:pt x="151" y="101"/>
                    <a:pt x="151" y="101"/>
                  </a:cubicBezTo>
                  <a:cubicBezTo>
                    <a:pt x="151" y="102"/>
                    <a:pt x="151" y="102"/>
                    <a:pt x="151" y="102"/>
                  </a:cubicBezTo>
                  <a:cubicBezTo>
                    <a:pt x="150" y="102"/>
                    <a:pt x="150" y="102"/>
                    <a:pt x="150" y="102"/>
                  </a:cubicBezTo>
                  <a:cubicBezTo>
                    <a:pt x="149" y="102"/>
                    <a:pt x="149" y="102"/>
                    <a:pt x="149" y="102"/>
                  </a:cubicBezTo>
                  <a:cubicBezTo>
                    <a:pt x="149" y="102"/>
                    <a:pt x="149" y="102"/>
                    <a:pt x="149" y="102"/>
                  </a:cubicBezTo>
                  <a:cubicBezTo>
                    <a:pt x="148" y="101"/>
                    <a:pt x="148" y="101"/>
                    <a:pt x="148" y="101"/>
                  </a:cubicBezTo>
                  <a:cubicBezTo>
                    <a:pt x="148" y="100"/>
                    <a:pt x="148" y="100"/>
                    <a:pt x="148" y="100"/>
                  </a:cubicBezTo>
                  <a:cubicBezTo>
                    <a:pt x="148" y="101"/>
                    <a:pt x="148" y="101"/>
                    <a:pt x="148" y="101"/>
                  </a:cubicBezTo>
                  <a:cubicBezTo>
                    <a:pt x="148" y="101"/>
                    <a:pt x="148" y="101"/>
                    <a:pt x="148" y="101"/>
                  </a:cubicBezTo>
                  <a:cubicBezTo>
                    <a:pt x="149" y="102"/>
                    <a:pt x="149" y="102"/>
                    <a:pt x="149" y="102"/>
                  </a:cubicBezTo>
                  <a:cubicBezTo>
                    <a:pt x="150" y="103"/>
                    <a:pt x="150" y="103"/>
                    <a:pt x="150" y="103"/>
                  </a:cubicBezTo>
                  <a:cubicBezTo>
                    <a:pt x="151" y="103"/>
                    <a:pt x="151" y="103"/>
                    <a:pt x="151" y="103"/>
                  </a:cubicBezTo>
                  <a:cubicBezTo>
                    <a:pt x="152" y="103"/>
                    <a:pt x="152" y="103"/>
                    <a:pt x="152" y="103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4" y="106"/>
                    <a:pt x="154" y="106"/>
                    <a:pt x="154" y="106"/>
                  </a:cubicBezTo>
                  <a:cubicBezTo>
                    <a:pt x="153" y="106"/>
                    <a:pt x="153" y="106"/>
                    <a:pt x="153" y="106"/>
                  </a:cubicBezTo>
                  <a:cubicBezTo>
                    <a:pt x="153" y="105"/>
                    <a:pt x="153" y="105"/>
                    <a:pt x="153" y="105"/>
                  </a:cubicBezTo>
                  <a:cubicBezTo>
                    <a:pt x="152" y="105"/>
                    <a:pt x="152" y="105"/>
                    <a:pt x="152" y="105"/>
                  </a:cubicBezTo>
                  <a:cubicBezTo>
                    <a:pt x="152" y="106"/>
                    <a:pt x="152" y="106"/>
                    <a:pt x="152" y="106"/>
                  </a:cubicBezTo>
                  <a:cubicBezTo>
                    <a:pt x="151" y="106"/>
                    <a:pt x="151" y="106"/>
                    <a:pt x="151" y="106"/>
                  </a:cubicBezTo>
                  <a:cubicBezTo>
                    <a:pt x="150" y="106"/>
                    <a:pt x="150" y="106"/>
                    <a:pt x="150" y="106"/>
                  </a:cubicBezTo>
                  <a:cubicBezTo>
                    <a:pt x="150" y="106"/>
                    <a:pt x="150" y="106"/>
                    <a:pt x="150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50" y="105"/>
                    <a:pt x="150" y="105"/>
                    <a:pt x="150" y="105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51" y="107"/>
                    <a:pt x="151" y="107"/>
                    <a:pt x="151" y="107"/>
                  </a:cubicBezTo>
                  <a:cubicBezTo>
                    <a:pt x="152" y="106"/>
                    <a:pt x="152" y="106"/>
                    <a:pt x="152" y="106"/>
                  </a:cubicBezTo>
                  <a:cubicBezTo>
                    <a:pt x="152" y="106"/>
                    <a:pt x="152" y="106"/>
                    <a:pt x="152" y="106"/>
                  </a:cubicBezTo>
                  <a:cubicBezTo>
                    <a:pt x="153" y="106"/>
                    <a:pt x="153" y="106"/>
                    <a:pt x="153" y="106"/>
                  </a:cubicBezTo>
                  <a:cubicBezTo>
                    <a:pt x="153" y="107"/>
                    <a:pt x="153" y="107"/>
                    <a:pt x="153" y="107"/>
                  </a:cubicBezTo>
                  <a:cubicBezTo>
                    <a:pt x="153" y="107"/>
                    <a:pt x="153" y="107"/>
                    <a:pt x="153" y="107"/>
                  </a:cubicBezTo>
                  <a:cubicBezTo>
                    <a:pt x="153" y="108"/>
                    <a:pt x="153" y="108"/>
                    <a:pt x="153" y="108"/>
                  </a:cubicBezTo>
                  <a:cubicBezTo>
                    <a:pt x="153" y="109"/>
                    <a:pt x="153" y="109"/>
                    <a:pt x="153" y="109"/>
                  </a:cubicBezTo>
                  <a:cubicBezTo>
                    <a:pt x="152" y="109"/>
                    <a:pt x="152" y="109"/>
                    <a:pt x="152" y="109"/>
                  </a:cubicBezTo>
                  <a:cubicBezTo>
                    <a:pt x="152" y="109"/>
                    <a:pt x="152" y="109"/>
                    <a:pt x="152" y="109"/>
                  </a:cubicBezTo>
                  <a:cubicBezTo>
                    <a:pt x="153" y="110"/>
                    <a:pt x="153" y="110"/>
                    <a:pt x="153" y="110"/>
                  </a:cubicBezTo>
                  <a:cubicBezTo>
                    <a:pt x="153" y="109"/>
                    <a:pt x="153" y="109"/>
                    <a:pt x="153" y="109"/>
                  </a:cubicBezTo>
                  <a:cubicBezTo>
                    <a:pt x="154" y="110"/>
                    <a:pt x="154" y="110"/>
                    <a:pt x="154" y="110"/>
                  </a:cubicBezTo>
                  <a:cubicBezTo>
                    <a:pt x="155" y="110"/>
                    <a:pt x="155" y="110"/>
                    <a:pt x="155" y="110"/>
                  </a:cubicBezTo>
                  <a:cubicBezTo>
                    <a:pt x="156" y="111"/>
                    <a:pt x="156" y="111"/>
                    <a:pt x="156" y="111"/>
                  </a:cubicBezTo>
                  <a:cubicBezTo>
                    <a:pt x="156" y="110"/>
                    <a:pt x="156" y="110"/>
                    <a:pt x="156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7" y="112"/>
                    <a:pt x="157" y="112"/>
                    <a:pt x="157" y="112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7" y="113"/>
                    <a:pt x="157" y="113"/>
                    <a:pt x="157" y="113"/>
                  </a:cubicBezTo>
                  <a:cubicBezTo>
                    <a:pt x="157" y="114"/>
                    <a:pt x="157" y="114"/>
                    <a:pt x="157" y="114"/>
                  </a:cubicBezTo>
                  <a:cubicBezTo>
                    <a:pt x="156" y="114"/>
                    <a:pt x="156" y="114"/>
                    <a:pt x="156" y="114"/>
                  </a:cubicBezTo>
                  <a:cubicBezTo>
                    <a:pt x="155" y="114"/>
                    <a:pt x="155" y="114"/>
                    <a:pt x="155" y="114"/>
                  </a:cubicBezTo>
                  <a:cubicBezTo>
                    <a:pt x="155" y="114"/>
                    <a:pt x="155" y="114"/>
                    <a:pt x="155" y="114"/>
                  </a:cubicBezTo>
                  <a:cubicBezTo>
                    <a:pt x="154" y="113"/>
                    <a:pt x="154" y="113"/>
                    <a:pt x="154" y="113"/>
                  </a:cubicBezTo>
                  <a:cubicBezTo>
                    <a:pt x="154" y="113"/>
                    <a:pt x="154" y="113"/>
                    <a:pt x="154" y="113"/>
                  </a:cubicBezTo>
                  <a:cubicBezTo>
                    <a:pt x="154" y="112"/>
                    <a:pt x="154" y="112"/>
                    <a:pt x="154" y="112"/>
                  </a:cubicBezTo>
                  <a:cubicBezTo>
                    <a:pt x="153" y="112"/>
                    <a:pt x="153" y="112"/>
                    <a:pt x="153" y="112"/>
                  </a:cubicBezTo>
                  <a:cubicBezTo>
                    <a:pt x="153" y="111"/>
                    <a:pt x="153" y="111"/>
                    <a:pt x="153" y="111"/>
                  </a:cubicBezTo>
                  <a:cubicBezTo>
                    <a:pt x="152" y="111"/>
                    <a:pt x="152" y="111"/>
                    <a:pt x="152" y="111"/>
                  </a:cubicBezTo>
                  <a:cubicBezTo>
                    <a:pt x="151" y="111"/>
                    <a:pt x="151" y="111"/>
                    <a:pt x="151" y="111"/>
                  </a:cubicBezTo>
                  <a:cubicBezTo>
                    <a:pt x="151" y="111"/>
                    <a:pt x="151" y="111"/>
                    <a:pt x="151" y="111"/>
                  </a:cubicBezTo>
                  <a:cubicBezTo>
                    <a:pt x="150" y="111"/>
                    <a:pt x="150" y="111"/>
                    <a:pt x="150" y="111"/>
                  </a:cubicBezTo>
                  <a:cubicBezTo>
                    <a:pt x="150" y="111"/>
                    <a:pt x="150" y="111"/>
                    <a:pt x="150" y="111"/>
                  </a:cubicBezTo>
                  <a:cubicBezTo>
                    <a:pt x="149" y="110"/>
                    <a:pt x="149" y="110"/>
                    <a:pt x="149" y="110"/>
                  </a:cubicBezTo>
                  <a:cubicBezTo>
                    <a:pt x="149" y="110"/>
                    <a:pt x="149" y="110"/>
                    <a:pt x="149" y="110"/>
                  </a:cubicBezTo>
                  <a:cubicBezTo>
                    <a:pt x="149" y="110"/>
                    <a:pt x="149" y="110"/>
                    <a:pt x="149" y="110"/>
                  </a:cubicBezTo>
                  <a:cubicBezTo>
                    <a:pt x="149" y="110"/>
                    <a:pt x="149" y="110"/>
                    <a:pt x="149" y="110"/>
                  </a:cubicBezTo>
                  <a:cubicBezTo>
                    <a:pt x="149" y="111"/>
                    <a:pt x="149" y="111"/>
                    <a:pt x="149" y="111"/>
                  </a:cubicBezTo>
                  <a:cubicBezTo>
                    <a:pt x="149" y="112"/>
                    <a:pt x="149" y="112"/>
                    <a:pt x="149" y="112"/>
                  </a:cubicBezTo>
                  <a:cubicBezTo>
                    <a:pt x="149" y="112"/>
                    <a:pt x="149" y="112"/>
                    <a:pt x="149" y="112"/>
                  </a:cubicBezTo>
                  <a:cubicBezTo>
                    <a:pt x="148" y="112"/>
                    <a:pt x="148" y="112"/>
                    <a:pt x="148" y="112"/>
                  </a:cubicBezTo>
                  <a:cubicBezTo>
                    <a:pt x="148" y="112"/>
                    <a:pt x="148" y="112"/>
                    <a:pt x="148" y="112"/>
                  </a:cubicBezTo>
                  <a:cubicBezTo>
                    <a:pt x="147" y="113"/>
                    <a:pt x="147" y="113"/>
                    <a:pt x="147" y="113"/>
                  </a:cubicBezTo>
                  <a:cubicBezTo>
                    <a:pt x="148" y="113"/>
                    <a:pt x="148" y="113"/>
                    <a:pt x="148" y="113"/>
                  </a:cubicBezTo>
                  <a:cubicBezTo>
                    <a:pt x="148" y="113"/>
                    <a:pt x="148" y="113"/>
                    <a:pt x="148" y="113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7" y="114"/>
                    <a:pt x="147" y="114"/>
                    <a:pt x="147" y="114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8" y="116"/>
                    <a:pt x="148" y="116"/>
                    <a:pt x="148" y="116"/>
                  </a:cubicBezTo>
                  <a:cubicBezTo>
                    <a:pt x="148" y="116"/>
                    <a:pt x="148" y="116"/>
                    <a:pt x="148" y="116"/>
                  </a:cubicBezTo>
                  <a:cubicBezTo>
                    <a:pt x="148" y="117"/>
                    <a:pt x="148" y="117"/>
                    <a:pt x="148" y="117"/>
                  </a:cubicBezTo>
                  <a:cubicBezTo>
                    <a:pt x="148" y="118"/>
                    <a:pt x="148" y="118"/>
                    <a:pt x="148" y="118"/>
                  </a:cubicBezTo>
                  <a:cubicBezTo>
                    <a:pt x="148" y="118"/>
                    <a:pt x="148" y="118"/>
                    <a:pt x="148" y="118"/>
                  </a:cubicBezTo>
                  <a:cubicBezTo>
                    <a:pt x="149" y="118"/>
                    <a:pt x="149" y="118"/>
                    <a:pt x="149" y="118"/>
                  </a:cubicBezTo>
                  <a:cubicBezTo>
                    <a:pt x="149" y="117"/>
                    <a:pt x="149" y="117"/>
                    <a:pt x="149" y="117"/>
                  </a:cubicBezTo>
                  <a:cubicBezTo>
                    <a:pt x="149" y="117"/>
                    <a:pt x="149" y="117"/>
                    <a:pt x="149" y="117"/>
                  </a:cubicBezTo>
                  <a:cubicBezTo>
                    <a:pt x="148" y="116"/>
                    <a:pt x="148" y="116"/>
                    <a:pt x="148" y="116"/>
                  </a:cubicBezTo>
                  <a:cubicBezTo>
                    <a:pt x="149" y="116"/>
                    <a:pt x="149" y="116"/>
                    <a:pt x="149" y="116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49" y="116"/>
                    <a:pt x="149" y="116"/>
                    <a:pt x="149" y="116"/>
                  </a:cubicBezTo>
                  <a:cubicBezTo>
                    <a:pt x="150" y="116"/>
                    <a:pt x="150" y="116"/>
                    <a:pt x="150" y="116"/>
                  </a:cubicBezTo>
                  <a:cubicBezTo>
                    <a:pt x="150" y="117"/>
                    <a:pt x="150" y="117"/>
                    <a:pt x="150" y="117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52" y="117"/>
                    <a:pt x="152" y="117"/>
                    <a:pt x="152" y="117"/>
                  </a:cubicBezTo>
                  <a:cubicBezTo>
                    <a:pt x="152" y="117"/>
                    <a:pt x="152" y="117"/>
                    <a:pt x="152" y="117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3" y="118"/>
                    <a:pt x="153" y="118"/>
                    <a:pt x="153" y="118"/>
                  </a:cubicBezTo>
                  <a:cubicBezTo>
                    <a:pt x="153" y="118"/>
                    <a:pt x="153" y="118"/>
                    <a:pt x="153" y="118"/>
                  </a:cubicBezTo>
                  <a:cubicBezTo>
                    <a:pt x="152" y="119"/>
                    <a:pt x="152" y="119"/>
                    <a:pt x="152" y="119"/>
                  </a:cubicBezTo>
                  <a:cubicBezTo>
                    <a:pt x="152" y="120"/>
                    <a:pt x="152" y="120"/>
                    <a:pt x="152" y="120"/>
                  </a:cubicBezTo>
                  <a:cubicBezTo>
                    <a:pt x="152" y="121"/>
                    <a:pt x="152" y="121"/>
                    <a:pt x="152" y="121"/>
                  </a:cubicBezTo>
                  <a:cubicBezTo>
                    <a:pt x="152" y="121"/>
                    <a:pt x="152" y="121"/>
                    <a:pt x="152" y="121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1" y="121"/>
                    <a:pt x="151" y="121"/>
                    <a:pt x="151" y="121"/>
                  </a:cubicBezTo>
                  <a:cubicBezTo>
                    <a:pt x="150" y="121"/>
                    <a:pt x="150" y="121"/>
                    <a:pt x="150" y="121"/>
                  </a:cubicBezTo>
                  <a:cubicBezTo>
                    <a:pt x="149" y="121"/>
                    <a:pt x="149" y="121"/>
                    <a:pt x="149" y="121"/>
                  </a:cubicBezTo>
                  <a:cubicBezTo>
                    <a:pt x="149" y="121"/>
                    <a:pt x="149" y="121"/>
                    <a:pt x="149" y="121"/>
                  </a:cubicBezTo>
                  <a:cubicBezTo>
                    <a:pt x="148" y="121"/>
                    <a:pt x="148" y="121"/>
                    <a:pt x="148" y="121"/>
                  </a:cubicBezTo>
                  <a:cubicBezTo>
                    <a:pt x="148" y="122"/>
                    <a:pt x="148" y="122"/>
                    <a:pt x="148" y="122"/>
                  </a:cubicBezTo>
                  <a:cubicBezTo>
                    <a:pt x="148" y="122"/>
                    <a:pt x="148" y="122"/>
                    <a:pt x="148" y="122"/>
                  </a:cubicBezTo>
                  <a:cubicBezTo>
                    <a:pt x="147" y="122"/>
                    <a:pt x="147" y="122"/>
                    <a:pt x="147" y="122"/>
                  </a:cubicBezTo>
                  <a:cubicBezTo>
                    <a:pt x="147" y="122"/>
                    <a:pt x="147" y="122"/>
                    <a:pt x="147" y="122"/>
                  </a:cubicBezTo>
                  <a:cubicBezTo>
                    <a:pt x="147" y="122"/>
                    <a:pt x="147" y="122"/>
                    <a:pt x="147" y="122"/>
                  </a:cubicBezTo>
                  <a:cubicBezTo>
                    <a:pt x="147" y="123"/>
                    <a:pt x="147" y="123"/>
                    <a:pt x="147" y="12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6" y="123"/>
                    <a:pt x="146" y="123"/>
                    <a:pt x="146" y="123"/>
                  </a:cubicBezTo>
                  <a:cubicBezTo>
                    <a:pt x="145" y="122"/>
                    <a:pt x="145" y="122"/>
                    <a:pt x="145" y="122"/>
                  </a:cubicBezTo>
                  <a:cubicBezTo>
                    <a:pt x="144" y="122"/>
                    <a:pt x="144" y="122"/>
                    <a:pt x="144" y="122"/>
                  </a:cubicBezTo>
                  <a:cubicBezTo>
                    <a:pt x="143" y="121"/>
                    <a:pt x="143" y="121"/>
                    <a:pt x="143" y="121"/>
                  </a:cubicBezTo>
                  <a:cubicBezTo>
                    <a:pt x="141" y="119"/>
                    <a:pt x="141" y="119"/>
                    <a:pt x="141" y="119"/>
                  </a:cubicBezTo>
                  <a:cubicBezTo>
                    <a:pt x="141" y="119"/>
                    <a:pt x="141" y="119"/>
                    <a:pt x="141" y="119"/>
                  </a:cubicBezTo>
                  <a:cubicBezTo>
                    <a:pt x="141" y="118"/>
                    <a:pt x="141" y="118"/>
                    <a:pt x="141" y="118"/>
                  </a:cubicBezTo>
                  <a:cubicBezTo>
                    <a:pt x="141" y="118"/>
                    <a:pt x="141" y="118"/>
                    <a:pt x="141" y="118"/>
                  </a:cubicBezTo>
                  <a:cubicBezTo>
                    <a:pt x="142" y="118"/>
                    <a:pt x="142" y="118"/>
                    <a:pt x="142" y="118"/>
                  </a:cubicBezTo>
                  <a:cubicBezTo>
                    <a:pt x="142" y="118"/>
                    <a:pt x="142" y="118"/>
                    <a:pt x="142" y="118"/>
                  </a:cubicBezTo>
                  <a:cubicBezTo>
                    <a:pt x="142" y="119"/>
                    <a:pt x="142" y="119"/>
                    <a:pt x="142" y="119"/>
                  </a:cubicBezTo>
                  <a:cubicBezTo>
                    <a:pt x="144" y="119"/>
                    <a:pt x="144" y="119"/>
                    <a:pt x="144" y="119"/>
                  </a:cubicBezTo>
                  <a:cubicBezTo>
                    <a:pt x="145" y="120"/>
                    <a:pt x="145" y="120"/>
                    <a:pt x="145" y="120"/>
                  </a:cubicBezTo>
                  <a:cubicBezTo>
                    <a:pt x="145" y="120"/>
                    <a:pt x="145" y="120"/>
                    <a:pt x="145" y="120"/>
                  </a:cubicBezTo>
                  <a:cubicBezTo>
                    <a:pt x="146" y="120"/>
                    <a:pt x="146" y="120"/>
                    <a:pt x="146" y="120"/>
                  </a:cubicBezTo>
                  <a:cubicBezTo>
                    <a:pt x="146" y="119"/>
                    <a:pt x="146" y="119"/>
                    <a:pt x="146" y="119"/>
                  </a:cubicBezTo>
                  <a:cubicBezTo>
                    <a:pt x="146" y="119"/>
                    <a:pt x="146" y="119"/>
                    <a:pt x="146" y="119"/>
                  </a:cubicBezTo>
                  <a:cubicBezTo>
                    <a:pt x="145" y="119"/>
                    <a:pt x="145" y="119"/>
                    <a:pt x="145" y="119"/>
                  </a:cubicBezTo>
                  <a:cubicBezTo>
                    <a:pt x="145" y="119"/>
                    <a:pt x="145" y="119"/>
                    <a:pt x="145" y="119"/>
                  </a:cubicBezTo>
                  <a:cubicBezTo>
                    <a:pt x="144" y="119"/>
                    <a:pt x="144" y="119"/>
                    <a:pt x="144" y="119"/>
                  </a:cubicBezTo>
                  <a:cubicBezTo>
                    <a:pt x="143" y="118"/>
                    <a:pt x="143" y="118"/>
                    <a:pt x="143" y="118"/>
                  </a:cubicBezTo>
                  <a:cubicBezTo>
                    <a:pt x="142" y="118"/>
                    <a:pt x="142" y="118"/>
                    <a:pt x="142" y="118"/>
                  </a:cubicBezTo>
                  <a:cubicBezTo>
                    <a:pt x="141" y="118"/>
                    <a:pt x="141" y="118"/>
                    <a:pt x="141" y="118"/>
                  </a:cubicBezTo>
                  <a:cubicBezTo>
                    <a:pt x="141" y="117"/>
                    <a:pt x="141" y="117"/>
                    <a:pt x="141" y="117"/>
                  </a:cubicBezTo>
                  <a:cubicBezTo>
                    <a:pt x="141" y="117"/>
                    <a:pt x="141" y="117"/>
                    <a:pt x="141" y="117"/>
                  </a:cubicBezTo>
                  <a:cubicBezTo>
                    <a:pt x="140" y="117"/>
                    <a:pt x="140" y="117"/>
                    <a:pt x="140" y="117"/>
                  </a:cubicBezTo>
                  <a:cubicBezTo>
                    <a:pt x="140" y="117"/>
                    <a:pt x="140" y="117"/>
                    <a:pt x="140" y="117"/>
                  </a:cubicBezTo>
                  <a:cubicBezTo>
                    <a:pt x="140" y="117"/>
                    <a:pt x="140" y="117"/>
                    <a:pt x="140" y="117"/>
                  </a:cubicBezTo>
                  <a:cubicBezTo>
                    <a:pt x="140" y="118"/>
                    <a:pt x="140" y="118"/>
                    <a:pt x="140" y="118"/>
                  </a:cubicBezTo>
                  <a:cubicBezTo>
                    <a:pt x="140" y="119"/>
                    <a:pt x="140" y="119"/>
                    <a:pt x="140" y="119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39" y="120"/>
                    <a:pt x="139" y="120"/>
                    <a:pt x="139" y="120"/>
                  </a:cubicBezTo>
                  <a:cubicBezTo>
                    <a:pt x="139" y="120"/>
                    <a:pt x="139" y="120"/>
                    <a:pt x="139" y="120"/>
                  </a:cubicBezTo>
                  <a:cubicBezTo>
                    <a:pt x="138" y="118"/>
                    <a:pt x="138" y="118"/>
                    <a:pt x="138" y="118"/>
                  </a:cubicBezTo>
                  <a:cubicBezTo>
                    <a:pt x="137" y="117"/>
                    <a:pt x="137" y="117"/>
                    <a:pt x="137" y="117"/>
                  </a:cubicBezTo>
                  <a:cubicBezTo>
                    <a:pt x="137" y="116"/>
                    <a:pt x="137" y="116"/>
                    <a:pt x="137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7" y="118"/>
                    <a:pt x="137" y="118"/>
                    <a:pt x="137" y="118"/>
                  </a:cubicBezTo>
                  <a:cubicBezTo>
                    <a:pt x="137" y="119"/>
                    <a:pt x="137" y="119"/>
                    <a:pt x="137" y="119"/>
                  </a:cubicBezTo>
                  <a:cubicBezTo>
                    <a:pt x="138" y="119"/>
                    <a:pt x="138" y="119"/>
                    <a:pt x="138" y="119"/>
                  </a:cubicBezTo>
                  <a:cubicBezTo>
                    <a:pt x="138" y="119"/>
                    <a:pt x="138" y="119"/>
                    <a:pt x="138" y="119"/>
                  </a:cubicBezTo>
                  <a:cubicBezTo>
                    <a:pt x="138" y="120"/>
                    <a:pt x="138" y="120"/>
                    <a:pt x="138" y="120"/>
                  </a:cubicBezTo>
                  <a:cubicBezTo>
                    <a:pt x="138" y="120"/>
                    <a:pt x="138" y="120"/>
                    <a:pt x="138" y="120"/>
                  </a:cubicBezTo>
                  <a:cubicBezTo>
                    <a:pt x="137" y="120"/>
                    <a:pt x="137" y="120"/>
                    <a:pt x="137" y="120"/>
                  </a:cubicBezTo>
                  <a:cubicBezTo>
                    <a:pt x="136" y="120"/>
                    <a:pt x="136" y="120"/>
                    <a:pt x="136" y="120"/>
                  </a:cubicBezTo>
                  <a:cubicBezTo>
                    <a:pt x="136" y="121"/>
                    <a:pt x="136" y="121"/>
                    <a:pt x="136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4" y="122"/>
                    <a:pt x="134" y="122"/>
                    <a:pt x="134" y="122"/>
                  </a:cubicBezTo>
                  <a:cubicBezTo>
                    <a:pt x="134" y="122"/>
                    <a:pt x="134" y="122"/>
                    <a:pt x="134" y="122"/>
                  </a:cubicBezTo>
                  <a:cubicBezTo>
                    <a:pt x="133" y="121"/>
                    <a:pt x="133" y="121"/>
                    <a:pt x="133" y="121"/>
                  </a:cubicBezTo>
                  <a:cubicBezTo>
                    <a:pt x="133" y="121"/>
                    <a:pt x="133" y="121"/>
                    <a:pt x="133" y="121"/>
                  </a:cubicBezTo>
                  <a:cubicBezTo>
                    <a:pt x="132" y="121"/>
                    <a:pt x="132" y="121"/>
                    <a:pt x="132" y="121"/>
                  </a:cubicBezTo>
                  <a:cubicBezTo>
                    <a:pt x="132" y="120"/>
                    <a:pt x="132" y="120"/>
                    <a:pt x="132" y="120"/>
                  </a:cubicBezTo>
                  <a:cubicBezTo>
                    <a:pt x="131" y="120"/>
                    <a:pt x="131" y="120"/>
                    <a:pt x="131" y="120"/>
                  </a:cubicBezTo>
                  <a:cubicBezTo>
                    <a:pt x="131" y="120"/>
                    <a:pt x="131" y="120"/>
                    <a:pt x="131" y="120"/>
                  </a:cubicBezTo>
                  <a:cubicBezTo>
                    <a:pt x="131" y="119"/>
                    <a:pt x="131" y="119"/>
                    <a:pt x="131" y="119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1" y="120"/>
                    <a:pt x="131" y="120"/>
                    <a:pt x="131" y="120"/>
                  </a:cubicBezTo>
                  <a:cubicBezTo>
                    <a:pt x="132" y="121"/>
                    <a:pt x="132" y="121"/>
                    <a:pt x="132" y="121"/>
                  </a:cubicBezTo>
                  <a:cubicBezTo>
                    <a:pt x="132" y="121"/>
                    <a:pt x="132" y="121"/>
                    <a:pt x="132" y="121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0" y="122"/>
                    <a:pt x="130" y="122"/>
                    <a:pt x="130" y="122"/>
                  </a:cubicBezTo>
                  <a:cubicBezTo>
                    <a:pt x="129" y="122"/>
                    <a:pt x="129" y="122"/>
                    <a:pt x="129" y="122"/>
                  </a:cubicBezTo>
                  <a:cubicBezTo>
                    <a:pt x="129" y="122"/>
                    <a:pt x="129" y="122"/>
                    <a:pt x="129" y="122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9" y="123"/>
                    <a:pt x="129" y="123"/>
                    <a:pt x="129" y="123"/>
                  </a:cubicBezTo>
                  <a:cubicBezTo>
                    <a:pt x="129" y="123"/>
                    <a:pt x="129" y="123"/>
                    <a:pt x="129" y="123"/>
                  </a:cubicBezTo>
                  <a:cubicBezTo>
                    <a:pt x="129" y="123"/>
                    <a:pt x="129" y="123"/>
                    <a:pt x="129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0" y="123"/>
                    <a:pt x="131" y="123"/>
                    <a:pt x="131" y="123"/>
                  </a:cubicBezTo>
                  <a:cubicBezTo>
                    <a:pt x="131" y="123"/>
                    <a:pt x="132" y="123"/>
                    <a:pt x="132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4" y="122"/>
                    <a:pt x="134" y="122"/>
                    <a:pt x="134" y="122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5" y="123"/>
                    <a:pt x="135" y="123"/>
                    <a:pt x="135" y="123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7" y="123"/>
                    <a:pt x="137" y="123"/>
                    <a:pt x="137" y="123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36" y="125"/>
                    <a:pt x="136" y="125"/>
                    <a:pt x="136" y="125"/>
                  </a:cubicBezTo>
                  <a:cubicBezTo>
                    <a:pt x="135" y="125"/>
                    <a:pt x="135" y="125"/>
                    <a:pt x="135" y="125"/>
                  </a:cubicBezTo>
                  <a:cubicBezTo>
                    <a:pt x="135" y="125"/>
                    <a:pt x="135" y="125"/>
                    <a:pt x="135" y="125"/>
                  </a:cubicBezTo>
                  <a:cubicBezTo>
                    <a:pt x="134" y="125"/>
                    <a:pt x="134" y="125"/>
                    <a:pt x="134" y="125"/>
                  </a:cubicBezTo>
                  <a:cubicBezTo>
                    <a:pt x="133" y="126"/>
                    <a:pt x="133" y="126"/>
                    <a:pt x="133" y="126"/>
                  </a:cubicBezTo>
                  <a:cubicBezTo>
                    <a:pt x="133" y="126"/>
                    <a:pt x="133" y="126"/>
                    <a:pt x="133" y="126"/>
                  </a:cubicBezTo>
                  <a:cubicBezTo>
                    <a:pt x="132" y="125"/>
                    <a:pt x="132" y="125"/>
                    <a:pt x="132" y="125"/>
                  </a:cubicBezTo>
                  <a:cubicBezTo>
                    <a:pt x="132" y="125"/>
                    <a:pt x="132" y="125"/>
                    <a:pt x="132" y="125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2" y="125"/>
                    <a:pt x="132" y="125"/>
                    <a:pt x="132" y="125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7"/>
                    <a:pt x="130" y="127"/>
                    <a:pt x="130" y="127"/>
                  </a:cubicBezTo>
                  <a:cubicBezTo>
                    <a:pt x="130" y="127"/>
                    <a:pt x="130" y="127"/>
                    <a:pt x="130" y="127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7"/>
                    <a:pt x="132" y="127"/>
                    <a:pt x="132" y="127"/>
                  </a:cubicBezTo>
                  <a:cubicBezTo>
                    <a:pt x="132" y="127"/>
                    <a:pt x="132" y="127"/>
                    <a:pt x="132" y="127"/>
                  </a:cubicBezTo>
                  <a:cubicBezTo>
                    <a:pt x="133" y="127"/>
                    <a:pt x="133" y="127"/>
                    <a:pt x="133" y="127"/>
                  </a:cubicBezTo>
                  <a:cubicBezTo>
                    <a:pt x="133" y="126"/>
                    <a:pt x="133" y="126"/>
                    <a:pt x="133" y="126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5" y="126"/>
                    <a:pt x="135" y="126"/>
                    <a:pt x="135" y="126"/>
                  </a:cubicBezTo>
                  <a:cubicBezTo>
                    <a:pt x="135" y="126"/>
                    <a:pt x="135" y="126"/>
                    <a:pt x="135" y="126"/>
                  </a:cubicBezTo>
                  <a:cubicBezTo>
                    <a:pt x="135" y="126"/>
                    <a:pt x="135" y="126"/>
                    <a:pt x="135" y="126"/>
                  </a:cubicBezTo>
                  <a:cubicBezTo>
                    <a:pt x="137" y="127"/>
                    <a:pt x="137" y="127"/>
                    <a:pt x="137" y="127"/>
                  </a:cubicBezTo>
                  <a:cubicBezTo>
                    <a:pt x="137" y="127"/>
                    <a:pt x="137" y="127"/>
                    <a:pt x="137" y="127"/>
                  </a:cubicBezTo>
                  <a:cubicBezTo>
                    <a:pt x="137" y="127"/>
                    <a:pt x="137" y="127"/>
                    <a:pt x="137" y="127"/>
                  </a:cubicBezTo>
                  <a:cubicBezTo>
                    <a:pt x="137" y="127"/>
                    <a:pt x="137" y="127"/>
                    <a:pt x="137" y="127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7" y="129"/>
                    <a:pt x="137" y="129"/>
                    <a:pt x="137" y="129"/>
                  </a:cubicBezTo>
                  <a:cubicBezTo>
                    <a:pt x="136" y="129"/>
                    <a:pt x="136" y="129"/>
                    <a:pt x="136" y="129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4" y="129"/>
                    <a:pt x="134" y="129"/>
                    <a:pt x="134" y="129"/>
                  </a:cubicBezTo>
                  <a:cubicBezTo>
                    <a:pt x="133" y="129"/>
                    <a:pt x="133" y="129"/>
                    <a:pt x="133" y="129"/>
                  </a:cubicBezTo>
                  <a:cubicBezTo>
                    <a:pt x="133" y="129"/>
                    <a:pt x="133" y="129"/>
                    <a:pt x="133" y="129"/>
                  </a:cubicBezTo>
                  <a:cubicBezTo>
                    <a:pt x="132" y="129"/>
                    <a:pt x="132" y="129"/>
                    <a:pt x="132" y="129"/>
                  </a:cubicBezTo>
                  <a:cubicBezTo>
                    <a:pt x="132" y="129"/>
                    <a:pt x="132" y="129"/>
                    <a:pt x="132" y="129"/>
                  </a:cubicBezTo>
                  <a:cubicBezTo>
                    <a:pt x="133" y="129"/>
                    <a:pt x="133" y="129"/>
                    <a:pt x="133" y="129"/>
                  </a:cubicBezTo>
                  <a:cubicBezTo>
                    <a:pt x="134" y="129"/>
                    <a:pt x="134" y="129"/>
                    <a:pt x="134" y="129"/>
                  </a:cubicBezTo>
                  <a:cubicBezTo>
                    <a:pt x="135" y="130"/>
                    <a:pt x="135" y="130"/>
                    <a:pt x="135" y="130"/>
                  </a:cubicBezTo>
                  <a:cubicBezTo>
                    <a:pt x="135" y="130"/>
                    <a:pt x="135" y="130"/>
                    <a:pt x="135" y="130"/>
                  </a:cubicBezTo>
                  <a:cubicBezTo>
                    <a:pt x="135" y="130"/>
                    <a:pt x="135" y="130"/>
                    <a:pt x="135" y="130"/>
                  </a:cubicBezTo>
                  <a:cubicBezTo>
                    <a:pt x="136" y="130"/>
                    <a:pt x="136" y="130"/>
                    <a:pt x="136" y="130"/>
                  </a:cubicBezTo>
                  <a:cubicBezTo>
                    <a:pt x="137" y="130"/>
                    <a:pt x="137" y="130"/>
                    <a:pt x="137" y="130"/>
                  </a:cubicBezTo>
                  <a:cubicBezTo>
                    <a:pt x="138" y="130"/>
                    <a:pt x="138" y="130"/>
                    <a:pt x="138" y="130"/>
                  </a:cubicBezTo>
                  <a:cubicBezTo>
                    <a:pt x="138" y="130"/>
                    <a:pt x="138" y="130"/>
                    <a:pt x="138" y="130"/>
                  </a:cubicBezTo>
                  <a:cubicBezTo>
                    <a:pt x="139" y="130"/>
                    <a:pt x="139" y="130"/>
                    <a:pt x="139" y="130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40" y="132"/>
                    <a:pt x="140" y="132"/>
                    <a:pt x="140" y="132"/>
                  </a:cubicBezTo>
                  <a:cubicBezTo>
                    <a:pt x="141" y="132"/>
                    <a:pt x="141" y="132"/>
                    <a:pt x="141" y="132"/>
                  </a:cubicBezTo>
                  <a:cubicBezTo>
                    <a:pt x="141" y="132"/>
                    <a:pt x="141" y="132"/>
                    <a:pt x="141" y="132"/>
                  </a:cubicBezTo>
                  <a:cubicBezTo>
                    <a:pt x="141" y="132"/>
                    <a:pt x="141" y="132"/>
                    <a:pt x="141" y="132"/>
                  </a:cubicBezTo>
                  <a:cubicBezTo>
                    <a:pt x="142" y="133"/>
                    <a:pt x="142" y="133"/>
                    <a:pt x="142" y="133"/>
                  </a:cubicBezTo>
                  <a:cubicBezTo>
                    <a:pt x="142" y="133"/>
                    <a:pt x="142" y="133"/>
                    <a:pt x="142" y="133"/>
                  </a:cubicBezTo>
                  <a:cubicBezTo>
                    <a:pt x="143" y="133"/>
                    <a:pt x="143" y="133"/>
                    <a:pt x="143" y="133"/>
                  </a:cubicBezTo>
                  <a:cubicBezTo>
                    <a:pt x="143" y="134"/>
                    <a:pt x="143" y="134"/>
                    <a:pt x="143" y="134"/>
                  </a:cubicBezTo>
                  <a:cubicBezTo>
                    <a:pt x="143" y="134"/>
                    <a:pt x="143" y="134"/>
                    <a:pt x="143" y="134"/>
                  </a:cubicBezTo>
                  <a:cubicBezTo>
                    <a:pt x="144" y="134"/>
                    <a:pt x="144" y="134"/>
                    <a:pt x="144" y="134"/>
                  </a:cubicBezTo>
                  <a:cubicBezTo>
                    <a:pt x="144" y="134"/>
                    <a:pt x="144" y="134"/>
                    <a:pt x="144" y="134"/>
                  </a:cubicBezTo>
                  <a:cubicBezTo>
                    <a:pt x="144" y="135"/>
                    <a:pt x="144" y="135"/>
                    <a:pt x="144" y="135"/>
                  </a:cubicBezTo>
                  <a:cubicBezTo>
                    <a:pt x="143" y="135"/>
                    <a:pt x="143" y="135"/>
                    <a:pt x="143" y="135"/>
                  </a:cubicBezTo>
                  <a:cubicBezTo>
                    <a:pt x="143" y="136"/>
                    <a:pt x="143" y="136"/>
                    <a:pt x="143" y="136"/>
                  </a:cubicBezTo>
                  <a:cubicBezTo>
                    <a:pt x="143" y="136"/>
                    <a:pt x="143" y="136"/>
                    <a:pt x="143" y="136"/>
                  </a:cubicBezTo>
                  <a:cubicBezTo>
                    <a:pt x="142" y="137"/>
                    <a:pt x="142" y="137"/>
                    <a:pt x="142" y="137"/>
                  </a:cubicBezTo>
                  <a:cubicBezTo>
                    <a:pt x="143" y="137"/>
                    <a:pt x="143" y="137"/>
                    <a:pt x="143" y="137"/>
                  </a:cubicBezTo>
                  <a:cubicBezTo>
                    <a:pt x="143" y="136"/>
                    <a:pt x="143" y="136"/>
                    <a:pt x="143" y="136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35"/>
                    <a:pt x="144" y="135"/>
                    <a:pt x="144" y="135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37"/>
                    <a:pt x="144" y="137"/>
                    <a:pt x="144" y="137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5" y="136"/>
                    <a:pt x="145" y="136"/>
                    <a:pt x="145" y="136"/>
                  </a:cubicBezTo>
                  <a:cubicBezTo>
                    <a:pt x="146" y="136"/>
                    <a:pt x="146" y="136"/>
                    <a:pt x="146" y="136"/>
                  </a:cubicBezTo>
                  <a:cubicBezTo>
                    <a:pt x="145" y="137"/>
                    <a:pt x="145" y="137"/>
                    <a:pt x="145" y="137"/>
                  </a:cubicBezTo>
                  <a:cubicBezTo>
                    <a:pt x="145" y="137"/>
                    <a:pt x="145" y="137"/>
                    <a:pt x="145" y="137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39"/>
                    <a:pt x="144" y="139"/>
                    <a:pt x="144" y="139"/>
                  </a:cubicBezTo>
                  <a:cubicBezTo>
                    <a:pt x="144" y="139"/>
                    <a:pt x="144" y="139"/>
                    <a:pt x="144" y="139"/>
                  </a:cubicBezTo>
                  <a:cubicBezTo>
                    <a:pt x="144" y="139"/>
                    <a:pt x="144" y="139"/>
                    <a:pt x="144" y="139"/>
                  </a:cubicBezTo>
                  <a:cubicBezTo>
                    <a:pt x="144" y="140"/>
                    <a:pt x="144" y="140"/>
                    <a:pt x="144" y="140"/>
                  </a:cubicBezTo>
                  <a:cubicBezTo>
                    <a:pt x="144" y="140"/>
                    <a:pt x="144" y="140"/>
                    <a:pt x="144" y="140"/>
                  </a:cubicBezTo>
                  <a:cubicBezTo>
                    <a:pt x="144" y="140"/>
                    <a:pt x="144" y="140"/>
                    <a:pt x="144" y="140"/>
                  </a:cubicBezTo>
                  <a:cubicBezTo>
                    <a:pt x="145" y="139"/>
                    <a:pt x="145" y="139"/>
                    <a:pt x="145" y="139"/>
                  </a:cubicBezTo>
                  <a:cubicBezTo>
                    <a:pt x="145" y="138"/>
                    <a:pt x="145" y="138"/>
                    <a:pt x="145" y="138"/>
                  </a:cubicBezTo>
                  <a:cubicBezTo>
                    <a:pt x="146" y="138"/>
                    <a:pt x="146" y="138"/>
                    <a:pt x="146" y="138"/>
                  </a:cubicBezTo>
                  <a:cubicBezTo>
                    <a:pt x="146" y="138"/>
                    <a:pt x="146" y="138"/>
                    <a:pt x="146" y="138"/>
                  </a:cubicBezTo>
                  <a:cubicBezTo>
                    <a:pt x="146" y="138"/>
                    <a:pt x="146" y="138"/>
                    <a:pt x="146" y="138"/>
                  </a:cubicBezTo>
                  <a:cubicBezTo>
                    <a:pt x="146" y="139"/>
                    <a:pt x="146" y="139"/>
                    <a:pt x="146" y="139"/>
                  </a:cubicBezTo>
                  <a:cubicBezTo>
                    <a:pt x="145" y="140"/>
                    <a:pt x="145" y="140"/>
                    <a:pt x="145" y="140"/>
                  </a:cubicBezTo>
                  <a:cubicBezTo>
                    <a:pt x="146" y="140"/>
                    <a:pt x="146" y="140"/>
                    <a:pt x="146" y="140"/>
                  </a:cubicBezTo>
                  <a:cubicBezTo>
                    <a:pt x="146" y="140"/>
                    <a:pt x="146" y="140"/>
                    <a:pt x="146" y="140"/>
                  </a:cubicBezTo>
                  <a:cubicBezTo>
                    <a:pt x="146" y="140"/>
                    <a:pt x="146" y="140"/>
                    <a:pt x="146" y="140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5" y="141"/>
                    <a:pt x="145" y="141"/>
                    <a:pt x="145" y="141"/>
                  </a:cubicBezTo>
                  <a:cubicBezTo>
                    <a:pt x="145" y="142"/>
                    <a:pt x="145" y="142"/>
                    <a:pt x="145" y="142"/>
                  </a:cubicBezTo>
                  <a:cubicBezTo>
                    <a:pt x="145" y="142"/>
                    <a:pt x="145" y="142"/>
                    <a:pt x="145" y="142"/>
                  </a:cubicBezTo>
                  <a:cubicBezTo>
                    <a:pt x="146" y="142"/>
                    <a:pt x="146" y="142"/>
                    <a:pt x="146" y="142"/>
                  </a:cubicBezTo>
                  <a:cubicBezTo>
                    <a:pt x="146" y="142"/>
                    <a:pt x="146" y="142"/>
                    <a:pt x="146" y="142"/>
                  </a:cubicBezTo>
                  <a:cubicBezTo>
                    <a:pt x="146" y="142"/>
                    <a:pt x="146" y="142"/>
                    <a:pt x="146" y="142"/>
                  </a:cubicBezTo>
                  <a:cubicBezTo>
                    <a:pt x="146" y="143"/>
                    <a:pt x="146" y="143"/>
                    <a:pt x="146" y="143"/>
                  </a:cubicBezTo>
                  <a:cubicBezTo>
                    <a:pt x="146" y="143"/>
                    <a:pt x="146" y="143"/>
                    <a:pt x="146" y="143"/>
                  </a:cubicBezTo>
                  <a:cubicBezTo>
                    <a:pt x="146" y="143"/>
                    <a:pt x="146" y="143"/>
                    <a:pt x="146" y="143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6" y="145"/>
                    <a:pt x="146" y="145"/>
                    <a:pt x="146" y="145"/>
                  </a:cubicBezTo>
                  <a:cubicBezTo>
                    <a:pt x="146" y="146"/>
                    <a:pt x="146" y="146"/>
                    <a:pt x="146" y="146"/>
                  </a:cubicBezTo>
                  <a:cubicBezTo>
                    <a:pt x="146" y="146"/>
                    <a:pt x="146" y="146"/>
                    <a:pt x="146" y="146"/>
                  </a:cubicBezTo>
                  <a:cubicBezTo>
                    <a:pt x="146" y="147"/>
                    <a:pt x="146" y="147"/>
                    <a:pt x="146" y="147"/>
                  </a:cubicBezTo>
                  <a:cubicBezTo>
                    <a:pt x="145" y="147"/>
                    <a:pt x="145" y="147"/>
                    <a:pt x="145" y="147"/>
                  </a:cubicBezTo>
                  <a:cubicBezTo>
                    <a:pt x="145" y="147"/>
                    <a:pt x="145" y="147"/>
                    <a:pt x="145" y="147"/>
                  </a:cubicBezTo>
                  <a:cubicBezTo>
                    <a:pt x="145" y="147"/>
                    <a:pt x="145" y="147"/>
                    <a:pt x="145" y="147"/>
                  </a:cubicBezTo>
                  <a:cubicBezTo>
                    <a:pt x="144" y="147"/>
                    <a:pt x="144" y="147"/>
                    <a:pt x="144" y="147"/>
                  </a:cubicBezTo>
                  <a:cubicBezTo>
                    <a:pt x="145" y="147"/>
                    <a:pt x="145" y="147"/>
                    <a:pt x="145" y="147"/>
                  </a:cubicBezTo>
                  <a:cubicBezTo>
                    <a:pt x="144" y="146"/>
                    <a:pt x="144" y="146"/>
                    <a:pt x="144" y="146"/>
                  </a:cubicBezTo>
                  <a:cubicBezTo>
                    <a:pt x="144" y="146"/>
                    <a:pt x="144" y="146"/>
                    <a:pt x="144" y="146"/>
                  </a:cubicBezTo>
                  <a:cubicBezTo>
                    <a:pt x="144" y="146"/>
                    <a:pt x="144" y="146"/>
                    <a:pt x="144" y="146"/>
                  </a:cubicBezTo>
                  <a:cubicBezTo>
                    <a:pt x="143" y="147"/>
                    <a:pt x="143" y="147"/>
                    <a:pt x="143" y="147"/>
                  </a:cubicBezTo>
                  <a:cubicBezTo>
                    <a:pt x="143" y="146"/>
                    <a:pt x="143" y="146"/>
                    <a:pt x="143" y="146"/>
                  </a:cubicBezTo>
                  <a:cubicBezTo>
                    <a:pt x="143" y="146"/>
                    <a:pt x="143" y="146"/>
                    <a:pt x="143" y="146"/>
                  </a:cubicBezTo>
                  <a:cubicBezTo>
                    <a:pt x="143" y="145"/>
                    <a:pt x="143" y="145"/>
                    <a:pt x="143" y="145"/>
                  </a:cubicBezTo>
                  <a:cubicBezTo>
                    <a:pt x="143" y="145"/>
                    <a:pt x="143" y="145"/>
                    <a:pt x="143" y="145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2" y="145"/>
                    <a:pt x="142" y="145"/>
                    <a:pt x="142" y="145"/>
                  </a:cubicBezTo>
                  <a:cubicBezTo>
                    <a:pt x="142" y="146"/>
                    <a:pt x="142" y="146"/>
                    <a:pt x="142" y="146"/>
                  </a:cubicBezTo>
                  <a:cubicBezTo>
                    <a:pt x="142" y="147"/>
                    <a:pt x="142" y="147"/>
                    <a:pt x="142" y="147"/>
                  </a:cubicBezTo>
                  <a:cubicBezTo>
                    <a:pt x="142" y="147"/>
                    <a:pt x="142" y="147"/>
                    <a:pt x="142" y="147"/>
                  </a:cubicBezTo>
                  <a:cubicBezTo>
                    <a:pt x="141" y="147"/>
                    <a:pt x="141" y="147"/>
                    <a:pt x="141" y="147"/>
                  </a:cubicBezTo>
                  <a:cubicBezTo>
                    <a:pt x="141" y="147"/>
                    <a:pt x="141" y="147"/>
                    <a:pt x="141" y="147"/>
                  </a:cubicBezTo>
                  <a:cubicBezTo>
                    <a:pt x="140" y="147"/>
                    <a:pt x="140" y="147"/>
                    <a:pt x="140" y="147"/>
                  </a:cubicBezTo>
                  <a:cubicBezTo>
                    <a:pt x="140" y="147"/>
                    <a:pt x="140" y="147"/>
                    <a:pt x="140" y="147"/>
                  </a:cubicBezTo>
                  <a:cubicBezTo>
                    <a:pt x="139" y="146"/>
                    <a:pt x="139" y="146"/>
                    <a:pt x="139" y="146"/>
                  </a:cubicBezTo>
                  <a:cubicBezTo>
                    <a:pt x="138" y="145"/>
                    <a:pt x="138" y="145"/>
                    <a:pt x="138" y="145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37" y="142"/>
                    <a:pt x="137" y="142"/>
                    <a:pt x="137" y="142"/>
                  </a:cubicBezTo>
                  <a:cubicBezTo>
                    <a:pt x="136" y="142"/>
                    <a:pt x="136" y="142"/>
                    <a:pt x="136" y="142"/>
                  </a:cubicBezTo>
                  <a:cubicBezTo>
                    <a:pt x="136" y="141"/>
                    <a:pt x="136" y="141"/>
                    <a:pt x="136" y="141"/>
                  </a:cubicBezTo>
                  <a:cubicBezTo>
                    <a:pt x="136" y="140"/>
                    <a:pt x="136" y="140"/>
                    <a:pt x="136" y="140"/>
                  </a:cubicBezTo>
                  <a:cubicBezTo>
                    <a:pt x="136" y="140"/>
                    <a:pt x="136" y="140"/>
                    <a:pt x="136" y="140"/>
                  </a:cubicBezTo>
                  <a:cubicBezTo>
                    <a:pt x="136" y="139"/>
                    <a:pt x="136" y="139"/>
                    <a:pt x="136" y="139"/>
                  </a:cubicBezTo>
                  <a:cubicBezTo>
                    <a:pt x="136" y="139"/>
                    <a:pt x="136" y="139"/>
                    <a:pt x="136" y="139"/>
                  </a:cubicBezTo>
                  <a:cubicBezTo>
                    <a:pt x="136" y="139"/>
                    <a:pt x="136" y="139"/>
                    <a:pt x="136" y="139"/>
                  </a:cubicBezTo>
                  <a:cubicBezTo>
                    <a:pt x="135" y="139"/>
                    <a:pt x="135" y="139"/>
                    <a:pt x="135" y="139"/>
                  </a:cubicBezTo>
                  <a:cubicBezTo>
                    <a:pt x="135" y="139"/>
                    <a:pt x="135" y="139"/>
                    <a:pt x="135" y="139"/>
                  </a:cubicBezTo>
                  <a:cubicBezTo>
                    <a:pt x="134" y="139"/>
                    <a:pt x="134" y="139"/>
                    <a:pt x="134" y="139"/>
                  </a:cubicBezTo>
                  <a:cubicBezTo>
                    <a:pt x="133" y="137"/>
                    <a:pt x="133" y="137"/>
                    <a:pt x="133" y="137"/>
                  </a:cubicBezTo>
                  <a:cubicBezTo>
                    <a:pt x="132" y="137"/>
                    <a:pt x="132" y="137"/>
                    <a:pt x="132" y="137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1" y="137"/>
                    <a:pt x="131" y="137"/>
                    <a:pt x="131" y="137"/>
                  </a:cubicBezTo>
                  <a:cubicBezTo>
                    <a:pt x="130" y="136"/>
                    <a:pt x="130" y="136"/>
                    <a:pt x="130" y="136"/>
                  </a:cubicBezTo>
                  <a:cubicBezTo>
                    <a:pt x="130" y="136"/>
                    <a:pt x="130" y="136"/>
                    <a:pt x="130" y="136"/>
                  </a:cubicBezTo>
                  <a:cubicBezTo>
                    <a:pt x="129" y="137"/>
                    <a:pt x="129" y="137"/>
                    <a:pt x="129" y="137"/>
                  </a:cubicBezTo>
                  <a:cubicBezTo>
                    <a:pt x="129" y="136"/>
                    <a:pt x="129" y="136"/>
                    <a:pt x="129" y="136"/>
                  </a:cubicBezTo>
                  <a:cubicBezTo>
                    <a:pt x="128" y="136"/>
                    <a:pt x="128" y="136"/>
                    <a:pt x="128" y="136"/>
                  </a:cubicBezTo>
                  <a:cubicBezTo>
                    <a:pt x="128" y="135"/>
                    <a:pt x="128" y="135"/>
                    <a:pt x="128" y="135"/>
                  </a:cubicBezTo>
                  <a:cubicBezTo>
                    <a:pt x="127" y="135"/>
                    <a:pt x="127" y="135"/>
                    <a:pt x="127" y="135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27" y="133"/>
                    <a:pt x="127" y="133"/>
                    <a:pt x="127" y="133"/>
                  </a:cubicBezTo>
                  <a:cubicBezTo>
                    <a:pt x="126" y="132"/>
                    <a:pt x="126" y="132"/>
                    <a:pt x="126" y="132"/>
                  </a:cubicBezTo>
                  <a:cubicBezTo>
                    <a:pt x="126" y="133"/>
                    <a:pt x="126" y="133"/>
                    <a:pt x="126" y="133"/>
                  </a:cubicBezTo>
                  <a:cubicBezTo>
                    <a:pt x="126" y="134"/>
                    <a:pt x="126" y="134"/>
                    <a:pt x="126" y="134"/>
                  </a:cubicBezTo>
                  <a:cubicBezTo>
                    <a:pt x="126" y="134"/>
                    <a:pt x="126" y="134"/>
                    <a:pt x="126" y="134"/>
                  </a:cubicBezTo>
                  <a:cubicBezTo>
                    <a:pt x="125" y="134"/>
                    <a:pt x="125" y="134"/>
                    <a:pt x="125" y="134"/>
                  </a:cubicBezTo>
                  <a:cubicBezTo>
                    <a:pt x="125" y="134"/>
                    <a:pt x="125" y="134"/>
                    <a:pt x="125" y="134"/>
                  </a:cubicBezTo>
                  <a:cubicBezTo>
                    <a:pt x="126" y="135"/>
                    <a:pt x="126" y="135"/>
                    <a:pt x="126" y="135"/>
                  </a:cubicBezTo>
                  <a:cubicBezTo>
                    <a:pt x="126" y="135"/>
                    <a:pt x="126" y="135"/>
                    <a:pt x="126" y="135"/>
                  </a:cubicBezTo>
                  <a:cubicBezTo>
                    <a:pt x="127" y="136"/>
                    <a:pt x="127" y="136"/>
                    <a:pt x="127" y="136"/>
                  </a:cubicBezTo>
                  <a:cubicBezTo>
                    <a:pt x="127" y="136"/>
                    <a:pt x="127" y="136"/>
                    <a:pt x="127" y="136"/>
                  </a:cubicBezTo>
                  <a:cubicBezTo>
                    <a:pt x="127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6" y="136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25" y="137"/>
                    <a:pt x="125" y="137"/>
                    <a:pt x="125" y="137"/>
                  </a:cubicBezTo>
                  <a:cubicBezTo>
                    <a:pt x="124" y="137"/>
                    <a:pt x="124" y="137"/>
                    <a:pt x="124" y="137"/>
                  </a:cubicBezTo>
                  <a:cubicBezTo>
                    <a:pt x="124" y="137"/>
                    <a:pt x="124" y="137"/>
                    <a:pt x="124" y="137"/>
                  </a:cubicBezTo>
                  <a:cubicBezTo>
                    <a:pt x="125" y="137"/>
                    <a:pt x="125" y="137"/>
                    <a:pt x="125" y="137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27" y="137"/>
                    <a:pt x="127" y="137"/>
                    <a:pt x="127" y="137"/>
                  </a:cubicBezTo>
                  <a:cubicBezTo>
                    <a:pt x="128" y="136"/>
                    <a:pt x="128" y="136"/>
                    <a:pt x="128" y="136"/>
                  </a:cubicBezTo>
                  <a:cubicBezTo>
                    <a:pt x="128" y="137"/>
                    <a:pt x="128" y="137"/>
                    <a:pt x="128" y="137"/>
                  </a:cubicBezTo>
                  <a:cubicBezTo>
                    <a:pt x="128" y="137"/>
                    <a:pt x="128" y="137"/>
                    <a:pt x="128" y="137"/>
                  </a:cubicBezTo>
                  <a:cubicBezTo>
                    <a:pt x="128" y="138"/>
                    <a:pt x="128" y="138"/>
                    <a:pt x="128" y="138"/>
                  </a:cubicBezTo>
                  <a:cubicBezTo>
                    <a:pt x="129" y="137"/>
                    <a:pt x="129" y="137"/>
                    <a:pt x="129" y="137"/>
                  </a:cubicBezTo>
                  <a:cubicBezTo>
                    <a:pt x="130" y="137"/>
                    <a:pt x="130" y="137"/>
                    <a:pt x="130" y="137"/>
                  </a:cubicBezTo>
                  <a:cubicBezTo>
                    <a:pt x="132" y="138"/>
                    <a:pt x="132" y="138"/>
                    <a:pt x="132" y="138"/>
                  </a:cubicBezTo>
                  <a:cubicBezTo>
                    <a:pt x="132" y="138"/>
                    <a:pt x="132" y="138"/>
                    <a:pt x="132" y="138"/>
                  </a:cubicBezTo>
                  <a:cubicBezTo>
                    <a:pt x="133" y="138"/>
                    <a:pt x="133" y="138"/>
                    <a:pt x="133" y="138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3" y="140"/>
                    <a:pt x="133" y="140"/>
                    <a:pt x="133" y="140"/>
                  </a:cubicBezTo>
                  <a:cubicBezTo>
                    <a:pt x="132" y="140"/>
                    <a:pt x="132" y="140"/>
                    <a:pt x="132" y="140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1" y="141"/>
                    <a:pt x="131" y="141"/>
                    <a:pt x="131" y="141"/>
                  </a:cubicBezTo>
                  <a:cubicBezTo>
                    <a:pt x="129" y="142"/>
                    <a:pt x="129" y="142"/>
                    <a:pt x="129" y="142"/>
                  </a:cubicBezTo>
                  <a:cubicBezTo>
                    <a:pt x="128" y="142"/>
                    <a:pt x="128" y="142"/>
                    <a:pt x="128" y="142"/>
                  </a:cubicBezTo>
                  <a:cubicBezTo>
                    <a:pt x="127" y="142"/>
                    <a:pt x="127" y="142"/>
                    <a:pt x="127" y="142"/>
                  </a:cubicBezTo>
                  <a:cubicBezTo>
                    <a:pt x="126" y="142"/>
                    <a:pt x="126" y="142"/>
                    <a:pt x="126" y="142"/>
                  </a:cubicBezTo>
                  <a:cubicBezTo>
                    <a:pt x="126" y="141"/>
                    <a:pt x="126" y="141"/>
                    <a:pt x="126" y="141"/>
                  </a:cubicBezTo>
                  <a:cubicBezTo>
                    <a:pt x="126" y="141"/>
                    <a:pt x="126" y="141"/>
                    <a:pt x="126" y="141"/>
                  </a:cubicBezTo>
                  <a:cubicBezTo>
                    <a:pt x="126" y="140"/>
                    <a:pt x="126" y="140"/>
                    <a:pt x="126" y="140"/>
                  </a:cubicBezTo>
                  <a:cubicBezTo>
                    <a:pt x="125" y="140"/>
                    <a:pt x="125" y="140"/>
                    <a:pt x="125" y="140"/>
                  </a:cubicBezTo>
                  <a:cubicBezTo>
                    <a:pt x="125" y="141"/>
                    <a:pt x="125" y="141"/>
                    <a:pt x="125" y="141"/>
                  </a:cubicBezTo>
                  <a:cubicBezTo>
                    <a:pt x="125" y="141"/>
                    <a:pt x="125" y="141"/>
                    <a:pt x="125" y="141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24" y="142"/>
                    <a:pt x="124" y="142"/>
                    <a:pt x="124" y="142"/>
                  </a:cubicBezTo>
                  <a:cubicBezTo>
                    <a:pt x="124" y="142"/>
                    <a:pt x="124" y="142"/>
                    <a:pt x="124" y="142"/>
                  </a:cubicBezTo>
                  <a:cubicBezTo>
                    <a:pt x="124" y="142"/>
                    <a:pt x="124" y="142"/>
                    <a:pt x="124" y="142"/>
                  </a:cubicBezTo>
                  <a:cubicBezTo>
                    <a:pt x="124" y="142"/>
                    <a:pt x="124" y="142"/>
                    <a:pt x="124" y="142"/>
                  </a:cubicBezTo>
                  <a:cubicBezTo>
                    <a:pt x="124" y="142"/>
                    <a:pt x="124" y="142"/>
                    <a:pt x="124" y="142"/>
                  </a:cubicBezTo>
                  <a:cubicBezTo>
                    <a:pt x="125" y="143"/>
                    <a:pt x="125" y="143"/>
                    <a:pt x="125" y="143"/>
                  </a:cubicBezTo>
                  <a:cubicBezTo>
                    <a:pt x="125" y="143"/>
                    <a:pt x="125" y="143"/>
                    <a:pt x="125" y="143"/>
                  </a:cubicBezTo>
                  <a:cubicBezTo>
                    <a:pt x="124" y="144"/>
                    <a:pt x="124" y="144"/>
                    <a:pt x="124" y="144"/>
                  </a:cubicBezTo>
                  <a:cubicBezTo>
                    <a:pt x="124" y="144"/>
                    <a:pt x="124" y="144"/>
                    <a:pt x="124" y="144"/>
                  </a:cubicBezTo>
                  <a:cubicBezTo>
                    <a:pt x="124" y="144"/>
                    <a:pt x="124" y="144"/>
                    <a:pt x="124" y="144"/>
                  </a:cubicBezTo>
                  <a:cubicBezTo>
                    <a:pt x="123" y="144"/>
                    <a:pt x="123" y="144"/>
                    <a:pt x="123" y="144"/>
                  </a:cubicBezTo>
                  <a:cubicBezTo>
                    <a:pt x="123" y="145"/>
                    <a:pt x="123" y="145"/>
                    <a:pt x="123" y="145"/>
                  </a:cubicBezTo>
                  <a:cubicBezTo>
                    <a:pt x="123" y="145"/>
                    <a:pt x="123" y="145"/>
                    <a:pt x="123" y="145"/>
                  </a:cubicBezTo>
                  <a:cubicBezTo>
                    <a:pt x="121" y="146"/>
                    <a:pt x="121" y="146"/>
                    <a:pt x="121" y="146"/>
                  </a:cubicBezTo>
                  <a:cubicBezTo>
                    <a:pt x="121" y="145"/>
                    <a:pt x="121" y="145"/>
                    <a:pt x="121" y="145"/>
                  </a:cubicBezTo>
                  <a:cubicBezTo>
                    <a:pt x="120" y="145"/>
                    <a:pt x="120" y="145"/>
                    <a:pt x="120" y="145"/>
                  </a:cubicBezTo>
                  <a:cubicBezTo>
                    <a:pt x="119" y="146"/>
                    <a:pt x="119" y="146"/>
                    <a:pt x="119" y="146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21" y="146"/>
                    <a:pt x="121" y="146"/>
                    <a:pt x="121" y="146"/>
                  </a:cubicBezTo>
                  <a:cubicBezTo>
                    <a:pt x="122" y="146"/>
                    <a:pt x="122" y="146"/>
                    <a:pt x="122" y="146"/>
                  </a:cubicBezTo>
                  <a:cubicBezTo>
                    <a:pt x="122" y="146"/>
                    <a:pt x="122" y="146"/>
                    <a:pt x="122" y="146"/>
                  </a:cubicBezTo>
                  <a:cubicBezTo>
                    <a:pt x="123" y="146"/>
                    <a:pt x="123" y="146"/>
                    <a:pt x="123" y="146"/>
                  </a:cubicBezTo>
                  <a:cubicBezTo>
                    <a:pt x="123" y="146"/>
                    <a:pt x="123" y="146"/>
                    <a:pt x="123" y="146"/>
                  </a:cubicBezTo>
                  <a:cubicBezTo>
                    <a:pt x="124" y="147"/>
                    <a:pt x="124" y="147"/>
                    <a:pt x="124" y="147"/>
                  </a:cubicBezTo>
                  <a:cubicBezTo>
                    <a:pt x="125" y="147"/>
                    <a:pt x="125" y="147"/>
                    <a:pt x="125" y="147"/>
                  </a:cubicBezTo>
                  <a:cubicBezTo>
                    <a:pt x="126" y="146"/>
                    <a:pt x="126" y="146"/>
                    <a:pt x="126" y="146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8" y="147"/>
                    <a:pt x="128" y="147"/>
                    <a:pt x="128" y="147"/>
                  </a:cubicBezTo>
                  <a:cubicBezTo>
                    <a:pt x="128" y="146"/>
                    <a:pt x="128" y="146"/>
                    <a:pt x="128" y="146"/>
                  </a:cubicBezTo>
                  <a:cubicBezTo>
                    <a:pt x="129" y="147"/>
                    <a:pt x="129" y="147"/>
                    <a:pt x="129" y="147"/>
                  </a:cubicBezTo>
                  <a:cubicBezTo>
                    <a:pt x="129" y="147"/>
                    <a:pt x="129" y="147"/>
                    <a:pt x="129" y="147"/>
                  </a:cubicBezTo>
                  <a:cubicBezTo>
                    <a:pt x="129" y="147"/>
                    <a:pt x="129" y="147"/>
                    <a:pt x="129" y="147"/>
                  </a:cubicBezTo>
                  <a:cubicBezTo>
                    <a:pt x="130" y="147"/>
                    <a:pt x="130" y="147"/>
                    <a:pt x="130" y="147"/>
                  </a:cubicBezTo>
                  <a:cubicBezTo>
                    <a:pt x="129" y="148"/>
                    <a:pt x="129" y="148"/>
                    <a:pt x="129" y="148"/>
                  </a:cubicBezTo>
                  <a:cubicBezTo>
                    <a:pt x="129" y="148"/>
                    <a:pt x="129" y="148"/>
                    <a:pt x="129" y="148"/>
                  </a:cubicBezTo>
                  <a:cubicBezTo>
                    <a:pt x="128" y="148"/>
                    <a:pt x="128" y="148"/>
                    <a:pt x="128" y="148"/>
                  </a:cubicBezTo>
                  <a:cubicBezTo>
                    <a:pt x="127" y="148"/>
                    <a:pt x="127" y="148"/>
                    <a:pt x="127" y="148"/>
                  </a:cubicBezTo>
                  <a:cubicBezTo>
                    <a:pt x="126" y="148"/>
                    <a:pt x="126" y="148"/>
                    <a:pt x="126" y="148"/>
                  </a:cubicBezTo>
                  <a:cubicBezTo>
                    <a:pt x="125" y="148"/>
                    <a:pt x="125" y="148"/>
                    <a:pt x="125" y="148"/>
                  </a:cubicBezTo>
                  <a:cubicBezTo>
                    <a:pt x="125" y="149"/>
                    <a:pt x="125" y="149"/>
                    <a:pt x="125" y="149"/>
                  </a:cubicBezTo>
                  <a:cubicBezTo>
                    <a:pt x="124" y="148"/>
                    <a:pt x="124" y="148"/>
                    <a:pt x="124" y="148"/>
                  </a:cubicBezTo>
                  <a:cubicBezTo>
                    <a:pt x="124" y="148"/>
                    <a:pt x="124" y="148"/>
                    <a:pt x="124" y="148"/>
                  </a:cubicBezTo>
                  <a:cubicBezTo>
                    <a:pt x="123" y="148"/>
                    <a:pt x="123" y="148"/>
                    <a:pt x="123" y="148"/>
                  </a:cubicBezTo>
                  <a:cubicBezTo>
                    <a:pt x="122" y="149"/>
                    <a:pt x="122" y="149"/>
                    <a:pt x="122" y="149"/>
                  </a:cubicBezTo>
                  <a:cubicBezTo>
                    <a:pt x="123" y="149"/>
                    <a:pt x="123" y="149"/>
                    <a:pt x="123" y="149"/>
                  </a:cubicBezTo>
                  <a:cubicBezTo>
                    <a:pt x="123" y="149"/>
                    <a:pt x="123" y="149"/>
                    <a:pt x="123" y="149"/>
                  </a:cubicBezTo>
                  <a:cubicBezTo>
                    <a:pt x="124" y="149"/>
                    <a:pt x="124" y="149"/>
                    <a:pt x="124" y="149"/>
                  </a:cubicBezTo>
                  <a:cubicBezTo>
                    <a:pt x="125" y="149"/>
                    <a:pt x="125" y="149"/>
                    <a:pt x="125" y="149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26" y="150"/>
                    <a:pt x="126" y="150"/>
                    <a:pt x="126" y="150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27" y="148"/>
                    <a:pt x="127" y="148"/>
                    <a:pt x="127" y="148"/>
                  </a:cubicBezTo>
                  <a:cubicBezTo>
                    <a:pt x="127" y="148"/>
                    <a:pt x="128" y="148"/>
                    <a:pt x="128" y="148"/>
                  </a:cubicBezTo>
                  <a:cubicBezTo>
                    <a:pt x="128" y="148"/>
                    <a:pt x="129" y="148"/>
                    <a:pt x="129" y="148"/>
                  </a:cubicBezTo>
                  <a:cubicBezTo>
                    <a:pt x="129" y="148"/>
                    <a:pt x="129" y="148"/>
                    <a:pt x="129" y="148"/>
                  </a:cubicBezTo>
                  <a:cubicBezTo>
                    <a:pt x="129" y="149"/>
                    <a:pt x="129" y="149"/>
                    <a:pt x="129" y="149"/>
                  </a:cubicBezTo>
                  <a:cubicBezTo>
                    <a:pt x="130" y="148"/>
                    <a:pt x="130" y="148"/>
                    <a:pt x="130" y="148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34" y="147"/>
                    <a:pt x="134" y="147"/>
                    <a:pt x="134" y="147"/>
                  </a:cubicBezTo>
                  <a:cubicBezTo>
                    <a:pt x="134" y="147"/>
                    <a:pt x="134" y="147"/>
                    <a:pt x="134" y="147"/>
                  </a:cubicBezTo>
                  <a:cubicBezTo>
                    <a:pt x="135" y="148"/>
                    <a:pt x="135" y="148"/>
                    <a:pt x="135" y="148"/>
                  </a:cubicBezTo>
                  <a:cubicBezTo>
                    <a:pt x="136" y="148"/>
                    <a:pt x="136" y="148"/>
                    <a:pt x="136" y="148"/>
                  </a:cubicBezTo>
                  <a:cubicBezTo>
                    <a:pt x="137" y="149"/>
                    <a:pt x="137" y="149"/>
                    <a:pt x="137" y="149"/>
                  </a:cubicBezTo>
                  <a:cubicBezTo>
                    <a:pt x="138" y="149"/>
                    <a:pt x="138" y="149"/>
                    <a:pt x="138" y="149"/>
                  </a:cubicBezTo>
                  <a:cubicBezTo>
                    <a:pt x="139" y="149"/>
                    <a:pt x="139" y="149"/>
                    <a:pt x="139" y="149"/>
                  </a:cubicBezTo>
                  <a:cubicBezTo>
                    <a:pt x="140" y="149"/>
                    <a:pt x="140" y="149"/>
                    <a:pt x="140" y="149"/>
                  </a:cubicBezTo>
                  <a:cubicBezTo>
                    <a:pt x="141" y="149"/>
                    <a:pt x="141" y="149"/>
                    <a:pt x="141" y="149"/>
                  </a:cubicBezTo>
                  <a:cubicBezTo>
                    <a:pt x="141" y="149"/>
                    <a:pt x="141" y="149"/>
                    <a:pt x="141" y="149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3" y="149"/>
                    <a:pt x="143" y="149"/>
                    <a:pt x="143" y="149"/>
                  </a:cubicBezTo>
                  <a:cubicBezTo>
                    <a:pt x="143" y="149"/>
                    <a:pt x="143" y="149"/>
                    <a:pt x="143" y="149"/>
                  </a:cubicBezTo>
                  <a:cubicBezTo>
                    <a:pt x="143" y="150"/>
                    <a:pt x="143" y="150"/>
                    <a:pt x="143" y="150"/>
                  </a:cubicBezTo>
                  <a:cubicBezTo>
                    <a:pt x="142" y="150"/>
                    <a:pt x="142" y="150"/>
                    <a:pt x="142" y="150"/>
                  </a:cubicBezTo>
                  <a:cubicBezTo>
                    <a:pt x="141" y="151"/>
                    <a:pt x="141" y="151"/>
                    <a:pt x="141" y="151"/>
                  </a:cubicBezTo>
                  <a:cubicBezTo>
                    <a:pt x="141" y="151"/>
                    <a:pt x="141" y="151"/>
                    <a:pt x="141" y="151"/>
                  </a:cubicBezTo>
                  <a:cubicBezTo>
                    <a:pt x="140" y="151"/>
                    <a:pt x="140" y="151"/>
                    <a:pt x="140" y="151"/>
                  </a:cubicBezTo>
                  <a:cubicBezTo>
                    <a:pt x="140" y="151"/>
                    <a:pt x="140" y="151"/>
                    <a:pt x="140" y="151"/>
                  </a:cubicBezTo>
                  <a:cubicBezTo>
                    <a:pt x="141" y="152"/>
                    <a:pt x="141" y="152"/>
                    <a:pt x="141" y="152"/>
                  </a:cubicBezTo>
                  <a:cubicBezTo>
                    <a:pt x="141" y="152"/>
                    <a:pt x="141" y="152"/>
                    <a:pt x="141" y="152"/>
                  </a:cubicBezTo>
                  <a:cubicBezTo>
                    <a:pt x="140" y="152"/>
                    <a:pt x="140" y="152"/>
                    <a:pt x="140" y="152"/>
                  </a:cubicBezTo>
                  <a:cubicBezTo>
                    <a:pt x="140" y="152"/>
                    <a:pt x="140" y="152"/>
                    <a:pt x="140" y="152"/>
                  </a:cubicBezTo>
                  <a:cubicBezTo>
                    <a:pt x="140" y="152"/>
                    <a:pt x="140" y="152"/>
                    <a:pt x="140" y="152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8" y="152"/>
                    <a:pt x="138" y="152"/>
                    <a:pt x="138" y="152"/>
                  </a:cubicBezTo>
                  <a:cubicBezTo>
                    <a:pt x="138" y="152"/>
                    <a:pt x="138" y="152"/>
                    <a:pt x="138" y="152"/>
                  </a:cubicBezTo>
                  <a:cubicBezTo>
                    <a:pt x="138" y="153"/>
                    <a:pt x="138" y="153"/>
                    <a:pt x="138" y="153"/>
                  </a:cubicBezTo>
                  <a:cubicBezTo>
                    <a:pt x="138" y="153"/>
                    <a:pt x="138" y="153"/>
                    <a:pt x="138" y="153"/>
                  </a:cubicBezTo>
                  <a:cubicBezTo>
                    <a:pt x="138" y="153"/>
                    <a:pt x="138" y="153"/>
                    <a:pt x="138" y="153"/>
                  </a:cubicBezTo>
                  <a:cubicBezTo>
                    <a:pt x="137" y="154"/>
                    <a:pt x="137" y="154"/>
                    <a:pt x="137" y="154"/>
                  </a:cubicBezTo>
                  <a:cubicBezTo>
                    <a:pt x="137" y="154"/>
                    <a:pt x="137" y="154"/>
                    <a:pt x="137" y="154"/>
                  </a:cubicBezTo>
                  <a:cubicBezTo>
                    <a:pt x="137" y="154"/>
                    <a:pt x="137" y="154"/>
                    <a:pt x="137" y="154"/>
                  </a:cubicBezTo>
                  <a:cubicBezTo>
                    <a:pt x="136" y="153"/>
                    <a:pt x="136" y="153"/>
                    <a:pt x="136" y="153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36" y="154"/>
                    <a:pt x="136" y="154"/>
                    <a:pt x="136" y="154"/>
                  </a:cubicBezTo>
                  <a:cubicBezTo>
                    <a:pt x="135" y="155"/>
                    <a:pt x="135" y="155"/>
                    <a:pt x="135" y="155"/>
                  </a:cubicBezTo>
                  <a:cubicBezTo>
                    <a:pt x="135" y="155"/>
                    <a:pt x="135" y="155"/>
                    <a:pt x="135" y="155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4" y="154"/>
                    <a:pt x="134" y="154"/>
                    <a:pt x="134" y="154"/>
                  </a:cubicBezTo>
                  <a:cubicBezTo>
                    <a:pt x="134" y="154"/>
                    <a:pt x="134" y="154"/>
                    <a:pt x="134" y="154"/>
                  </a:cubicBezTo>
                  <a:cubicBezTo>
                    <a:pt x="134" y="155"/>
                    <a:pt x="134" y="155"/>
                    <a:pt x="134" y="155"/>
                  </a:cubicBezTo>
                  <a:cubicBezTo>
                    <a:pt x="134" y="156"/>
                    <a:pt x="134" y="156"/>
                    <a:pt x="134" y="156"/>
                  </a:cubicBezTo>
                  <a:cubicBezTo>
                    <a:pt x="134" y="156"/>
                    <a:pt x="134" y="156"/>
                    <a:pt x="134" y="156"/>
                  </a:cubicBezTo>
                  <a:cubicBezTo>
                    <a:pt x="133" y="156"/>
                    <a:pt x="133" y="156"/>
                    <a:pt x="133" y="156"/>
                  </a:cubicBezTo>
                  <a:cubicBezTo>
                    <a:pt x="133" y="155"/>
                    <a:pt x="133" y="155"/>
                    <a:pt x="133" y="155"/>
                  </a:cubicBezTo>
                  <a:cubicBezTo>
                    <a:pt x="132" y="156"/>
                    <a:pt x="132" y="156"/>
                    <a:pt x="132" y="156"/>
                  </a:cubicBezTo>
                  <a:cubicBezTo>
                    <a:pt x="132" y="156"/>
                    <a:pt x="132" y="156"/>
                    <a:pt x="132" y="156"/>
                  </a:cubicBezTo>
                  <a:cubicBezTo>
                    <a:pt x="133" y="156"/>
                    <a:pt x="133" y="156"/>
                    <a:pt x="133" y="156"/>
                  </a:cubicBezTo>
                  <a:cubicBezTo>
                    <a:pt x="133" y="157"/>
                    <a:pt x="133" y="157"/>
                    <a:pt x="133" y="157"/>
                  </a:cubicBezTo>
                  <a:cubicBezTo>
                    <a:pt x="132" y="157"/>
                    <a:pt x="132" y="157"/>
                    <a:pt x="132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1" y="158"/>
                    <a:pt x="131" y="158"/>
                    <a:pt x="131" y="158"/>
                  </a:cubicBezTo>
                  <a:cubicBezTo>
                    <a:pt x="131" y="158"/>
                    <a:pt x="131" y="158"/>
                    <a:pt x="131" y="158"/>
                  </a:cubicBezTo>
                  <a:cubicBezTo>
                    <a:pt x="130" y="158"/>
                    <a:pt x="130" y="158"/>
                    <a:pt x="130" y="158"/>
                  </a:cubicBezTo>
                  <a:cubicBezTo>
                    <a:pt x="129" y="158"/>
                    <a:pt x="129" y="158"/>
                    <a:pt x="129" y="158"/>
                  </a:cubicBezTo>
                  <a:cubicBezTo>
                    <a:pt x="129" y="159"/>
                    <a:pt x="129" y="159"/>
                    <a:pt x="129" y="159"/>
                  </a:cubicBezTo>
                  <a:cubicBezTo>
                    <a:pt x="128" y="159"/>
                    <a:pt x="128" y="159"/>
                    <a:pt x="128" y="159"/>
                  </a:cubicBezTo>
                  <a:cubicBezTo>
                    <a:pt x="128" y="159"/>
                    <a:pt x="128" y="159"/>
                    <a:pt x="128" y="159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7" y="159"/>
                    <a:pt x="127" y="159"/>
                    <a:pt x="127" y="159"/>
                  </a:cubicBezTo>
                  <a:cubicBezTo>
                    <a:pt x="126" y="159"/>
                    <a:pt x="126" y="159"/>
                    <a:pt x="126" y="159"/>
                  </a:cubicBezTo>
                  <a:cubicBezTo>
                    <a:pt x="126" y="160"/>
                    <a:pt x="126" y="160"/>
                    <a:pt x="126" y="160"/>
                  </a:cubicBezTo>
                  <a:cubicBezTo>
                    <a:pt x="125" y="160"/>
                    <a:pt x="125" y="160"/>
                    <a:pt x="125" y="160"/>
                  </a:cubicBezTo>
                  <a:cubicBezTo>
                    <a:pt x="125" y="160"/>
                    <a:pt x="125" y="160"/>
                    <a:pt x="125" y="160"/>
                  </a:cubicBezTo>
                  <a:cubicBezTo>
                    <a:pt x="124" y="160"/>
                    <a:pt x="124" y="160"/>
                    <a:pt x="124" y="160"/>
                  </a:cubicBezTo>
                  <a:cubicBezTo>
                    <a:pt x="124" y="160"/>
                    <a:pt x="124" y="160"/>
                    <a:pt x="124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0"/>
                    <a:pt x="122" y="160"/>
                    <a:pt x="122" y="160"/>
                  </a:cubicBezTo>
                  <a:cubicBezTo>
                    <a:pt x="122" y="160"/>
                    <a:pt x="122" y="160"/>
                    <a:pt x="122" y="160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0" y="161"/>
                    <a:pt x="120" y="161"/>
                    <a:pt x="120" y="161"/>
                  </a:cubicBezTo>
                  <a:cubicBezTo>
                    <a:pt x="120" y="161"/>
                    <a:pt x="120" y="161"/>
                    <a:pt x="120" y="161"/>
                  </a:cubicBezTo>
                  <a:cubicBezTo>
                    <a:pt x="119" y="161"/>
                    <a:pt x="119" y="161"/>
                    <a:pt x="119" y="161"/>
                  </a:cubicBezTo>
                  <a:cubicBezTo>
                    <a:pt x="119" y="161"/>
                    <a:pt x="119" y="161"/>
                    <a:pt x="119" y="161"/>
                  </a:cubicBezTo>
                  <a:cubicBezTo>
                    <a:pt x="119" y="161"/>
                    <a:pt x="119" y="161"/>
                    <a:pt x="119" y="161"/>
                  </a:cubicBezTo>
                  <a:cubicBezTo>
                    <a:pt x="119" y="162"/>
                    <a:pt x="119" y="162"/>
                    <a:pt x="119" y="162"/>
                  </a:cubicBezTo>
                  <a:cubicBezTo>
                    <a:pt x="118" y="162"/>
                    <a:pt x="118" y="162"/>
                    <a:pt x="118" y="162"/>
                  </a:cubicBezTo>
                  <a:cubicBezTo>
                    <a:pt x="118" y="161"/>
                    <a:pt x="118" y="161"/>
                    <a:pt x="118" y="161"/>
                  </a:cubicBezTo>
                  <a:cubicBezTo>
                    <a:pt x="118" y="162"/>
                    <a:pt x="118" y="162"/>
                    <a:pt x="118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17" y="162"/>
                    <a:pt x="117" y="162"/>
                    <a:pt x="117" y="162"/>
                  </a:cubicBezTo>
                  <a:cubicBezTo>
                    <a:pt x="116" y="163"/>
                    <a:pt x="116" y="163"/>
                    <a:pt x="116" y="163"/>
                  </a:cubicBezTo>
                  <a:cubicBezTo>
                    <a:pt x="116" y="163"/>
                    <a:pt x="116" y="163"/>
                    <a:pt x="116" y="163"/>
                  </a:cubicBezTo>
                  <a:cubicBezTo>
                    <a:pt x="115" y="163"/>
                    <a:pt x="115" y="163"/>
                    <a:pt x="115" y="163"/>
                  </a:cubicBezTo>
                  <a:cubicBezTo>
                    <a:pt x="115" y="163"/>
                    <a:pt x="115" y="163"/>
                    <a:pt x="115" y="163"/>
                  </a:cubicBezTo>
                  <a:cubicBezTo>
                    <a:pt x="114" y="162"/>
                    <a:pt x="114" y="162"/>
                    <a:pt x="114" y="162"/>
                  </a:cubicBezTo>
                  <a:cubicBezTo>
                    <a:pt x="114" y="161"/>
                    <a:pt x="114" y="161"/>
                    <a:pt x="114" y="161"/>
                  </a:cubicBezTo>
                  <a:cubicBezTo>
                    <a:pt x="113" y="162"/>
                    <a:pt x="113" y="162"/>
                    <a:pt x="113" y="162"/>
                  </a:cubicBezTo>
                  <a:cubicBezTo>
                    <a:pt x="113" y="162"/>
                    <a:pt x="113" y="162"/>
                    <a:pt x="113" y="162"/>
                  </a:cubicBezTo>
                  <a:cubicBezTo>
                    <a:pt x="113" y="162"/>
                    <a:pt x="113" y="162"/>
                    <a:pt x="113" y="162"/>
                  </a:cubicBezTo>
                  <a:cubicBezTo>
                    <a:pt x="113" y="163"/>
                    <a:pt x="113" y="163"/>
                    <a:pt x="113" y="163"/>
                  </a:cubicBezTo>
                  <a:cubicBezTo>
                    <a:pt x="112" y="163"/>
                    <a:pt x="112" y="163"/>
                    <a:pt x="112" y="163"/>
                  </a:cubicBezTo>
                  <a:cubicBezTo>
                    <a:pt x="112" y="163"/>
                    <a:pt x="112" y="163"/>
                    <a:pt x="112" y="163"/>
                  </a:cubicBezTo>
                  <a:cubicBezTo>
                    <a:pt x="112" y="163"/>
                    <a:pt x="112" y="163"/>
                    <a:pt x="112" y="163"/>
                  </a:cubicBezTo>
                  <a:cubicBezTo>
                    <a:pt x="111" y="163"/>
                    <a:pt x="111" y="163"/>
                    <a:pt x="111" y="163"/>
                  </a:cubicBezTo>
                  <a:cubicBezTo>
                    <a:pt x="111" y="163"/>
                    <a:pt x="111" y="163"/>
                    <a:pt x="111" y="163"/>
                  </a:cubicBezTo>
                  <a:cubicBezTo>
                    <a:pt x="110" y="163"/>
                    <a:pt x="110" y="163"/>
                    <a:pt x="110" y="163"/>
                  </a:cubicBezTo>
                  <a:cubicBezTo>
                    <a:pt x="110" y="163"/>
                    <a:pt x="110" y="163"/>
                    <a:pt x="110" y="163"/>
                  </a:cubicBezTo>
                  <a:cubicBezTo>
                    <a:pt x="109" y="163"/>
                    <a:pt x="109" y="163"/>
                    <a:pt x="109" y="163"/>
                  </a:cubicBezTo>
                  <a:cubicBezTo>
                    <a:pt x="109" y="163"/>
                    <a:pt x="109" y="163"/>
                    <a:pt x="109" y="163"/>
                  </a:cubicBezTo>
                  <a:cubicBezTo>
                    <a:pt x="109" y="163"/>
                    <a:pt x="109" y="163"/>
                    <a:pt x="109" y="163"/>
                  </a:cubicBezTo>
                  <a:cubicBezTo>
                    <a:pt x="108" y="163"/>
                    <a:pt x="108" y="163"/>
                    <a:pt x="108" y="163"/>
                  </a:cubicBezTo>
                  <a:cubicBezTo>
                    <a:pt x="108" y="163"/>
                    <a:pt x="108" y="163"/>
                    <a:pt x="108" y="163"/>
                  </a:cubicBezTo>
                  <a:cubicBezTo>
                    <a:pt x="107" y="162"/>
                    <a:pt x="107" y="162"/>
                    <a:pt x="107" y="162"/>
                  </a:cubicBezTo>
                  <a:cubicBezTo>
                    <a:pt x="108" y="162"/>
                    <a:pt x="108" y="162"/>
                    <a:pt x="108" y="162"/>
                  </a:cubicBezTo>
                  <a:cubicBezTo>
                    <a:pt x="107" y="161"/>
                    <a:pt x="107" y="161"/>
                    <a:pt x="107" y="161"/>
                  </a:cubicBezTo>
                  <a:cubicBezTo>
                    <a:pt x="107" y="161"/>
                    <a:pt x="107" y="161"/>
                    <a:pt x="107" y="161"/>
                  </a:cubicBezTo>
                  <a:cubicBezTo>
                    <a:pt x="106" y="161"/>
                    <a:pt x="106" y="161"/>
                    <a:pt x="106" y="161"/>
                  </a:cubicBezTo>
                  <a:cubicBezTo>
                    <a:pt x="106" y="160"/>
                    <a:pt x="106" y="160"/>
                    <a:pt x="106" y="160"/>
                  </a:cubicBezTo>
                  <a:cubicBezTo>
                    <a:pt x="106" y="159"/>
                    <a:pt x="106" y="159"/>
                    <a:pt x="106" y="159"/>
                  </a:cubicBezTo>
                  <a:cubicBezTo>
                    <a:pt x="106" y="159"/>
                    <a:pt x="106" y="159"/>
                    <a:pt x="106" y="159"/>
                  </a:cubicBezTo>
                  <a:cubicBezTo>
                    <a:pt x="105" y="158"/>
                    <a:pt x="105" y="158"/>
                    <a:pt x="105" y="158"/>
                  </a:cubicBezTo>
                  <a:cubicBezTo>
                    <a:pt x="105" y="159"/>
                    <a:pt x="105" y="159"/>
                    <a:pt x="105" y="159"/>
                  </a:cubicBezTo>
                  <a:cubicBezTo>
                    <a:pt x="105" y="159"/>
                    <a:pt x="105" y="159"/>
                    <a:pt x="105" y="159"/>
                  </a:cubicBezTo>
                  <a:cubicBezTo>
                    <a:pt x="105" y="159"/>
                    <a:pt x="105" y="159"/>
                    <a:pt x="105" y="159"/>
                  </a:cubicBezTo>
                  <a:cubicBezTo>
                    <a:pt x="106" y="160"/>
                    <a:pt x="106" y="160"/>
                    <a:pt x="106" y="160"/>
                  </a:cubicBezTo>
                  <a:cubicBezTo>
                    <a:pt x="106" y="160"/>
                    <a:pt x="106" y="160"/>
                    <a:pt x="106" y="160"/>
                  </a:cubicBezTo>
                  <a:cubicBezTo>
                    <a:pt x="106" y="161"/>
                    <a:pt x="106" y="161"/>
                    <a:pt x="106" y="161"/>
                  </a:cubicBezTo>
                  <a:cubicBezTo>
                    <a:pt x="106" y="162"/>
                    <a:pt x="106" y="162"/>
                    <a:pt x="106" y="162"/>
                  </a:cubicBezTo>
                  <a:cubicBezTo>
                    <a:pt x="106" y="162"/>
                    <a:pt x="106" y="162"/>
                    <a:pt x="106" y="162"/>
                  </a:cubicBezTo>
                  <a:cubicBezTo>
                    <a:pt x="106" y="162"/>
                    <a:pt x="106" y="162"/>
                    <a:pt x="106" y="162"/>
                  </a:cubicBezTo>
                  <a:cubicBezTo>
                    <a:pt x="107" y="162"/>
                    <a:pt x="107" y="162"/>
                    <a:pt x="107" y="162"/>
                  </a:cubicBezTo>
                  <a:cubicBezTo>
                    <a:pt x="107" y="163"/>
                    <a:pt x="107" y="163"/>
                    <a:pt x="107" y="163"/>
                  </a:cubicBezTo>
                  <a:cubicBezTo>
                    <a:pt x="107" y="164"/>
                    <a:pt x="107" y="164"/>
                    <a:pt x="107" y="164"/>
                  </a:cubicBezTo>
                  <a:cubicBezTo>
                    <a:pt x="106" y="165"/>
                    <a:pt x="106" y="165"/>
                    <a:pt x="106" y="165"/>
                  </a:cubicBezTo>
                  <a:cubicBezTo>
                    <a:pt x="106" y="165"/>
                    <a:pt x="106" y="165"/>
                    <a:pt x="106" y="165"/>
                  </a:cubicBezTo>
                  <a:cubicBezTo>
                    <a:pt x="105" y="165"/>
                    <a:pt x="105" y="165"/>
                    <a:pt x="105" y="165"/>
                  </a:cubicBezTo>
                  <a:cubicBezTo>
                    <a:pt x="105" y="165"/>
                    <a:pt x="105" y="165"/>
                    <a:pt x="105" y="165"/>
                  </a:cubicBezTo>
                  <a:cubicBezTo>
                    <a:pt x="104" y="165"/>
                    <a:pt x="104" y="165"/>
                    <a:pt x="104" y="165"/>
                  </a:cubicBezTo>
                  <a:cubicBezTo>
                    <a:pt x="104" y="166"/>
                    <a:pt x="104" y="166"/>
                    <a:pt x="104" y="166"/>
                  </a:cubicBezTo>
                  <a:cubicBezTo>
                    <a:pt x="103" y="166"/>
                    <a:pt x="103" y="166"/>
                    <a:pt x="103" y="166"/>
                  </a:cubicBezTo>
                  <a:cubicBezTo>
                    <a:pt x="103" y="166"/>
                    <a:pt x="103" y="166"/>
                    <a:pt x="103" y="166"/>
                  </a:cubicBezTo>
                  <a:cubicBezTo>
                    <a:pt x="103" y="166"/>
                    <a:pt x="103" y="166"/>
                    <a:pt x="103" y="166"/>
                  </a:cubicBezTo>
                  <a:cubicBezTo>
                    <a:pt x="103" y="166"/>
                    <a:pt x="103" y="166"/>
                    <a:pt x="103" y="166"/>
                  </a:cubicBezTo>
                  <a:cubicBezTo>
                    <a:pt x="103" y="167"/>
                    <a:pt x="103" y="167"/>
                    <a:pt x="103" y="167"/>
                  </a:cubicBezTo>
                  <a:cubicBezTo>
                    <a:pt x="102" y="167"/>
                    <a:pt x="102" y="167"/>
                    <a:pt x="102" y="167"/>
                  </a:cubicBezTo>
                  <a:cubicBezTo>
                    <a:pt x="102" y="167"/>
                    <a:pt x="102" y="167"/>
                    <a:pt x="102" y="167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8"/>
                    <a:pt x="101" y="168"/>
                    <a:pt x="101" y="168"/>
                  </a:cubicBezTo>
                  <a:cubicBezTo>
                    <a:pt x="101" y="169"/>
                    <a:pt x="101" y="169"/>
                    <a:pt x="101" y="169"/>
                  </a:cubicBezTo>
                  <a:cubicBezTo>
                    <a:pt x="101" y="169"/>
                    <a:pt x="101" y="169"/>
                    <a:pt x="101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00" y="170"/>
                    <a:pt x="100" y="170"/>
                    <a:pt x="100" y="170"/>
                  </a:cubicBezTo>
                  <a:cubicBezTo>
                    <a:pt x="100" y="170"/>
                    <a:pt x="100" y="170"/>
                    <a:pt x="100" y="170"/>
                  </a:cubicBezTo>
                  <a:cubicBezTo>
                    <a:pt x="99" y="170"/>
                    <a:pt x="99" y="170"/>
                    <a:pt x="99" y="170"/>
                  </a:cubicBezTo>
                  <a:cubicBezTo>
                    <a:pt x="98" y="171"/>
                    <a:pt x="98" y="171"/>
                    <a:pt x="98" y="171"/>
                  </a:cubicBezTo>
                  <a:cubicBezTo>
                    <a:pt x="98" y="172"/>
                    <a:pt x="98" y="172"/>
                    <a:pt x="98" y="172"/>
                  </a:cubicBezTo>
                  <a:cubicBezTo>
                    <a:pt x="98" y="172"/>
                    <a:pt x="98" y="172"/>
                    <a:pt x="98" y="172"/>
                  </a:cubicBezTo>
                  <a:cubicBezTo>
                    <a:pt x="98" y="173"/>
                    <a:pt x="98" y="173"/>
                    <a:pt x="98" y="173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6" y="174"/>
                    <a:pt x="96" y="174"/>
                    <a:pt x="96" y="174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6" y="173"/>
                    <a:pt x="96" y="173"/>
                    <a:pt x="96" y="173"/>
                  </a:cubicBezTo>
                  <a:cubicBezTo>
                    <a:pt x="96" y="174"/>
                    <a:pt x="96" y="174"/>
                    <a:pt x="96" y="174"/>
                  </a:cubicBezTo>
                  <a:cubicBezTo>
                    <a:pt x="96" y="174"/>
                    <a:pt x="96" y="174"/>
                    <a:pt x="96" y="174"/>
                  </a:cubicBezTo>
                  <a:cubicBezTo>
                    <a:pt x="95" y="174"/>
                    <a:pt x="95" y="174"/>
                    <a:pt x="95" y="174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6"/>
                    <a:pt x="94" y="176"/>
                    <a:pt x="94" y="176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3" y="175"/>
                    <a:pt x="93" y="175"/>
                    <a:pt x="93" y="175"/>
                  </a:cubicBezTo>
                  <a:cubicBezTo>
                    <a:pt x="93" y="175"/>
                    <a:pt x="93" y="175"/>
                    <a:pt x="93" y="175"/>
                  </a:cubicBezTo>
                  <a:cubicBezTo>
                    <a:pt x="93" y="175"/>
                    <a:pt x="93" y="175"/>
                    <a:pt x="93" y="175"/>
                  </a:cubicBezTo>
                  <a:cubicBezTo>
                    <a:pt x="93" y="175"/>
                    <a:pt x="93" y="175"/>
                    <a:pt x="93" y="175"/>
                  </a:cubicBezTo>
                  <a:cubicBezTo>
                    <a:pt x="92" y="175"/>
                    <a:pt x="92" y="175"/>
                    <a:pt x="92" y="175"/>
                  </a:cubicBezTo>
                  <a:cubicBezTo>
                    <a:pt x="92" y="174"/>
                    <a:pt x="92" y="174"/>
                    <a:pt x="92" y="174"/>
                  </a:cubicBezTo>
                  <a:cubicBezTo>
                    <a:pt x="91" y="174"/>
                    <a:pt x="91" y="174"/>
                    <a:pt x="91" y="174"/>
                  </a:cubicBezTo>
                  <a:cubicBezTo>
                    <a:pt x="91" y="175"/>
                    <a:pt x="91" y="175"/>
                    <a:pt x="91" y="175"/>
                  </a:cubicBezTo>
                  <a:cubicBezTo>
                    <a:pt x="91" y="175"/>
                    <a:pt x="91" y="175"/>
                    <a:pt x="91" y="175"/>
                  </a:cubicBezTo>
                  <a:cubicBezTo>
                    <a:pt x="92" y="175"/>
                    <a:pt x="92" y="175"/>
                    <a:pt x="92" y="175"/>
                  </a:cubicBezTo>
                  <a:cubicBezTo>
                    <a:pt x="92" y="176"/>
                    <a:pt x="92" y="176"/>
                    <a:pt x="92" y="176"/>
                  </a:cubicBezTo>
                  <a:cubicBezTo>
                    <a:pt x="92" y="176"/>
                    <a:pt x="92" y="176"/>
                    <a:pt x="92" y="176"/>
                  </a:cubicBezTo>
                  <a:cubicBezTo>
                    <a:pt x="92" y="177"/>
                    <a:pt x="92" y="177"/>
                    <a:pt x="92" y="177"/>
                  </a:cubicBezTo>
                  <a:cubicBezTo>
                    <a:pt x="91" y="177"/>
                    <a:pt x="91" y="177"/>
                    <a:pt x="91" y="177"/>
                  </a:cubicBezTo>
                  <a:cubicBezTo>
                    <a:pt x="90" y="177"/>
                    <a:pt x="90" y="177"/>
                    <a:pt x="90" y="177"/>
                  </a:cubicBezTo>
                  <a:cubicBezTo>
                    <a:pt x="89" y="178"/>
                    <a:pt x="89" y="178"/>
                    <a:pt x="89" y="178"/>
                  </a:cubicBezTo>
                  <a:cubicBezTo>
                    <a:pt x="89" y="178"/>
                    <a:pt x="89" y="178"/>
                    <a:pt x="89" y="178"/>
                  </a:cubicBezTo>
                  <a:cubicBezTo>
                    <a:pt x="88" y="178"/>
                    <a:pt x="88" y="178"/>
                    <a:pt x="88" y="178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9" y="177"/>
                    <a:pt x="89" y="177"/>
                    <a:pt x="89" y="177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8" y="177"/>
                    <a:pt x="88" y="177"/>
                    <a:pt x="88" y="177"/>
                  </a:cubicBezTo>
                  <a:cubicBezTo>
                    <a:pt x="88" y="178"/>
                    <a:pt x="88" y="178"/>
                    <a:pt x="88" y="178"/>
                  </a:cubicBezTo>
                  <a:cubicBezTo>
                    <a:pt x="87" y="178"/>
                    <a:pt x="87" y="178"/>
                    <a:pt x="87" y="178"/>
                  </a:cubicBezTo>
                  <a:cubicBezTo>
                    <a:pt x="87" y="178"/>
                    <a:pt x="87" y="178"/>
                    <a:pt x="87" y="178"/>
                  </a:cubicBezTo>
                  <a:cubicBezTo>
                    <a:pt x="86" y="178"/>
                    <a:pt x="86" y="178"/>
                    <a:pt x="86" y="178"/>
                  </a:cubicBezTo>
                  <a:cubicBezTo>
                    <a:pt x="86" y="177"/>
                    <a:pt x="86" y="177"/>
                    <a:pt x="86" y="177"/>
                  </a:cubicBezTo>
                  <a:cubicBezTo>
                    <a:pt x="86" y="177"/>
                    <a:pt x="86" y="177"/>
                    <a:pt x="86" y="177"/>
                  </a:cubicBezTo>
                  <a:cubicBezTo>
                    <a:pt x="86" y="176"/>
                    <a:pt x="86" y="176"/>
                    <a:pt x="86" y="176"/>
                  </a:cubicBezTo>
                  <a:cubicBezTo>
                    <a:pt x="86" y="176"/>
                    <a:pt x="86" y="176"/>
                    <a:pt x="86" y="176"/>
                  </a:cubicBezTo>
                  <a:cubicBezTo>
                    <a:pt x="85" y="176"/>
                    <a:pt x="85" y="176"/>
                    <a:pt x="85" y="176"/>
                  </a:cubicBezTo>
                  <a:cubicBezTo>
                    <a:pt x="85" y="177"/>
                    <a:pt x="85" y="177"/>
                    <a:pt x="85" y="177"/>
                  </a:cubicBezTo>
                  <a:cubicBezTo>
                    <a:pt x="85" y="177"/>
                    <a:pt x="85" y="177"/>
                    <a:pt x="85" y="177"/>
                  </a:cubicBezTo>
                  <a:cubicBezTo>
                    <a:pt x="85" y="178"/>
                    <a:pt x="85" y="178"/>
                    <a:pt x="85" y="178"/>
                  </a:cubicBezTo>
                  <a:cubicBezTo>
                    <a:pt x="85" y="178"/>
                    <a:pt x="85" y="178"/>
                    <a:pt x="85" y="178"/>
                  </a:cubicBezTo>
                  <a:cubicBezTo>
                    <a:pt x="85" y="178"/>
                    <a:pt x="85" y="178"/>
                    <a:pt x="85" y="178"/>
                  </a:cubicBezTo>
                  <a:cubicBezTo>
                    <a:pt x="84" y="177"/>
                    <a:pt x="84" y="177"/>
                    <a:pt x="84" y="177"/>
                  </a:cubicBezTo>
                  <a:cubicBezTo>
                    <a:pt x="84" y="176"/>
                    <a:pt x="84" y="176"/>
                    <a:pt x="84" y="176"/>
                  </a:cubicBezTo>
                  <a:cubicBezTo>
                    <a:pt x="84" y="176"/>
                    <a:pt x="84" y="176"/>
                    <a:pt x="84" y="176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4" y="174"/>
                    <a:pt x="84" y="174"/>
                    <a:pt x="84" y="174"/>
                  </a:cubicBezTo>
                  <a:cubicBezTo>
                    <a:pt x="83" y="174"/>
                    <a:pt x="83" y="174"/>
                    <a:pt x="83" y="174"/>
                  </a:cubicBezTo>
                  <a:cubicBezTo>
                    <a:pt x="83" y="174"/>
                    <a:pt x="83" y="174"/>
                    <a:pt x="83" y="174"/>
                  </a:cubicBezTo>
                  <a:cubicBezTo>
                    <a:pt x="83" y="174"/>
                    <a:pt x="83" y="174"/>
                    <a:pt x="83" y="174"/>
                  </a:cubicBezTo>
                  <a:cubicBezTo>
                    <a:pt x="83" y="174"/>
                    <a:pt x="83" y="174"/>
                    <a:pt x="83" y="174"/>
                  </a:cubicBezTo>
                  <a:cubicBezTo>
                    <a:pt x="83" y="174"/>
                    <a:pt x="83" y="174"/>
                    <a:pt x="83" y="174"/>
                  </a:cubicBezTo>
                  <a:cubicBezTo>
                    <a:pt x="83" y="175"/>
                    <a:pt x="83" y="175"/>
                    <a:pt x="83" y="175"/>
                  </a:cubicBezTo>
                  <a:cubicBezTo>
                    <a:pt x="83" y="175"/>
                    <a:pt x="83" y="175"/>
                    <a:pt x="83" y="175"/>
                  </a:cubicBezTo>
                  <a:cubicBezTo>
                    <a:pt x="83" y="175"/>
                    <a:pt x="83" y="175"/>
                    <a:pt x="83" y="175"/>
                  </a:cubicBezTo>
                  <a:cubicBezTo>
                    <a:pt x="83" y="176"/>
                    <a:pt x="83" y="176"/>
                    <a:pt x="83" y="176"/>
                  </a:cubicBezTo>
                  <a:cubicBezTo>
                    <a:pt x="83" y="177"/>
                    <a:pt x="83" y="177"/>
                    <a:pt x="83" y="177"/>
                  </a:cubicBezTo>
                  <a:cubicBezTo>
                    <a:pt x="82" y="177"/>
                    <a:pt x="82" y="177"/>
                    <a:pt x="82" y="177"/>
                  </a:cubicBezTo>
                  <a:cubicBezTo>
                    <a:pt x="82" y="177"/>
                    <a:pt x="82" y="177"/>
                    <a:pt x="82" y="177"/>
                  </a:cubicBezTo>
                  <a:cubicBezTo>
                    <a:pt x="81" y="176"/>
                    <a:pt x="81" y="176"/>
                    <a:pt x="81" y="176"/>
                  </a:cubicBezTo>
                  <a:cubicBezTo>
                    <a:pt x="81" y="176"/>
                    <a:pt x="81" y="176"/>
                    <a:pt x="81" y="176"/>
                  </a:cubicBezTo>
                  <a:cubicBezTo>
                    <a:pt x="81" y="177"/>
                    <a:pt x="81" y="177"/>
                    <a:pt x="81" y="177"/>
                  </a:cubicBezTo>
                  <a:cubicBezTo>
                    <a:pt x="81" y="177"/>
                    <a:pt x="81" y="177"/>
                    <a:pt x="81" y="177"/>
                  </a:cubicBezTo>
                  <a:cubicBezTo>
                    <a:pt x="81" y="178"/>
                    <a:pt x="81" y="178"/>
                    <a:pt x="81" y="178"/>
                  </a:cubicBezTo>
                  <a:cubicBezTo>
                    <a:pt x="82" y="179"/>
                    <a:pt x="82" y="179"/>
                    <a:pt x="82" y="179"/>
                  </a:cubicBezTo>
                  <a:cubicBezTo>
                    <a:pt x="82" y="179"/>
                    <a:pt x="82" y="179"/>
                    <a:pt x="82" y="179"/>
                  </a:cubicBezTo>
                  <a:cubicBezTo>
                    <a:pt x="81" y="179"/>
                    <a:pt x="81" y="179"/>
                    <a:pt x="81" y="179"/>
                  </a:cubicBezTo>
                  <a:cubicBezTo>
                    <a:pt x="81" y="179"/>
                    <a:pt x="81" y="179"/>
                    <a:pt x="81" y="179"/>
                  </a:cubicBezTo>
                  <a:cubicBezTo>
                    <a:pt x="81" y="180"/>
                    <a:pt x="81" y="180"/>
                    <a:pt x="81" y="180"/>
                  </a:cubicBezTo>
                  <a:cubicBezTo>
                    <a:pt x="80" y="180"/>
                    <a:pt x="80" y="180"/>
                    <a:pt x="80" y="180"/>
                  </a:cubicBezTo>
                  <a:cubicBezTo>
                    <a:pt x="80" y="179"/>
                    <a:pt x="80" y="179"/>
                    <a:pt x="80" y="179"/>
                  </a:cubicBezTo>
                  <a:cubicBezTo>
                    <a:pt x="79" y="180"/>
                    <a:pt x="79" y="180"/>
                    <a:pt x="79" y="180"/>
                  </a:cubicBezTo>
                  <a:cubicBezTo>
                    <a:pt x="79" y="180"/>
                    <a:pt x="79" y="180"/>
                    <a:pt x="79" y="180"/>
                  </a:cubicBezTo>
                  <a:cubicBezTo>
                    <a:pt x="78" y="180"/>
                    <a:pt x="78" y="180"/>
                    <a:pt x="78" y="180"/>
                  </a:cubicBezTo>
                  <a:cubicBezTo>
                    <a:pt x="78" y="180"/>
                    <a:pt x="78" y="180"/>
                    <a:pt x="78" y="180"/>
                  </a:cubicBezTo>
                  <a:cubicBezTo>
                    <a:pt x="78" y="179"/>
                    <a:pt x="78" y="179"/>
                    <a:pt x="78" y="179"/>
                  </a:cubicBezTo>
                  <a:cubicBezTo>
                    <a:pt x="77" y="179"/>
                    <a:pt x="77" y="179"/>
                    <a:pt x="77" y="179"/>
                  </a:cubicBezTo>
                  <a:cubicBezTo>
                    <a:pt x="77" y="179"/>
                    <a:pt x="77" y="179"/>
                    <a:pt x="77" y="179"/>
                  </a:cubicBezTo>
                  <a:cubicBezTo>
                    <a:pt x="77" y="179"/>
                    <a:pt x="77" y="179"/>
                    <a:pt x="77" y="179"/>
                  </a:cubicBezTo>
                  <a:cubicBezTo>
                    <a:pt x="77" y="180"/>
                    <a:pt x="77" y="180"/>
                    <a:pt x="77" y="180"/>
                  </a:cubicBezTo>
                  <a:cubicBezTo>
                    <a:pt x="77" y="180"/>
                    <a:pt x="77" y="180"/>
                    <a:pt x="77" y="180"/>
                  </a:cubicBezTo>
                  <a:cubicBezTo>
                    <a:pt x="76" y="180"/>
                    <a:pt x="76" y="180"/>
                    <a:pt x="76" y="180"/>
                  </a:cubicBezTo>
                  <a:cubicBezTo>
                    <a:pt x="76" y="179"/>
                    <a:pt x="76" y="179"/>
                    <a:pt x="76" y="179"/>
                  </a:cubicBezTo>
                  <a:cubicBezTo>
                    <a:pt x="76" y="179"/>
                    <a:pt x="76" y="179"/>
                    <a:pt x="76" y="179"/>
                  </a:cubicBezTo>
                  <a:cubicBezTo>
                    <a:pt x="75" y="179"/>
                    <a:pt x="75" y="179"/>
                    <a:pt x="75" y="179"/>
                  </a:cubicBezTo>
                  <a:cubicBezTo>
                    <a:pt x="75" y="179"/>
                    <a:pt x="75" y="179"/>
                    <a:pt x="75" y="179"/>
                  </a:cubicBezTo>
                  <a:cubicBezTo>
                    <a:pt x="75" y="179"/>
                    <a:pt x="75" y="179"/>
                    <a:pt x="75" y="179"/>
                  </a:cubicBezTo>
                  <a:cubicBezTo>
                    <a:pt x="74" y="180"/>
                    <a:pt x="74" y="180"/>
                    <a:pt x="74" y="180"/>
                  </a:cubicBezTo>
                  <a:cubicBezTo>
                    <a:pt x="74" y="180"/>
                    <a:pt x="74" y="180"/>
                    <a:pt x="74" y="180"/>
                  </a:cubicBezTo>
                  <a:cubicBezTo>
                    <a:pt x="75" y="180"/>
                    <a:pt x="75" y="180"/>
                    <a:pt x="75" y="180"/>
                  </a:cubicBezTo>
                  <a:cubicBezTo>
                    <a:pt x="75" y="181"/>
                    <a:pt x="75" y="181"/>
                    <a:pt x="75" y="181"/>
                  </a:cubicBezTo>
                  <a:cubicBezTo>
                    <a:pt x="74" y="182"/>
                    <a:pt x="74" y="182"/>
                    <a:pt x="74" y="182"/>
                  </a:cubicBezTo>
                  <a:cubicBezTo>
                    <a:pt x="73" y="183"/>
                    <a:pt x="73" y="183"/>
                    <a:pt x="73" y="183"/>
                  </a:cubicBezTo>
                  <a:cubicBezTo>
                    <a:pt x="73" y="183"/>
                    <a:pt x="73" y="183"/>
                    <a:pt x="73" y="183"/>
                  </a:cubicBezTo>
                  <a:cubicBezTo>
                    <a:pt x="72" y="183"/>
                    <a:pt x="72" y="183"/>
                    <a:pt x="72" y="183"/>
                  </a:cubicBezTo>
                  <a:cubicBezTo>
                    <a:pt x="72" y="182"/>
                    <a:pt x="72" y="182"/>
                    <a:pt x="72" y="182"/>
                  </a:cubicBezTo>
                  <a:cubicBezTo>
                    <a:pt x="72" y="182"/>
                    <a:pt x="72" y="182"/>
                    <a:pt x="72" y="182"/>
                  </a:cubicBezTo>
                  <a:cubicBezTo>
                    <a:pt x="71" y="182"/>
                    <a:pt x="71" y="182"/>
                    <a:pt x="71" y="182"/>
                  </a:cubicBezTo>
                  <a:cubicBezTo>
                    <a:pt x="71" y="182"/>
                    <a:pt x="71" y="182"/>
                    <a:pt x="71" y="182"/>
                  </a:cubicBezTo>
                  <a:cubicBezTo>
                    <a:pt x="71" y="182"/>
                    <a:pt x="71" y="182"/>
                    <a:pt x="71" y="182"/>
                  </a:cubicBezTo>
                  <a:cubicBezTo>
                    <a:pt x="70" y="182"/>
                    <a:pt x="70" y="182"/>
                    <a:pt x="70" y="182"/>
                  </a:cubicBezTo>
                  <a:cubicBezTo>
                    <a:pt x="70" y="182"/>
                    <a:pt x="70" y="182"/>
                    <a:pt x="70" y="182"/>
                  </a:cubicBezTo>
                  <a:cubicBezTo>
                    <a:pt x="70" y="182"/>
                    <a:pt x="70" y="182"/>
                    <a:pt x="70" y="182"/>
                  </a:cubicBezTo>
                  <a:cubicBezTo>
                    <a:pt x="70" y="182"/>
                    <a:pt x="70" y="182"/>
                    <a:pt x="70" y="182"/>
                  </a:cubicBezTo>
                  <a:cubicBezTo>
                    <a:pt x="70" y="183"/>
                    <a:pt x="70" y="183"/>
                    <a:pt x="70" y="183"/>
                  </a:cubicBezTo>
                  <a:cubicBezTo>
                    <a:pt x="70" y="183"/>
                    <a:pt x="70" y="183"/>
                    <a:pt x="70" y="183"/>
                  </a:cubicBezTo>
                  <a:cubicBezTo>
                    <a:pt x="70" y="184"/>
                    <a:pt x="70" y="184"/>
                    <a:pt x="70" y="184"/>
                  </a:cubicBezTo>
                  <a:cubicBezTo>
                    <a:pt x="70" y="184"/>
                    <a:pt x="70" y="184"/>
                    <a:pt x="70" y="184"/>
                  </a:cubicBezTo>
                  <a:cubicBezTo>
                    <a:pt x="71" y="184"/>
                    <a:pt x="71" y="184"/>
                    <a:pt x="71" y="184"/>
                  </a:cubicBezTo>
                  <a:cubicBezTo>
                    <a:pt x="71" y="185"/>
                    <a:pt x="71" y="185"/>
                    <a:pt x="71" y="185"/>
                  </a:cubicBezTo>
                  <a:cubicBezTo>
                    <a:pt x="71" y="186"/>
                    <a:pt x="71" y="186"/>
                    <a:pt x="71" y="186"/>
                  </a:cubicBezTo>
                  <a:cubicBezTo>
                    <a:pt x="71" y="187"/>
                    <a:pt x="71" y="187"/>
                    <a:pt x="71" y="187"/>
                  </a:cubicBezTo>
                  <a:cubicBezTo>
                    <a:pt x="70" y="187"/>
                    <a:pt x="70" y="187"/>
                    <a:pt x="70" y="187"/>
                  </a:cubicBezTo>
                  <a:cubicBezTo>
                    <a:pt x="70" y="187"/>
                    <a:pt x="70" y="187"/>
                    <a:pt x="70" y="187"/>
                  </a:cubicBezTo>
                  <a:cubicBezTo>
                    <a:pt x="70" y="187"/>
                    <a:pt x="70" y="187"/>
                    <a:pt x="70" y="187"/>
                  </a:cubicBezTo>
                  <a:cubicBezTo>
                    <a:pt x="69" y="187"/>
                    <a:pt x="69" y="187"/>
                    <a:pt x="69" y="187"/>
                  </a:cubicBezTo>
                  <a:cubicBezTo>
                    <a:pt x="68" y="187"/>
                    <a:pt x="68" y="187"/>
                    <a:pt x="68" y="187"/>
                  </a:cubicBezTo>
                  <a:cubicBezTo>
                    <a:pt x="67" y="187"/>
                    <a:pt x="67" y="187"/>
                    <a:pt x="67" y="187"/>
                  </a:cubicBezTo>
                  <a:cubicBezTo>
                    <a:pt x="67" y="187"/>
                    <a:pt x="67" y="187"/>
                    <a:pt x="67" y="187"/>
                  </a:cubicBezTo>
                  <a:cubicBezTo>
                    <a:pt x="67" y="188"/>
                    <a:pt x="67" y="188"/>
                    <a:pt x="67" y="188"/>
                  </a:cubicBezTo>
                  <a:cubicBezTo>
                    <a:pt x="68" y="188"/>
                    <a:pt x="68" y="188"/>
                    <a:pt x="68" y="188"/>
                  </a:cubicBezTo>
                  <a:cubicBezTo>
                    <a:pt x="69" y="188"/>
                    <a:pt x="69" y="188"/>
                    <a:pt x="69" y="188"/>
                  </a:cubicBezTo>
                  <a:cubicBezTo>
                    <a:pt x="69" y="189"/>
                    <a:pt x="69" y="189"/>
                    <a:pt x="69" y="189"/>
                  </a:cubicBezTo>
                  <a:cubicBezTo>
                    <a:pt x="70" y="189"/>
                    <a:pt x="70" y="189"/>
                    <a:pt x="70" y="189"/>
                  </a:cubicBezTo>
                  <a:cubicBezTo>
                    <a:pt x="70" y="189"/>
                    <a:pt x="70" y="189"/>
                    <a:pt x="70" y="189"/>
                  </a:cubicBezTo>
                  <a:cubicBezTo>
                    <a:pt x="70" y="189"/>
                    <a:pt x="70" y="189"/>
                    <a:pt x="70" y="189"/>
                  </a:cubicBezTo>
                  <a:cubicBezTo>
                    <a:pt x="70" y="189"/>
                    <a:pt x="70" y="189"/>
                    <a:pt x="70" y="189"/>
                  </a:cubicBezTo>
                  <a:cubicBezTo>
                    <a:pt x="70" y="190"/>
                    <a:pt x="70" y="190"/>
                    <a:pt x="70" y="190"/>
                  </a:cubicBezTo>
                  <a:cubicBezTo>
                    <a:pt x="70" y="190"/>
                    <a:pt x="70" y="190"/>
                    <a:pt x="70" y="190"/>
                  </a:cubicBezTo>
                  <a:cubicBezTo>
                    <a:pt x="69" y="190"/>
                    <a:pt x="69" y="190"/>
                    <a:pt x="69" y="190"/>
                  </a:cubicBezTo>
                  <a:cubicBezTo>
                    <a:pt x="69" y="190"/>
                    <a:pt x="69" y="190"/>
                    <a:pt x="69" y="190"/>
                  </a:cubicBezTo>
                  <a:cubicBezTo>
                    <a:pt x="70" y="190"/>
                    <a:pt x="70" y="190"/>
                    <a:pt x="70" y="190"/>
                  </a:cubicBezTo>
                  <a:cubicBezTo>
                    <a:pt x="70" y="191"/>
                    <a:pt x="70" y="191"/>
                    <a:pt x="70" y="191"/>
                  </a:cubicBezTo>
                  <a:cubicBezTo>
                    <a:pt x="70" y="191"/>
                    <a:pt x="70" y="191"/>
                    <a:pt x="70" y="191"/>
                  </a:cubicBezTo>
                  <a:cubicBezTo>
                    <a:pt x="70" y="192"/>
                    <a:pt x="70" y="192"/>
                    <a:pt x="70" y="192"/>
                  </a:cubicBezTo>
                  <a:cubicBezTo>
                    <a:pt x="70" y="192"/>
                    <a:pt x="70" y="192"/>
                    <a:pt x="70" y="192"/>
                  </a:cubicBezTo>
                  <a:cubicBezTo>
                    <a:pt x="69" y="192"/>
                    <a:pt x="69" y="192"/>
                    <a:pt x="69" y="192"/>
                  </a:cubicBezTo>
                  <a:cubicBezTo>
                    <a:pt x="69" y="192"/>
                    <a:pt x="69" y="192"/>
                    <a:pt x="69" y="192"/>
                  </a:cubicBezTo>
                  <a:cubicBezTo>
                    <a:pt x="68" y="191"/>
                    <a:pt x="68" y="191"/>
                    <a:pt x="68" y="191"/>
                  </a:cubicBezTo>
                  <a:cubicBezTo>
                    <a:pt x="68" y="191"/>
                    <a:pt x="68" y="191"/>
                    <a:pt x="68" y="191"/>
                  </a:cubicBezTo>
                  <a:cubicBezTo>
                    <a:pt x="67" y="191"/>
                    <a:pt x="67" y="191"/>
                    <a:pt x="67" y="191"/>
                  </a:cubicBezTo>
                  <a:cubicBezTo>
                    <a:pt x="67" y="191"/>
                    <a:pt x="67" y="191"/>
                    <a:pt x="67" y="191"/>
                  </a:cubicBezTo>
                  <a:cubicBezTo>
                    <a:pt x="66" y="190"/>
                    <a:pt x="66" y="190"/>
                    <a:pt x="66" y="190"/>
                  </a:cubicBezTo>
                  <a:cubicBezTo>
                    <a:pt x="66" y="191"/>
                    <a:pt x="66" y="191"/>
                    <a:pt x="66" y="191"/>
                  </a:cubicBezTo>
                  <a:cubicBezTo>
                    <a:pt x="66" y="191"/>
                    <a:pt x="66" y="191"/>
                    <a:pt x="66" y="191"/>
                  </a:cubicBezTo>
                  <a:cubicBezTo>
                    <a:pt x="67" y="191"/>
                    <a:pt x="67" y="191"/>
                    <a:pt x="67" y="191"/>
                  </a:cubicBezTo>
                  <a:cubicBezTo>
                    <a:pt x="67" y="191"/>
                    <a:pt x="67" y="191"/>
                    <a:pt x="67" y="191"/>
                  </a:cubicBezTo>
                  <a:cubicBezTo>
                    <a:pt x="68" y="192"/>
                    <a:pt x="68" y="192"/>
                    <a:pt x="68" y="192"/>
                  </a:cubicBezTo>
                  <a:cubicBezTo>
                    <a:pt x="69" y="192"/>
                    <a:pt x="69" y="192"/>
                    <a:pt x="69" y="192"/>
                  </a:cubicBezTo>
                  <a:cubicBezTo>
                    <a:pt x="69" y="192"/>
                    <a:pt x="69" y="192"/>
                    <a:pt x="69" y="192"/>
                  </a:cubicBezTo>
                  <a:cubicBezTo>
                    <a:pt x="69" y="193"/>
                    <a:pt x="69" y="193"/>
                    <a:pt x="69" y="193"/>
                  </a:cubicBezTo>
                  <a:cubicBezTo>
                    <a:pt x="69" y="193"/>
                    <a:pt x="69" y="193"/>
                    <a:pt x="69" y="193"/>
                  </a:cubicBezTo>
                  <a:cubicBezTo>
                    <a:pt x="68" y="193"/>
                    <a:pt x="68" y="193"/>
                    <a:pt x="68" y="193"/>
                  </a:cubicBezTo>
                  <a:cubicBezTo>
                    <a:pt x="68" y="193"/>
                    <a:pt x="68" y="193"/>
                    <a:pt x="68" y="193"/>
                  </a:cubicBezTo>
                  <a:cubicBezTo>
                    <a:pt x="68" y="194"/>
                    <a:pt x="68" y="194"/>
                    <a:pt x="68" y="194"/>
                  </a:cubicBezTo>
                  <a:cubicBezTo>
                    <a:pt x="67" y="193"/>
                    <a:pt x="67" y="193"/>
                    <a:pt x="67" y="193"/>
                  </a:cubicBezTo>
                  <a:cubicBezTo>
                    <a:pt x="66" y="193"/>
                    <a:pt x="66" y="193"/>
                    <a:pt x="66" y="193"/>
                  </a:cubicBezTo>
                  <a:cubicBezTo>
                    <a:pt x="66" y="192"/>
                    <a:pt x="66" y="192"/>
                    <a:pt x="66" y="192"/>
                  </a:cubicBezTo>
                  <a:cubicBezTo>
                    <a:pt x="65" y="192"/>
                    <a:pt x="65" y="192"/>
                    <a:pt x="65" y="192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5" y="194"/>
                    <a:pt x="65" y="194"/>
                    <a:pt x="65" y="194"/>
                  </a:cubicBezTo>
                  <a:cubicBezTo>
                    <a:pt x="65" y="194"/>
                    <a:pt x="65" y="194"/>
                    <a:pt x="65" y="194"/>
                  </a:cubicBezTo>
                  <a:cubicBezTo>
                    <a:pt x="66" y="194"/>
                    <a:pt x="66" y="194"/>
                    <a:pt x="66" y="194"/>
                  </a:cubicBezTo>
                  <a:cubicBezTo>
                    <a:pt x="66" y="195"/>
                    <a:pt x="66" y="195"/>
                    <a:pt x="66" y="195"/>
                  </a:cubicBezTo>
                  <a:cubicBezTo>
                    <a:pt x="66" y="195"/>
                    <a:pt x="66" y="195"/>
                    <a:pt x="66" y="195"/>
                  </a:cubicBezTo>
                  <a:cubicBezTo>
                    <a:pt x="66" y="195"/>
                    <a:pt x="66" y="195"/>
                    <a:pt x="66" y="195"/>
                  </a:cubicBezTo>
                  <a:cubicBezTo>
                    <a:pt x="66" y="195"/>
                    <a:pt x="66" y="195"/>
                    <a:pt x="66" y="195"/>
                  </a:cubicBezTo>
                  <a:cubicBezTo>
                    <a:pt x="65" y="195"/>
                    <a:pt x="65" y="195"/>
                    <a:pt x="65" y="195"/>
                  </a:cubicBezTo>
                  <a:cubicBezTo>
                    <a:pt x="64" y="194"/>
                    <a:pt x="64" y="194"/>
                    <a:pt x="64" y="194"/>
                  </a:cubicBezTo>
                  <a:cubicBezTo>
                    <a:pt x="64" y="194"/>
                    <a:pt x="64" y="194"/>
                    <a:pt x="64" y="194"/>
                  </a:cubicBezTo>
                  <a:cubicBezTo>
                    <a:pt x="64" y="194"/>
                    <a:pt x="64" y="194"/>
                    <a:pt x="64" y="194"/>
                  </a:cubicBezTo>
                  <a:cubicBezTo>
                    <a:pt x="64" y="195"/>
                    <a:pt x="64" y="195"/>
                    <a:pt x="64" y="195"/>
                  </a:cubicBezTo>
                  <a:cubicBezTo>
                    <a:pt x="65" y="195"/>
                    <a:pt x="65" y="195"/>
                    <a:pt x="65" y="195"/>
                  </a:cubicBezTo>
                  <a:cubicBezTo>
                    <a:pt x="65" y="195"/>
                    <a:pt x="65" y="195"/>
                    <a:pt x="65" y="195"/>
                  </a:cubicBezTo>
                  <a:cubicBezTo>
                    <a:pt x="66" y="196"/>
                    <a:pt x="66" y="196"/>
                    <a:pt x="66" y="196"/>
                  </a:cubicBezTo>
                  <a:cubicBezTo>
                    <a:pt x="66" y="196"/>
                    <a:pt x="66" y="196"/>
                    <a:pt x="66" y="196"/>
                  </a:cubicBezTo>
                  <a:cubicBezTo>
                    <a:pt x="65" y="196"/>
                    <a:pt x="65" y="196"/>
                    <a:pt x="65" y="196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4" y="196"/>
                    <a:pt x="64" y="196"/>
                    <a:pt x="64" y="196"/>
                  </a:cubicBezTo>
                  <a:cubicBezTo>
                    <a:pt x="64" y="195"/>
                    <a:pt x="64" y="195"/>
                    <a:pt x="64" y="195"/>
                  </a:cubicBezTo>
                  <a:cubicBezTo>
                    <a:pt x="63" y="195"/>
                    <a:pt x="63" y="195"/>
                    <a:pt x="63" y="195"/>
                  </a:cubicBezTo>
                  <a:cubicBezTo>
                    <a:pt x="63" y="195"/>
                    <a:pt x="63" y="195"/>
                    <a:pt x="63" y="195"/>
                  </a:cubicBezTo>
                  <a:cubicBezTo>
                    <a:pt x="63" y="195"/>
                    <a:pt x="63" y="195"/>
                    <a:pt x="63" y="195"/>
                  </a:cubicBezTo>
                  <a:cubicBezTo>
                    <a:pt x="63" y="195"/>
                    <a:pt x="63" y="195"/>
                    <a:pt x="63" y="195"/>
                  </a:cubicBezTo>
                  <a:cubicBezTo>
                    <a:pt x="63" y="196"/>
                    <a:pt x="63" y="196"/>
                    <a:pt x="63" y="196"/>
                  </a:cubicBezTo>
                  <a:cubicBezTo>
                    <a:pt x="63" y="196"/>
                    <a:pt x="63" y="196"/>
                    <a:pt x="63" y="196"/>
                  </a:cubicBezTo>
                  <a:cubicBezTo>
                    <a:pt x="63" y="197"/>
                    <a:pt x="63" y="197"/>
                    <a:pt x="63" y="197"/>
                  </a:cubicBezTo>
                  <a:cubicBezTo>
                    <a:pt x="63" y="197"/>
                    <a:pt x="63" y="197"/>
                    <a:pt x="63" y="197"/>
                  </a:cubicBezTo>
                  <a:cubicBezTo>
                    <a:pt x="65" y="197"/>
                    <a:pt x="65" y="197"/>
                    <a:pt x="65" y="197"/>
                  </a:cubicBezTo>
                  <a:cubicBezTo>
                    <a:pt x="65" y="197"/>
                    <a:pt x="65" y="197"/>
                    <a:pt x="65" y="197"/>
                  </a:cubicBezTo>
                  <a:cubicBezTo>
                    <a:pt x="65" y="197"/>
                    <a:pt x="65" y="197"/>
                    <a:pt x="65" y="197"/>
                  </a:cubicBezTo>
                  <a:cubicBezTo>
                    <a:pt x="65" y="198"/>
                    <a:pt x="65" y="198"/>
                    <a:pt x="65" y="198"/>
                  </a:cubicBezTo>
                  <a:cubicBezTo>
                    <a:pt x="65" y="198"/>
                    <a:pt x="65" y="198"/>
                    <a:pt x="65" y="198"/>
                  </a:cubicBezTo>
                  <a:cubicBezTo>
                    <a:pt x="65" y="198"/>
                    <a:pt x="65" y="198"/>
                    <a:pt x="65" y="198"/>
                  </a:cubicBezTo>
                  <a:cubicBezTo>
                    <a:pt x="64" y="198"/>
                    <a:pt x="64" y="198"/>
                    <a:pt x="64" y="198"/>
                  </a:cubicBezTo>
                  <a:cubicBezTo>
                    <a:pt x="64" y="198"/>
                    <a:pt x="64" y="198"/>
                    <a:pt x="64" y="198"/>
                  </a:cubicBezTo>
                  <a:cubicBezTo>
                    <a:pt x="63" y="198"/>
                    <a:pt x="63" y="198"/>
                    <a:pt x="63" y="198"/>
                  </a:cubicBezTo>
                  <a:cubicBezTo>
                    <a:pt x="62" y="198"/>
                    <a:pt x="62" y="198"/>
                    <a:pt x="62" y="198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197"/>
                    <a:pt x="62" y="197"/>
                    <a:pt x="62" y="197"/>
                  </a:cubicBezTo>
                  <a:cubicBezTo>
                    <a:pt x="62" y="198"/>
                    <a:pt x="62" y="198"/>
                    <a:pt x="62" y="198"/>
                  </a:cubicBezTo>
                  <a:cubicBezTo>
                    <a:pt x="61" y="198"/>
                    <a:pt x="61" y="198"/>
                    <a:pt x="61" y="198"/>
                  </a:cubicBezTo>
                  <a:cubicBezTo>
                    <a:pt x="61" y="198"/>
                    <a:pt x="61" y="198"/>
                    <a:pt x="61" y="198"/>
                  </a:cubicBezTo>
                  <a:cubicBezTo>
                    <a:pt x="60" y="198"/>
                    <a:pt x="60" y="198"/>
                    <a:pt x="60" y="198"/>
                  </a:cubicBezTo>
                  <a:cubicBezTo>
                    <a:pt x="60" y="198"/>
                    <a:pt x="60" y="198"/>
                    <a:pt x="60" y="198"/>
                  </a:cubicBezTo>
                  <a:cubicBezTo>
                    <a:pt x="60" y="198"/>
                    <a:pt x="60" y="198"/>
                    <a:pt x="60" y="198"/>
                  </a:cubicBezTo>
                  <a:cubicBezTo>
                    <a:pt x="59" y="198"/>
                    <a:pt x="59" y="198"/>
                    <a:pt x="59" y="198"/>
                  </a:cubicBezTo>
                  <a:cubicBezTo>
                    <a:pt x="59" y="198"/>
                    <a:pt x="59" y="198"/>
                    <a:pt x="59" y="198"/>
                  </a:cubicBezTo>
                  <a:cubicBezTo>
                    <a:pt x="59" y="199"/>
                    <a:pt x="59" y="199"/>
                    <a:pt x="59" y="199"/>
                  </a:cubicBezTo>
                  <a:cubicBezTo>
                    <a:pt x="61" y="199"/>
                    <a:pt x="61" y="199"/>
                    <a:pt x="61" y="199"/>
                  </a:cubicBezTo>
                  <a:cubicBezTo>
                    <a:pt x="62" y="199"/>
                    <a:pt x="62" y="199"/>
                    <a:pt x="62" y="199"/>
                  </a:cubicBezTo>
                  <a:cubicBezTo>
                    <a:pt x="62" y="200"/>
                    <a:pt x="62" y="200"/>
                    <a:pt x="62" y="200"/>
                  </a:cubicBezTo>
                  <a:cubicBezTo>
                    <a:pt x="62" y="201"/>
                    <a:pt x="62" y="201"/>
                    <a:pt x="62" y="201"/>
                  </a:cubicBezTo>
                  <a:cubicBezTo>
                    <a:pt x="62" y="201"/>
                    <a:pt x="62" y="201"/>
                    <a:pt x="62" y="201"/>
                  </a:cubicBezTo>
                  <a:cubicBezTo>
                    <a:pt x="62" y="201"/>
                    <a:pt x="62" y="201"/>
                    <a:pt x="62" y="201"/>
                  </a:cubicBezTo>
                  <a:cubicBezTo>
                    <a:pt x="61" y="201"/>
                    <a:pt x="61" y="201"/>
                    <a:pt x="61" y="201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59" y="200"/>
                    <a:pt x="59" y="200"/>
                    <a:pt x="59" y="200"/>
                  </a:cubicBezTo>
                  <a:cubicBezTo>
                    <a:pt x="59" y="200"/>
                    <a:pt x="59" y="200"/>
                    <a:pt x="59" y="200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0" y="200"/>
                    <a:pt x="60" y="200"/>
                    <a:pt x="60" y="200"/>
                  </a:cubicBezTo>
                  <a:cubicBezTo>
                    <a:pt x="61" y="201"/>
                    <a:pt x="61" y="201"/>
                    <a:pt x="61" y="201"/>
                  </a:cubicBezTo>
                  <a:cubicBezTo>
                    <a:pt x="62" y="202"/>
                    <a:pt x="62" y="202"/>
                    <a:pt x="62" y="202"/>
                  </a:cubicBezTo>
                  <a:cubicBezTo>
                    <a:pt x="62" y="202"/>
                    <a:pt x="62" y="202"/>
                    <a:pt x="62" y="202"/>
                  </a:cubicBezTo>
                  <a:cubicBezTo>
                    <a:pt x="61" y="203"/>
                    <a:pt x="61" y="203"/>
                    <a:pt x="61" y="203"/>
                  </a:cubicBezTo>
                  <a:cubicBezTo>
                    <a:pt x="62" y="203"/>
                    <a:pt x="62" y="203"/>
                    <a:pt x="62" y="203"/>
                  </a:cubicBezTo>
                  <a:cubicBezTo>
                    <a:pt x="62" y="203"/>
                    <a:pt x="62" y="203"/>
                    <a:pt x="62" y="203"/>
                  </a:cubicBezTo>
                  <a:cubicBezTo>
                    <a:pt x="61" y="204"/>
                    <a:pt x="61" y="204"/>
                    <a:pt x="61" y="204"/>
                  </a:cubicBezTo>
                  <a:cubicBezTo>
                    <a:pt x="61" y="204"/>
                    <a:pt x="61" y="204"/>
                    <a:pt x="61" y="204"/>
                  </a:cubicBezTo>
                  <a:cubicBezTo>
                    <a:pt x="61" y="205"/>
                    <a:pt x="61" y="205"/>
                    <a:pt x="61" y="205"/>
                  </a:cubicBezTo>
                  <a:cubicBezTo>
                    <a:pt x="60" y="205"/>
                    <a:pt x="60" y="205"/>
                    <a:pt x="60" y="205"/>
                  </a:cubicBezTo>
                  <a:cubicBezTo>
                    <a:pt x="60" y="205"/>
                    <a:pt x="60" y="205"/>
                    <a:pt x="60" y="205"/>
                  </a:cubicBezTo>
                  <a:cubicBezTo>
                    <a:pt x="59" y="204"/>
                    <a:pt x="59" y="204"/>
                    <a:pt x="59" y="204"/>
                  </a:cubicBezTo>
                  <a:cubicBezTo>
                    <a:pt x="59" y="204"/>
                    <a:pt x="59" y="204"/>
                    <a:pt x="59" y="204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59" y="204"/>
                    <a:pt x="59" y="204"/>
                    <a:pt x="59" y="204"/>
                  </a:cubicBezTo>
                  <a:cubicBezTo>
                    <a:pt x="59" y="205"/>
                    <a:pt x="59" y="205"/>
                    <a:pt x="59" y="205"/>
                  </a:cubicBezTo>
                  <a:cubicBezTo>
                    <a:pt x="60" y="205"/>
                    <a:pt x="60" y="205"/>
                    <a:pt x="60" y="205"/>
                  </a:cubicBezTo>
                  <a:cubicBezTo>
                    <a:pt x="60" y="205"/>
                    <a:pt x="60" y="205"/>
                    <a:pt x="60" y="205"/>
                  </a:cubicBezTo>
                  <a:cubicBezTo>
                    <a:pt x="60" y="206"/>
                    <a:pt x="60" y="206"/>
                    <a:pt x="60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5"/>
                    <a:pt x="59" y="205"/>
                    <a:pt x="59" y="205"/>
                  </a:cubicBezTo>
                  <a:cubicBezTo>
                    <a:pt x="59" y="205"/>
                    <a:pt x="59" y="205"/>
                    <a:pt x="59" y="205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8"/>
                    <a:pt x="58" y="208"/>
                    <a:pt x="58" y="208"/>
                  </a:cubicBezTo>
                  <a:cubicBezTo>
                    <a:pt x="58" y="208"/>
                    <a:pt x="58" y="208"/>
                    <a:pt x="58" y="208"/>
                  </a:cubicBezTo>
                  <a:cubicBezTo>
                    <a:pt x="58" y="208"/>
                    <a:pt x="58" y="208"/>
                    <a:pt x="58" y="208"/>
                  </a:cubicBezTo>
                  <a:cubicBezTo>
                    <a:pt x="57" y="208"/>
                    <a:pt x="57" y="208"/>
                    <a:pt x="57" y="208"/>
                  </a:cubicBezTo>
                  <a:cubicBezTo>
                    <a:pt x="56" y="208"/>
                    <a:pt x="56" y="208"/>
                    <a:pt x="56" y="208"/>
                  </a:cubicBezTo>
                  <a:cubicBezTo>
                    <a:pt x="56" y="208"/>
                    <a:pt x="56" y="208"/>
                    <a:pt x="56" y="208"/>
                  </a:cubicBezTo>
                  <a:cubicBezTo>
                    <a:pt x="56" y="208"/>
                    <a:pt x="56" y="208"/>
                    <a:pt x="56" y="208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8" y="209"/>
                    <a:pt x="58" y="209"/>
                    <a:pt x="58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10"/>
                    <a:pt x="59" y="210"/>
                    <a:pt x="59" y="210"/>
                  </a:cubicBezTo>
                  <a:cubicBezTo>
                    <a:pt x="58" y="210"/>
                    <a:pt x="58" y="210"/>
                    <a:pt x="58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6" y="210"/>
                    <a:pt x="56" y="210"/>
                    <a:pt x="56" y="210"/>
                  </a:cubicBezTo>
                  <a:cubicBezTo>
                    <a:pt x="56" y="210"/>
                    <a:pt x="56" y="210"/>
                    <a:pt x="56" y="210"/>
                  </a:cubicBezTo>
                  <a:cubicBezTo>
                    <a:pt x="55" y="210"/>
                    <a:pt x="55" y="210"/>
                    <a:pt x="55" y="210"/>
                  </a:cubicBezTo>
                  <a:cubicBezTo>
                    <a:pt x="56" y="210"/>
                    <a:pt x="56" y="210"/>
                    <a:pt x="56" y="210"/>
                  </a:cubicBezTo>
                  <a:cubicBezTo>
                    <a:pt x="57" y="210"/>
                    <a:pt x="57" y="210"/>
                    <a:pt x="57" y="210"/>
                  </a:cubicBezTo>
                  <a:cubicBezTo>
                    <a:pt x="57" y="211"/>
                    <a:pt x="57" y="211"/>
                    <a:pt x="57" y="211"/>
                  </a:cubicBezTo>
                  <a:cubicBezTo>
                    <a:pt x="57" y="211"/>
                    <a:pt x="57" y="211"/>
                    <a:pt x="57" y="211"/>
                  </a:cubicBezTo>
                  <a:cubicBezTo>
                    <a:pt x="56" y="211"/>
                    <a:pt x="56" y="211"/>
                    <a:pt x="56" y="211"/>
                  </a:cubicBezTo>
                  <a:cubicBezTo>
                    <a:pt x="56" y="211"/>
                    <a:pt x="56" y="211"/>
                    <a:pt x="56" y="211"/>
                  </a:cubicBezTo>
                  <a:cubicBezTo>
                    <a:pt x="57" y="211"/>
                    <a:pt x="57" y="211"/>
                    <a:pt x="57" y="211"/>
                  </a:cubicBezTo>
                  <a:cubicBezTo>
                    <a:pt x="58" y="211"/>
                    <a:pt x="58" y="211"/>
                    <a:pt x="58" y="211"/>
                  </a:cubicBezTo>
                  <a:cubicBezTo>
                    <a:pt x="58" y="212"/>
                    <a:pt x="58" y="212"/>
                    <a:pt x="58" y="212"/>
                  </a:cubicBezTo>
                  <a:cubicBezTo>
                    <a:pt x="57" y="212"/>
                    <a:pt x="57" y="212"/>
                    <a:pt x="57" y="212"/>
                  </a:cubicBezTo>
                  <a:cubicBezTo>
                    <a:pt x="56" y="212"/>
                    <a:pt x="56" y="212"/>
                    <a:pt x="56" y="212"/>
                  </a:cubicBezTo>
                  <a:cubicBezTo>
                    <a:pt x="56" y="212"/>
                    <a:pt x="56" y="212"/>
                    <a:pt x="56" y="212"/>
                  </a:cubicBezTo>
                  <a:cubicBezTo>
                    <a:pt x="56" y="212"/>
                    <a:pt x="56" y="212"/>
                    <a:pt x="56" y="212"/>
                  </a:cubicBezTo>
                  <a:cubicBezTo>
                    <a:pt x="56" y="212"/>
                    <a:pt x="56" y="212"/>
                    <a:pt x="56" y="212"/>
                  </a:cubicBezTo>
                  <a:cubicBezTo>
                    <a:pt x="57" y="212"/>
                    <a:pt x="57" y="212"/>
                    <a:pt x="57" y="212"/>
                  </a:cubicBezTo>
                  <a:cubicBezTo>
                    <a:pt x="58" y="212"/>
                    <a:pt x="58" y="212"/>
                    <a:pt x="58" y="212"/>
                  </a:cubicBezTo>
                  <a:cubicBezTo>
                    <a:pt x="58" y="213"/>
                    <a:pt x="58" y="213"/>
                    <a:pt x="58" y="213"/>
                  </a:cubicBezTo>
                  <a:cubicBezTo>
                    <a:pt x="57" y="213"/>
                    <a:pt x="57" y="213"/>
                    <a:pt x="57" y="213"/>
                  </a:cubicBezTo>
                  <a:cubicBezTo>
                    <a:pt x="56" y="213"/>
                    <a:pt x="56" y="213"/>
                    <a:pt x="56" y="213"/>
                  </a:cubicBezTo>
                  <a:cubicBezTo>
                    <a:pt x="56" y="213"/>
                    <a:pt x="56" y="213"/>
                    <a:pt x="56" y="21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5" y="212"/>
                    <a:pt x="55" y="212"/>
                    <a:pt x="55" y="212"/>
                  </a:cubicBezTo>
                  <a:cubicBezTo>
                    <a:pt x="54" y="212"/>
                    <a:pt x="54" y="212"/>
                    <a:pt x="54" y="212"/>
                  </a:cubicBezTo>
                  <a:cubicBezTo>
                    <a:pt x="54" y="212"/>
                    <a:pt x="54" y="212"/>
                    <a:pt x="54" y="212"/>
                  </a:cubicBezTo>
                  <a:cubicBezTo>
                    <a:pt x="54" y="212"/>
                    <a:pt x="54" y="212"/>
                    <a:pt x="54" y="212"/>
                  </a:cubicBezTo>
                  <a:cubicBezTo>
                    <a:pt x="53" y="212"/>
                    <a:pt x="53" y="212"/>
                    <a:pt x="53" y="212"/>
                  </a:cubicBezTo>
                  <a:cubicBezTo>
                    <a:pt x="53" y="212"/>
                    <a:pt x="53" y="212"/>
                    <a:pt x="53" y="212"/>
                  </a:cubicBezTo>
                  <a:cubicBezTo>
                    <a:pt x="53" y="213"/>
                    <a:pt x="53" y="213"/>
                    <a:pt x="53" y="21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5" y="214"/>
                    <a:pt x="55" y="214"/>
                    <a:pt x="55" y="214"/>
                  </a:cubicBezTo>
                  <a:cubicBezTo>
                    <a:pt x="56" y="214"/>
                    <a:pt x="56" y="214"/>
                    <a:pt x="56" y="214"/>
                  </a:cubicBezTo>
                  <a:cubicBezTo>
                    <a:pt x="56" y="215"/>
                    <a:pt x="56" y="215"/>
                    <a:pt x="56" y="215"/>
                  </a:cubicBezTo>
                  <a:cubicBezTo>
                    <a:pt x="57" y="215"/>
                    <a:pt x="57" y="215"/>
                    <a:pt x="57" y="215"/>
                  </a:cubicBezTo>
                  <a:cubicBezTo>
                    <a:pt x="57" y="215"/>
                    <a:pt x="57" y="215"/>
                    <a:pt x="57" y="215"/>
                  </a:cubicBezTo>
                  <a:cubicBezTo>
                    <a:pt x="56" y="215"/>
                    <a:pt x="56" y="215"/>
                    <a:pt x="56" y="215"/>
                  </a:cubicBezTo>
                  <a:cubicBezTo>
                    <a:pt x="56" y="215"/>
                    <a:pt x="56" y="215"/>
                    <a:pt x="56" y="215"/>
                  </a:cubicBezTo>
                  <a:cubicBezTo>
                    <a:pt x="56" y="216"/>
                    <a:pt x="56" y="216"/>
                    <a:pt x="56" y="216"/>
                  </a:cubicBezTo>
                  <a:cubicBezTo>
                    <a:pt x="55" y="216"/>
                    <a:pt x="55" y="216"/>
                    <a:pt x="55" y="216"/>
                  </a:cubicBezTo>
                  <a:close/>
                  <a:moveTo>
                    <a:pt x="54" y="216"/>
                  </a:moveTo>
                  <a:cubicBezTo>
                    <a:pt x="53" y="215"/>
                    <a:pt x="53" y="215"/>
                    <a:pt x="53" y="215"/>
                  </a:cubicBezTo>
                  <a:cubicBezTo>
                    <a:pt x="52" y="215"/>
                    <a:pt x="52" y="215"/>
                    <a:pt x="52" y="215"/>
                  </a:cubicBezTo>
                  <a:cubicBezTo>
                    <a:pt x="52" y="215"/>
                    <a:pt x="52" y="215"/>
                    <a:pt x="52" y="215"/>
                  </a:cubicBezTo>
                  <a:cubicBezTo>
                    <a:pt x="53" y="216"/>
                    <a:pt x="53" y="216"/>
                    <a:pt x="53" y="216"/>
                  </a:cubicBezTo>
                  <a:cubicBezTo>
                    <a:pt x="54" y="216"/>
                    <a:pt x="54" y="216"/>
                    <a:pt x="54" y="216"/>
                  </a:cubicBezTo>
                  <a:cubicBezTo>
                    <a:pt x="54" y="216"/>
                    <a:pt x="54" y="216"/>
                    <a:pt x="54" y="216"/>
                  </a:cubicBezTo>
                  <a:close/>
                  <a:moveTo>
                    <a:pt x="124" y="146"/>
                  </a:moveTo>
                  <a:cubicBezTo>
                    <a:pt x="124" y="146"/>
                    <a:pt x="124" y="146"/>
                    <a:pt x="124" y="146"/>
                  </a:cubicBezTo>
                  <a:cubicBezTo>
                    <a:pt x="125" y="146"/>
                    <a:pt x="125" y="146"/>
                    <a:pt x="125" y="146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9" y="146"/>
                    <a:pt x="129" y="146"/>
                    <a:pt x="129" y="146"/>
                  </a:cubicBezTo>
                  <a:cubicBezTo>
                    <a:pt x="129" y="145"/>
                    <a:pt x="129" y="145"/>
                    <a:pt x="129" y="145"/>
                  </a:cubicBezTo>
                  <a:cubicBezTo>
                    <a:pt x="130" y="145"/>
                    <a:pt x="130" y="145"/>
                    <a:pt x="130" y="145"/>
                  </a:cubicBezTo>
                  <a:cubicBezTo>
                    <a:pt x="131" y="146"/>
                    <a:pt x="131" y="146"/>
                    <a:pt x="131" y="146"/>
                  </a:cubicBezTo>
                  <a:cubicBezTo>
                    <a:pt x="132" y="145"/>
                    <a:pt x="132" y="145"/>
                    <a:pt x="132" y="145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3"/>
                    <a:pt x="134" y="143"/>
                    <a:pt x="134" y="143"/>
                  </a:cubicBezTo>
                  <a:cubicBezTo>
                    <a:pt x="133" y="142"/>
                    <a:pt x="133" y="142"/>
                    <a:pt x="133" y="142"/>
                  </a:cubicBezTo>
                  <a:cubicBezTo>
                    <a:pt x="133" y="141"/>
                    <a:pt x="133" y="141"/>
                    <a:pt x="133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0" y="142"/>
                    <a:pt x="130" y="142"/>
                    <a:pt x="130" y="142"/>
                  </a:cubicBezTo>
                  <a:cubicBezTo>
                    <a:pt x="127" y="143"/>
                    <a:pt x="127" y="143"/>
                    <a:pt x="127" y="143"/>
                  </a:cubicBezTo>
                  <a:cubicBezTo>
                    <a:pt x="127" y="143"/>
                    <a:pt x="127" y="143"/>
                    <a:pt x="127" y="143"/>
                  </a:cubicBezTo>
                  <a:cubicBezTo>
                    <a:pt x="126" y="144"/>
                    <a:pt x="126" y="144"/>
                    <a:pt x="126" y="144"/>
                  </a:cubicBezTo>
                  <a:cubicBezTo>
                    <a:pt x="125" y="145"/>
                    <a:pt x="125" y="145"/>
                    <a:pt x="125" y="145"/>
                  </a:cubicBezTo>
                  <a:cubicBezTo>
                    <a:pt x="124" y="145"/>
                    <a:pt x="124" y="145"/>
                    <a:pt x="124" y="145"/>
                  </a:cubicBezTo>
                  <a:cubicBezTo>
                    <a:pt x="124" y="145"/>
                    <a:pt x="124" y="145"/>
                    <a:pt x="124" y="145"/>
                  </a:cubicBezTo>
                  <a:cubicBezTo>
                    <a:pt x="124" y="146"/>
                    <a:pt x="124" y="146"/>
                    <a:pt x="124" y="146"/>
                  </a:cubicBezTo>
                  <a:close/>
                  <a:moveTo>
                    <a:pt x="57" y="211"/>
                  </a:moveTo>
                  <a:cubicBezTo>
                    <a:pt x="58" y="211"/>
                    <a:pt x="58" y="211"/>
                    <a:pt x="58" y="211"/>
                  </a:cubicBezTo>
                  <a:cubicBezTo>
                    <a:pt x="58" y="211"/>
                    <a:pt x="58" y="211"/>
                    <a:pt x="58" y="211"/>
                  </a:cubicBezTo>
                  <a:cubicBezTo>
                    <a:pt x="58" y="210"/>
                    <a:pt x="58" y="210"/>
                    <a:pt x="58" y="210"/>
                  </a:cubicBezTo>
                  <a:cubicBezTo>
                    <a:pt x="58" y="210"/>
                    <a:pt x="58" y="210"/>
                    <a:pt x="58" y="210"/>
                  </a:cubicBezTo>
                  <a:cubicBezTo>
                    <a:pt x="57" y="211"/>
                    <a:pt x="57" y="211"/>
                    <a:pt x="57" y="211"/>
                  </a:cubicBezTo>
                  <a:close/>
                  <a:moveTo>
                    <a:pt x="62" y="203"/>
                  </a:moveTo>
                  <a:cubicBezTo>
                    <a:pt x="62" y="203"/>
                    <a:pt x="62" y="203"/>
                    <a:pt x="62" y="203"/>
                  </a:cubicBezTo>
                  <a:cubicBezTo>
                    <a:pt x="62" y="202"/>
                    <a:pt x="62" y="202"/>
                    <a:pt x="62" y="202"/>
                  </a:cubicBezTo>
                  <a:cubicBezTo>
                    <a:pt x="62" y="203"/>
                    <a:pt x="62" y="203"/>
                    <a:pt x="62" y="203"/>
                  </a:cubicBezTo>
                  <a:close/>
                  <a:moveTo>
                    <a:pt x="62" y="202"/>
                  </a:moveTo>
                  <a:cubicBezTo>
                    <a:pt x="62" y="202"/>
                    <a:pt x="62" y="202"/>
                    <a:pt x="62" y="202"/>
                  </a:cubicBezTo>
                  <a:cubicBezTo>
                    <a:pt x="63" y="202"/>
                    <a:pt x="63" y="202"/>
                    <a:pt x="63" y="202"/>
                  </a:cubicBezTo>
                  <a:cubicBezTo>
                    <a:pt x="63" y="201"/>
                    <a:pt x="63" y="201"/>
                    <a:pt x="63" y="201"/>
                  </a:cubicBezTo>
                  <a:cubicBezTo>
                    <a:pt x="62" y="202"/>
                    <a:pt x="62" y="202"/>
                    <a:pt x="62" y="202"/>
                  </a:cubicBezTo>
                  <a:close/>
                  <a:moveTo>
                    <a:pt x="63" y="200"/>
                  </a:moveTo>
                  <a:cubicBezTo>
                    <a:pt x="63" y="200"/>
                    <a:pt x="63" y="200"/>
                    <a:pt x="63" y="200"/>
                  </a:cubicBezTo>
                  <a:cubicBezTo>
                    <a:pt x="63" y="200"/>
                    <a:pt x="63" y="200"/>
                    <a:pt x="63" y="200"/>
                  </a:cubicBezTo>
                  <a:cubicBezTo>
                    <a:pt x="63" y="200"/>
                    <a:pt x="63" y="200"/>
                    <a:pt x="63" y="200"/>
                  </a:cubicBezTo>
                  <a:cubicBezTo>
                    <a:pt x="63" y="200"/>
                    <a:pt x="63" y="200"/>
                    <a:pt x="63" y="200"/>
                  </a:cubicBezTo>
                  <a:cubicBezTo>
                    <a:pt x="63" y="200"/>
                    <a:pt x="63" y="200"/>
                    <a:pt x="63" y="200"/>
                  </a:cubicBezTo>
                  <a:close/>
                  <a:moveTo>
                    <a:pt x="62" y="198"/>
                  </a:moveTo>
                  <a:cubicBezTo>
                    <a:pt x="62" y="199"/>
                    <a:pt x="62" y="199"/>
                    <a:pt x="62" y="199"/>
                  </a:cubicBezTo>
                  <a:cubicBezTo>
                    <a:pt x="63" y="199"/>
                    <a:pt x="63" y="199"/>
                    <a:pt x="63" y="199"/>
                  </a:cubicBezTo>
                  <a:cubicBezTo>
                    <a:pt x="63" y="199"/>
                    <a:pt x="63" y="199"/>
                    <a:pt x="63" y="199"/>
                  </a:cubicBezTo>
                  <a:cubicBezTo>
                    <a:pt x="64" y="199"/>
                    <a:pt x="64" y="199"/>
                    <a:pt x="64" y="199"/>
                  </a:cubicBezTo>
                  <a:cubicBezTo>
                    <a:pt x="64" y="199"/>
                    <a:pt x="64" y="199"/>
                    <a:pt x="64" y="199"/>
                  </a:cubicBezTo>
                  <a:cubicBezTo>
                    <a:pt x="64" y="199"/>
                    <a:pt x="64" y="199"/>
                    <a:pt x="64" y="199"/>
                  </a:cubicBezTo>
                  <a:cubicBezTo>
                    <a:pt x="63" y="199"/>
                    <a:pt x="63" y="199"/>
                    <a:pt x="63" y="199"/>
                  </a:cubicBezTo>
                  <a:cubicBezTo>
                    <a:pt x="62" y="198"/>
                    <a:pt x="62" y="198"/>
                    <a:pt x="62" y="198"/>
                  </a:cubicBezTo>
                  <a:cubicBezTo>
                    <a:pt x="62" y="198"/>
                    <a:pt x="62" y="198"/>
                    <a:pt x="62" y="198"/>
                  </a:cubicBezTo>
                  <a:close/>
                  <a:moveTo>
                    <a:pt x="66" y="198"/>
                  </a:moveTo>
                  <a:cubicBezTo>
                    <a:pt x="66" y="198"/>
                    <a:pt x="66" y="198"/>
                    <a:pt x="66" y="198"/>
                  </a:cubicBezTo>
                  <a:cubicBezTo>
                    <a:pt x="66" y="197"/>
                    <a:pt x="66" y="197"/>
                    <a:pt x="66" y="197"/>
                  </a:cubicBezTo>
                  <a:cubicBezTo>
                    <a:pt x="66" y="197"/>
                    <a:pt x="66" y="197"/>
                    <a:pt x="66" y="197"/>
                  </a:cubicBezTo>
                  <a:cubicBezTo>
                    <a:pt x="66" y="198"/>
                    <a:pt x="66" y="198"/>
                    <a:pt x="66" y="198"/>
                  </a:cubicBezTo>
                  <a:close/>
                  <a:moveTo>
                    <a:pt x="65" y="193"/>
                  </a:moveTo>
                  <a:cubicBezTo>
                    <a:pt x="65" y="193"/>
                    <a:pt x="65" y="193"/>
                    <a:pt x="65" y="193"/>
                  </a:cubicBezTo>
                  <a:cubicBezTo>
                    <a:pt x="66" y="194"/>
                    <a:pt x="66" y="194"/>
                    <a:pt x="66" y="194"/>
                  </a:cubicBezTo>
                  <a:cubicBezTo>
                    <a:pt x="67" y="194"/>
                    <a:pt x="67" y="194"/>
                    <a:pt x="67" y="194"/>
                  </a:cubicBezTo>
                  <a:cubicBezTo>
                    <a:pt x="67" y="195"/>
                    <a:pt x="67" y="195"/>
                    <a:pt x="67" y="195"/>
                  </a:cubicBezTo>
                  <a:cubicBezTo>
                    <a:pt x="67" y="194"/>
                    <a:pt x="67" y="194"/>
                    <a:pt x="67" y="194"/>
                  </a:cubicBezTo>
                  <a:cubicBezTo>
                    <a:pt x="67" y="194"/>
                    <a:pt x="67" y="194"/>
                    <a:pt x="67" y="194"/>
                  </a:cubicBezTo>
                  <a:cubicBezTo>
                    <a:pt x="66" y="194"/>
                    <a:pt x="66" y="194"/>
                    <a:pt x="66" y="194"/>
                  </a:cubicBezTo>
                  <a:cubicBezTo>
                    <a:pt x="66" y="193"/>
                    <a:pt x="66" y="193"/>
                    <a:pt x="66" y="193"/>
                  </a:cubicBezTo>
                  <a:cubicBezTo>
                    <a:pt x="65" y="193"/>
                    <a:pt x="65" y="193"/>
                    <a:pt x="65" y="193"/>
                  </a:cubicBezTo>
                  <a:close/>
                  <a:moveTo>
                    <a:pt x="71" y="184"/>
                  </a:moveTo>
                  <a:cubicBezTo>
                    <a:pt x="71" y="185"/>
                    <a:pt x="71" y="185"/>
                    <a:pt x="71" y="185"/>
                  </a:cubicBezTo>
                  <a:cubicBezTo>
                    <a:pt x="72" y="185"/>
                    <a:pt x="72" y="185"/>
                    <a:pt x="72" y="185"/>
                  </a:cubicBezTo>
                  <a:cubicBezTo>
                    <a:pt x="71" y="186"/>
                    <a:pt x="71" y="186"/>
                    <a:pt x="71" y="186"/>
                  </a:cubicBezTo>
                  <a:cubicBezTo>
                    <a:pt x="72" y="187"/>
                    <a:pt x="72" y="187"/>
                    <a:pt x="72" y="187"/>
                  </a:cubicBezTo>
                  <a:cubicBezTo>
                    <a:pt x="72" y="187"/>
                    <a:pt x="72" y="187"/>
                    <a:pt x="72" y="187"/>
                  </a:cubicBezTo>
                  <a:cubicBezTo>
                    <a:pt x="72" y="186"/>
                    <a:pt x="72" y="186"/>
                    <a:pt x="72" y="186"/>
                  </a:cubicBezTo>
                  <a:cubicBezTo>
                    <a:pt x="72" y="185"/>
                    <a:pt x="72" y="185"/>
                    <a:pt x="72" y="185"/>
                  </a:cubicBezTo>
                  <a:cubicBezTo>
                    <a:pt x="72" y="185"/>
                    <a:pt x="72" y="185"/>
                    <a:pt x="72" y="185"/>
                  </a:cubicBezTo>
                  <a:cubicBezTo>
                    <a:pt x="71" y="184"/>
                    <a:pt x="71" y="184"/>
                    <a:pt x="71" y="184"/>
                  </a:cubicBezTo>
                  <a:cubicBezTo>
                    <a:pt x="71" y="184"/>
                    <a:pt x="71" y="184"/>
                    <a:pt x="71" y="184"/>
                  </a:cubicBezTo>
                  <a:cubicBezTo>
                    <a:pt x="71" y="184"/>
                    <a:pt x="71" y="184"/>
                    <a:pt x="71" y="184"/>
                  </a:cubicBezTo>
                  <a:close/>
                  <a:moveTo>
                    <a:pt x="75" y="181"/>
                  </a:moveTo>
                  <a:cubicBezTo>
                    <a:pt x="75" y="182"/>
                    <a:pt x="75" y="182"/>
                    <a:pt x="75" y="182"/>
                  </a:cubicBezTo>
                  <a:cubicBezTo>
                    <a:pt x="76" y="182"/>
                    <a:pt x="76" y="182"/>
                    <a:pt x="76" y="182"/>
                  </a:cubicBezTo>
                  <a:cubicBezTo>
                    <a:pt x="76" y="182"/>
                    <a:pt x="76" y="182"/>
                    <a:pt x="76" y="182"/>
                  </a:cubicBezTo>
                  <a:cubicBezTo>
                    <a:pt x="76" y="181"/>
                    <a:pt x="76" y="181"/>
                    <a:pt x="76" y="181"/>
                  </a:cubicBezTo>
                  <a:cubicBezTo>
                    <a:pt x="75" y="181"/>
                    <a:pt x="75" y="181"/>
                    <a:pt x="75" y="181"/>
                  </a:cubicBezTo>
                  <a:close/>
                  <a:moveTo>
                    <a:pt x="76" y="181"/>
                  </a:moveTo>
                  <a:cubicBezTo>
                    <a:pt x="77" y="181"/>
                    <a:pt x="77" y="181"/>
                    <a:pt x="77" y="181"/>
                  </a:cubicBezTo>
                  <a:cubicBezTo>
                    <a:pt x="77" y="181"/>
                    <a:pt x="77" y="181"/>
                    <a:pt x="77" y="181"/>
                  </a:cubicBezTo>
                  <a:cubicBezTo>
                    <a:pt x="76" y="180"/>
                    <a:pt x="76" y="180"/>
                    <a:pt x="76" y="180"/>
                  </a:cubicBezTo>
                  <a:cubicBezTo>
                    <a:pt x="76" y="181"/>
                    <a:pt x="76" y="181"/>
                    <a:pt x="76" y="181"/>
                  </a:cubicBezTo>
                  <a:close/>
                  <a:moveTo>
                    <a:pt x="83" y="180"/>
                  </a:moveTo>
                  <a:cubicBezTo>
                    <a:pt x="84" y="180"/>
                    <a:pt x="84" y="180"/>
                    <a:pt x="84" y="180"/>
                  </a:cubicBezTo>
                  <a:cubicBezTo>
                    <a:pt x="85" y="180"/>
                    <a:pt x="85" y="180"/>
                    <a:pt x="85" y="180"/>
                  </a:cubicBezTo>
                  <a:cubicBezTo>
                    <a:pt x="85" y="179"/>
                    <a:pt x="85" y="179"/>
                    <a:pt x="85" y="179"/>
                  </a:cubicBezTo>
                  <a:cubicBezTo>
                    <a:pt x="84" y="178"/>
                    <a:pt x="84" y="178"/>
                    <a:pt x="84" y="178"/>
                  </a:cubicBezTo>
                  <a:cubicBezTo>
                    <a:pt x="84" y="178"/>
                    <a:pt x="84" y="178"/>
                    <a:pt x="84" y="178"/>
                  </a:cubicBezTo>
                  <a:cubicBezTo>
                    <a:pt x="84" y="178"/>
                    <a:pt x="84" y="178"/>
                    <a:pt x="84" y="178"/>
                  </a:cubicBezTo>
                  <a:cubicBezTo>
                    <a:pt x="83" y="178"/>
                    <a:pt x="83" y="178"/>
                    <a:pt x="83" y="178"/>
                  </a:cubicBezTo>
                  <a:cubicBezTo>
                    <a:pt x="83" y="178"/>
                    <a:pt x="83" y="178"/>
                    <a:pt x="83" y="178"/>
                  </a:cubicBezTo>
                  <a:cubicBezTo>
                    <a:pt x="83" y="179"/>
                    <a:pt x="83" y="179"/>
                    <a:pt x="83" y="179"/>
                  </a:cubicBezTo>
                  <a:cubicBezTo>
                    <a:pt x="82" y="179"/>
                    <a:pt x="82" y="179"/>
                    <a:pt x="82" y="179"/>
                  </a:cubicBezTo>
                  <a:cubicBezTo>
                    <a:pt x="83" y="180"/>
                    <a:pt x="83" y="180"/>
                    <a:pt x="83" y="180"/>
                  </a:cubicBezTo>
                  <a:cubicBezTo>
                    <a:pt x="83" y="180"/>
                    <a:pt x="83" y="180"/>
                    <a:pt x="83" y="180"/>
                  </a:cubicBezTo>
                  <a:cubicBezTo>
                    <a:pt x="83" y="180"/>
                    <a:pt x="83" y="180"/>
                    <a:pt x="83" y="180"/>
                  </a:cubicBezTo>
                  <a:close/>
                  <a:moveTo>
                    <a:pt x="86" y="180"/>
                  </a:moveTo>
                  <a:cubicBezTo>
                    <a:pt x="86" y="179"/>
                    <a:pt x="86" y="179"/>
                    <a:pt x="86" y="179"/>
                  </a:cubicBezTo>
                  <a:cubicBezTo>
                    <a:pt x="86" y="179"/>
                    <a:pt x="86" y="179"/>
                    <a:pt x="86" y="179"/>
                  </a:cubicBezTo>
                  <a:cubicBezTo>
                    <a:pt x="86" y="179"/>
                    <a:pt x="86" y="179"/>
                    <a:pt x="86" y="179"/>
                  </a:cubicBezTo>
                  <a:cubicBezTo>
                    <a:pt x="86" y="179"/>
                    <a:pt x="86" y="179"/>
                    <a:pt x="86" y="179"/>
                  </a:cubicBezTo>
                  <a:cubicBezTo>
                    <a:pt x="86" y="180"/>
                    <a:pt x="86" y="180"/>
                    <a:pt x="86" y="180"/>
                  </a:cubicBezTo>
                  <a:cubicBezTo>
                    <a:pt x="86" y="180"/>
                    <a:pt x="86" y="180"/>
                    <a:pt x="86" y="180"/>
                  </a:cubicBezTo>
                  <a:close/>
                  <a:moveTo>
                    <a:pt x="139" y="153"/>
                  </a:moveTo>
                  <a:cubicBezTo>
                    <a:pt x="139" y="153"/>
                    <a:pt x="139" y="153"/>
                    <a:pt x="139" y="153"/>
                  </a:cubicBezTo>
                  <a:cubicBezTo>
                    <a:pt x="139" y="153"/>
                    <a:pt x="139" y="153"/>
                    <a:pt x="139" y="153"/>
                  </a:cubicBezTo>
                  <a:cubicBezTo>
                    <a:pt x="139" y="153"/>
                    <a:pt x="139" y="153"/>
                    <a:pt x="139" y="153"/>
                  </a:cubicBezTo>
                  <a:cubicBezTo>
                    <a:pt x="139" y="153"/>
                    <a:pt x="139" y="153"/>
                    <a:pt x="139" y="153"/>
                  </a:cubicBezTo>
                  <a:cubicBezTo>
                    <a:pt x="139" y="153"/>
                    <a:pt x="139" y="153"/>
                    <a:pt x="139" y="153"/>
                  </a:cubicBezTo>
                  <a:close/>
                  <a:moveTo>
                    <a:pt x="129" y="146"/>
                  </a:moveTo>
                  <a:cubicBezTo>
                    <a:pt x="130" y="146"/>
                    <a:pt x="130" y="146"/>
                    <a:pt x="130" y="146"/>
                  </a:cubicBezTo>
                  <a:cubicBezTo>
                    <a:pt x="130" y="146"/>
                    <a:pt x="130" y="146"/>
                    <a:pt x="130" y="146"/>
                  </a:cubicBezTo>
                  <a:cubicBezTo>
                    <a:pt x="130" y="146"/>
                    <a:pt x="130" y="146"/>
                    <a:pt x="130" y="146"/>
                  </a:cubicBezTo>
                  <a:cubicBezTo>
                    <a:pt x="130" y="146"/>
                    <a:pt x="130" y="146"/>
                    <a:pt x="130" y="146"/>
                  </a:cubicBezTo>
                  <a:cubicBezTo>
                    <a:pt x="130" y="146"/>
                    <a:pt x="129" y="146"/>
                    <a:pt x="129" y="146"/>
                  </a:cubicBezTo>
                  <a:close/>
                  <a:moveTo>
                    <a:pt x="125" y="143"/>
                  </a:moveTo>
                  <a:cubicBezTo>
                    <a:pt x="126" y="143"/>
                    <a:pt x="126" y="143"/>
                    <a:pt x="126" y="143"/>
                  </a:cubicBezTo>
                  <a:cubicBezTo>
                    <a:pt x="126" y="143"/>
                    <a:pt x="126" y="143"/>
                    <a:pt x="126" y="143"/>
                  </a:cubicBezTo>
                  <a:cubicBezTo>
                    <a:pt x="126" y="143"/>
                    <a:pt x="126" y="143"/>
                    <a:pt x="126" y="143"/>
                  </a:cubicBezTo>
                  <a:cubicBezTo>
                    <a:pt x="126" y="143"/>
                    <a:pt x="126" y="143"/>
                    <a:pt x="126" y="143"/>
                  </a:cubicBezTo>
                  <a:cubicBezTo>
                    <a:pt x="125" y="143"/>
                    <a:pt x="125" y="143"/>
                    <a:pt x="125" y="143"/>
                  </a:cubicBezTo>
                  <a:close/>
                  <a:moveTo>
                    <a:pt x="133" y="141"/>
                  </a:moveTo>
                  <a:cubicBezTo>
                    <a:pt x="133" y="141"/>
                    <a:pt x="133" y="141"/>
                    <a:pt x="133" y="141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3" y="141"/>
                    <a:pt x="133" y="141"/>
                    <a:pt x="133" y="141"/>
                  </a:cubicBezTo>
                  <a:close/>
                  <a:moveTo>
                    <a:pt x="139" y="126"/>
                  </a:moveTo>
                  <a:cubicBezTo>
                    <a:pt x="139" y="126"/>
                    <a:pt x="139" y="126"/>
                    <a:pt x="139" y="126"/>
                  </a:cubicBezTo>
                  <a:cubicBezTo>
                    <a:pt x="139" y="127"/>
                    <a:pt x="139" y="127"/>
                    <a:pt x="139" y="127"/>
                  </a:cubicBezTo>
                  <a:cubicBezTo>
                    <a:pt x="139" y="127"/>
                    <a:pt x="139" y="127"/>
                    <a:pt x="139" y="127"/>
                  </a:cubicBezTo>
                  <a:cubicBezTo>
                    <a:pt x="140" y="128"/>
                    <a:pt x="140" y="128"/>
                    <a:pt x="140" y="128"/>
                  </a:cubicBezTo>
                  <a:cubicBezTo>
                    <a:pt x="140" y="129"/>
                    <a:pt x="140" y="129"/>
                    <a:pt x="140" y="129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3" y="131"/>
                    <a:pt x="143" y="131"/>
                    <a:pt x="143" y="131"/>
                  </a:cubicBezTo>
                  <a:cubicBezTo>
                    <a:pt x="144" y="131"/>
                    <a:pt x="144" y="131"/>
                    <a:pt x="144" y="131"/>
                  </a:cubicBezTo>
                  <a:cubicBezTo>
                    <a:pt x="144" y="131"/>
                    <a:pt x="144" y="131"/>
                    <a:pt x="144" y="131"/>
                  </a:cubicBezTo>
                  <a:cubicBezTo>
                    <a:pt x="144" y="132"/>
                    <a:pt x="144" y="132"/>
                    <a:pt x="144" y="132"/>
                  </a:cubicBezTo>
                  <a:cubicBezTo>
                    <a:pt x="145" y="132"/>
                    <a:pt x="145" y="132"/>
                    <a:pt x="145" y="132"/>
                  </a:cubicBezTo>
                  <a:cubicBezTo>
                    <a:pt x="145" y="132"/>
                    <a:pt x="145" y="132"/>
                    <a:pt x="145" y="132"/>
                  </a:cubicBezTo>
                  <a:cubicBezTo>
                    <a:pt x="145" y="131"/>
                    <a:pt x="145" y="131"/>
                    <a:pt x="145" y="131"/>
                  </a:cubicBezTo>
                  <a:cubicBezTo>
                    <a:pt x="146" y="131"/>
                    <a:pt x="146" y="131"/>
                    <a:pt x="146" y="131"/>
                  </a:cubicBezTo>
                  <a:cubicBezTo>
                    <a:pt x="145" y="130"/>
                    <a:pt x="145" y="130"/>
                    <a:pt x="145" y="130"/>
                  </a:cubicBezTo>
                  <a:cubicBezTo>
                    <a:pt x="144" y="130"/>
                    <a:pt x="144" y="130"/>
                    <a:pt x="144" y="130"/>
                  </a:cubicBezTo>
                  <a:cubicBezTo>
                    <a:pt x="144" y="130"/>
                    <a:pt x="144" y="130"/>
                    <a:pt x="144" y="130"/>
                  </a:cubicBezTo>
                  <a:cubicBezTo>
                    <a:pt x="143" y="129"/>
                    <a:pt x="143" y="129"/>
                    <a:pt x="143" y="129"/>
                  </a:cubicBezTo>
                  <a:cubicBezTo>
                    <a:pt x="144" y="129"/>
                    <a:pt x="144" y="129"/>
                    <a:pt x="144" y="129"/>
                  </a:cubicBezTo>
                  <a:cubicBezTo>
                    <a:pt x="144" y="129"/>
                    <a:pt x="144" y="129"/>
                    <a:pt x="144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6" y="129"/>
                    <a:pt x="146" y="129"/>
                    <a:pt x="146" y="129"/>
                  </a:cubicBezTo>
                  <a:cubicBezTo>
                    <a:pt x="146" y="130"/>
                    <a:pt x="146" y="130"/>
                    <a:pt x="146" y="130"/>
                  </a:cubicBezTo>
                  <a:cubicBezTo>
                    <a:pt x="147" y="129"/>
                    <a:pt x="147" y="129"/>
                    <a:pt x="147" y="129"/>
                  </a:cubicBezTo>
                  <a:cubicBezTo>
                    <a:pt x="146" y="129"/>
                    <a:pt x="146" y="129"/>
                    <a:pt x="146" y="129"/>
                  </a:cubicBezTo>
                  <a:cubicBezTo>
                    <a:pt x="144" y="128"/>
                    <a:pt x="144" y="128"/>
                    <a:pt x="144" y="128"/>
                  </a:cubicBezTo>
                  <a:cubicBezTo>
                    <a:pt x="143" y="127"/>
                    <a:pt x="143" y="127"/>
                    <a:pt x="143" y="127"/>
                  </a:cubicBezTo>
                  <a:cubicBezTo>
                    <a:pt x="143" y="126"/>
                    <a:pt x="143" y="126"/>
                    <a:pt x="143" y="126"/>
                  </a:cubicBezTo>
                  <a:cubicBezTo>
                    <a:pt x="142" y="126"/>
                    <a:pt x="142" y="126"/>
                    <a:pt x="142" y="126"/>
                  </a:cubicBezTo>
                  <a:cubicBezTo>
                    <a:pt x="141" y="126"/>
                    <a:pt x="141" y="126"/>
                    <a:pt x="141" y="126"/>
                  </a:cubicBezTo>
                  <a:cubicBezTo>
                    <a:pt x="141" y="126"/>
                    <a:pt x="141" y="126"/>
                    <a:pt x="141" y="126"/>
                  </a:cubicBezTo>
                  <a:cubicBezTo>
                    <a:pt x="140" y="126"/>
                    <a:pt x="140" y="126"/>
                    <a:pt x="140" y="126"/>
                  </a:cubicBezTo>
                  <a:cubicBezTo>
                    <a:pt x="139" y="125"/>
                    <a:pt x="139" y="125"/>
                    <a:pt x="139" y="125"/>
                  </a:cubicBezTo>
                  <a:cubicBezTo>
                    <a:pt x="139" y="126"/>
                    <a:pt x="139" y="126"/>
                    <a:pt x="139" y="126"/>
                  </a:cubicBezTo>
                  <a:close/>
                  <a:moveTo>
                    <a:pt x="137" y="126"/>
                  </a:moveTo>
                  <a:cubicBezTo>
                    <a:pt x="137" y="126"/>
                    <a:pt x="137" y="126"/>
                    <a:pt x="137" y="126"/>
                  </a:cubicBezTo>
                  <a:cubicBezTo>
                    <a:pt x="137" y="125"/>
                    <a:pt x="137" y="125"/>
                    <a:pt x="137" y="125"/>
                  </a:cubicBezTo>
                  <a:cubicBezTo>
                    <a:pt x="138" y="125"/>
                    <a:pt x="138" y="125"/>
                    <a:pt x="138" y="125"/>
                  </a:cubicBezTo>
                  <a:cubicBezTo>
                    <a:pt x="136" y="125"/>
                    <a:pt x="136" y="125"/>
                    <a:pt x="136" y="125"/>
                  </a:cubicBezTo>
                  <a:cubicBezTo>
                    <a:pt x="136" y="126"/>
                    <a:pt x="136" y="126"/>
                    <a:pt x="136" y="126"/>
                  </a:cubicBezTo>
                  <a:cubicBezTo>
                    <a:pt x="137" y="126"/>
                    <a:pt x="137" y="126"/>
                    <a:pt x="137" y="126"/>
                  </a:cubicBezTo>
                  <a:close/>
                  <a:moveTo>
                    <a:pt x="139" y="125"/>
                  </a:moveTo>
                  <a:cubicBezTo>
                    <a:pt x="139" y="125"/>
                    <a:pt x="139" y="125"/>
                    <a:pt x="139" y="125"/>
                  </a:cubicBezTo>
                  <a:cubicBezTo>
                    <a:pt x="141" y="125"/>
                    <a:pt x="141" y="125"/>
                    <a:pt x="141" y="125"/>
                  </a:cubicBezTo>
                  <a:cubicBezTo>
                    <a:pt x="141" y="126"/>
                    <a:pt x="141" y="126"/>
                    <a:pt x="141" y="126"/>
                  </a:cubicBezTo>
                  <a:cubicBezTo>
                    <a:pt x="143" y="126"/>
                    <a:pt x="143" y="126"/>
                    <a:pt x="143" y="126"/>
                  </a:cubicBezTo>
                  <a:cubicBezTo>
                    <a:pt x="144" y="126"/>
                    <a:pt x="144" y="126"/>
                    <a:pt x="144" y="126"/>
                  </a:cubicBezTo>
                  <a:cubicBezTo>
                    <a:pt x="144" y="126"/>
                    <a:pt x="144" y="126"/>
                    <a:pt x="144" y="126"/>
                  </a:cubicBezTo>
                  <a:cubicBezTo>
                    <a:pt x="145" y="126"/>
                    <a:pt x="145" y="126"/>
                    <a:pt x="145" y="126"/>
                  </a:cubicBezTo>
                  <a:cubicBezTo>
                    <a:pt x="145" y="127"/>
                    <a:pt x="145" y="127"/>
                    <a:pt x="145" y="127"/>
                  </a:cubicBezTo>
                  <a:cubicBezTo>
                    <a:pt x="145" y="127"/>
                    <a:pt x="145" y="127"/>
                    <a:pt x="145" y="127"/>
                  </a:cubicBezTo>
                  <a:cubicBezTo>
                    <a:pt x="146" y="127"/>
                    <a:pt x="146" y="127"/>
                    <a:pt x="146" y="127"/>
                  </a:cubicBezTo>
                  <a:cubicBezTo>
                    <a:pt x="146" y="127"/>
                    <a:pt x="146" y="127"/>
                    <a:pt x="146" y="127"/>
                  </a:cubicBezTo>
                  <a:cubicBezTo>
                    <a:pt x="147" y="127"/>
                    <a:pt x="147" y="127"/>
                    <a:pt x="147" y="127"/>
                  </a:cubicBezTo>
                  <a:cubicBezTo>
                    <a:pt x="147" y="127"/>
                    <a:pt x="147" y="127"/>
                    <a:pt x="147" y="127"/>
                  </a:cubicBezTo>
                  <a:cubicBezTo>
                    <a:pt x="147" y="126"/>
                    <a:pt x="147" y="126"/>
                    <a:pt x="147" y="126"/>
                  </a:cubicBezTo>
                  <a:cubicBezTo>
                    <a:pt x="147" y="126"/>
                    <a:pt x="147" y="126"/>
                    <a:pt x="147" y="126"/>
                  </a:cubicBezTo>
                  <a:cubicBezTo>
                    <a:pt x="147" y="126"/>
                    <a:pt x="147" y="126"/>
                    <a:pt x="147" y="126"/>
                  </a:cubicBezTo>
                  <a:cubicBezTo>
                    <a:pt x="146" y="125"/>
                    <a:pt x="146" y="125"/>
                    <a:pt x="146" y="125"/>
                  </a:cubicBezTo>
                  <a:cubicBezTo>
                    <a:pt x="146" y="125"/>
                    <a:pt x="146" y="125"/>
                    <a:pt x="146" y="125"/>
                  </a:cubicBezTo>
                  <a:cubicBezTo>
                    <a:pt x="145" y="124"/>
                    <a:pt x="145" y="124"/>
                    <a:pt x="145" y="124"/>
                  </a:cubicBezTo>
                  <a:cubicBezTo>
                    <a:pt x="144" y="124"/>
                    <a:pt x="144" y="124"/>
                    <a:pt x="144" y="124"/>
                  </a:cubicBezTo>
                  <a:cubicBezTo>
                    <a:pt x="142" y="125"/>
                    <a:pt x="142" y="125"/>
                    <a:pt x="142" y="125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0" y="124"/>
                    <a:pt x="140" y="124"/>
                    <a:pt x="140" y="124"/>
                  </a:cubicBezTo>
                  <a:cubicBezTo>
                    <a:pt x="139" y="124"/>
                    <a:pt x="139" y="124"/>
                    <a:pt x="139" y="124"/>
                  </a:cubicBezTo>
                  <a:cubicBezTo>
                    <a:pt x="139" y="124"/>
                    <a:pt x="139" y="125"/>
                    <a:pt x="139" y="125"/>
                  </a:cubicBezTo>
                  <a:close/>
                  <a:moveTo>
                    <a:pt x="135" y="122"/>
                  </a:moveTo>
                  <a:cubicBezTo>
                    <a:pt x="136" y="122"/>
                    <a:pt x="136" y="122"/>
                    <a:pt x="136" y="122"/>
                  </a:cubicBezTo>
                  <a:cubicBezTo>
                    <a:pt x="137" y="123"/>
                    <a:pt x="137" y="123"/>
                    <a:pt x="137" y="123"/>
                  </a:cubicBezTo>
                  <a:cubicBezTo>
                    <a:pt x="138" y="124"/>
                    <a:pt x="138" y="124"/>
                    <a:pt x="138" y="124"/>
                  </a:cubicBezTo>
                  <a:cubicBezTo>
                    <a:pt x="139" y="124"/>
                    <a:pt x="139" y="124"/>
                    <a:pt x="139" y="124"/>
                  </a:cubicBezTo>
                  <a:cubicBezTo>
                    <a:pt x="141" y="124"/>
                    <a:pt x="141" y="124"/>
                    <a:pt x="141" y="124"/>
                  </a:cubicBezTo>
                  <a:cubicBezTo>
                    <a:pt x="143" y="124"/>
                    <a:pt x="143" y="124"/>
                    <a:pt x="143" y="124"/>
                  </a:cubicBezTo>
                  <a:cubicBezTo>
                    <a:pt x="145" y="124"/>
                    <a:pt x="145" y="124"/>
                    <a:pt x="145" y="124"/>
                  </a:cubicBezTo>
                  <a:cubicBezTo>
                    <a:pt x="144" y="123"/>
                    <a:pt x="144" y="123"/>
                    <a:pt x="144" y="123"/>
                  </a:cubicBezTo>
                  <a:cubicBezTo>
                    <a:pt x="143" y="123"/>
                    <a:pt x="143" y="123"/>
                    <a:pt x="143" y="123"/>
                  </a:cubicBezTo>
                  <a:cubicBezTo>
                    <a:pt x="141" y="123"/>
                    <a:pt x="141" y="123"/>
                    <a:pt x="141" y="123"/>
                  </a:cubicBezTo>
                  <a:cubicBezTo>
                    <a:pt x="141" y="123"/>
                    <a:pt x="141" y="123"/>
                    <a:pt x="141" y="123"/>
                  </a:cubicBezTo>
                  <a:cubicBezTo>
                    <a:pt x="139" y="122"/>
                    <a:pt x="139" y="122"/>
                    <a:pt x="139" y="122"/>
                  </a:cubicBezTo>
                  <a:cubicBezTo>
                    <a:pt x="138" y="122"/>
                    <a:pt x="138" y="122"/>
                    <a:pt x="138" y="122"/>
                  </a:cubicBezTo>
                  <a:cubicBezTo>
                    <a:pt x="138" y="122"/>
                    <a:pt x="138" y="122"/>
                    <a:pt x="138" y="122"/>
                  </a:cubicBezTo>
                  <a:cubicBezTo>
                    <a:pt x="138" y="122"/>
                    <a:pt x="138" y="122"/>
                    <a:pt x="138" y="122"/>
                  </a:cubicBezTo>
                  <a:cubicBezTo>
                    <a:pt x="139" y="122"/>
                    <a:pt x="139" y="122"/>
                    <a:pt x="139" y="122"/>
                  </a:cubicBezTo>
                  <a:cubicBezTo>
                    <a:pt x="140" y="122"/>
                    <a:pt x="140" y="122"/>
                    <a:pt x="140" y="122"/>
                  </a:cubicBezTo>
                  <a:cubicBezTo>
                    <a:pt x="142" y="123"/>
                    <a:pt x="142" y="123"/>
                    <a:pt x="142" y="123"/>
                  </a:cubicBezTo>
                  <a:cubicBezTo>
                    <a:pt x="142" y="123"/>
                    <a:pt x="142" y="123"/>
                    <a:pt x="142" y="123"/>
                  </a:cubicBezTo>
                  <a:cubicBezTo>
                    <a:pt x="142" y="122"/>
                    <a:pt x="142" y="122"/>
                    <a:pt x="142" y="122"/>
                  </a:cubicBezTo>
                  <a:cubicBezTo>
                    <a:pt x="140" y="121"/>
                    <a:pt x="140" y="121"/>
                    <a:pt x="140" y="121"/>
                  </a:cubicBezTo>
                  <a:cubicBezTo>
                    <a:pt x="138" y="121"/>
                    <a:pt x="138" y="121"/>
                    <a:pt x="138" y="121"/>
                  </a:cubicBezTo>
                  <a:cubicBezTo>
                    <a:pt x="137" y="121"/>
                    <a:pt x="137" y="121"/>
                    <a:pt x="137" y="121"/>
                  </a:cubicBezTo>
                  <a:cubicBezTo>
                    <a:pt x="137" y="121"/>
                    <a:pt x="137" y="121"/>
                    <a:pt x="137" y="121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5" y="122"/>
                    <a:pt x="135" y="122"/>
                    <a:pt x="135" y="122"/>
                  </a:cubicBezTo>
                  <a:close/>
                  <a:moveTo>
                    <a:pt x="149" y="124"/>
                  </a:moveTo>
                  <a:cubicBezTo>
                    <a:pt x="149" y="124"/>
                    <a:pt x="149" y="124"/>
                    <a:pt x="149" y="124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49" y="124"/>
                    <a:pt x="149" y="124"/>
                    <a:pt x="149" y="124"/>
                  </a:cubicBezTo>
                  <a:cubicBezTo>
                    <a:pt x="149" y="124"/>
                    <a:pt x="149" y="124"/>
                    <a:pt x="149" y="124"/>
                  </a:cubicBezTo>
                  <a:close/>
                  <a:moveTo>
                    <a:pt x="150" y="112"/>
                  </a:moveTo>
                  <a:cubicBezTo>
                    <a:pt x="149" y="113"/>
                    <a:pt x="149" y="113"/>
                    <a:pt x="149" y="113"/>
                  </a:cubicBezTo>
                  <a:cubicBezTo>
                    <a:pt x="149" y="114"/>
                    <a:pt x="149" y="114"/>
                    <a:pt x="149" y="114"/>
                  </a:cubicBezTo>
                  <a:cubicBezTo>
                    <a:pt x="149" y="114"/>
                    <a:pt x="149" y="114"/>
                    <a:pt x="149" y="114"/>
                  </a:cubicBezTo>
                  <a:cubicBezTo>
                    <a:pt x="150" y="114"/>
                    <a:pt x="150" y="114"/>
                    <a:pt x="150" y="114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2" y="115"/>
                    <a:pt x="152" y="115"/>
                    <a:pt x="152" y="115"/>
                  </a:cubicBezTo>
                  <a:cubicBezTo>
                    <a:pt x="153" y="115"/>
                    <a:pt x="153" y="115"/>
                    <a:pt x="153" y="115"/>
                  </a:cubicBezTo>
                  <a:cubicBezTo>
                    <a:pt x="153" y="115"/>
                    <a:pt x="153" y="115"/>
                    <a:pt x="153" y="115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4" y="114"/>
                    <a:pt x="154" y="114"/>
                    <a:pt x="154" y="114"/>
                  </a:cubicBezTo>
                  <a:cubicBezTo>
                    <a:pt x="154" y="113"/>
                    <a:pt x="154" y="113"/>
                    <a:pt x="154" y="113"/>
                  </a:cubicBezTo>
                  <a:cubicBezTo>
                    <a:pt x="152" y="112"/>
                    <a:pt x="152" y="112"/>
                    <a:pt x="152" y="112"/>
                  </a:cubicBezTo>
                  <a:cubicBezTo>
                    <a:pt x="151" y="112"/>
                    <a:pt x="151" y="112"/>
                    <a:pt x="151" y="112"/>
                  </a:cubicBezTo>
                  <a:cubicBezTo>
                    <a:pt x="150" y="112"/>
                    <a:pt x="150" y="112"/>
                    <a:pt x="150" y="112"/>
                  </a:cubicBezTo>
                  <a:close/>
                  <a:moveTo>
                    <a:pt x="158" y="111"/>
                  </a:moveTo>
                  <a:cubicBezTo>
                    <a:pt x="158" y="111"/>
                    <a:pt x="158" y="111"/>
                    <a:pt x="158" y="111"/>
                  </a:cubicBezTo>
                  <a:cubicBezTo>
                    <a:pt x="159" y="111"/>
                    <a:pt x="159" y="111"/>
                    <a:pt x="159" y="111"/>
                  </a:cubicBezTo>
                  <a:cubicBezTo>
                    <a:pt x="159" y="110"/>
                    <a:pt x="159" y="110"/>
                    <a:pt x="159" y="110"/>
                  </a:cubicBezTo>
                  <a:cubicBezTo>
                    <a:pt x="158" y="110"/>
                    <a:pt x="158" y="110"/>
                    <a:pt x="158" y="110"/>
                  </a:cubicBezTo>
                  <a:cubicBezTo>
                    <a:pt x="158" y="111"/>
                    <a:pt x="158" y="111"/>
                    <a:pt x="158" y="111"/>
                  </a:cubicBezTo>
                  <a:cubicBezTo>
                    <a:pt x="158" y="111"/>
                    <a:pt x="158" y="111"/>
                    <a:pt x="158" y="111"/>
                  </a:cubicBezTo>
                  <a:close/>
                  <a:moveTo>
                    <a:pt x="154" y="107"/>
                  </a:moveTo>
                  <a:cubicBezTo>
                    <a:pt x="154" y="107"/>
                    <a:pt x="154" y="107"/>
                    <a:pt x="154" y="107"/>
                  </a:cubicBezTo>
                  <a:cubicBezTo>
                    <a:pt x="154" y="108"/>
                    <a:pt x="154" y="108"/>
                    <a:pt x="154" y="108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55" y="109"/>
                    <a:pt x="155" y="109"/>
                    <a:pt x="155" y="109"/>
                  </a:cubicBezTo>
                  <a:cubicBezTo>
                    <a:pt x="155" y="109"/>
                    <a:pt x="155" y="109"/>
                    <a:pt x="155" y="109"/>
                  </a:cubicBezTo>
                  <a:cubicBezTo>
                    <a:pt x="155" y="109"/>
                    <a:pt x="155" y="109"/>
                    <a:pt x="155" y="109"/>
                  </a:cubicBezTo>
                  <a:cubicBezTo>
                    <a:pt x="156" y="108"/>
                    <a:pt x="156" y="108"/>
                    <a:pt x="156" y="108"/>
                  </a:cubicBezTo>
                  <a:cubicBezTo>
                    <a:pt x="156" y="107"/>
                    <a:pt x="156" y="107"/>
                    <a:pt x="156" y="107"/>
                  </a:cubicBezTo>
                  <a:cubicBezTo>
                    <a:pt x="155" y="107"/>
                    <a:pt x="155" y="107"/>
                    <a:pt x="155" y="107"/>
                  </a:cubicBezTo>
                  <a:cubicBezTo>
                    <a:pt x="154" y="107"/>
                    <a:pt x="154" y="107"/>
                    <a:pt x="154" y="107"/>
                  </a:cubicBezTo>
                  <a:close/>
                  <a:moveTo>
                    <a:pt x="160" y="104"/>
                  </a:moveTo>
                  <a:cubicBezTo>
                    <a:pt x="160" y="105"/>
                    <a:pt x="160" y="105"/>
                    <a:pt x="160" y="105"/>
                  </a:cubicBezTo>
                  <a:cubicBezTo>
                    <a:pt x="159" y="106"/>
                    <a:pt x="159" y="106"/>
                    <a:pt x="159" y="106"/>
                  </a:cubicBezTo>
                  <a:cubicBezTo>
                    <a:pt x="160" y="107"/>
                    <a:pt x="160" y="107"/>
                    <a:pt x="160" y="107"/>
                  </a:cubicBezTo>
                  <a:cubicBezTo>
                    <a:pt x="160" y="108"/>
                    <a:pt x="160" y="108"/>
                    <a:pt x="160" y="108"/>
                  </a:cubicBezTo>
                  <a:cubicBezTo>
                    <a:pt x="161" y="107"/>
                    <a:pt x="161" y="107"/>
                    <a:pt x="161" y="107"/>
                  </a:cubicBezTo>
                  <a:cubicBezTo>
                    <a:pt x="162" y="107"/>
                    <a:pt x="162" y="107"/>
                    <a:pt x="162" y="107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4" y="107"/>
                    <a:pt x="164" y="107"/>
                    <a:pt x="164" y="107"/>
                  </a:cubicBezTo>
                  <a:cubicBezTo>
                    <a:pt x="164" y="107"/>
                    <a:pt x="164" y="107"/>
                    <a:pt x="164" y="107"/>
                  </a:cubicBezTo>
                  <a:cubicBezTo>
                    <a:pt x="164" y="106"/>
                    <a:pt x="164" y="106"/>
                    <a:pt x="164" y="106"/>
                  </a:cubicBezTo>
                  <a:cubicBezTo>
                    <a:pt x="164" y="105"/>
                    <a:pt x="164" y="105"/>
                    <a:pt x="164" y="105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2" y="105"/>
                    <a:pt x="162" y="105"/>
                    <a:pt x="162" y="105"/>
                  </a:cubicBezTo>
                  <a:cubicBezTo>
                    <a:pt x="162" y="105"/>
                    <a:pt x="162" y="105"/>
                    <a:pt x="162" y="105"/>
                  </a:cubicBezTo>
                  <a:cubicBezTo>
                    <a:pt x="162" y="104"/>
                    <a:pt x="162" y="104"/>
                    <a:pt x="162" y="104"/>
                  </a:cubicBezTo>
                  <a:cubicBezTo>
                    <a:pt x="162" y="104"/>
                    <a:pt x="162" y="104"/>
                    <a:pt x="162" y="104"/>
                  </a:cubicBezTo>
                  <a:cubicBezTo>
                    <a:pt x="163" y="104"/>
                    <a:pt x="163" y="104"/>
                    <a:pt x="163" y="104"/>
                  </a:cubicBezTo>
                  <a:cubicBezTo>
                    <a:pt x="163" y="103"/>
                    <a:pt x="163" y="103"/>
                    <a:pt x="163" y="103"/>
                  </a:cubicBezTo>
                  <a:cubicBezTo>
                    <a:pt x="162" y="103"/>
                    <a:pt x="162" y="103"/>
                    <a:pt x="162" y="103"/>
                  </a:cubicBezTo>
                  <a:cubicBezTo>
                    <a:pt x="161" y="104"/>
                    <a:pt x="161" y="104"/>
                    <a:pt x="161" y="104"/>
                  </a:cubicBezTo>
                  <a:cubicBezTo>
                    <a:pt x="161" y="103"/>
                    <a:pt x="161" y="103"/>
                    <a:pt x="161" y="103"/>
                  </a:cubicBezTo>
                  <a:cubicBezTo>
                    <a:pt x="160" y="104"/>
                    <a:pt x="160" y="104"/>
                    <a:pt x="160" y="104"/>
                  </a:cubicBezTo>
                  <a:cubicBezTo>
                    <a:pt x="160" y="104"/>
                    <a:pt x="160" y="104"/>
                    <a:pt x="160" y="104"/>
                  </a:cubicBezTo>
                  <a:close/>
                  <a:moveTo>
                    <a:pt x="161" y="91"/>
                  </a:moveTo>
                  <a:cubicBezTo>
                    <a:pt x="160" y="91"/>
                    <a:pt x="160" y="91"/>
                    <a:pt x="160" y="91"/>
                  </a:cubicBezTo>
                  <a:cubicBezTo>
                    <a:pt x="160" y="92"/>
                    <a:pt x="160" y="92"/>
                    <a:pt x="160" y="92"/>
                  </a:cubicBezTo>
                  <a:cubicBezTo>
                    <a:pt x="161" y="92"/>
                    <a:pt x="161" y="92"/>
                    <a:pt x="161" y="92"/>
                  </a:cubicBezTo>
                  <a:cubicBezTo>
                    <a:pt x="161" y="93"/>
                    <a:pt x="161" y="93"/>
                    <a:pt x="161" y="93"/>
                  </a:cubicBezTo>
                  <a:cubicBezTo>
                    <a:pt x="160" y="93"/>
                    <a:pt x="160" y="93"/>
                    <a:pt x="160" y="93"/>
                  </a:cubicBezTo>
                  <a:cubicBezTo>
                    <a:pt x="160" y="94"/>
                    <a:pt x="160" y="94"/>
                    <a:pt x="160" y="94"/>
                  </a:cubicBezTo>
                  <a:cubicBezTo>
                    <a:pt x="161" y="95"/>
                    <a:pt x="161" y="95"/>
                    <a:pt x="161" y="95"/>
                  </a:cubicBezTo>
                  <a:cubicBezTo>
                    <a:pt x="161" y="96"/>
                    <a:pt x="161" y="96"/>
                    <a:pt x="161" y="96"/>
                  </a:cubicBezTo>
                  <a:cubicBezTo>
                    <a:pt x="161" y="97"/>
                    <a:pt x="161" y="97"/>
                    <a:pt x="161" y="97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7"/>
                    <a:pt x="161" y="97"/>
                    <a:pt x="161" y="97"/>
                  </a:cubicBezTo>
                  <a:cubicBezTo>
                    <a:pt x="162" y="96"/>
                    <a:pt x="162" y="96"/>
                    <a:pt x="162" y="96"/>
                  </a:cubicBezTo>
                  <a:cubicBezTo>
                    <a:pt x="162" y="95"/>
                    <a:pt x="162" y="95"/>
                    <a:pt x="162" y="95"/>
                  </a:cubicBezTo>
                  <a:cubicBezTo>
                    <a:pt x="161" y="94"/>
                    <a:pt x="161" y="94"/>
                    <a:pt x="161" y="94"/>
                  </a:cubicBezTo>
                  <a:cubicBezTo>
                    <a:pt x="161" y="93"/>
                    <a:pt x="161" y="93"/>
                    <a:pt x="161" y="93"/>
                  </a:cubicBezTo>
                  <a:cubicBezTo>
                    <a:pt x="161" y="92"/>
                    <a:pt x="161" y="92"/>
                    <a:pt x="161" y="92"/>
                  </a:cubicBezTo>
                  <a:cubicBezTo>
                    <a:pt x="161" y="91"/>
                    <a:pt x="161" y="91"/>
                    <a:pt x="161" y="91"/>
                  </a:cubicBezTo>
                  <a:cubicBezTo>
                    <a:pt x="161" y="91"/>
                    <a:pt x="161" y="91"/>
                    <a:pt x="161" y="91"/>
                  </a:cubicBezTo>
                  <a:close/>
                  <a:moveTo>
                    <a:pt x="154" y="93"/>
                  </a:moveTo>
                  <a:cubicBezTo>
                    <a:pt x="154" y="94"/>
                    <a:pt x="154" y="94"/>
                    <a:pt x="154" y="94"/>
                  </a:cubicBezTo>
                  <a:cubicBezTo>
                    <a:pt x="154" y="94"/>
                    <a:pt x="154" y="94"/>
                    <a:pt x="154" y="94"/>
                  </a:cubicBezTo>
                  <a:cubicBezTo>
                    <a:pt x="155" y="94"/>
                    <a:pt x="155" y="94"/>
                    <a:pt x="155" y="94"/>
                  </a:cubicBezTo>
                  <a:cubicBezTo>
                    <a:pt x="156" y="93"/>
                    <a:pt x="156" y="93"/>
                    <a:pt x="156" y="93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4" y="93"/>
                    <a:pt x="154" y="93"/>
                    <a:pt x="154" y="93"/>
                  </a:cubicBezTo>
                  <a:cubicBezTo>
                    <a:pt x="154" y="93"/>
                    <a:pt x="154" y="93"/>
                    <a:pt x="154" y="93"/>
                  </a:cubicBezTo>
                  <a:close/>
                  <a:moveTo>
                    <a:pt x="153" y="92"/>
                  </a:moveTo>
                  <a:cubicBezTo>
                    <a:pt x="153" y="92"/>
                    <a:pt x="153" y="92"/>
                    <a:pt x="153" y="92"/>
                  </a:cubicBezTo>
                  <a:cubicBezTo>
                    <a:pt x="154" y="92"/>
                    <a:pt x="154" y="92"/>
                    <a:pt x="154" y="92"/>
                  </a:cubicBezTo>
                  <a:cubicBezTo>
                    <a:pt x="154" y="91"/>
                    <a:pt x="154" y="91"/>
                    <a:pt x="154" y="91"/>
                  </a:cubicBezTo>
                  <a:cubicBezTo>
                    <a:pt x="153" y="91"/>
                    <a:pt x="153" y="91"/>
                    <a:pt x="153" y="91"/>
                  </a:cubicBezTo>
                  <a:cubicBezTo>
                    <a:pt x="153" y="92"/>
                    <a:pt x="153" y="92"/>
                    <a:pt x="153" y="92"/>
                  </a:cubicBezTo>
                  <a:close/>
                  <a:moveTo>
                    <a:pt x="159" y="78"/>
                  </a:moveTo>
                  <a:cubicBezTo>
                    <a:pt x="159" y="79"/>
                    <a:pt x="159" y="79"/>
                    <a:pt x="159" y="79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1" y="80"/>
                    <a:pt x="161" y="80"/>
                    <a:pt x="161" y="80"/>
                  </a:cubicBezTo>
                  <a:cubicBezTo>
                    <a:pt x="161" y="79"/>
                    <a:pt x="161" y="79"/>
                    <a:pt x="161" y="79"/>
                  </a:cubicBezTo>
                  <a:cubicBezTo>
                    <a:pt x="160" y="79"/>
                    <a:pt x="160" y="79"/>
                    <a:pt x="160" y="79"/>
                  </a:cubicBezTo>
                  <a:cubicBezTo>
                    <a:pt x="159" y="78"/>
                    <a:pt x="159" y="78"/>
                    <a:pt x="159" y="78"/>
                  </a:cubicBezTo>
                  <a:cubicBezTo>
                    <a:pt x="159" y="78"/>
                    <a:pt x="159" y="78"/>
                    <a:pt x="159" y="78"/>
                  </a:cubicBezTo>
                  <a:cubicBezTo>
                    <a:pt x="159" y="78"/>
                    <a:pt x="159" y="78"/>
                    <a:pt x="159" y="78"/>
                  </a:cubicBezTo>
                  <a:close/>
                  <a:moveTo>
                    <a:pt x="164" y="82"/>
                  </a:moveTo>
                  <a:cubicBezTo>
                    <a:pt x="164" y="82"/>
                    <a:pt x="165" y="82"/>
                    <a:pt x="165" y="82"/>
                  </a:cubicBezTo>
                  <a:cubicBezTo>
                    <a:pt x="165" y="82"/>
                    <a:pt x="165" y="82"/>
                    <a:pt x="165" y="82"/>
                  </a:cubicBezTo>
                  <a:cubicBezTo>
                    <a:pt x="165" y="82"/>
                    <a:pt x="165" y="82"/>
                    <a:pt x="165" y="82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65" y="80"/>
                    <a:pt x="165" y="80"/>
                    <a:pt x="165" y="80"/>
                  </a:cubicBezTo>
                  <a:cubicBezTo>
                    <a:pt x="166" y="80"/>
                    <a:pt x="166" y="80"/>
                    <a:pt x="166" y="80"/>
                  </a:cubicBezTo>
                  <a:cubicBezTo>
                    <a:pt x="166" y="79"/>
                    <a:pt x="166" y="79"/>
                    <a:pt x="166" y="79"/>
                  </a:cubicBezTo>
                  <a:cubicBezTo>
                    <a:pt x="165" y="80"/>
                    <a:pt x="165" y="80"/>
                    <a:pt x="165" y="80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64" y="82"/>
                    <a:pt x="164" y="82"/>
                    <a:pt x="164" y="82"/>
                  </a:cubicBezTo>
                  <a:close/>
                  <a:moveTo>
                    <a:pt x="162" y="77"/>
                  </a:moveTo>
                  <a:cubicBezTo>
                    <a:pt x="162" y="77"/>
                    <a:pt x="162" y="77"/>
                    <a:pt x="162" y="77"/>
                  </a:cubicBezTo>
                  <a:cubicBezTo>
                    <a:pt x="162" y="77"/>
                    <a:pt x="162" y="77"/>
                    <a:pt x="162" y="77"/>
                  </a:cubicBezTo>
                  <a:cubicBezTo>
                    <a:pt x="163" y="76"/>
                    <a:pt x="163" y="76"/>
                    <a:pt x="163" y="76"/>
                  </a:cubicBezTo>
                  <a:cubicBezTo>
                    <a:pt x="163" y="76"/>
                    <a:pt x="163" y="76"/>
                    <a:pt x="163" y="76"/>
                  </a:cubicBezTo>
                  <a:cubicBezTo>
                    <a:pt x="162" y="76"/>
                    <a:pt x="162" y="76"/>
                    <a:pt x="162" y="76"/>
                  </a:cubicBezTo>
                  <a:cubicBezTo>
                    <a:pt x="162" y="77"/>
                    <a:pt x="162" y="77"/>
                    <a:pt x="162" y="77"/>
                  </a:cubicBezTo>
                  <a:close/>
                  <a:moveTo>
                    <a:pt x="162" y="74"/>
                  </a:moveTo>
                  <a:cubicBezTo>
                    <a:pt x="162" y="74"/>
                    <a:pt x="162" y="74"/>
                    <a:pt x="162" y="74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62" y="74"/>
                    <a:pt x="162" y="74"/>
                    <a:pt x="162" y="74"/>
                  </a:cubicBezTo>
                  <a:close/>
                  <a:moveTo>
                    <a:pt x="166" y="65"/>
                  </a:moveTo>
                  <a:cubicBezTo>
                    <a:pt x="167" y="66"/>
                    <a:pt x="167" y="66"/>
                    <a:pt x="167" y="66"/>
                  </a:cubicBezTo>
                  <a:cubicBezTo>
                    <a:pt x="167" y="67"/>
                    <a:pt x="167" y="67"/>
                    <a:pt x="167" y="67"/>
                  </a:cubicBezTo>
                  <a:cubicBezTo>
                    <a:pt x="167" y="66"/>
                    <a:pt x="167" y="66"/>
                    <a:pt x="167" y="66"/>
                  </a:cubicBezTo>
                  <a:cubicBezTo>
                    <a:pt x="168" y="65"/>
                    <a:pt x="168" y="65"/>
                    <a:pt x="168" y="65"/>
                  </a:cubicBezTo>
                  <a:cubicBezTo>
                    <a:pt x="168" y="64"/>
                    <a:pt x="168" y="64"/>
                    <a:pt x="168" y="64"/>
                  </a:cubicBezTo>
                  <a:cubicBezTo>
                    <a:pt x="168" y="64"/>
                    <a:pt x="168" y="64"/>
                    <a:pt x="168" y="64"/>
                  </a:cubicBezTo>
                  <a:cubicBezTo>
                    <a:pt x="168" y="63"/>
                    <a:pt x="168" y="63"/>
                    <a:pt x="168" y="63"/>
                  </a:cubicBezTo>
                  <a:cubicBezTo>
                    <a:pt x="167" y="64"/>
                    <a:pt x="167" y="64"/>
                    <a:pt x="167" y="64"/>
                  </a:cubicBezTo>
                  <a:cubicBezTo>
                    <a:pt x="167" y="64"/>
                    <a:pt x="167" y="64"/>
                    <a:pt x="167" y="64"/>
                  </a:cubicBezTo>
                  <a:cubicBezTo>
                    <a:pt x="166" y="65"/>
                    <a:pt x="166" y="65"/>
                    <a:pt x="166" y="65"/>
                  </a:cubicBezTo>
                  <a:close/>
                  <a:moveTo>
                    <a:pt x="164" y="54"/>
                  </a:moveTo>
                  <a:cubicBezTo>
                    <a:pt x="164" y="54"/>
                    <a:pt x="164" y="54"/>
                    <a:pt x="164" y="54"/>
                  </a:cubicBezTo>
                  <a:cubicBezTo>
                    <a:pt x="164" y="53"/>
                    <a:pt x="164" y="53"/>
                    <a:pt x="164" y="53"/>
                  </a:cubicBezTo>
                  <a:cubicBezTo>
                    <a:pt x="165" y="53"/>
                    <a:pt x="165" y="53"/>
                    <a:pt x="165" y="53"/>
                  </a:cubicBezTo>
                  <a:cubicBezTo>
                    <a:pt x="166" y="53"/>
                    <a:pt x="166" y="53"/>
                    <a:pt x="166" y="53"/>
                  </a:cubicBezTo>
                  <a:cubicBezTo>
                    <a:pt x="166" y="52"/>
                    <a:pt x="166" y="52"/>
                    <a:pt x="166" y="52"/>
                  </a:cubicBezTo>
                  <a:cubicBezTo>
                    <a:pt x="165" y="51"/>
                    <a:pt x="165" y="51"/>
                    <a:pt x="165" y="51"/>
                  </a:cubicBezTo>
                  <a:cubicBezTo>
                    <a:pt x="164" y="52"/>
                    <a:pt x="164" y="52"/>
                    <a:pt x="164" y="52"/>
                  </a:cubicBezTo>
                  <a:cubicBezTo>
                    <a:pt x="164" y="53"/>
                    <a:pt x="164" y="53"/>
                    <a:pt x="164" y="53"/>
                  </a:cubicBezTo>
                  <a:cubicBezTo>
                    <a:pt x="164" y="54"/>
                    <a:pt x="164" y="54"/>
                    <a:pt x="164" y="54"/>
                  </a:cubicBezTo>
                  <a:close/>
                  <a:moveTo>
                    <a:pt x="173" y="32"/>
                  </a:moveTo>
                  <a:cubicBezTo>
                    <a:pt x="173" y="31"/>
                    <a:pt x="173" y="31"/>
                    <a:pt x="173" y="31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3" y="29"/>
                    <a:pt x="173" y="29"/>
                    <a:pt x="173" y="29"/>
                  </a:cubicBezTo>
                  <a:cubicBezTo>
                    <a:pt x="173" y="29"/>
                    <a:pt x="173" y="29"/>
                    <a:pt x="173" y="29"/>
                  </a:cubicBezTo>
                  <a:cubicBezTo>
                    <a:pt x="173" y="28"/>
                    <a:pt x="173" y="28"/>
                    <a:pt x="173" y="28"/>
                  </a:cubicBezTo>
                  <a:cubicBezTo>
                    <a:pt x="172" y="28"/>
                    <a:pt x="172" y="28"/>
                    <a:pt x="172" y="28"/>
                  </a:cubicBezTo>
                  <a:cubicBezTo>
                    <a:pt x="172" y="29"/>
                    <a:pt x="172" y="29"/>
                    <a:pt x="172" y="29"/>
                  </a:cubicBezTo>
                  <a:cubicBezTo>
                    <a:pt x="173" y="29"/>
                    <a:pt x="173" y="29"/>
                    <a:pt x="173" y="29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2" y="30"/>
                    <a:pt x="172" y="30"/>
                    <a:pt x="172" y="30"/>
                  </a:cubicBezTo>
                  <a:cubicBezTo>
                    <a:pt x="173" y="32"/>
                    <a:pt x="173" y="32"/>
                    <a:pt x="173" y="32"/>
                  </a:cubicBezTo>
                  <a:close/>
                  <a:moveTo>
                    <a:pt x="170" y="34"/>
                  </a:moveTo>
                  <a:cubicBezTo>
                    <a:pt x="170" y="34"/>
                    <a:pt x="170" y="34"/>
                    <a:pt x="170" y="34"/>
                  </a:cubicBezTo>
                  <a:cubicBezTo>
                    <a:pt x="171" y="34"/>
                    <a:pt x="171" y="34"/>
                    <a:pt x="171" y="34"/>
                  </a:cubicBezTo>
                  <a:cubicBezTo>
                    <a:pt x="171" y="32"/>
                    <a:pt x="171" y="32"/>
                    <a:pt x="171" y="32"/>
                  </a:cubicBezTo>
                  <a:cubicBezTo>
                    <a:pt x="170" y="32"/>
                    <a:pt x="170" y="32"/>
                    <a:pt x="170" y="32"/>
                  </a:cubicBezTo>
                  <a:cubicBezTo>
                    <a:pt x="170" y="32"/>
                    <a:pt x="170" y="32"/>
                    <a:pt x="170" y="32"/>
                  </a:cubicBezTo>
                  <a:cubicBezTo>
                    <a:pt x="170" y="33"/>
                    <a:pt x="170" y="33"/>
                    <a:pt x="170" y="33"/>
                  </a:cubicBezTo>
                  <a:cubicBezTo>
                    <a:pt x="170" y="34"/>
                    <a:pt x="170" y="34"/>
                    <a:pt x="170" y="34"/>
                  </a:cubicBezTo>
                  <a:close/>
                  <a:moveTo>
                    <a:pt x="169" y="32"/>
                  </a:moveTo>
                  <a:cubicBezTo>
                    <a:pt x="169" y="32"/>
                    <a:pt x="169" y="32"/>
                    <a:pt x="169" y="32"/>
                  </a:cubicBezTo>
                  <a:cubicBezTo>
                    <a:pt x="169" y="32"/>
                    <a:pt x="169" y="32"/>
                    <a:pt x="169" y="32"/>
                  </a:cubicBezTo>
                  <a:cubicBezTo>
                    <a:pt x="170" y="31"/>
                    <a:pt x="170" y="31"/>
                    <a:pt x="170" y="31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170" y="30"/>
                    <a:pt x="170" y="30"/>
                    <a:pt x="170" y="30"/>
                  </a:cubicBezTo>
                  <a:cubicBezTo>
                    <a:pt x="170" y="29"/>
                    <a:pt x="170" y="29"/>
                    <a:pt x="170" y="29"/>
                  </a:cubicBezTo>
                  <a:cubicBezTo>
                    <a:pt x="169" y="30"/>
                    <a:pt x="169" y="30"/>
                    <a:pt x="169" y="30"/>
                  </a:cubicBezTo>
                  <a:cubicBezTo>
                    <a:pt x="168" y="30"/>
                    <a:pt x="168" y="30"/>
                    <a:pt x="168" y="30"/>
                  </a:cubicBezTo>
                  <a:cubicBezTo>
                    <a:pt x="169" y="31"/>
                    <a:pt x="169" y="31"/>
                    <a:pt x="169" y="31"/>
                  </a:cubicBezTo>
                  <a:cubicBezTo>
                    <a:pt x="169" y="32"/>
                    <a:pt x="169" y="32"/>
                    <a:pt x="169" y="32"/>
                  </a:cubicBezTo>
                  <a:close/>
                  <a:moveTo>
                    <a:pt x="122" y="2"/>
                  </a:moveTo>
                  <a:cubicBezTo>
                    <a:pt x="122" y="2"/>
                    <a:pt x="122" y="2"/>
                    <a:pt x="122" y="2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123" y="1"/>
                    <a:pt x="123" y="1"/>
                    <a:pt x="123" y="1"/>
                  </a:cubicBezTo>
                  <a:cubicBezTo>
                    <a:pt x="122" y="1"/>
                    <a:pt x="122" y="1"/>
                    <a:pt x="122" y="1"/>
                  </a:cubicBezTo>
                  <a:cubicBezTo>
                    <a:pt x="122" y="1"/>
                    <a:pt x="122" y="1"/>
                    <a:pt x="122" y="1"/>
                  </a:cubicBezTo>
                  <a:cubicBezTo>
                    <a:pt x="122" y="2"/>
                    <a:pt x="122" y="2"/>
                    <a:pt x="122" y="2"/>
                  </a:cubicBezTo>
                  <a:cubicBezTo>
                    <a:pt x="122" y="2"/>
                    <a:pt x="122" y="2"/>
                    <a:pt x="122" y="2"/>
                  </a:cubicBezTo>
                  <a:close/>
                  <a:moveTo>
                    <a:pt x="122" y="4"/>
                  </a:moveTo>
                  <a:cubicBezTo>
                    <a:pt x="122" y="4"/>
                    <a:pt x="122" y="4"/>
                    <a:pt x="122" y="4"/>
                  </a:cubicBezTo>
                  <a:cubicBezTo>
                    <a:pt x="123" y="4"/>
                    <a:pt x="123" y="4"/>
                    <a:pt x="123" y="4"/>
                  </a:cubicBezTo>
                  <a:cubicBezTo>
                    <a:pt x="123" y="4"/>
                    <a:pt x="123" y="4"/>
                    <a:pt x="123" y="4"/>
                  </a:cubicBezTo>
                  <a:cubicBezTo>
                    <a:pt x="123" y="3"/>
                    <a:pt x="123" y="3"/>
                    <a:pt x="123" y="3"/>
                  </a:cubicBezTo>
                  <a:cubicBezTo>
                    <a:pt x="123" y="3"/>
                    <a:pt x="123" y="3"/>
                    <a:pt x="123" y="3"/>
                  </a:cubicBezTo>
                  <a:cubicBezTo>
                    <a:pt x="122" y="3"/>
                    <a:pt x="122" y="3"/>
                    <a:pt x="122" y="3"/>
                  </a:cubicBezTo>
                  <a:cubicBezTo>
                    <a:pt x="122" y="4"/>
                    <a:pt x="122" y="4"/>
                    <a:pt x="122" y="4"/>
                  </a:cubicBezTo>
                  <a:close/>
                  <a:moveTo>
                    <a:pt x="118" y="4"/>
                  </a:moveTo>
                  <a:cubicBezTo>
                    <a:pt x="119" y="5"/>
                    <a:pt x="119" y="5"/>
                    <a:pt x="119" y="5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0" y="5"/>
                    <a:pt x="120" y="5"/>
                    <a:pt x="120" y="5"/>
                  </a:cubicBezTo>
                  <a:cubicBezTo>
                    <a:pt x="121" y="4"/>
                    <a:pt x="121" y="4"/>
                    <a:pt x="121" y="4"/>
                  </a:cubicBezTo>
                  <a:cubicBezTo>
                    <a:pt x="119" y="4"/>
                    <a:pt x="119" y="4"/>
                    <a:pt x="119" y="4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19" y="2"/>
                    <a:pt x="119" y="2"/>
                    <a:pt x="119" y="2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18" y="3"/>
                    <a:pt x="118" y="3"/>
                    <a:pt x="118" y="3"/>
                  </a:cubicBezTo>
                  <a:cubicBezTo>
                    <a:pt x="118" y="4"/>
                    <a:pt x="118" y="4"/>
                    <a:pt x="118" y="4"/>
                  </a:cubicBezTo>
                  <a:close/>
                  <a:moveTo>
                    <a:pt x="116" y="5"/>
                  </a:moveTo>
                  <a:cubicBezTo>
                    <a:pt x="116" y="5"/>
                    <a:pt x="116" y="5"/>
                    <a:pt x="116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6" y="4"/>
                    <a:pt x="116" y="4"/>
                    <a:pt x="116" y="4"/>
                  </a:cubicBezTo>
                  <a:cubicBezTo>
                    <a:pt x="116" y="5"/>
                    <a:pt x="116" y="5"/>
                    <a:pt x="116" y="5"/>
                  </a:cubicBezTo>
                  <a:close/>
                  <a:moveTo>
                    <a:pt x="103" y="8"/>
                  </a:moveTo>
                  <a:cubicBezTo>
                    <a:pt x="103" y="9"/>
                    <a:pt x="103" y="9"/>
                    <a:pt x="103" y="9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5" y="10"/>
                    <a:pt x="105" y="10"/>
                    <a:pt x="105" y="10"/>
                  </a:cubicBezTo>
                  <a:cubicBezTo>
                    <a:pt x="106" y="10"/>
                    <a:pt x="106" y="10"/>
                    <a:pt x="106" y="10"/>
                  </a:cubicBezTo>
                  <a:cubicBezTo>
                    <a:pt x="106" y="9"/>
                    <a:pt x="106" y="9"/>
                    <a:pt x="106" y="9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8"/>
                    <a:pt x="106" y="8"/>
                    <a:pt x="106" y="8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5" y="7"/>
                    <a:pt x="105" y="7"/>
                    <a:pt x="105" y="7"/>
                  </a:cubicBezTo>
                  <a:cubicBezTo>
                    <a:pt x="104" y="6"/>
                    <a:pt x="104" y="6"/>
                    <a:pt x="104" y="6"/>
                  </a:cubicBezTo>
                  <a:cubicBezTo>
                    <a:pt x="104" y="7"/>
                    <a:pt x="104" y="7"/>
                    <a:pt x="104" y="7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103" y="8"/>
                    <a:pt x="103" y="8"/>
                    <a:pt x="103" y="8"/>
                  </a:cubicBezTo>
                  <a:close/>
                  <a:moveTo>
                    <a:pt x="102" y="9"/>
                  </a:moveTo>
                  <a:cubicBezTo>
                    <a:pt x="103" y="10"/>
                    <a:pt x="103" y="10"/>
                    <a:pt x="103" y="10"/>
                  </a:cubicBezTo>
                  <a:cubicBezTo>
                    <a:pt x="103" y="10"/>
                    <a:pt x="103" y="10"/>
                    <a:pt x="103" y="10"/>
                  </a:cubicBezTo>
                  <a:cubicBezTo>
                    <a:pt x="103" y="9"/>
                    <a:pt x="103" y="9"/>
                    <a:pt x="103" y="9"/>
                  </a:cubicBezTo>
                  <a:cubicBezTo>
                    <a:pt x="102" y="8"/>
                    <a:pt x="102" y="8"/>
                    <a:pt x="102" y="8"/>
                  </a:cubicBezTo>
                  <a:cubicBezTo>
                    <a:pt x="102" y="9"/>
                    <a:pt x="102" y="9"/>
                    <a:pt x="102" y="9"/>
                  </a:cubicBezTo>
                  <a:close/>
                  <a:moveTo>
                    <a:pt x="98" y="8"/>
                  </a:moveTo>
                  <a:cubicBezTo>
                    <a:pt x="98" y="9"/>
                    <a:pt x="98" y="9"/>
                    <a:pt x="98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100" y="9"/>
                    <a:pt x="100" y="9"/>
                    <a:pt x="100" y="9"/>
                  </a:cubicBezTo>
                  <a:cubicBezTo>
                    <a:pt x="100" y="9"/>
                    <a:pt x="100" y="9"/>
                    <a:pt x="100" y="9"/>
                  </a:cubicBezTo>
                  <a:cubicBezTo>
                    <a:pt x="99" y="9"/>
                    <a:pt x="99" y="9"/>
                    <a:pt x="99" y="9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9" y="8"/>
                    <a:pt x="99" y="8"/>
                    <a:pt x="99" y="8"/>
                  </a:cubicBezTo>
                  <a:cubicBezTo>
                    <a:pt x="98" y="7"/>
                    <a:pt x="98" y="7"/>
                    <a:pt x="98" y="7"/>
                  </a:cubicBezTo>
                  <a:cubicBezTo>
                    <a:pt x="98" y="8"/>
                    <a:pt x="98" y="8"/>
                    <a:pt x="98" y="8"/>
                  </a:cubicBezTo>
                  <a:cubicBezTo>
                    <a:pt x="98" y="8"/>
                    <a:pt x="98" y="8"/>
                    <a:pt x="98" y="8"/>
                  </a:cubicBezTo>
                  <a:close/>
                  <a:moveTo>
                    <a:pt x="95" y="16"/>
                  </a:moveTo>
                  <a:cubicBezTo>
                    <a:pt x="95" y="16"/>
                    <a:pt x="95" y="16"/>
                    <a:pt x="95" y="16"/>
                  </a:cubicBezTo>
                  <a:cubicBezTo>
                    <a:pt x="96" y="16"/>
                    <a:pt x="96" y="16"/>
                    <a:pt x="96" y="16"/>
                  </a:cubicBezTo>
                  <a:cubicBezTo>
                    <a:pt x="96" y="15"/>
                    <a:pt x="96" y="15"/>
                    <a:pt x="96" y="15"/>
                  </a:cubicBezTo>
                  <a:cubicBezTo>
                    <a:pt x="96" y="15"/>
                    <a:pt x="96" y="15"/>
                    <a:pt x="96" y="15"/>
                  </a:cubicBezTo>
                  <a:cubicBezTo>
                    <a:pt x="95" y="14"/>
                    <a:pt x="95" y="14"/>
                    <a:pt x="95" y="14"/>
                  </a:cubicBezTo>
                  <a:cubicBezTo>
                    <a:pt x="95" y="13"/>
                    <a:pt x="95" y="13"/>
                    <a:pt x="95" y="13"/>
                  </a:cubicBezTo>
                  <a:cubicBezTo>
                    <a:pt x="94" y="13"/>
                    <a:pt x="94" y="13"/>
                    <a:pt x="94" y="13"/>
                  </a:cubicBezTo>
                  <a:cubicBezTo>
                    <a:pt x="94" y="14"/>
                    <a:pt x="94" y="14"/>
                    <a:pt x="94" y="14"/>
                  </a:cubicBezTo>
                  <a:cubicBezTo>
                    <a:pt x="95" y="14"/>
                    <a:pt x="95" y="14"/>
                    <a:pt x="95" y="14"/>
                  </a:cubicBezTo>
                  <a:cubicBezTo>
                    <a:pt x="95" y="15"/>
                    <a:pt x="95" y="15"/>
                    <a:pt x="95" y="15"/>
                  </a:cubicBezTo>
                  <a:cubicBezTo>
                    <a:pt x="95" y="16"/>
                    <a:pt x="95" y="16"/>
                    <a:pt x="95" y="16"/>
                  </a:cubicBezTo>
                  <a:close/>
                  <a:moveTo>
                    <a:pt x="96" y="23"/>
                  </a:moveTo>
                  <a:cubicBezTo>
                    <a:pt x="97" y="23"/>
                    <a:pt x="97" y="23"/>
                    <a:pt x="97" y="23"/>
                  </a:cubicBezTo>
                  <a:cubicBezTo>
                    <a:pt x="98" y="23"/>
                    <a:pt x="98" y="23"/>
                    <a:pt x="98" y="23"/>
                  </a:cubicBezTo>
                  <a:cubicBezTo>
                    <a:pt x="98" y="22"/>
                    <a:pt x="98" y="22"/>
                    <a:pt x="98" y="22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7" y="21"/>
                    <a:pt x="97" y="21"/>
                    <a:pt x="97" y="21"/>
                  </a:cubicBezTo>
                  <a:cubicBezTo>
                    <a:pt x="97" y="21"/>
                    <a:pt x="97" y="21"/>
                    <a:pt x="97" y="21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5" y="22"/>
                    <a:pt x="95" y="22"/>
                    <a:pt x="95" y="22"/>
                  </a:cubicBezTo>
                  <a:cubicBezTo>
                    <a:pt x="95" y="23"/>
                    <a:pt x="95" y="23"/>
                    <a:pt x="95" y="23"/>
                  </a:cubicBezTo>
                  <a:cubicBezTo>
                    <a:pt x="96" y="23"/>
                    <a:pt x="96" y="23"/>
                    <a:pt x="96" y="23"/>
                  </a:cubicBezTo>
                  <a:cubicBezTo>
                    <a:pt x="96" y="23"/>
                    <a:pt x="96" y="23"/>
                    <a:pt x="96" y="23"/>
                  </a:cubicBezTo>
                  <a:close/>
                  <a:moveTo>
                    <a:pt x="96" y="24"/>
                  </a:moveTo>
                  <a:cubicBezTo>
                    <a:pt x="96" y="25"/>
                    <a:pt x="96" y="25"/>
                    <a:pt x="96" y="25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96" y="26"/>
                    <a:pt x="96" y="26"/>
                    <a:pt x="96" y="26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6" y="24"/>
                    <a:pt x="96" y="24"/>
                    <a:pt x="96" y="24"/>
                  </a:cubicBezTo>
                  <a:close/>
                  <a:moveTo>
                    <a:pt x="84" y="17"/>
                  </a:moveTo>
                  <a:cubicBezTo>
                    <a:pt x="84" y="16"/>
                    <a:pt x="84" y="16"/>
                    <a:pt x="84" y="16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5"/>
                    <a:pt x="84" y="15"/>
                    <a:pt x="84" y="15"/>
                  </a:cubicBezTo>
                  <a:cubicBezTo>
                    <a:pt x="83" y="15"/>
                    <a:pt x="83" y="15"/>
                    <a:pt x="83" y="15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4" y="17"/>
                    <a:pt x="84" y="17"/>
                    <a:pt x="84" y="17"/>
                  </a:cubicBezTo>
                  <a:close/>
                  <a:moveTo>
                    <a:pt x="82" y="22"/>
                  </a:moveTo>
                  <a:cubicBezTo>
                    <a:pt x="82" y="22"/>
                    <a:pt x="82" y="22"/>
                    <a:pt x="82" y="22"/>
                  </a:cubicBezTo>
                  <a:cubicBezTo>
                    <a:pt x="83" y="21"/>
                    <a:pt x="83" y="21"/>
                    <a:pt x="83" y="21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82" y="18"/>
                    <a:pt x="82" y="18"/>
                    <a:pt x="82" y="18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2" y="15"/>
                    <a:pt x="82" y="15"/>
                    <a:pt x="82" y="15"/>
                  </a:cubicBezTo>
                  <a:cubicBezTo>
                    <a:pt x="82" y="14"/>
                    <a:pt x="82" y="14"/>
                    <a:pt x="82" y="14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82" y="22"/>
                    <a:pt x="82" y="22"/>
                    <a:pt x="82" y="22"/>
                  </a:cubicBezTo>
                  <a:close/>
                  <a:moveTo>
                    <a:pt x="34" y="28"/>
                  </a:moveTo>
                  <a:cubicBezTo>
                    <a:pt x="35" y="29"/>
                    <a:pt x="35" y="29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4" y="28"/>
                    <a:pt x="34" y="28"/>
                    <a:pt x="34" y="28"/>
                  </a:cubicBezTo>
                  <a:close/>
                  <a:moveTo>
                    <a:pt x="4" y="63"/>
                  </a:moveTo>
                  <a:cubicBezTo>
                    <a:pt x="5" y="64"/>
                    <a:pt x="5" y="64"/>
                    <a:pt x="5" y="64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7" y="64"/>
                    <a:pt x="7" y="64"/>
                    <a:pt x="7" y="64"/>
                  </a:cubicBezTo>
                  <a:cubicBezTo>
                    <a:pt x="7" y="64"/>
                    <a:pt x="7" y="64"/>
                    <a:pt x="7" y="64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4" y="63"/>
                    <a:pt x="4" y="63"/>
                    <a:pt x="4" y="63"/>
                  </a:cubicBezTo>
                  <a:cubicBezTo>
                    <a:pt x="4" y="63"/>
                    <a:pt x="4" y="63"/>
                    <a:pt x="4" y="63"/>
                  </a:cubicBezTo>
                  <a:close/>
                  <a:moveTo>
                    <a:pt x="0" y="63"/>
                  </a:moveTo>
                  <a:cubicBezTo>
                    <a:pt x="1" y="64"/>
                    <a:pt x="1" y="64"/>
                    <a:pt x="1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5"/>
                    <a:pt x="2" y="65"/>
                    <a:pt x="2" y="65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2" y="63"/>
                    <a:pt x="2" y="63"/>
                    <a:pt x="2" y="63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3"/>
                    <a:pt x="0" y="63"/>
                  </a:cubicBezTo>
                  <a:close/>
                  <a:moveTo>
                    <a:pt x="34" y="97"/>
                  </a:moveTo>
                  <a:cubicBezTo>
                    <a:pt x="33" y="97"/>
                    <a:pt x="33" y="97"/>
                    <a:pt x="33" y="97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4" y="97"/>
                    <a:pt x="34" y="97"/>
                    <a:pt x="34" y="97"/>
                  </a:cubicBezTo>
                  <a:close/>
                  <a:moveTo>
                    <a:pt x="34" y="100"/>
                  </a:moveTo>
                  <a:cubicBezTo>
                    <a:pt x="34" y="100"/>
                    <a:pt x="34" y="100"/>
                    <a:pt x="34" y="100"/>
                  </a:cubicBezTo>
                  <a:cubicBezTo>
                    <a:pt x="35" y="100"/>
                    <a:pt x="35" y="100"/>
                    <a:pt x="35" y="100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37" y="101"/>
                    <a:pt x="37" y="101"/>
                    <a:pt x="37" y="101"/>
                  </a:cubicBezTo>
                  <a:cubicBezTo>
                    <a:pt x="37" y="101"/>
                    <a:pt x="37" y="101"/>
                    <a:pt x="37" y="101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35" y="100"/>
                    <a:pt x="35" y="100"/>
                    <a:pt x="35" y="100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34" y="100"/>
                    <a:pt x="34" y="100"/>
                    <a:pt x="34" y="100"/>
                  </a:cubicBezTo>
                  <a:cubicBezTo>
                    <a:pt x="34" y="100"/>
                    <a:pt x="34" y="100"/>
                    <a:pt x="34" y="100"/>
                  </a:cubicBezTo>
                  <a:close/>
                  <a:moveTo>
                    <a:pt x="35" y="101"/>
                  </a:moveTo>
                  <a:cubicBezTo>
                    <a:pt x="35" y="101"/>
                    <a:pt x="35" y="101"/>
                    <a:pt x="35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01"/>
                    <a:pt x="35" y="101"/>
                    <a:pt x="35" y="101"/>
                  </a:cubicBezTo>
                  <a:close/>
                  <a:moveTo>
                    <a:pt x="35" y="106"/>
                  </a:moveTo>
                  <a:cubicBezTo>
                    <a:pt x="35" y="107"/>
                    <a:pt x="35" y="107"/>
                    <a:pt x="35" y="107"/>
                  </a:cubicBezTo>
                  <a:cubicBezTo>
                    <a:pt x="36" y="107"/>
                    <a:pt x="36" y="107"/>
                    <a:pt x="36" y="107"/>
                  </a:cubicBezTo>
                  <a:cubicBezTo>
                    <a:pt x="36" y="107"/>
                    <a:pt x="36" y="107"/>
                    <a:pt x="36" y="107"/>
                  </a:cubicBezTo>
                  <a:cubicBezTo>
                    <a:pt x="37" y="107"/>
                    <a:pt x="37" y="107"/>
                    <a:pt x="37" y="107"/>
                  </a:cubicBezTo>
                  <a:cubicBezTo>
                    <a:pt x="37" y="106"/>
                    <a:pt x="37" y="106"/>
                    <a:pt x="37" y="106"/>
                  </a:cubicBezTo>
                  <a:cubicBezTo>
                    <a:pt x="36" y="106"/>
                    <a:pt x="36" y="106"/>
                    <a:pt x="36" y="106"/>
                  </a:cubicBezTo>
                  <a:cubicBezTo>
                    <a:pt x="35" y="106"/>
                    <a:pt x="35" y="106"/>
                    <a:pt x="35" y="106"/>
                  </a:cubicBezTo>
                  <a:cubicBezTo>
                    <a:pt x="35" y="106"/>
                    <a:pt x="35" y="106"/>
                    <a:pt x="35" y="106"/>
                  </a:cubicBezTo>
                  <a:close/>
                  <a:moveTo>
                    <a:pt x="34" y="108"/>
                  </a:moveTo>
                  <a:cubicBezTo>
                    <a:pt x="34" y="109"/>
                    <a:pt x="34" y="109"/>
                    <a:pt x="34" y="109"/>
                  </a:cubicBezTo>
                  <a:cubicBezTo>
                    <a:pt x="35" y="109"/>
                    <a:pt x="35" y="109"/>
                    <a:pt x="35" y="109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5" y="108"/>
                    <a:pt x="35" y="108"/>
                    <a:pt x="35" y="108"/>
                  </a:cubicBezTo>
                  <a:cubicBezTo>
                    <a:pt x="34" y="108"/>
                    <a:pt x="34" y="108"/>
                    <a:pt x="34" y="108"/>
                  </a:cubicBezTo>
                  <a:cubicBezTo>
                    <a:pt x="34" y="108"/>
                    <a:pt x="34" y="108"/>
                    <a:pt x="34" y="108"/>
                  </a:cubicBezTo>
                  <a:close/>
                  <a:moveTo>
                    <a:pt x="35" y="111"/>
                  </a:moveTo>
                  <a:cubicBezTo>
                    <a:pt x="36" y="111"/>
                    <a:pt x="36" y="111"/>
                    <a:pt x="36" y="111"/>
                  </a:cubicBezTo>
                  <a:cubicBezTo>
                    <a:pt x="36" y="111"/>
                    <a:pt x="36" y="111"/>
                    <a:pt x="36" y="111"/>
                  </a:cubicBezTo>
                  <a:cubicBezTo>
                    <a:pt x="36" y="111"/>
                    <a:pt x="36" y="111"/>
                    <a:pt x="36" y="111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5" y="111"/>
                    <a:pt x="35" y="111"/>
                    <a:pt x="35" y="111"/>
                  </a:cubicBezTo>
                  <a:cubicBezTo>
                    <a:pt x="35" y="111"/>
                    <a:pt x="35" y="111"/>
                    <a:pt x="35" y="111"/>
                  </a:cubicBezTo>
                  <a:close/>
                  <a:moveTo>
                    <a:pt x="37" y="112"/>
                  </a:moveTo>
                  <a:cubicBezTo>
                    <a:pt x="37" y="113"/>
                    <a:pt x="37" y="113"/>
                    <a:pt x="37" y="113"/>
                  </a:cubicBezTo>
                  <a:cubicBezTo>
                    <a:pt x="37" y="113"/>
                    <a:pt x="37" y="113"/>
                    <a:pt x="37" y="113"/>
                  </a:cubicBezTo>
                  <a:cubicBezTo>
                    <a:pt x="37" y="112"/>
                    <a:pt x="37" y="112"/>
                    <a:pt x="37" y="112"/>
                  </a:cubicBezTo>
                  <a:cubicBezTo>
                    <a:pt x="37" y="112"/>
                    <a:pt x="37" y="112"/>
                    <a:pt x="37" y="112"/>
                  </a:cubicBezTo>
                  <a:close/>
                  <a:moveTo>
                    <a:pt x="34" y="113"/>
                  </a:moveTo>
                  <a:cubicBezTo>
                    <a:pt x="34" y="113"/>
                    <a:pt x="34" y="113"/>
                    <a:pt x="34" y="113"/>
                  </a:cubicBezTo>
                  <a:cubicBezTo>
                    <a:pt x="34" y="112"/>
                    <a:pt x="34" y="112"/>
                    <a:pt x="34" y="112"/>
                  </a:cubicBezTo>
                  <a:cubicBezTo>
                    <a:pt x="34" y="113"/>
                    <a:pt x="34" y="113"/>
                    <a:pt x="34" y="113"/>
                  </a:cubicBezTo>
                  <a:cubicBezTo>
                    <a:pt x="34" y="113"/>
                    <a:pt x="34" y="113"/>
                    <a:pt x="34" y="113"/>
                  </a:cubicBezTo>
                  <a:close/>
                  <a:moveTo>
                    <a:pt x="35" y="113"/>
                  </a:moveTo>
                  <a:cubicBezTo>
                    <a:pt x="35" y="113"/>
                    <a:pt x="35" y="113"/>
                    <a:pt x="35" y="113"/>
                  </a:cubicBezTo>
                  <a:cubicBezTo>
                    <a:pt x="36" y="112"/>
                    <a:pt x="36" y="112"/>
                    <a:pt x="36" y="112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5" y="113"/>
                    <a:pt x="35" y="113"/>
                    <a:pt x="35" y="113"/>
                  </a:cubicBezTo>
                  <a:close/>
                  <a:moveTo>
                    <a:pt x="35" y="114"/>
                  </a:moveTo>
                  <a:cubicBezTo>
                    <a:pt x="35" y="113"/>
                    <a:pt x="35" y="113"/>
                    <a:pt x="35" y="113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35" y="114"/>
                    <a:pt x="35" y="114"/>
                    <a:pt x="35" y="114"/>
                  </a:cubicBezTo>
                  <a:close/>
                  <a:moveTo>
                    <a:pt x="35" y="115"/>
                  </a:moveTo>
                  <a:cubicBezTo>
                    <a:pt x="36" y="115"/>
                    <a:pt x="36" y="115"/>
                    <a:pt x="36" y="115"/>
                  </a:cubicBezTo>
                  <a:cubicBezTo>
                    <a:pt x="35" y="115"/>
                    <a:pt x="35" y="115"/>
                    <a:pt x="35" y="115"/>
                  </a:cubicBezTo>
                  <a:cubicBezTo>
                    <a:pt x="35" y="115"/>
                    <a:pt x="35" y="115"/>
                    <a:pt x="35" y="115"/>
                  </a:cubicBezTo>
                  <a:cubicBezTo>
                    <a:pt x="35" y="115"/>
                    <a:pt x="35" y="115"/>
                    <a:pt x="35" y="115"/>
                  </a:cubicBezTo>
                  <a:cubicBezTo>
                    <a:pt x="35" y="115"/>
                    <a:pt x="35" y="115"/>
                    <a:pt x="35" y="115"/>
                  </a:cubicBezTo>
                  <a:close/>
                  <a:moveTo>
                    <a:pt x="36" y="116"/>
                  </a:moveTo>
                  <a:cubicBezTo>
                    <a:pt x="37" y="116"/>
                    <a:pt x="37" y="116"/>
                    <a:pt x="37" y="116"/>
                  </a:cubicBezTo>
                  <a:cubicBezTo>
                    <a:pt x="37" y="115"/>
                    <a:pt x="37" y="115"/>
                    <a:pt x="37" y="115"/>
                  </a:cubicBezTo>
                  <a:cubicBezTo>
                    <a:pt x="36" y="115"/>
                    <a:pt x="36" y="115"/>
                    <a:pt x="36" y="115"/>
                  </a:cubicBezTo>
                  <a:cubicBezTo>
                    <a:pt x="36" y="115"/>
                    <a:pt x="36" y="115"/>
                    <a:pt x="36" y="115"/>
                  </a:cubicBezTo>
                  <a:cubicBezTo>
                    <a:pt x="36" y="115"/>
                    <a:pt x="36" y="116"/>
                    <a:pt x="36" y="116"/>
                  </a:cubicBezTo>
                  <a:close/>
                  <a:moveTo>
                    <a:pt x="33" y="118"/>
                  </a:moveTo>
                  <a:cubicBezTo>
                    <a:pt x="34" y="117"/>
                    <a:pt x="34" y="117"/>
                    <a:pt x="34" y="117"/>
                  </a:cubicBezTo>
                  <a:cubicBezTo>
                    <a:pt x="34" y="117"/>
                    <a:pt x="34" y="117"/>
                    <a:pt x="34" y="117"/>
                  </a:cubicBezTo>
                  <a:cubicBezTo>
                    <a:pt x="34" y="117"/>
                    <a:pt x="34" y="117"/>
                    <a:pt x="34" y="117"/>
                  </a:cubicBezTo>
                  <a:cubicBezTo>
                    <a:pt x="33" y="117"/>
                    <a:pt x="33" y="117"/>
                    <a:pt x="33" y="117"/>
                  </a:cubicBezTo>
                  <a:cubicBezTo>
                    <a:pt x="33" y="117"/>
                    <a:pt x="33" y="117"/>
                    <a:pt x="33" y="117"/>
                  </a:cubicBezTo>
                  <a:cubicBezTo>
                    <a:pt x="33" y="118"/>
                    <a:pt x="33" y="118"/>
                    <a:pt x="33" y="118"/>
                  </a:cubicBezTo>
                  <a:close/>
                  <a:moveTo>
                    <a:pt x="35" y="119"/>
                  </a:moveTo>
                  <a:cubicBezTo>
                    <a:pt x="36" y="118"/>
                    <a:pt x="36" y="118"/>
                    <a:pt x="36" y="118"/>
                  </a:cubicBezTo>
                  <a:cubicBezTo>
                    <a:pt x="37" y="117"/>
                    <a:pt x="37" y="117"/>
                    <a:pt x="37" y="117"/>
                  </a:cubicBezTo>
                  <a:cubicBezTo>
                    <a:pt x="37" y="117"/>
                    <a:pt x="37" y="117"/>
                    <a:pt x="37" y="117"/>
                  </a:cubicBezTo>
                  <a:cubicBezTo>
                    <a:pt x="36" y="117"/>
                    <a:pt x="36" y="117"/>
                    <a:pt x="36" y="117"/>
                  </a:cubicBezTo>
                  <a:cubicBezTo>
                    <a:pt x="35" y="117"/>
                    <a:pt x="35" y="117"/>
                    <a:pt x="35" y="117"/>
                  </a:cubicBezTo>
                  <a:cubicBezTo>
                    <a:pt x="35" y="118"/>
                    <a:pt x="35" y="118"/>
                    <a:pt x="35" y="118"/>
                  </a:cubicBezTo>
                  <a:cubicBezTo>
                    <a:pt x="35" y="118"/>
                    <a:pt x="35" y="118"/>
                    <a:pt x="35" y="118"/>
                  </a:cubicBezTo>
                  <a:cubicBezTo>
                    <a:pt x="34" y="118"/>
                    <a:pt x="34" y="118"/>
                    <a:pt x="34" y="118"/>
                  </a:cubicBezTo>
                  <a:cubicBezTo>
                    <a:pt x="34" y="119"/>
                    <a:pt x="34" y="119"/>
                    <a:pt x="34" y="119"/>
                  </a:cubicBezTo>
                  <a:cubicBezTo>
                    <a:pt x="34" y="119"/>
                    <a:pt x="34" y="119"/>
                    <a:pt x="34" y="119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5" y="119"/>
                    <a:pt x="35" y="119"/>
                    <a:pt x="35" y="119"/>
                  </a:cubicBezTo>
                  <a:close/>
                  <a:moveTo>
                    <a:pt x="36" y="119"/>
                  </a:moveTo>
                  <a:cubicBezTo>
                    <a:pt x="36" y="119"/>
                    <a:pt x="36" y="119"/>
                    <a:pt x="36" y="119"/>
                  </a:cubicBezTo>
                  <a:cubicBezTo>
                    <a:pt x="37" y="118"/>
                    <a:pt x="37" y="118"/>
                    <a:pt x="37" y="118"/>
                  </a:cubicBezTo>
                  <a:cubicBezTo>
                    <a:pt x="37" y="118"/>
                    <a:pt x="37" y="118"/>
                    <a:pt x="37" y="118"/>
                  </a:cubicBezTo>
                  <a:cubicBezTo>
                    <a:pt x="36" y="119"/>
                    <a:pt x="36" y="119"/>
                    <a:pt x="36" y="119"/>
                  </a:cubicBezTo>
                  <a:close/>
                  <a:moveTo>
                    <a:pt x="36" y="120"/>
                  </a:moveTo>
                  <a:cubicBezTo>
                    <a:pt x="36" y="119"/>
                    <a:pt x="36" y="119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36" y="119"/>
                    <a:pt x="36" y="119"/>
                    <a:pt x="36" y="119"/>
                  </a:cubicBezTo>
                  <a:cubicBezTo>
                    <a:pt x="36" y="120"/>
                    <a:pt x="36" y="120"/>
                    <a:pt x="36" y="120"/>
                  </a:cubicBezTo>
                  <a:close/>
                  <a:moveTo>
                    <a:pt x="34" y="120"/>
                  </a:moveTo>
                  <a:cubicBezTo>
                    <a:pt x="35" y="120"/>
                    <a:pt x="35" y="120"/>
                    <a:pt x="35" y="120"/>
                  </a:cubicBezTo>
                  <a:cubicBezTo>
                    <a:pt x="34" y="119"/>
                    <a:pt x="34" y="119"/>
                    <a:pt x="34" y="119"/>
                  </a:cubicBezTo>
                  <a:cubicBezTo>
                    <a:pt x="34" y="119"/>
                    <a:pt x="34" y="119"/>
                    <a:pt x="34" y="119"/>
                  </a:cubicBezTo>
                  <a:cubicBezTo>
                    <a:pt x="34" y="120"/>
                    <a:pt x="34" y="120"/>
                    <a:pt x="34" y="120"/>
                  </a:cubicBezTo>
                  <a:cubicBezTo>
                    <a:pt x="34" y="120"/>
                    <a:pt x="34" y="120"/>
                    <a:pt x="34" y="120"/>
                  </a:cubicBezTo>
                  <a:close/>
                  <a:moveTo>
                    <a:pt x="33" y="123"/>
                  </a:moveTo>
                  <a:cubicBezTo>
                    <a:pt x="33" y="123"/>
                    <a:pt x="33" y="123"/>
                    <a:pt x="33" y="123"/>
                  </a:cubicBezTo>
                  <a:cubicBezTo>
                    <a:pt x="33" y="123"/>
                    <a:pt x="33" y="123"/>
                    <a:pt x="33" y="123"/>
                  </a:cubicBezTo>
                  <a:cubicBezTo>
                    <a:pt x="34" y="122"/>
                    <a:pt x="34" y="122"/>
                    <a:pt x="34" y="122"/>
                  </a:cubicBezTo>
                  <a:cubicBezTo>
                    <a:pt x="35" y="122"/>
                    <a:pt x="35" y="122"/>
                    <a:pt x="35" y="122"/>
                  </a:cubicBezTo>
                  <a:cubicBezTo>
                    <a:pt x="35" y="122"/>
                    <a:pt x="35" y="122"/>
                    <a:pt x="35" y="122"/>
                  </a:cubicBezTo>
                  <a:cubicBezTo>
                    <a:pt x="35" y="122"/>
                    <a:pt x="35" y="122"/>
                    <a:pt x="35" y="122"/>
                  </a:cubicBezTo>
                  <a:cubicBezTo>
                    <a:pt x="34" y="122"/>
                    <a:pt x="34" y="122"/>
                    <a:pt x="34" y="122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3" y="122"/>
                    <a:pt x="33" y="123"/>
                    <a:pt x="33" y="123"/>
                  </a:cubicBezTo>
                  <a:close/>
                  <a:moveTo>
                    <a:pt x="32" y="125"/>
                  </a:moveTo>
                  <a:cubicBezTo>
                    <a:pt x="32" y="126"/>
                    <a:pt x="32" y="126"/>
                    <a:pt x="32" y="126"/>
                  </a:cubicBezTo>
                  <a:cubicBezTo>
                    <a:pt x="33" y="126"/>
                    <a:pt x="33" y="126"/>
                    <a:pt x="33" y="126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32" y="125"/>
                    <a:pt x="32" y="125"/>
                    <a:pt x="32" y="125"/>
                  </a:cubicBezTo>
                  <a:close/>
                  <a:moveTo>
                    <a:pt x="52" y="218"/>
                  </a:moveTo>
                  <a:cubicBezTo>
                    <a:pt x="52" y="217"/>
                    <a:pt x="52" y="217"/>
                    <a:pt x="52" y="217"/>
                  </a:cubicBezTo>
                  <a:cubicBezTo>
                    <a:pt x="53" y="217"/>
                    <a:pt x="53" y="217"/>
                    <a:pt x="53" y="217"/>
                  </a:cubicBezTo>
                  <a:cubicBezTo>
                    <a:pt x="53" y="217"/>
                    <a:pt x="53" y="217"/>
                    <a:pt x="53" y="217"/>
                  </a:cubicBezTo>
                  <a:cubicBezTo>
                    <a:pt x="53" y="218"/>
                    <a:pt x="53" y="218"/>
                    <a:pt x="53" y="218"/>
                  </a:cubicBezTo>
                  <a:cubicBezTo>
                    <a:pt x="52" y="218"/>
                    <a:pt x="52" y="218"/>
                    <a:pt x="52" y="218"/>
                  </a:cubicBezTo>
                  <a:cubicBezTo>
                    <a:pt x="52" y="218"/>
                    <a:pt x="52" y="218"/>
                    <a:pt x="52" y="218"/>
                  </a:cubicBezTo>
                  <a:cubicBezTo>
                    <a:pt x="52" y="218"/>
                    <a:pt x="52" y="218"/>
                    <a:pt x="52" y="218"/>
                  </a:cubicBezTo>
                  <a:close/>
                  <a:moveTo>
                    <a:pt x="47" y="215"/>
                  </a:moveTo>
                  <a:cubicBezTo>
                    <a:pt x="47" y="215"/>
                    <a:pt x="47" y="215"/>
                    <a:pt x="47" y="215"/>
                  </a:cubicBezTo>
                  <a:cubicBezTo>
                    <a:pt x="47" y="215"/>
                    <a:pt x="47" y="215"/>
                    <a:pt x="47" y="215"/>
                  </a:cubicBezTo>
                  <a:cubicBezTo>
                    <a:pt x="48" y="214"/>
                    <a:pt x="48" y="214"/>
                    <a:pt x="48" y="214"/>
                  </a:cubicBezTo>
                  <a:cubicBezTo>
                    <a:pt x="48" y="214"/>
                    <a:pt x="48" y="214"/>
                    <a:pt x="48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5"/>
                    <a:pt x="47" y="215"/>
                    <a:pt x="47" y="215"/>
                  </a:cubicBezTo>
                  <a:close/>
                  <a:moveTo>
                    <a:pt x="44" y="210"/>
                  </a:moveTo>
                  <a:cubicBezTo>
                    <a:pt x="44" y="210"/>
                    <a:pt x="44" y="210"/>
                    <a:pt x="44" y="210"/>
                  </a:cubicBezTo>
                  <a:cubicBezTo>
                    <a:pt x="44" y="210"/>
                    <a:pt x="44" y="210"/>
                    <a:pt x="44" y="210"/>
                  </a:cubicBezTo>
                  <a:cubicBezTo>
                    <a:pt x="45" y="210"/>
                    <a:pt x="45" y="210"/>
                    <a:pt x="45" y="210"/>
                  </a:cubicBezTo>
                  <a:cubicBezTo>
                    <a:pt x="45" y="209"/>
                    <a:pt x="45" y="209"/>
                    <a:pt x="45" y="209"/>
                  </a:cubicBezTo>
                  <a:cubicBezTo>
                    <a:pt x="44" y="209"/>
                    <a:pt x="44" y="209"/>
                    <a:pt x="44" y="209"/>
                  </a:cubicBezTo>
                  <a:cubicBezTo>
                    <a:pt x="44" y="210"/>
                    <a:pt x="44" y="210"/>
                    <a:pt x="44" y="210"/>
                  </a:cubicBezTo>
                  <a:close/>
                  <a:moveTo>
                    <a:pt x="42" y="210"/>
                  </a:moveTo>
                  <a:cubicBezTo>
                    <a:pt x="42" y="210"/>
                    <a:pt x="42" y="210"/>
                    <a:pt x="42" y="210"/>
                  </a:cubicBezTo>
                  <a:cubicBezTo>
                    <a:pt x="43" y="210"/>
                    <a:pt x="43" y="210"/>
                    <a:pt x="43" y="210"/>
                  </a:cubicBezTo>
                  <a:cubicBezTo>
                    <a:pt x="43" y="210"/>
                    <a:pt x="43" y="210"/>
                    <a:pt x="43" y="210"/>
                  </a:cubicBezTo>
                  <a:cubicBezTo>
                    <a:pt x="42" y="209"/>
                    <a:pt x="42" y="209"/>
                    <a:pt x="42" y="209"/>
                  </a:cubicBezTo>
                  <a:cubicBezTo>
                    <a:pt x="42" y="210"/>
                    <a:pt x="42" y="210"/>
                    <a:pt x="42" y="210"/>
                  </a:cubicBezTo>
                  <a:close/>
                  <a:moveTo>
                    <a:pt x="37" y="210"/>
                  </a:moveTo>
                  <a:cubicBezTo>
                    <a:pt x="37" y="210"/>
                    <a:pt x="37" y="210"/>
                    <a:pt x="37" y="210"/>
                  </a:cubicBezTo>
                  <a:cubicBezTo>
                    <a:pt x="38" y="210"/>
                    <a:pt x="38" y="210"/>
                    <a:pt x="38" y="210"/>
                  </a:cubicBezTo>
                  <a:cubicBezTo>
                    <a:pt x="38" y="211"/>
                    <a:pt x="38" y="211"/>
                    <a:pt x="38" y="211"/>
                  </a:cubicBezTo>
                  <a:cubicBezTo>
                    <a:pt x="39" y="211"/>
                    <a:pt x="39" y="211"/>
                    <a:pt x="39" y="211"/>
                  </a:cubicBezTo>
                  <a:cubicBezTo>
                    <a:pt x="38" y="210"/>
                    <a:pt x="38" y="210"/>
                    <a:pt x="38" y="210"/>
                  </a:cubicBezTo>
                  <a:cubicBezTo>
                    <a:pt x="38" y="210"/>
                    <a:pt x="38" y="210"/>
                    <a:pt x="38" y="210"/>
                  </a:cubicBezTo>
                  <a:cubicBezTo>
                    <a:pt x="37" y="210"/>
                    <a:pt x="37" y="210"/>
                    <a:pt x="37" y="210"/>
                  </a:cubicBezTo>
                  <a:close/>
                  <a:moveTo>
                    <a:pt x="31" y="186"/>
                  </a:moveTo>
                  <a:cubicBezTo>
                    <a:pt x="31" y="186"/>
                    <a:pt x="31" y="186"/>
                    <a:pt x="31" y="186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3" y="184"/>
                    <a:pt x="33" y="184"/>
                    <a:pt x="33" y="184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1" y="186"/>
                    <a:pt x="31" y="186"/>
                    <a:pt x="31" y="186"/>
                  </a:cubicBezTo>
                  <a:close/>
                  <a:moveTo>
                    <a:pt x="31" y="185"/>
                  </a:moveTo>
                  <a:cubicBezTo>
                    <a:pt x="31" y="185"/>
                    <a:pt x="31" y="185"/>
                    <a:pt x="31" y="185"/>
                  </a:cubicBezTo>
                  <a:cubicBezTo>
                    <a:pt x="31" y="185"/>
                    <a:pt x="31" y="185"/>
                    <a:pt x="31" y="185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31" y="185"/>
                    <a:pt x="31" y="185"/>
                    <a:pt x="31" y="185"/>
                  </a:cubicBezTo>
                  <a:close/>
                  <a:moveTo>
                    <a:pt x="27" y="177"/>
                  </a:moveTo>
                  <a:cubicBezTo>
                    <a:pt x="27" y="177"/>
                    <a:pt x="27" y="177"/>
                    <a:pt x="27" y="177"/>
                  </a:cubicBezTo>
                  <a:cubicBezTo>
                    <a:pt x="27" y="177"/>
                    <a:pt x="27" y="177"/>
                    <a:pt x="27" y="177"/>
                  </a:cubicBezTo>
                  <a:cubicBezTo>
                    <a:pt x="28" y="177"/>
                    <a:pt x="28" y="177"/>
                    <a:pt x="28" y="177"/>
                  </a:cubicBezTo>
                  <a:cubicBezTo>
                    <a:pt x="28" y="177"/>
                    <a:pt x="28" y="177"/>
                    <a:pt x="28" y="177"/>
                  </a:cubicBezTo>
                  <a:cubicBezTo>
                    <a:pt x="28" y="176"/>
                    <a:pt x="28" y="176"/>
                    <a:pt x="28" y="176"/>
                  </a:cubicBezTo>
                  <a:cubicBezTo>
                    <a:pt x="27" y="177"/>
                    <a:pt x="27" y="177"/>
                    <a:pt x="27" y="177"/>
                  </a:cubicBezTo>
                  <a:close/>
                  <a:moveTo>
                    <a:pt x="27" y="176"/>
                  </a:moveTo>
                  <a:cubicBezTo>
                    <a:pt x="27" y="176"/>
                    <a:pt x="27" y="176"/>
                    <a:pt x="27" y="176"/>
                  </a:cubicBezTo>
                  <a:cubicBezTo>
                    <a:pt x="28" y="176"/>
                    <a:pt x="28" y="176"/>
                    <a:pt x="28" y="176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7" y="175"/>
                    <a:pt x="27" y="175"/>
                    <a:pt x="27" y="175"/>
                  </a:cubicBezTo>
                  <a:cubicBezTo>
                    <a:pt x="27" y="176"/>
                    <a:pt x="27" y="176"/>
                    <a:pt x="27" y="176"/>
                  </a:cubicBezTo>
                  <a:close/>
                  <a:moveTo>
                    <a:pt x="27" y="168"/>
                  </a:moveTo>
                  <a:cubicBezTo>
                    <a:pt x="28" y="168"/>
                    <a:pt x="28" y="168"/>
                    <a:pt x="28" y="168"/>
                  </a:cubicBezTo>
                  <a:cubicBezTo>
                    <a:pt x="29" y="168"/>
                    <a:pt x="29" y="168"/>
                    <a:pt x="29" y="168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7" y="168"/>
                    <a:pt x="27" y="168"/>
                    <a:pt x="27" y="168"/>
                  </a:cubicBezTo>
                  <a:close/>
                  <a:moveTo>
                    <a:pt x="28" y="167"/>
                  </a:moveTo>
                  <a:cubicBezTo>
                    <a:pt x="28" y="167"/>
                    <a:pt x="28" y="167"/>
                    <a:pt x="28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8" y="167"/>
                    <a:pt x="28" y="167"/>
                    <a:pt x="28" y="167"/>
                  </a:cubicBezTo>
                  <a:cubicBezTo>
                    <a:pt x="28" y="167"/>
                    <a:pt x="28" y="167"/>
                    <a:pt x="28" y="167"/>
                  </a:cubicBezTo>
                  <a:close/>
                  <a:moveTo>
                    <a:pt x="26" y="167"/>
                  </a:moveTo>
                  <a:cubicBezTo>
                    <a:pt x="26" y="167"/>
                    <a:pt x="26" y="167"/>
                    <a:pt x="26" y="167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7" y="167"/>
                    <a:pt x="27" y="167"/>
                    <a:pt x="27" y="167"/>
                  </a:cubicBezTo>
                  <a:cubicBezTo>
                    <a:pt x="26" y="167"/>
                    <a:pt x="26" y="167"/>
                    <a:pt x="26" y="167"/>
                  </a:cubicBezTo>
                  <a:cubicBezTo>
                    <a:pt x="26" y="167"/>
                    <a:pt x="26" y="167"/>
                    <a:pt x="26" y="167"/>
                  </a:cubicBezTo>
                  <a:close/>
                  <a:moveTo>
                    <a:pt x="29" y="160"/>
                  </a:moveTo>
                  <a:cubicBezTo>
                    <a:pt x="28" y="160"/>
                    <a:pt x="28" y="160"/>
                    <a:pt x="28" y="160"/>
                  </a:cubicBezTo>
                  <a:cubicBezTo>
                    <a:pt x="29" y="160"/>
                    <a:pt x="29" y="160"/>
                    <a:pt x="29" y="160"/>
                  </a:cubicBezTo>
                  <a:cubicBezTo>
                    <a:pt x="29" y="160"/>
                    <a:pt x="29" y="160"/>
                    <a:pt x="29" y="160"/>
                  </a:cubicBezTo>
                  <a:cubicBezTo>
                    <a:pt x="29" y="160"/>
                    <a:pt x="29" y="160"/>
                    <a:pt x="29" y="160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29" y="159"/>
                    <a:pt x="29" y="159"/>
                    <a:pt x="29" y="159"/>
                  </a:cubicBezTo>
                  <a:cubicBezTo>
                    <a:pt x="29" y="160"/>
                    <a:pt x="29" y="160"/>
                    <a:pt x="29" y="160"/>
                  </a:cubicBezTo>
                  <a:close/>
                  <a:moveTo>
                    <a:pt x="36" y="157"/>
                  </a:moveTo>
                  <a:cubicBezTo>
                    <a:pt x="36" y="157"/>
                    <a:pt x="36" y="157"/>
                    <a:pt x="36" y="157"/>
                  </a:cubicBezTo>
                  <a:cubicBezTo>
                    <a:pt x="37" y="157"/>
                    <a:pt x="37" y="157"/>
                    <a:pt x="37" y="157"/>
                  </a:cubicBezTo>
                  <a:cubicBezTo>
                    <a:pt x="37" y="157"/>
                    <a:pt x="37" y="157"/>
                    <a:pt x="37" y="157"/>
                  </a:cubicBezTo>
                  <a:cubicBezTo>
                    <a:pt x="36" y="157"/>
                    <a:pt x="36" y="157"/>
                    <a:pt x="36" y="157"/>
                  </a:cubicBezTo>
                  <a:cubicBezTo>
                    <a:pt x="36" y="157"/>
                    <a:pt x="36" y="157"/>
                    <a:pt x="36" y="157"/>
                  </a:cubicBezTo>
                  <a:cubicBezTo>
                    <a:pt x="36" y="157"/>
                    <a:pt x="36" y="157"/>
                    <a:pt x="36" y="157"/>
                  </a:cubicBezTo>
                  <a:close/>
                  <a:moveTo>
                    <a:pt x="33" y="153"/>
                  </a:moveTo>
                  <a:cubicBezTo>
                    <a:pt x="33" y="154"/>
                    <a:pt x="33" y="154"/>
                    <a:pt x="33" y="154"/>
                  </a:cubicBezTo>
                  <a:cubicBezTo>
                    <a:pt x="33" y="154"/>
                    <a:pt x="33" y="154"/>
                    <a:pt x="33" y="154"/>
                  </a:cubicBezTo>
                  <a:cubicBezTo>
                    <a:pt x="34" y="154"/>
                    <a:pt x="34" y="154"/>
                    <a:pt x="34" y="154"/>
                  </a:cubicBezTo>
                  <a:cubicBezTo>
                    <a:pt x="34" y="153"/>
                    <a:pt x="34" y="153"/>
                    <a:pt x="34" y="153"/>
                  </a:cubicBezTo>
                  <a:cubicBezTo>
                    <a:pt x="33" y="153"/>
                    <a:pt x="33" y="153"/>
                    <a:pt x="33" y="153"/>
                  </a:cubicBezTo>
                  <a:cubicBezTo>
                    <a:pt x="33" y="153"/>
                    <a:pt x="33" y="153"/>
                    <a:pt x="33" y="153"/>
                  </a:cubicBezTo>
                  <a:close/>
                  <a:moveTo>
                    <a:pt x="36" y="153"/>
                  </a:moveTo>
                  <a:cubicBezTo>
                    <a:pt x="37" y="153"/>
                    <a:pt x="37" y="153"/>
                    <a:pt x="37" y="153"/>
                  </a:cubicBezTo>
                  <a:cubicBezTo>
                    <a:pt x="37" y="153"/>
                    <a:pt x="37" y="153"/>
                    <a:pt x="37" y="153"/>
                  </a:cubicBezTo>
                  <a:cubicBezTo>
                    <a:pt x="38" y="153"/>
                    <a:pt x="38" y="153"/>
                    <a:pt x="38" y="153"/>
                  </a:cubicBezTo>
                  <a:cubicBezTo>
                    <a:pt x="37" y="153"/>
                    <a:pt x="37" y="153"/>
                    <a:pt x="37" y="153"/>
                  </a:cubicBezTo>
                  <a:cubicBezTo>
                    <a:pt x="36" y="153"/>
                    <a:pt x="36" y="153"/>
                    <a:pt x="36" y="153"/>
                  </a:cubicBezTo>
                  <a:close/>
                  <a:moveTo>
                    <a:pt x="34" y="153"/>
                  </a:moveTo>
                  <a:cubicBezTo>
                    <a:pt x="35" y="153"/>
                    <a:pt x="35" y="153"/>
                    <a:pt x="35" y="153"/>
                  </a:cubicBezTo>
                  <a:cubicBezTo>
                    <a:pt x="36" y="153"/>
                    <a:pt x="36" y="153"/>
                    <a:pt x="36" y="153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6" y="152"/>
                    <a:pt x="36" y="152"/>
                    <a:pt x="36" y="152"/>
                  </a:cubicBezTo>
                  <a:cubicBezTo>
                    <a:pt x="35" y="152"/>
                    <a:pt x="35" y="152"/>
                    <a:pt x="35" y="152"/>
                  </a:cubicBezTo>
                  <a:cubicBezTo>
                    <a:pt x="34" y="152"/>
                    <a:pt x="34" y="152"/>
                    <a:pt x="34" y="152"/>
                  </a:cubicBezTo>
                  <a:cubicBezTo>
                    <a:pt x="34" y="153"/>
                    <a:pt x="34" y="153"/>
                    <a:pt x="34" y="153"/>
                  </a:cubicBezTo>
                  <a:close/>
                  <a:moveTo>
                    <a:pt x="42" y="137"/>
                  </a:moveTo>
                  <a:cubicBezTo>
                    <a:pt x="42" y="138"/>
                    <a:pt x="42" y="138"/>
                    <a:pt x="42" y="138"/>
                  </a:cubicBezTo>
                  <a:cubicBezTo>
                    <a:pt x="43" y="138"/>
                    <a:pt x="43" y="138"/>
                    <a:pt x="43" y="138"/>
                  </a:cubicBezTo>
                  <a:cubicBezTo>
                    <a:pt x="43" y="137"/>
                    <a:pt x="43" y="137"/>
                    <a:pt x="43" y="137"/>
                  </a:cubicBezTo>
                  <a:cubicBezTo>
                    <a:pt x="43" y="137"/>
                    <a:pt x="43" y="137"/>
                    <a:pt x="43" y="137"/>
                  </a:cubicBezTo>
                  <a:cubicBezTo>
                    <a:pt x="42" y="137"/>
                    <a:pt x="42" y="137"/>
                    <a:pt x="42" y="137"/>
                  </a:cubicBezTo>
                  <a:close/>
                  <a:moveTo>
                    <a:pt x="42" y="135"/>
                  </a:moveTo>
                  <a:cubicBezTo>
                    <a:pt x="41" y="135"/>
                    <a:pt x="41" y="135"/>
                    <a:pt x="41" y="135"/>
                  </a:cubicBezTo>
                  <a:cubicBezTo>
                    <a:pt x="42" y="136"/>
                    <a:pt x="42" y="136"/>
                    <a:pt x="42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2" y="135"/>
                    <a:pt x="42" y="135"/>
                    <a:pt x="42" y="135"/>
                  </a:cubicBezTo>
                  <a:close/>
                  <a:moveTo>
                    <a:pt x="39" y="130"/>
                  </a:moveTo>
                  <a:cubicBezTo>
                    <a:pt x="40" y="130"/>
                    <a:pt x="40" y="130"/>
                    <a:pt x="40" y="130"/>
                  </a:cubicBezTo>
                  <a:cubicBezTo>
                    <a:pt x="40" y="129"/>
                    <a:pt x="40" y="129"/>
                    <a:pt x="40" y="129"/>
                  </a:cubicBezTo>
                  <a:cubicBezTo>
                    <a:pt x="41" y="129"/>
                    <a:pt x="41" y="129"/>
                    <a:pt x="41" y="129"/>
                  </a:cubicBezTo>
                  <a:cubicBezTo>
                    <a:pt x="41" y="129"/>
                    <a:pt x="41" y="129"/>
                    <a:pt x="41" y="129"/>
                  </a:cubicBezTo>
                  <a:cubicBezTo>
                    <a:pt x="40" y="129"/>
                    <a:pt x="40" y="129"/>
                    <a:pt x="40" y="129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39" y="129"/>
                    <a:pt x="39" y="129"/>
                    <a:pt x="39" y="129"/>
                  </a:cubicBezTo>
                  <a:cubicBezTo>
                    <a:pt x="39" y="129"/>
                    <a:pt x="39" y="129"/>
                    <a:pt x="39" y="129"/>
                  </a:cubicBezTo>
                  <a:cubicBezTo>
                    <a:pt x="39" y="130"/>
                    <a:pt x="39" y="130"/>
                    <a:pt x="39" y="130"/>
                  </a:cubicBezTo>
                  <a:close/>
                  <a:moveTo>
                    <a:pt x="39" y="133"/>
                  </a:move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2"/>
                    <a:pt x="41" y="132"/>
                    <a:pt x="41" y="132"/>
                  </a:cubicBezTo>
                  <a:cubicBezTo>
                    <a:pt x="41" y="131"/>
                    <a:pt x="41" y="131"/>
                    <a:pt x="41" y="131"/>
                  </a:cubicBezTo>
                  <a:cubicBezTo>
                    <a:pt x="40" y="131"/>
                    <a:pt x="40" y="131"/>
                    <a:pt x="40" y="131"/>
                  </a:cubicBezTo>
                  <a:cubicBezTo>
                    <a:pt x="40" y="131"/>
                    <a:pt x="40" y="131"/>
                    <a:pt x="40" y="131"/>
                  </a:cubicBezTo>
                  <a:cubicBezTo>
                    <a:pt x="39" y="133"/>
                    <a:pt x="39" y="133"/>
                    <a:pt x="39" y="133"/>
                  </a:cubicBezTo>
                  <a:close/>
                  <a:moveTo>
                    <a:pt x="36" y="133"/>
                  </a:moveTo>
                  <a:cubicBezTo>
                    <a:pt x="37" y="133"/>
                    <a:pt x="37" y="133"/>
                    <a:pt x="37" y="133"/>
                  </a:cubicBezTo>
                  <a:cubicBezTo>
                    <a:pt x="38" y="133"/>
                    <a:pt x="38" y="133"/>
                    <a:pt x="38" y="133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7" y="132"/>
                    <a:pt x="37" y="132"/>
                    <a:pt x="37" y="132"/>
                  </a:cubicBezTo>
                  <a:cubicBezTo>
                    <a:pt x="36" y="132"/>
                    <a:pt x="36" y="132"/>
                    <a:pt x="36" y="132"/>
                  </a:cubicBezTo>
                  <a:cubicBezTo>
                    <a:pt x="36" y="133"/>
                    <a:pt x="36" y="133"/>
                    <a:pt x="36" y="133"/>
                  </a:cubicBezTo>
                  <a:close/>
                  <a:moveTo>
                    <a:pt x="31" y="137"/>
                  </a:moveTo>
                  <a:cubicBezTo>
                    <a:pt x="31" y="137"/>
                    <a:pt x="31" y="137"/>
                    <a:pt x="31" y="137"/>
                  </a:cubicBezTo>
                  <a:cubicBezTo>
                    <a:pt x="31" y="138"/>
                    <a:pt x="31" y="138"/>
                    <a:pt x="31" y="138"/>
                  </a:cubicBezTo>
                  <a:cubicBezTo>
                    <a:pt x="32" y="138"/>
                    <a:pt x="32" y="138"/>
                    <a:pt x="32" y="138"/>
                  </a:cubicBezTo>
                  <a:cubicBezTo>
                    <a:pt x="32" y="137"/>
                    <a:pt x="32" y="137"/>
                    <a:pt x="32" y="137"/>
                  </a:cubicBezTo>
                  <a:cubicBezTo>
                    <a:pt x="32" y="137"/>
                    <a:pt x="32" y="137"/>
                    <a:pt x="32" y="137"/>
                  </a:cubicBezTo>
                  <a:cubicBezTo>
                    <a:pt x="31" y="137"/>
                    <a:pt x="31" y="137"/>
                    <a:pt x="31" y="137"/>
                  </a:cubicBezTo>
                  <a:close/>
                  <a:moveTo>
                    <a:pt x="41" y="144"/>
                  </a:moveTo>
                  <a:cubicBezTo>
                    <a:pt x="41" y="145"/>
                    <a:pt x="41" y="145"/>
                    <a:pt x="41" y="145"/>
                  </a:cubicBezTo>
                  <a:cubicBezTo>
                    <a:pt x="42" y="144"/>
                    <a:pt x="42" y="144"/>
                    <a:pt x="42" y="144"/>
                  </a:cubicBezTo>
                  <a:cubicBezTo>
                    <a:pt x="42" y="145"/>
                    <a:pt x="42" y="145"/>
                    <a:pt x="42" y="145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43" y="146"/>
                    <a:pt x="43" y="146"/>
                    <a:pt x="43" y="146"/>
                  </a:cubicBezTo>
                  <a:cubicBezTo>
                    <a:pt x="43" y="145"/>
                    <a:pt x="43" y="145"/>
                    <a:pt x="43" y="145"/>
                  </a:cubicBezTo>
                  <a:cubicBezTo>
                    <a:pt x="44" y="144"/>
                    <a:pt x="44" y="144"/>
                    <a:pt x="44" y="144"/>
                  </a:cubicBezTo>
                  <a:cubicBezTo>
                    <a:pt x="43" y="144"/>
                    <a:pt x="43" y="144"/>
                    <a:pt x="43" y="144"/>
                  </a:cubicBezTo>
                  <a:cubicBezTo>
                    <a:pt x="43" y="144"/>
                    <a:pt x="43" y="144"/>
                    <a:pt x="43" y="144"/>
                  </a:cubicBezTo>
                  <a:cubicBezTo>
                    <a:pt x="42" y="144"/>
                    <a:pt x="42" y="144"/>
                    <a:pt x="42" y="144"/>
                  </a:cubicBezTo>
                  <a:cubicBezTo>
                    <a:pt x="41" y="144"/>
                    <a:pt x="41" y="144"/>
                    <a:pt x="41" y="144"/>
                  </a:cubicBezTo>
                  <a:close/>
                  <a:moveTo>
                    <a:pt x="31" y="147"/>
                  </a:moveTo>
                  <a:cubicBezTo>
                    <a:pt x="31" y="147"/>
                    <a:pt x="31" y="147"/>
                    <a:pt x="31" y="147"/>
                  </a:cubicBezTo>
                  <a:cubicBezTo>
                    <a:pt x="33" y="147"/>
                    <a:pt x="33" y="147"/>
                    <a:pt x="33" y="147"/>
                  </a:cubicBezTo>
                  <a:cubicBezTo>
                    <a:pt x="33" y="148"/>
                    <a:pt x="33" y="148"/>
                    <a:pt x="33" y="148"/>
                  </a:cubicBezTo>
                  <a:cubicBezTo>
                    <a:pt x="34" y="148"/>
                    <a:pt x="34" y="148"/>
                    <a:pt x="34" y="148"/>
                  </a:cubicBezTo>
                  <a:cubicBezTo>
                    <a:pt x="34" y="148"/>
                    <a:pt x="34" y="148"/>
                    <a:pt x="34" y="148"/>
                  </a:cubicBezTo>
                  <a:cubicBezTo>
                    <a:pt x="37" y="147"/>
                    <a:pt x="37" y="147"/>
                    <a:pt x="37" y="147"/>
                  </a:cubicBezTo>
                  <a:cubicBezTo>
                    <a:pt x="38" y="147"/>
                    <a:pt x="38" y="147"/>
                    <a:pt x="38" y="147"/>
                  </a:cubicBezTo>
                  <a:cubicBezTo>
                    <a:pt x="40" y="146"/>
                    <a:pt x="40" y="146"/>
                    <a:pt x="40" y="146"/>
                  </a:cubicBezTo>
                  <a:cubicBezTo>
                    <a:pt x="39" y="145"/>
                    <a:pt x="39" y="145"/>
                    <a:pt x="39" y="145"/>
                  </a:cubicBezTo>
                  <a:cubicBezTo>
                    <a:pt x="39" y="144"/>
                    <a:pt x="39" y="144"/>
                    <a:pt x="39" y="144"/>
                  </a:cubicBezTo>
                  <a:cubicBezTo>
                    <a:pt x="38" y="144"/>
                    <a:pt x="38" y="144"/>
                    <a:pt x="38" y="144"/>
                  </a:cubicBezTo>
                  <a:cubicBezTo>
                    <a:pt x="37" y="144"/>
                    <a:pt x="37" y="144"/>
                    <a:pt x="37" y="144"/>
                  </a:cubicBezTo>
                  <a:cubicBezTo>
                    <a:pt x="37" y="142"/>
                    <a:pt x="37" y="142"/>
                    <a:pt x="37" y="142"/>
                  </a:cubicBezTo>
                  <a:cubicBezTo>
                    <a:pt x="36" y="140"/>
                    <a:pt x="36" y="140"/>
                    <a:pt x="36" y="140"/>
                  </a:cubicBezTo>
                  <a:cubicBezTo>
                    <a:pt x="34" y="140"/>
                    <a:pt x="34" y="140"/>
                    <a:pt x="34" y="140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1" y="139"/>
                    <a:pt x="31" y="139"/>
                    <a:pt x="31" y="139"/>
                  </a:cubicBezTo>
                  <a:cubicBezTo>
                    <a:pt x="31" y="139"/>
                    <a:pt x="31" y="139"/>
                    <a:pt x="31" y="139"/>
                  </a:cubicBezTo>
                  <a:cubicBezTo>
                    <a:pt x="30" y="140"/>
                    <a:pt x="30" y="140"/>
                    <a:pt x="30" y="140"/>
                  </a:cubicBezTo>
                  <a:cubicBezTo>
                    <a:pt x="30" y="141"/>
                    <a:pt x="30" y="141"/>
                    <a:pt x="30" y="141"/>
                  </a:cubicBezTo>
                  <a:cubicBezTo>
                    <a:pt x="31" y="142"/>
                    <a:pt x="31" y="142"/>
                    <a:pt x="31" y="142"/>
                  </a:cubicBezTo>
                  <a:cubicBezTo>
                    <a:pt x="32" y="142"/>
                    <a:pt x="32" y="142"/>
                    <a:pt x="32" y="142"/>
                  </a:cubicBezTo>
                  <a:cubicBezTo>
                    <a:pt x="31" y="142"/>
                    <a:pt x="31" y="142"/>
                    <a:pt x="31" y="142"/>
                  </a:cubicBezTo>
                  <a:cubicBezTo>
                    <a:pt x="30" y="142"/>
                    <a:pt x="30" y="142"/>
                    <a:pt x="30" y="142"/>
                  </a:cubicBezTo>
                  <a:cubicBezTo>
                    <a:pt x="30" y="143"/>
                    <a:pt x="30" y="143"/>
                    <a:pt x="30" y="143"/>
                  </a:cubicBezTo>
                  <a:cubicBezTo>
                    <a:pt x="30" y="143"/>
                    <a:pt x="30" y="143"/>
                    <a:pt x="30" y="143"/>
                  </a:cubicBezTo>
                  <a:cubicBezTo>
                    <a:pt x="31" y="144"/>
                    <a:pt x="31" y="144"/>
                    <a:pt x="31" y="144"/>
                  </a:cubicBezTo>
                  <a:cubicBezTo>
                    <a:pt x="30" y="144"/>
                    <a:pt x="30" y="144"/>
                    <a:pt x="30" y="144"/>
                  </a:cubicBezTo>
                  <a:cubicBezTo>
                    <a:pt x="30" y="144"/>
                    <a:pt x="30" y="144"/>
                    <a:pt x="30" y="144"/>
                  </a:cubicBezTo>
                  <a:cubicBezTo>
                    <a:pt x="30" y="145"/>
                    <a:pt x="30" y="145"/>
                    <a:pt x="30" y="145"/>
                  </a:cubicBezTo>
                  <a:cubicBezTo>
                    <a:pt x="32" y="146"/>
                    <a:pt x="32" y="146"/>
                    <a:pt x="32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3" y="146"/>
                    <a:pt x="33" y="146"/>
                    <a:pt x="33" y="146"/>
                  </a:cubicBezTo>
                  <a:cubicBezTo>
                    <a:pt x="35" y="145"/>
                    <a:pt x="35" y="145"/>
                    <a:pt x="35" y="145"/>
                  </a:cubicBezTo>
                  <a:cubicBezTo>
                    <a:pt x="34" y="146"/>
                    <a:pt x="34" y="146"/>
                    <a:pt x="34" y="146"/>
                  </a:cubicBezTo>
                  <a:cubicBezTo>
                    <a:pt x="33" y="147"/>
                    <a:pt x="33" y="147"/>
                    <a:pt x="33" y="147"/>
                  </a:cubicBezTo>
                  <a:cubicBezTo>
                    <a:pt x="32" y="146"/>
                    <a:pt x="32" y="146"/>
                    <a:pt x="32" y="146"/>
                  </a:cubicBezTo>
                  <a:cubicBezTo>
                    <a:pt x="31" y="146"/>
                    <a:pt x="31" y="146"/>
                    <a:pt x="31" y="146"/>
                  </a:cubicBezTo>
                  <a:lnTo>
                    <a:pt x="31" y="14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3" name="Freeform 161"/>
            <p:cNvSpPr>
              <a:spLocks noEditPoints="1"/>
            </p:cNvSpPr>
            <p:nvPr/>
          </p:nvSpPr>
          <p:spPr bwMode="auto">
            <a:xfrm>
              <a:off x="1705606" y="742950"/>
              <a:ext cx="1834736" cy="1541384"/>
            </a:xfrm>
            <a:custGeom>
              <a:avLst/>
              <a:gdLst>
                <a:gd name="T0" fmla="*/ 282 w 385"/>
                <a:gd name="T1" fmla="*/ 23 h 323"/>
                <a:gd name="T2" fmla="*/ 282 w 385"/>
                <a:gd name="T3" fmla="*/ 55 h 323"/>
                <a:gd name="T4" fmla="*/ 281 w 385"/>
                <a:gd name="T5" fmla="*/ 61 h 323"/>
                <a:gd name="T6" fmla="*/ 300 w 385"/>
                <a:gd name="T7" fmla="*/ 38 h 323"/>
                <a:gd name="T8" fmla="*/ 301 w 385"/>
                <a:gd name="T9" fmla="*/ 22 h 323"/>
                <a:gd name="T10" fmla="*/ 325 w 385"/>
                <a:gd name="T11" fmla="*/ 10 h 323"/>
                <a:gd name="T12" fmla="*/ 379 w 385"/>
                <a:gd name="T13" fmla="*/ 12 h 323"/>
                <a:gd name="T14" fmla="*/ 330 w 385"/>
                <a:gd name="T15" fmla="*/ 46 h 323"/>
                <a:gd name="T16" fmla="*/ 296 w 385"/>
                <a:gd name="T17" fmla="*/ 67 h 323"/>
                <a:gd name="T18" fmla="*/ 308 w 385"/>
                <a:gd name="T19" fmla="*/ 151 h 323"/>
                <a:gd name="T20" fmla="*/ 270 w 385"/>
                <a:gd name="T21" fmla="*/ 63 h 323"/>
                <a:gd name="T22" fmla="*/ 241 w 385"/>
                <a:gd name="T23" fmla="*/ 43 h 323"/>
                <a:gd name="T24" fmla="*/ 201 w 385"/>
                <a:gd name="T25" fmla="*/ 40 h 323"/>
                <a:gd name="T26" fmla="*/ 263 w 385"/>
                <a:gd name="T27" fmla="*/ 71 h 323"/>
                <a:gd name="T28" fmla="*/ 273 w 385"/>
                <a:gd name="T29" fmla="*/ 98 h 323"/>
                <a:gd name="T30" fmla="*/ 165 w 385"/>
                <a:gd name="T31" fmla="*/ 52 h 323"/>
                <a:gd name="T32" fmla="*/ 239 w 385"/>
                <a:gd name="T33" fmla="*/ 81 h 323"/>
                <a:gd name="T34" fmla="*/ 222 w 385"/>
                <a:gd name="T35" fmla="*/ 71 h 323"/>
                <a:gd name="T36" fmla="*/ 213 w 385"/>
                <a:gd name="T37" fmla="*/ 74 h 323"/>
                <a:gd name="T38" fmla="*/ 201 w 385"/>
                <a:gd name="T39" fmla="*/ 63 h 323"/>
                <a:gd name="T40" fmla="*/ 145 w 385"/>
                <a:gd name="T41" fmla="*/ 70 h 323"/>
                <a:gd name="T42" fmla="*/ 207 w 385"/>
                <a:gd name="T43" fmla="*/ 101 h 323"/>
                <a:gd name="T44" fmla="*/ 221 w 385"/>
                <a:gd name="T45" fmla="*/ 106 h 323"/>
                <a:gd name="T46" fmla="*/ 277 w 385"/>
                <a:gd name="T47" fmla="*/ 112 h 323"/>
                <a:gd name="T48" fmla="*/ 266 w 385"/>
                <a:gd name="T49" fmla="*/ 145 h 323"/>
                <a:gd name="T50" fmla="*/ 191 w 385"/>
                <a:gd name="T51" fmla="*/ 148 h 323"/>
                <a:gd name="T52" fmla="*/ 188 w 385"/>
                <a:gd name="T53" fmla="*/ 109 h 323"/>
                <a:gd name="T54" fmla="*/ 162 w 385"/>
                <a:gd name="T55" fmla="*/ 87 h 323"/>
                <a:gd name="T56" fmla="*/ 142 w 385"/>
                <a:gd name="T57" fmla="*/ 130 h 323"/>
                <a:gd name="T58" fmla="*/ 182 w 385"/>
                <a:gd name="T59" fmla="*/ 139 h 323"/>
                <a:gd name="T60" fmla="*/ 277 w 385"/>
                <a:gd name="T61" fmla="*/ 194 h 323"/>
                <a:gd name="T62" fmla="*/ 280 w 385"/>
                <a:gd name="T63" fmla="*/ 154 h 323"/>
                <a:gd name="T64" fmla="*/ 242 w 385"/>
                <a:gd name="T65" fmla="*/ 135 h 323"/>
                <a:gd name="T66" fmla="*/ 258 w 385"/>
                <a:gd name="T67" fmla="*/ 120 h 323"/>
                <a:gd name="T68" fmla="*/ 287 w 385"/>
                <a:gd name="T69" fmla="*/ 120 h 323"/>
                <a:gd name="T70" fmla="*/ 296 w 385"/>
                <a:gd name="T71" fmla="*/ 143 h 323"/>
                <a:gd name="T72" fmla="*/ 305 w 385"/>
                <a:gd name="T73" fmla="*/ 158 h 323"/>
                <a:gd name="T74" fmla="*/ 320 w 385"/>
                <a:gd name="T75" fmla="*/ 177 h 323"/>
                <a:gd name="T76" fmla="*/ 306 w 385"/>
                <a:gd name="T77" fmla="*/ 178 h 323"/>
                <a:gd name="T78" fmla="*/ 298 w 385"/>
                <a:gd name="T79" fmla="*/ 202 h 323"/>
                <a:gd name="T80" fmla="*/ 241 w 385"/>
                <a:gd name="T81" fmla="*/ 185 h 323"/>
                <a:gd name="T82" fmla="*/ 283 w 385"/>
                <a:gd name="T83" fmla="*/ 220 h 323"/>
                <a:gd name="T84" fmla="*/ 229 w 385"/>
                <a:gd name="T85" fmla="*/ 245 h 323"/>
                <a:gd name="T86" fmla="*/ 305 w 385"/>
                <a:gd name="T87" fmla="*/ 297 h 323"/>
                <a:gd name="T88" fmla="*/ 326 w 385"/>
                <a:gd name="T89" fmla="*/ 297 h 323"/>
                <a:gd name="T90" fmla="*/ 318 w 385"/>
                <a:gd name="T91" fmla="*/ 278 h 323"/>
                <a:gd name="T92" fmla="*/ 35 w 385"/>
                <a:gd name="T93" fmla="*/ 268 h 323"/>
                <a:gd name="T94" fmla="*/ 20 w 385"/>
                <a:gd name="T95" fmla="*/ 240 h 323"/>
                <a:gd name="T96" fmla="*/ 65 w 385"/>
                <a:gd name="T97" fmla="*/ 112 h 323"/>
                <a:gd name="T98" fmla="*/ 28 w 385"/>
                <a:gd name="T99" fmla="*/ 245 h 323"/>
                <a:gd name="T100" fmla="*/ 68 w 385"/>
                <a:gd name="T101" fmla="*/ 116 h 323"/>
                <a:gd name="T102" fmla="*/ 112 w 385"/>
                <a:gd name="T103" fmla="*/ 117 h 323"/>
                <a:gd name="T104" fmla="*/ 169 w 385"/>
                <a:gd name="T105" fmla="*/ 137 h 323"/>
                <a:gd name="T106" fmla="*/ 201 w 385"/>
                <a:gd name="T107" fmla="*/ 156 h 323"/>
                <a:gd name="T108" fmla="*/ 225 w 385"/>
                <a:gd name="T109" fmla="*/ 132 h 323"/>
                <a:gd name="T110" fmla="*/ 258 w 385"/>
                <a:gd name="T111" fmla="*/ 148 h 323"/>
                <a:gd name="T112" fmla="*/ 216 w 385"/>
                <a:gd name="T113" fmla="*/ 185 h 323"/>
                <a:gd name="T114" fmla="*/ 178 w 385"/>
                <a:gd name="T115" fmla="*/ 234 h 323"/>
                <a:gd name="T116" fmla="*/ 246 w 385"/>
                <a:gd name="T117" fmla="*/ 222 h 323"/>
                <a:gd name="T118" fmla="*/ 293 w 385"/>
                <a:gd name="T119" fmla="*/ 224 h 323"/>
                <a:gd name="T120" fmla="*/ 312 w 385"/>
                <a:gd name="T121" fmla="*/ 258 h 323"/>
                <a:gd name="T122" fmla="*/ 275 w 385"/>
                <a:gd name="T123" fmla="*/ 281 h 323"/>
                <a:gd name="T124" fmla="*/ 281 w 385"/>
                <a:gd name="T125" fmla="*/ 309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5" h="323">
                  <a:moveTo>
                    <a:pt x="278" y="57"/>
                  </a:moveTo>
                  <a:cubicBezTo>
                    <a:pt x="279" y="56"/>
                    <a:pt x="279" y="56"/>
                    <a:pt x="279" y="56"/>
                  </a:cubicBezTo>
                  <a:cubicBezTo>
                    <a:pt x="280" y="56"/>
                    <a:pt x="280" y="56"/>
                    <a:pt x="280" y="56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82" y="52"/>
                    <a:pt x="282" y="52"/>
                    <a:pt x="282" y="52"/>
                  </a:cubicBezTo>
                  <a:cubicBezTo>
                    <a:pt x="282" y="52"/>
                    <a:pt x="282" y="52"/>
                    <a:pt x="282" y="52"/>
                  </a:cubicBezTo>
                  <a:cubicBezTo>
                    <a:pt x="282" y="53"/>
                    <a:pt x="282" y="53"/>
                    <a:pt x="282" y="53"/>
                  </a:cubicBezTo>
                  <a:cubicBezTo>
                    <a:pt x="282" y="54"/>
                    <a:pt x="282" y="54"/>
                    <a:pt x="282" y="54"/>
                  </a:cubicBezTo>
                  <a:cubicBezTo>
                    <a:pt x="282" y="54"/>
                    <a:pt x="282" y="54"/>
                    <a:pt x="282" y="54"/>
                  </a:cubicBezTo>
                  <a:cubicBezTo>
                    <a:pt x="283" y="54"/>
                    <a:pt x="283" y="54"/>
                    <a:pt x="283" y="54"/>
                  </a:cubicBezTo>
                  <a:cubicBezTo>
                    <a:pt x="283" y="53"/>
                    <a:pt x="283" y="53"/>
                    <a:pt x="283" y="53"/>
                  </a:cubicBezTo>
                  <a:cubicBezTo>
                    <a:pt x="284" y="53"/>
                    <a:pt x="284" y="53"/>
                    <a:pt x="284" y="53"/>
                  </a:cubicBezTo>
                  <a:cubicBezTo>
                    <a:pt x="284" y="52"/>
                    <a:pt x="284" y="52"/>
                    <a:pt x="284" y="52"/>
                  </a:cubicBezTo>
                  <a:cubicBezTo>
                    <a:pt x="283" y="52"/>
                    <a:pt x="283" y="52"/>
                    <a:pt x="283" y="52"/>
                  </a:cubicBezTo>
                  <a:cubicBezTo>
                    <a:pt x="283" y="52"/>
                    <a:pt x="283" y="52"/>
                    <a:pt x="283" y="52"/>
                  </a:cubicBezTo>
                  <a:cubicBezTo>
                    <a:pt x="284" y="51"/>
                    <a:pt x="284" y="51"/>
                    <a:pt x="284" y="51"/>
                  </a:cubicBezTo>
                  <a:cubicBezTo>
                    <a:pt x="284" y="50"/>
                    <a:pt x="284" y="50"/>
                    <a:pt x="284" y="50"/>
                  </a:cubicBezTo>
                  <a:cubicBezTo>
                    <a:pt x="284" y="50"/>
                    <a:pt x="284" y="50"/>
                    <a:pt x="284" y="50"/>
                  </a:cubicBezTo>
                  <a:cubicBezTo>
                    <a:pt x="284" y="49"/>
                    <a:pt x="284" y="49"/>
                    <a:pt x="284" y="49"/>
                  </a:cubicBezTo>
                  <a:cubicBezTo>
                    <a:pt x="285" y="48"/>
                    <a:pt x="285" y="48"/>
                    <a:pt x="285" y="48"/>
                  </a:cubicBezTo>
                  <a:cubicBezTo>
                    <a:pt x="285" y="47"/>
                    <a:pt x="285" y="47"/>
                    <a:pt x="285" y="47"/>
                  </a:cubicBezTo>
                  <a:cubicBezTo>
                    <a:pt x="286" y="47"/>
                    <a:pt x="286" y="47"/>
                    <a:pt x="286" y="47"/>
                  </a:cubicBezTo>
                  <a:cubicBezTo>
                    <a:pt x="287" y="46"/>
                    <a:pt x="287" y="46"/>
                    <a:pt x="287" y="46"/>
                  </a:cubicBezTo>
                  <a:cubicBezTo>
                    <a:pt x="287" y="47"/>
                    <a:pt x="287" y="47"/>
                    <a:pt x="287" y="47"/>
                  </a:cubicBezTo>
                  <a:cubicBezTo>
                    <a:pt x="287" y="47"/>
                    <a:pt x="287" y="47"/>
                    <a:pt x="287" y="47"/>
                  </a:cubicBezTo>
                  <a:cubicBezTo>
                    <a:pt x="286" y="47"/>
                    <a:pt x="286" y="47"/>
                    <a:pt x="286" y="47"/>
                  </a:cubicBezTo>
                  <a:cubicBezTo>
                    <a:pt x="286" y="49"/>
                    <a:pt x="286" y="49"/>
                    <a:pt x="286" y="49"/>
                  </a:cubicBezTo>
                  <a:cubicBezTo>
                    <a:pt x="285" y="50"/>
                    <a:pt x="285" y="50"/>
                    <a:pt x="285" y="50"/>
                  </a:cubicBezTo>
                  <a:cubicBezTo>
                    <a:pt x="285" y="51"/>
                    <a:pt x="285" y="51"/>
                    <a:pt x="285" y="51"/>
                  </a:cubicBezTo>
                  <a:cubicBezTo>
                    <a:pt x="285" y="51"/>
                    <a:pt x="285" y="51"/>
                    <a:pt x="285" y="51"/>
                  </a:cubicBezTo>
                  <a:cubicBezTo>
                    <a:pt x="285" y="52"/>
                    <a:pt x="285" y="52"/>
                    <a:pt x="285" y="52"/>
                  </a:cubicBezTo>
                  <a:cubicBezTo>
                    <a:pt x="286" y="52"/>
                    <a:pt x="286" y="52"/>
                    <a:pt x="286" y="52"/>
                  </a:cubicBezTo>
                  <a:cubicBezTo>
                    <a:pt x="287" y="51"/>
                    <a:pt x="287" y="51"/>
                    <a:pt x="287" y="51"/>
                  </a:cubicBezTo>
                  <a:cubicBezTo>
                    <a:pt x="288" y="49"/>
                    <a:pt x="288" y="49"/>
                    <a:pt x="288" y="49"/>
                  </a:cubicBezTo>
                  <a:cubicBezTo>
                    <a:pt x="289" y="48"/>
                    <a:pt x="289" y="48"/>
                    <a:pt x="289" y="48"/>
                  </a:cubicBezTo>
                  <a:cubicBezTo>
                    <a:pt x="289" y="47"/>
                    <a:pt x="289" y="47"/>
                    <a:pt x="289" y="47"/>
                  </a:cubicBezTo>
                  <a:cubicBezTo>
                    <a:pt x="289" y="47"/>
                    <a:pt x="289" y="47"/>
                    <a:pt x="289" y="47"/>
                  </a:cubicBezTo>
                  <a:cubicBezTo>
                    <a:pt x="290" y="46"/>
                    <a:pt x="290" y="46"/>
                    <a:pt x="290" y="46"/>
                  </a:cubicBezTo>
                  <a:cubicBezTo>
                    <a:pt x="290" y="47"/>
                    <a:pt x="290" y="47"/>
                    <a:pt x="290" y="47"/>
                  </a:cubicBezTo>
                  <a:cubicBezTo>
                    <a:pt x="290" y="47"/>
                    <a:pt x="290" y="47"/>
                    <a:pt x="290" y="47"/>
                  </a:cubicBezTo>
                  <a:cubicBezTo>
                    <a:pt x="290" y="48"/>
                    <a:pt x="290" y="48"/>
                    <a:pt x="290" y="48"/>
                  </a:cubicBezTo>
                  <a:cubicBezTo>
                    <a:pt x="290" y="48"/>
                    <a:pt x="290" y="48"/>
                    <a:pt x="290" y="48"/>
                  </a:cubicBezTo>
                  <a:cubicBezTo>
                    <a:pt x="291" y="47"/>
                    <a:pt x="291" y="47"/>
                    <a:pt x="291" y="47"/>
                  </a:cubicBezTo>
                  <a:cubicBezTo>
                    <a:pt x="292" y="47"/>
                    <a:pt x="292" y="47"/>
                    <a:pt x="292" y="47"/>
                  </a:cubicBezTo>
                  <a:cubicBezTo>
                    <a:pt x="293" y="47"/>
                    <a:pt x="293" y="47"/>
                    <a:pt x="293" y="47"/>
                  </a:cubicBezTo>
                  <a:cubicBezTo>
                    <a:pt x="295" y="46"/>
                    <a:pt x="295" y="46"/>
                    <a:pt x="295" y="46"/>
                  </a:cubicBezTo>
                  <a:cubicBezTo>
                    <a:pt x="296" y="46"/>
                    <a:pt x="296" y="46"/>
                    <a:pt x="296" y="46"/>
                  </a:cubicBezTo>
                  <a:cubicBezTo>
                    <a:pt x="296" y="46"/>
                    <a:pt x="296" y="46"/>
                    <a:pt x="296" y="46"/>
                  </a:cubicBezTo>
                  <a:cubicBezTo>
                    <a:pt x="297" y="46"/>
                    <a:pt x="297" y="46"/>
                    <a:pt x="297" y="46"/>
                  </a:cubicBezTo>
                  <a:cubicBezTo>
                    <a:pt x="297" y="45"/>
                    <a:pt x="297" y="45"/>
                    <a:pt x="297" y="45"/>
                  </a:cubicBezTo>
                  <a:cubicBezTo>
                    <a:pt x="297" y="44"/>
                    <a:pt x="297" y="44"/>
                    <a:pt x="297" y="44"/>
                  </a:cubicBezTo>
                  <a:cubicBezTo>
                    <a:pt x="298" y="44"/>
                    <a:pt x="298" y="44"/>
                    <a:pt x="298" y="44"/>
                  </a:cubicBezTo>
                  <a:cubicBezTo>
                    <a:pt x="297" y="43"/>
                    <a:pt x="297" y="43"/>
                    <a:pt x="297" y="43"/>
                  </a:cubicBezTo>
                  <a:cubicBezTo>
                    <a:pt x="297" y="42"/>
                    <a:pt x="297" y="42"/>
                    <a:pt x="297" y="42"/>
                  </a:cubicBezTo>
                  <a:cubicBezTo>
                    <a:pt x="297" y="40"/>
                    <a:pt x="297" y="40"/>
                    <a:pt x="297" y="40"/>
                  </a:cubicBezTo>
                  <a:cubicBezTo>
                    <a:pt x="297" y="40"/>
                    <a:pt x="297" y="40"/>
                    <a:pt x="297" y="40"/>
                  </a:cubicBezTo>
                  <a:cubicBezTo>
                    <a:pt x="296" y="41"/>
                    <a:pt x="296" y="41"/>
                    <a:pt x="296" y="41"/>
                  </a:cubicBezTo>
                  <a:cubicBezTo>
                    <a:pt x="295" y="43"/>
                    <a:pt x="295" y="43"/>
                    <a:pt x="295" y="43"/>
                  </a:cubicBezTo>
                  <a:cubicBezTo>
                    <a:pt x="295" y="43"/>
                    <a:pt x="295" y="43"/>
                    <a:pt x="295" y="43"/>
                  </a:cubicBezTo>
                  <a:cubicBezTo>
                    <a:pt x="295" y="42"/>
                    <a:pt x="295" y="42"/>
                    <a:pt x="295" y="42"/>
                  </a:cubicBezTo>
                  <a:cubicBezTo>
                    <a:pt x="296" y="41"/>
                    <a:pt x="296" y="41"/>
                    <a:pt x="296" y="41"/>
                  </a:cubicBezTo>
                  <a:cubicBezTo>
                    <a:pt x="297" y="41"/>
                    <a:pt x="297" y="41"/>
                    <a:pt x="297" y="41"/>
                  </a:cubicBezTo>
                  <a:cubicBezTo>
                    <a:pt x="297" y="40"/>
                    <a:pt x="297" y="40"/>
                    <a:pt x="297" y="40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5" y="39"/>
                    <a:pt x="295" y="39"/>
                    <a:pt x="295" y="39"/>
                  </a:cubicBezTo>
                  <a:cubicBezTo>
                    <a:pt x="295" y="39"/>
                    <a:pt x="295" y="39"/>
                    <a:pt x="295" y="39"/>
                  </a:cubicBezTo>
                  <a:cubicBezTo>
                    <a:pt x="295" y="39"/>
                    <a:pt x="295" y="39"/>
                    <a:pt x="295" y="39"/>
                  </a:cubicBezTo>
                  <a:cubicBezTo>
                    <a:pt x="294" y="39"/>
                    <a:pt x="294" y="39"/>
                    <a:pt x="294" y="39"/>
                  </a:cubicBezTo>
                  <a:cubicBezTo>
                    <a:pt x="294" y="39"/>
                    <a:pt x="294" y="39"/>
                    <a:pt x="294" y="39"/>
                  </a:cubicBezTo>
                  <a:cubicBezTo>
                    <a:pt x="293" y="39"/>
                    <a:pt x="293" y="39"/>
                    <a:pt x="293" y="39"/>
                  </a:cubicBezTo>
                  <a:cubicBezTo>
                    <a:pt x="292" y="40"/>
                    <a:pt x="292" y="40"/>
                    <a:pt x="292" y="40"/>
                  </a:cubicBezTo>
                  <a:cubicBezTo>
                    <a:pt x="292" y="39"/>
                    <a:pt x="292" y="39"/>
                    <a:pt x="292" y="39"/>
                  </a:cubicBezTo>
                  <a:cubicBezTo>
                    <a:pt x="292" y="39"/>
                    <a:pt x="292" y="39"/>
                    <a:pt x="292" y="39"/>
                  </a:cubicBezTo>
                  <a:cubicBezTo>
                    <a:pt x="294" y="38"/>
                    <a:pt x="294" y="38"/>
                    <a:pt x="294" y="38"/>
                  </a:cubicBezTo>
                  <a:cubicBezTo>
                    <a:pt x="295" y="38"/>
                    <a:pt x="295" y="38"/>
                    <a:pt x="295" y="38"/>
                  </a:cubicBezTo>
                  <a:cubicBezTo>
                    <a:pt x="296" y="37"/>
                    <a:pt x="296" y="37"/>
                    <a:pt x="296" y="37"/>
                  </a:cubicBezTo>
                  <a:cubicBezTo>
                    <a:pt x="297" y="36"/>
                    <a:pt x="297" y="36"/>
                    <a:pt x="297" y="36"/>
                  </a:cubicBezTo>
                  <a:cubicBezTo>
                    <a:pt x="298" y="35"/>
                    <a:pt x="298" y="35"/>
                    <a:pt x="298" y="35"/>
                  </a:cubicBezTo>
                  <a:cubicBezTo>
                    <a:pt x="298" y="33"/>
                    <a:pt x="298" y="33"/>
                    <a:pt x="298" y="33"/>
                  </a:cubicBezTo>
                  <a:cubicBezTo>
                    <a:pt x="298" y="33"/>
                    <a:pt x="298" y="33"/>
                    <a:pt x="298" y="33"/>
                  </a:cubicBezTo>
                  <a:cubicBezTo>
                    <a:pt x="297" y="33"/>
                    <a:pt x="297" y="33"/>
                    <a:pt x="297" y="33"/>
                  </a:cubicBezTo>
                  <a:cubicBezTo>
                    <a:pt x="297" y="34"/>
                    <a:pt x="297" y="34"/>
                    <a:pt x="297" y="34"/>
                  </a:cubicBezTo>
                  <a:cubicBezTo>
                    <a:pt x="296" y="33"/>
                    <a:pt x="296" y="33"/>
                    <a:pt x="296" y="33"/>
                  </a:cubicBezTo>
                  <a:cubicBezTo>
                    <a:pt x="297" y="33"/>
                    <a:pt x="297" y="33"/>
                    <a:pt x="297" y="33"/>
                  </a:cubicBezTo>
                  <a:cubicBezTo>
                    <a:pt x="297" y="33"/>
                    <a:pt x="297" y="33"/>
                    <a:pt x="297" y="33"/>
                  </a:cubicBezTo>
                  <a:cubicBezTo>
                    <a:pt x="298" y="33"/>
                    <a:pt x="298" y="33"/>
                    <a:pt x="298" y="33"/>
                  </a:cubicBezTo>
                  <a:cubicBezTo>
                    <a:pt x="298" y="32"/>
                    <a:pt x="298" y="32"/>
                    <a:pt x="298" y="32"/>
                  </a:cubicBezTo>
                  <a:cubicBezTo>
                    <a:pt x="298" y="31"/>
                    <a:pt x="298" y="31"/>
                    <a:pt x="298" y="31"/>
                  </a:cubicBezTo>
                  <a:cubicBezTo>
                    <a:pt x="299" y="30"/>
                    <a:pt x="299" y="30"/>
                    <a:pt x="299" y="30"/>
                  </a:cubicBezTo>
                  <a:cubicBezTo>
                    <a:pt x="299" y="30"/>
                    <a:pt x="299" y="30"/>
                    <a:pt x="299" y="30"/>
                  </a:cubicBezTo>
                  <a:cubicBezTo>
                    <a:pt x="299" y="29"/>
                    <a:pt x="299" y="29"/>
                    <a:pt x="299" y="29"/>
                  </a:cubicBezTo>
                  <a:cubicBezTo>
                    <a:pt x="299" y="29"/>
                    <a:pt x="299" y="29"/>
                    <a:pt x="299" y="29"/>
                  </a:cubicBezTo>
                  <a:cubicBezTo>
                    <a:pt x="298" y="28"/>
                    <a:pt x="298" y="28"/>
                    <a:pt x="298" y="28"/>
                  </a:cubicBezTo>
                  <a:cubicBezTo>
                    <a:pt x="297" y="29"/>
                    <a:pt x="297" y="29"/>
                    <a:pt x="297" y="29"/>
                  </a:cubicBezTo>
                  <a:cubicBezTo>
                    <a:pt x="296" y="30"/>
                    <a:pt x="296" y="30"/>
                    <a:pt x="296" y="30"/>
                  </a:cubicBezTo>
                  <a:cubicBezTo>
                    <a:pt x="296" y="31"/>
                    <a:pt x="296" y="31"/>
                    <a:pt x="296" y="31"/>
                  </a:cubicBezTo>
                  <a:cubicBezTo>
                    <a:pt x="297" y="32"/>
                    <a:pt x="297" y="32"/>
                    <a:pt x="297" y="32"/>
                  </a:cubicBezTo>
                  <a:cubicBezTo>
                    <a:pt x="296" y="33"/>
                    <a:pt x="296" y="33"/>
                    <a:pt x="296" y="33"/>
                  </a:cubicBezTo>
                  <a:cubicBezTo>
                    <a:pt x="296" y="33"/>
                    <a:pt x="296" y="33"/>
                    <a:pt x="296" y="33"/>
                  </a:cubicBezTo>
                  <a:cubicBezTo>
                    <a:pt x="295" y="33"/>
                    <a:pt x="295" y="33"/>
                    <a:pt x="295" y="33"/>
                  </a:cubicBezTo>
                  <a:cubicBezTo>
                    <a:pt x="295" y="32"/>
                    <a:pt x="295" y="32"/>
                    <a:pt x="295" y="32"/>
                  </a:cubicBezTo>
                  <a:cubicBezTo>
                    <a:pt x="295" y="32"/>
                    <a:pt x="295" y="32"/>
                    <a:pt x="295" y="32"/>
                  </a:cubicBezTo>
                  <a:cubicBezTo>
                    <a:pt x="295" y="31"/>
                    <a:pt x="295" y="31"/>
                    <a:pt x="295" y="31"/>
                  </a:cubicBezTo>
                  <a:cubicBezTo>
                    <a:pt x="296" y="30"/>
                    <a:pt x="296" y="30"/>
                    <a:pt x="296" y="30"/>
                  </a:cubicBezTo>
                  <a:cubicBezTo>
                    <a:pt x="296" y="29"/>
                    <a:pt x="296" y="29"/>
                    <a:pt x="296" y="29"/>
                  </a:cubicBezTo>
                  <a:cubicBezTo>
                    <a:pt x="296" y="29"/>
                    <a:pt x="296" y="29"/>
                    <a:pt x="296" y="29"/>
                  </a:cubicBezTo>
                  <a:cubicBezTo>
                    <a:pt x="296" y="29"/>
                    <a:pt x="296" y="29"/>
                    <a:pt x="296" y="29"/>
                  </a:cubicBezTo>
                  <a:cubicBezTo>
                    <a:pt x="297" y="29"/>
                    <a:pt x="297" y="29"/>
                    <a:pt x="297" y="29"/>
                  </a:cubicBezTo>
                  <a:cubicBezTo>
                    <a:pt x="296" y="28"/>
                    <a:pt x="296" y="28"/>
                    <a:pt x="296" y="28"/>
                  </a:cubicBezTo>
                  <a:cubicBezTo>
                    <a:pt x="296" y="27"/>
                    <a:pt x="296" y="27"/>
                    <a:pt x="296" y="27"/>
                  </a:cubicBezTo>
                  <a:cubicBezTo>
                    <a:pt x="295" y="27"/>
                    <a:pt x="295" y="27"/>
                    <a:pt x="295" y="27"/>
                  </a:cubicBezTo>
                  <a:cubicBezTo>
                    <a:pt x="294" y="27"/>
                    <a:pt x="294" y="27"/>
                    <a:pt x="294" y="27"/>
                  </a:cubicBezTo>
                  <a:cubicBezTo>
                    <a:pt x="294" y="28"/>
                    <a:pt x="294" y="28"/>
                    <a:pt x="294" y="28"/>
                  </a:cubicBezTo>
                  <a:cubicBezTo>
                    <a:pt x="293" y="27"/>
                    <a:pt x="293" y="27"/>
                    <a:pt x="293" y="27"/>
                  </a:cubicBezTo>
                  <a:cubicBezTo>
                    <a:pt x="293" y="27"/>
                    <a:pt x="293" y="27"/>
                    <a:pt x="293" y="27"/>
                  </a:cubicBezTo>
                  <a:cubicBezTo>
                    <a:pt x="293" y="26"/>
                    <a:pt x="293" y="26"/>
                    <a:pt x="293" y="26"/>
                  </a:cubicBezTo>
                  <a:cubicBezTo>
                    <a:pt x="293" y="25"/>
                    <a:pt x="293" y="25"/>
                    <a:pt x="293" y="25"/>
                  </a:cubicBezTo>
                  <a:cubicBezTo>
                    <a:pt x="293" y="23"/>
                    <a:pt x="293" y="23"/>
                    <a:pt x="293" y="23"/>
                  </a:cubicBezTo>
                  <a:cubicBezTo>
                    <a:pt x="293" y="22"/>
                    <a:pt x="293" y="22"/>
                    <a:pt x="293" y="22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3" y="19"/>
                    <a:pt x="293" y="19"/>
                    <a:pt x="293" y="19"/>
                  </a:cubicBezTo>
                  <a:cubicBezTo>
                    <a:pt x="294" y="17"/>
                    <a:pt x="294" y="17"/>
                    <a:pt x="294" y="17"/>
                  </a:cubicBezTo>
                  <a:cubicBezTo>
                    <a:pt x="294" y="16"/>
                    <a:pt x="294" y="16"/>
                    <a:pt x="294" y="16"/>
                  </a:cubicBezTo>
                  <a:cubicBezTo>
                    <a:pt x="293" y="16"/>
                    <a:pt x="293" y="16"/>
                    <a:pt x="293" y="16"/>
                  </a:cubicBezTo>
                  <a:cubicBezTo>
                    <a:pt x="293" y="15"/>
                    <a:pt x="293" y="15"/>
                    <a:pt x="293" y="15"/>
                  </a:cubicBezTo>
                  <a:cubicBezTo>
                    <a:pt x="292" y="14"/>
                    <a:pt x="292" y="14"/>
                    <a:pt x="292" y="14"/>
                  </a:cubicBezTo>
                  <a:cubicBezTo>
                    <a:pt x="292" y="13"/>
                    <a:pt x="292" y="13"/>
                    <a:pt x="292" y="13"/>
                  </a:cubicBezTo>
                  <a:cubicBezTo>
                    <a:pt x="290" y="13"/>
                    <a:pt x="290" y="13"/>
                    <a:pt x="290" y="13"/>
                  </a:cubicBezTo>
                  <a:cubicBezTo>
                    <a:pt x="290" y="13"/>
                    <a:pt x="290" y="13"/>
                    <a:pt x="290" y="13"/>
                  </a:cubicBezTo>
                  <a:cubicBezTo>
                    <a:pt x="290" y="13"/>
                    <a:pt x="290" y="13"/>
                    <a:pt x="290" y="13"/>
                  </a:cubicBezTo>
                  <a:cubicBezTo>
                    <a:pt x="290" y="14"/>
                    <a:pt x="290" y="14"/>
                    <a:pt x="290" y="14"/>
                  </a:cubicBezTo>
                  <a:cubicBezTo>
                    <a:pt x="289" y="13"/>
                    <a:pt x="289" y="13"/>
                    <a:pt x="289" y="13"/>
                  </a:cubicBezTo>
                  <a:cubicBezTo>
                    <a:pt x="288" y="13"/>
                    <a:pt x="288" y="13"/>
                    <a:pt x="288" y="13"/>
                  </a:cubicBezTo>
                  <a:cubicBezTo>
                    <a:pt x="288" y="14"/>
                    <a:pt x="288" y="14"/>
                    <a:pt x="288" y="14"/>
                  </a:cubicBezTo>
                  <a:cubicBezTo>
                    <a:pt x="287" y="15"/>
                    <a:pt x="287" y="15"/>
                    <a:pt x="287" y="15"/>
                  </a:cubicBezTo>
                  <a:cubicBezTo>
                    <a:pt x="288" y="15"/>
                    <a:pt x="288" y="15"/>
                    <a:pt x="288" y="15"/>
                  </a:cubicBezTo>
                  <a:cubicBezTo>
                    <a:pt x="288" y="15"/>
                    <a:pt x="288" y="15"/>
                    <a:pt x="288" y="15"/>
                  </a:cubicBezTo>
                  <a:cubicBezTo>
                    <a:pt x="289" y="15"/>
                    <a:pt x="289" y="15"/>
                    <a:pt x="289" y="15"/>
                  </a:cubicBezTo>
                  <a:cubicBezTo>
                    <a:pt x="290" y="15"/>
                    <a:pt x="290" y="15"/>
                    <a:pt x="290" y="15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17"/>
                    <a:pt x="291" y="17"/>
                    <a:pt x="291" y="17"/>
                  </a:cubicBezTo>
                  <a:cubicBezTo>
                    <a:pt x="290" y="18"/>
                    <a:pt x="290" y="18"/>
                    <a:pt x="290" y="18"/>
                  </a:cubicBezTo>
                  <a:cubicBezTo>
                    <a:pt x="289" y="18"/>
                    <a:pt x="289" y="18"/>
                    <a:pt x="289" y="18"/>
                  </a:cubicBezTo>
                  <a:cubicBezTo>
                    <a:pt x="288" y="17"/>
                    <a:pt x="288" y="17"/>
                    <a:pt x="288" y="17"/>
                  </a:cubicBezTo>
                  <a:cubicBezTo>
                    <a:pt x="288" y="17"/>
                    <a:pt x="288" y="17"/>
                    <a:pt x="288" y="17"/>
                  </a:cubicBezTo>
                  <a:cubicBezTo>
                    <a:pt x="287" y="17"/>
                    <a:pt x="287" y="17"/>
                    <a:pt x="287" y="17"/>
                  </a:cubicBezTo>
                  <a:cubicBezTo>
                    <a:pt x="287" y="18"/>
                    <a:pt x="287" y="18"/>
                    <a:pt x="287" y="18"/>
                  </a:cubicBezTo>
                  <a:cubicBezTo>
                    <a:pt x="288" y="18"/>
                    <a:pt x="288" y="18"/>
                    <a:pt x="288" y="18"/>
                  </a:cubicBezTo>
                  <a:cubicBezTo>
                    <a:pt x="287" y="19"/>
                    <a:pt x="287" y="19"/>
                    <a:pt x="287" y="19"/>
                  </a:cubicBezTo>
                  <a:cubicBezTo>
                    <a:pt x="286" y="19"/>
                    <a:pt x="286" y="19"/>
                    <a:pt x="286" y="19"/>
                  </a:cubicBezTo>
                  <a:cubicBezTo>
                    <a:pt x="285" y="18"/>
                    <a:pt x="285" y="18"/>
                    <a:pt x="285" y="18"/>
                  </a:cubicBezTo>
                  <a:cubicBezTo>
                    <a:pt x="284" y="18"/>
                    <a:pt x="284" y="18"/>
                    <a:pt x="284" y="18"/>
                  </a:cubicBezTo>
                  <a:cubicBezTo>
                    <a:pt x="283" y="19"/>
                    <a:pt x="283" y="19"/>
                    <a:pt x="283" y="19"/>
                  </a:cubicBezTo>
                  <a:cubicBezTo>
                    <a:pt x="283" y="20"/>
                    <a:pt x="283" y="20"/>
                    <a:pt x="283" y="20"/>
                  </a:cubicBezTo>
                  <a:cubicBezTo>
                    <a:pt x="283" y="20"/>
                    <a:pt x="283" y="20"/>
                    <a:pt x="283" y="20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4" y="21"/>
                    <a:pt x="284" y="21"/>
                    <a:pt x="284" y="21"/>
                  </a:cubicBezTo>
                  <a:cubicBezTo>
                    <a:pt x="285" y="22"/>
                    <a:pt x="285" y="22"/>
                    <a:pt x="285" y="22"/>
                  </a:cubicBezTo>
                  <a:cubicBezTo>
                    <a:pt x="285" y="22"/>
                    <a:pt x="285" y="22"/>
                    <a:pt x="285" y="22"/>
                  </a:cubicBezTo>
                  <a:cubicBezTo>
                    <a:pt x="284" y="22"/>
                    <a:pt x="284" y="22"/>
                    <a:pt x="284" y="22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85" y="23"/>
                    <a:pt x="285" y="23"/>
                    <a:pt x="285" y="23"/>
                  </a:cubicBezTo>
                  <a:cubicBezTo>
                    <a:pt x="285" y="24"/>
                    <a:pt x="285" y="24"/>
                    <a:pt x="285" y="24"/>
                  </a:cubicBezTo>
                  <a:cubicBezTo>
                    <a:pt x="284" y="24"/>
                    <a:pt x="284" y="24"/>
                    <a:pt x="284" y="24"/>
                  </a:cubicBezTo>
                  <a:cubicBezTo>
                    <a:pt x="283" y="23"/>
                    <a:pt x="283" y="23"/>
                    <a:pt x="283" y="23"/>
                  </a:cubicBezTo>
                  <a:cubicBezTo>
                    <a:pt x="282" y="23"/>
                    <a:pt x="282" y="23"/>
                    <a:pt x="282" y="23"/>
                  </a:cubicBezTo>
                  <a:cubicBezTo>
                    <a:pt x="282" y="23"/>
                    <a:pt x="282" y="23"/>
                    <a:pt x="282" y="23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0" y="23"/>
                    <a:pt x="280" y="23"/>
                    <a:pt x="280" y="23"/>
                  </a:cubicBezTo>
                  <a:cubicBezTo>
                    <a:pt x="280" y="24"/>
                    <a:pt x="280" y="24"/>
                    <a:pt x="280" y="24"/>
                  </a:cubicBezTo>
                  <a:cubicBezTo>
                    <a:pt x="280" y="24"/>
                    <a:pt x="280" y="24"/>
                    <a:pt x="280" y="24"/>
                  </a:cubicBezTo>
                  <a:cubicBezTo>
                    <a:pt x="280" y="25"/>
                    <a:pt x="280" y="25"/>
                    <a:pt x="280" y="25"/>
                  </a:cubicBezTo>
                  <a:cubicBezTo>
                    <a:pt x="280" y="25"/>
                    <a:pt x="280" y="25"/>
                    <a:pt x="280" y="25"/>
                  </a:cubicBezTo>
                  <a:cubicBezTo>
                    <a:pt x="280" y="24"/>
                    <a:pt x="280" y="24"/>
                    <a:pt x="280" y="24"/>
                  </a:cubicBezTo>
                  <a:cubicBezTo>
                    <a:pt x="279" y="24"/>
                    <a:pt x="279" y="24"/>
                    <a:pt x="279" y="24"/>
                  </a:cubicBezTo>
                  <a:cubicBezTo>
                    <a:pt x="278" y="24"/>
                    <a:pt x="278" y="24"/>
                    <a:pt x="278" y="24"/>
                  </a:cubicBezTo>
                  <a:cubicBezTo>
                    <a:pt x="278" y="24"/>
                    <a:pt x="278" y="24"/>
                    <a:pt x="278" y="24"/>
                  </a:cubicBezTo>
                  <a:cubicBezTo>
                    <a:pt x="277" y="23"/>
                    <a:pt x="277" y="23"/>
                    <a:pt x="277" y="23"/>
                  </a:cubicBezTo>
                  <a:cubicBezTo>
                    <a:pt x="277" y="23"/>
                    <a:pt x="277" y="23"/>
                    <a:pt x="277" y="23"/>
                  </a:cubicBezTo>
                  <a:cubicBezTo>
                    <a:pt x="276" y="23"/>
                    <a:pt x="276" y="23"/>
                    <a:pt x="276" y="23"/>
                  </a:cubicBezTo>
                  <a:cubicBezTo>
                    <a:pt x="277" y="24"/>
                    <a:pt x="277" y="24"/>
                    <a:pt x="277" y="24"/>
                  </a:cubicBezTo>
                  <a:cubicBezTo>
                    <a:pt x="277" y="25"/>
                    <a:pt x="277" y="25"/>
                    <a:pt x="277" y="25"/>
                  </a:cubicBezTo>
                  <a:cubicBezTo>
                    <a:pt x="277" y="26"/>
                    <a:pt x="277" y="26"/>
                    <a:pt x="277" y="26"/>
                  </a:cubicBezTo>
                  <a:cubicBezTo>
                    <a:pt x="278" y="27"/>
                    <a:pt x="278" y="27"/>
                    <a:pt x="278" y="27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79" y="27"/>
                    <a:pt x="279" y="27"/>
                    <a:pt x="279" y="27"/>
                  </a:cubicBezTo>
                  <a:cubicBezTo>
                    <a:pt x="278" y="27"/>
                    <a:pt x="278" y="27"/>
                    <a:pt x="278" y="27"/>
                  </a:cubicBezTo>
                  <a:cubicBezTo>
                    <a:pt x="279" y="28"/>
                    <a:pt x="279" y="28"/>
                    <a:pt x="279" y="28"/>
                  </a:cubicBezTo>
                  <a:cubicBezTo>
                    <a:pt x="279" y="29"/>
                    <a:pt x="279" y="29"/>
                    <a:pt x="279" y="29"/>
                  </a:cubicBezTo>
                  <a:cubicBezTo>
                    <a:pt x="280" y="29"/>
                    <a:pt x="280" y="29"/>
                    <a:pt x="280" y="29"/>
                  </a:cubicBezTo>
                  <a:cubicBezTo>
                    <a:pt x="281" y="29"/>
                    <a:pt x="281" y="29"/>
                    <a:pt x="281" y="29"/>
                  </a:cubicBezTo>
                  <a:cubicBezTo>
                    <a:pt x="282" y="28"/>
                    <a:pt x="282" y="28"/>
                    <a:pt x="282" y="28"/>
                  </a:cubicBezTo>
                  <a:cubicBezTo>
                    <a:pt x="282" y="29"/>
                    <a:pt x="282" y="29"/>
                    <a:pt x="282" y="29"/>
                  </a:cubicBezTo>
                  <a:cubicBezTo>
                    <a:pt x="282" y="29"/>
                    <a:pt x="282" y="29"/>
                    <a:pt x="282" y="29"/>
                  </a:cubicBezTo>
                  <a:cubicBezTo>
                    <a:pt x="282" y="30"/>
                    <a:pt x="282" y="30"/>
                    <a:pt x="282" y="30"/>
                  </a:cubicBezTo>
                  <a:cubicBezTo>
                    <a:pt x="281" y="31"/>
                    <a:pt x="281" y="31"/>
                    <a:pt x="281" y="31"/>
                  </a:cubicBezTo>
                  <a:cubicBezTo>
                    <a:pt x="281" y="31"/>
                    <a:pt x="281" y="31"/>
                    <a:pt x="281" y="31"/>
                  </a:cubicBezTo>
                  <a:cubicBezTo>
                    <a:pt x="280" y="30"/>
                    <a:pt x="280" y="30"/>
                    <a:pt x="280" y="30"/>
                  </a:cubicBezTo>
                  <a:cubicBezTo>
                    <a:pt x="277" y="30"/>
                    <a:pt x="277" y="30"/>
                    <a:pt x="277" y="30"/>
                  </a:cubicBezTo>
                  <a:cubicBezTo>
                    <a:pt x="276" y="28"/>
                    <a:pt x="276" y="28"/>
                    <a:pt x="276" y="28"/>
                  </a:cubicBezTo>
                  <a:cubicBezTo>
                    <a:pt x="276" y="28"/>
                    <a:pt x="276" y="28"/>
                    <a:pt x="276" y="28"/>
                  </a:cubicBezTo>
                  <a:cubicBezTo>
                    <a:pt x="275" y="28"/>
                    <a:pt x="275" y="28"/>
                    <a:pt x="275" y="28"/>
                  </a:cubicBezTo>
                  <a:cubicBezTo>
                    <a:pt x="275" y="28"/>
                    <a:pt x="275" y="28"/>
                    <a:pt x="275" y="28"/>
                  </a:cubicBezTo>
                  <a:cubicBezTo>
                    <a:pt x="275" y="29"/>
                    <a:pt x="275" y="29"/>
                    <a:pt x="275" y="29"/>
                  </a:cubicBezTo>
                  <a:cubicBezTo>
                    <a:pt x="275" y="29"/>
                    <a:pt x="275" y="29"/>
                    <a:pt x="275" y="29"/>
                  </a:cubicBezTo>
                  <a:cubicBezTo>
                    <a:pt x="274" y="29"/>
                    <a:pt x="274" y="29"/>
                    <a:pt x="274" y="29"/>
                  </a:cubicBezTo>
                  <a:cubicBezTo>
                    <a:pt x="275" y="31"/>
                    <a:pt x="275" y="31"/>
                    <a:pt x="275" y="31"/>
                  </a:cubicBezTo>
                  <a:cubicBezTo>
                    <a:pt x="274" y="31"/>
                    <a:pt x="274" y="31"/>
                    <a:pt x="274" y="31"/>
                  </a:cubicBezTo>
                  <a:cubicBezTo>
                    <a:pt x="274" y="31"/>
                    <a:pt x="274" y="31"/>
                    <a:pt x="274" y="31"/>
                  </a:cubicBezTo>
                  <a:cubicBezTo>
                    <a:pt x="274" y="32"/>
                    <a:pt x="274" y="32"/>
                    <a:pt x="274" y="32"/>
                  </a:cubicBezTo>
                  <a:cubicBezTo>
                    <a:pt x="273" y="32"/>
                    <a:pt x="273" y="32"/>
                    <a:pt x="273" y="32"/>
                  </a:cubicBezTo>
                  <a:cubicBezTo>
                    <a:pt x="273" y="34"/>
                    <a:pt x="273" y="34"/>
                    <a:pt x="273" y="34"/>
                  </a:cubicBezTo>
                  <a:cubicBezTo>
                    <a:pt x="274" y="34"/>
                    <a:pt x="274" y="34"/>
                    <a:pt x="274" y="34"/>
                  </a:cubicBezTo>
                  <a:cubicBezTo>
                    <a:pt x="275" y="34"/>
                    <a:pt x="275" y="34"/>
                    <a:pt x="275" y="34"/>
                  </a:cubicBezTo>
                  <a:cubicBezTo>
                    <a:pt x="276" y="35"/>
                    <a:pt x="276" y="35"/>
                    <a:pt x="276" y="35"/>
                  </a:cubicBezTo>
                  <a:cubicBezTo>
                    <a:pt x="277" y="35"/>
                    <a:pt x="277" y="35"/>
                    <a:pt x="277" y="35"/>
                  </a:cubicBezTo>
                  <a:cubicBezTo>
                    <a:pt x="277" y="35"/>
                    <a:pt x="277" y="35"/>
                    <a:pt x="277" y="35"/>
                  </a:cubicBezTo>
                  <a:cubicBezTo>
                    <a:pt x="276" y="35"/>
                    <a:pt x="276" y="35"/>
                    <a:pt x="276" y="35"/>
                  </a:cubicBezTo>
                  <a:cubicBezTo>
                    <a:pt x="275" y="35"/>
                    <a:pt x="275" y="35"/>
                    <a:pt x="275" y="35"/>
                  </a:cubicBezTo>
                  <a:cubicBezTo>
                    <a:pt x="274" y="35"/>
                    <a:pt x="274" y="35"/>
                    <a:pt x="274" y="35"/>
                  </a:cubicBezTo>
                  <a:cubicBezTo>
                    <a:pt x="273" y="35"/>
                    <a:pt x="273" y="35"/>
                    <a:pt x="273" y="35"/>
                  </a:cubicBezTo>
                  <a:cubicBezTo>
                    <a:pt x="272" y="35"/>
                    <a:pt x="272" y="35"/>
                    <a:pt x="272" y="35"/>
                  </a:cubicBezTo>
                  <a:cubicBezTo>
                    <a:pt x="271" y="36"/>
                    <a:pt x="271" y="36"/>
                    <a:pt x="271" y="36"/>
                  </a:cubicBezTo>
                  <a:cubicBezTo>
                    <a:pt x="271" y="37"/>
                    <a:pt x="271" y="37"/>
                    <a:pt x="271" y="37"/>
                  </a:cubicBezTo>
                  <a:cubicBezTo>
                    <a:pt x="272" y="37"/>
                    <a:pt x="272" y="37"/>
                    <a:pt x="272" y="37"/>
                  </a:cubicBezTo>
                  <a:cubicBezTo>
                    <a:pt x="271" y="38"/>
                    <a:pt x="271" y="38"/>
                    <a:pt x="271" y="38"/>
                  </a:cubicBezTo>
                  <a:cubicBezTo>
                    <a:pt x="271" y="38"/>
                    <a:pt x="271" y="38"/>
                    <a:pt x="271" y="38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2" y="39"/>
                    <a:pt x="272" y="39"/>
                    <a:pt x="272" y="39"/>
                  </a:cubicBezTo>
                  <a:cubicBezTo>
                    <a:pt x="273" y="39"/>
                    <a:pt x="273" y="39"/>
                    <a:pt x="273" y="39"/>
                  </a:cubicBezTo>
                  <a:cubicBezTo>
                    <a:pt x="274" y="38"/>
                    <a:pt x="274" y="38"/>
                    <a:pt x="274" y="38"/>
                  </a:cubicBezTo>
                  <a:cubicBezTo>
                    <a:pt x="274" y="38"/>
                    <a:pt x="274" y="38"/>
                    <a:pt x="274" y="38"/>
                  </a:cubicBezTo>
                  <a:cubicBezTo>
                    <a:pt x="274" y="39"/>
                    <a:pt x="274" y="39"/>
                    <a:pt x="274" y="39"/>
                  </a:cubicBezTo>
                  <a:cubicBezTo>
                    <a:pt x="273" y="39"/>
                    <a:pt x="273" y="39"/>
                    <a:pt x="273" y="39"/>
                  </a:cubicBezTo>
                  <a:cubicBezTo>
                    <a:pt x="273" y="40"/>
                    <a:pt x="273" y="40"/>
                    <a:pt x="273" y="40"/>
                  </a:cubicBezTo>
                  <a:cubicBezTo>
                    <a:pt x="273" y="40"/>
                    <a:pt x="273" y="40"/>
                    <a:pt x="273" y="40"/>
                  </a:cubicBezTo>
                  <a:cubicBezTo>
                    <a:pt x="274" y="40"/>
                    <a:pt x="274" y="40"/>
                    <a:pt x="274" y="40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6" y="39"/>
                    <a:pt x="276" y="39"/>
                    <a:pt x="276" y="39"/>
                  </a:cubicBezTo>
                  <a:cubicBezTo>
                    <a:pt x="276" y="40"/>
                    <a:pt x="276" y="40"/>
                    <a:pt x="276" y="40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6" y="40"/>
                    <a:pt x="276" y="40"/>
                    <a:pt x="276" y="40"/>
                  </a:cubicBezTo>
                  <a:cubicBezTo>
                    <a:pt x="277" y="40"/>
                    <a:pt x="277" y="40"/>
                    <a:pt x="277" y="40"/>
                  </a:cubicBezTo>
                  <a:cubicBezTo>
                    <a:pt x="278" y="41"/>
                    <a:pt x="278" y="41"/>
                    <a:pt x="278" y="41"/>
                  </a:cubicBezTo>
                  <a:cubicBezTo>
                    <a:pt x="277" y="41"/>
                    <a:pt x="277" y="41"/>
                    <a:pt x="277" y="41"/>
                  </a:cubicBezTo>
                  <a:cubicBezTo>
                    <a:pt x="277" y="41"/>
                    <a:pt x="277" y="41"/>
                    <a:pt x="277" y="41"/>
                  </a:cubicBezTo>
                  <a:cubicBezTo>
                    <a:pt x="277" y="42"/>
                    <a:pt x="277" y="42"/>
                    <a:pt x="277" y="42"/>
                  </a:cubicBezTo>
                  <a:cubicBezTo>
                    <a:pt x="278" y="41"/>
                    <a:pt x="278" y="41"/>
                    <a:pt x="278" y="41"/>
                  </a:cubicBezTo>
                  <a:cubicBezTo>
                    <a:pt x="279" y="42"/>
                    <a:pt x="279" y="42"/>
                    <a:pt x="279" y="42"/>
                  </a:cubicBezTo>
                  <a:cubicBezTo>
                    <a:pt x="282" y="42"/>
                    <a:pt x="282" y="42"/>
                    <a:pt x="282" y="42"/>
                  </a:cubicBezTo>
                  <a:cubicBezTo>
                    <a:pt x="282" y="43"/>
                    <a:pt x="282" y="43"/>
                    <a:pt x="282" y="43"/>
                  </a:cubicBezTo>
                  <a:cubicBezTo>
                    <a:pt x="280" y="43"/>
                    <a:pt x="280" y="43"/>
                    <a:pt x="280" y="43"/>
                  </a:cubicBezTo>
                  <a:cubicBezTo>
                    <a:pt x="279" y="43"/>
                    <a:pt x="279" y="43"/>
                    <a:pt x="279" y="43"/>
                  </a:cubicBezTo>
                  <a:cubicBezTo>
                    <a:pt x="278" y="42"/>
                    <a:pt x="278" y="42"/>
                    <a:pt x="278" y="42"/>
                  </a:cubicBezTo>
                  <a:cubicBezTo>
                    <a:pt x="277" y="42"/>
                    <a:pt x="277" y="42"/>
                    <a:pt x="277" y="42"/>
                  </a:cubicBezTo>
                  <a:cubicBezTo>
                    <a:pt x="277" y="43"/>
                    <a:pt x="277" y="43"/>
                    <a:pt x="277" y="43"/>
                  </a:cubicBezTo>
                  <a:cubicBezTo>
                    <a:pt x="278" y="43"/>
                    <a:pt x="278" y="43"/>
                    <a:pt x="278" y="43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1" y="44"/>
                    <a:pt x="281" y="44"/>
                    <a:pt x="281" y="44"/>
                  </a:cubicBezTo>
                  <a:cubicBezTo>
                    <a:pt x="282" y="44"/>
                    <a:pt x="282" y="44"/>
                    <a:pt x="282" y="4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78" y="44"/>
                    <a:pt x="278" y="44"/>
                    <a:pt x="278" y="44"/>
                  </a:cubicBezTo>
                  <a:cubicBezTo>
                    <a:pt x="277" y="44"/>
                    <a:pt x="277" y="44"/>
                    <a:pt x="277" y="44"/>
                  </a:cubicBezTo>
                  <a:cubicBezTo>
                    <a:pt x="276" y="43"/>
                    <a:pt x="276" y="43"/>
                    <a:pt x="276" y="43"/>
                  </a:cubicBezTo>
                  <a:cubicBezTo>
                    <a:pt x="275" y="43"/>
                    <a:pt x="275" y="43"/>
                    <a:pt x="275" y="43"/>
                  </a:cubicBezTo>
                  <a:cubicBezTo>
                    <a:pt x="274" y="42"/>
                    <a:pt x="274" y="42"/>
                    <a:pt x="274" y="42"/>
                  </a:cubicBezTo>
                  <a:cubicBezTo>
                    <a:pt x="273" y="42"/>
                    <a:pt x="273" y="42"/>
                    <a:pt x="273" y="42"/>
                  </a:cubicBezTo>
                  <a:cubicBezTo>
                    <a:pt x="273" y="43"/>
                    <a:pt x="273" y="43"/>
                    <a:pt x="273" y="43"/>
                  </a:cubicBezTo>
                  <a:cubicBezTo>
                    <a:pt x="272" y="43"/>
                    <a:pt x="272" y="43"/>
                    <a:pt x="272" y="43"/>
                  </a:cubicBezTo>
                  <a:cubicBezTo>
                    <a:pt x="271" y="43"/>
                    <a:pt x="271" y="43"/>
                    <a:pt x="271" y="43"/>
                  </a:cubicBezTo>
                  <a:cubicBezTo>
                    <a:pt x="271" y="45"/>
                    <a:pt x="271" y="45"/>
                    <a:pt x="271" y="45"/>
                  </a:cubicBezTo>
                  <a:cubicBezTo>
                    <a:pt x="272" y="46"/>
                    <a:pt x="272" y="46"/>
                    <a:pt x="272" y="46"/>
                  </a:cubicBezTo>
                  <a:cubicBezTo>
                    <a:pt x="272" y="47"/>
                    <a:pt x="272" y="47"/>
                    <a:pt x="272" y="47"/>
                  </a:cubicBezTo>
                  <a:cubicBezTo>
                    <a:pt x="271" y="47"/>
                    <a:pt x="271" y="47"/>
                    <a:pt x="271" y="47"/>
                  </a:cubicBezTo>
                  <a:cubicBezTo>
                    <a:pt x="271" y="46"/>
                    <a:pt x="271" y="46"/>
                    <a:pt x="271" y="46"/>
                  </a:cubicBezTo>
                  <a:cubicBezTo>
                    <a:pt x="270" y="46"/>
                    <a:pt x="270" y="46"/>
                    <a:pt x="270" y="46"/>
                  </a:cubicBezTo>
                  <a:cubicBezTo>
                    <a:pt x="270" y="47"/>
                    <a:pt x="270" y="47"/>
                    <a:pt x="270" y="47"/>
                  </a:cubicBezTo>
                  <a:cubicBezTo>
                    <a:pt x="270" y="48"/>
                    <a:pt x="270" y="48"/>
                    <a:pt x="270" y="48"/>
                  </a:cubicBezTo>
                  <a:cubicBezTo>
                    <a:pt x="270" y="49"/>
                    <a:pt x="270" y="49"/>
                    <a:pt x="270" y="49"/>
                  </a:cubicBezTo>
                  <a:cubicBezTo>
                    <a:pt x="271" y="48"/>
                    <a:pt x="271" y="48"/>
                    <a:pt x="271" y="48"/>
                  </a:cubicBezTo>
                  <a:cubicBezTo>
                    <a:pt x="271" y="48"/>
                    <a:pt x="271" y="48"/>
                    <a:pt x="271" y="48"/>
                  </a:cubicBezTo>
                  <a:cubicBezTo>
                    <a:pt x="272" y="49"/>
                    <a:pt x="272" y="49"/>
                    <a:pt x="272" y="49"/>
                  </a:cubicBezTo>
                  <a:cubicBezTo>
                    <a:pt x="273" y="49"/>
                    <a:pt x="273" y="49"/>
                    <a:pt x="273" y="49"/>
                  </a:cubicBezTo>
                  <a:cubicBezTo>
                    <a:pt x="272" y="50"/>
                    <a:pt x="272" y="50"/>
                    <a:pt x="272" y="50"/>
                  </a:cubicBezTo>
                  <a:cubicBezTo>
                    <a:pt x="271" y="50"/>
                    <a:pt x="271" y="50"/>
                    <a:pt x="271" y="50"/>
                  </a:cubicBezTo>
                  <a:cubicBezTo>
                    <a:pt x="271" y="49"/>
                    <a:pt x="271" y="49"/>
                    <a:pt x="271" y="49"/>
                  </a:cubicBezTo>
                  <a:cubicBezTo>
                    <a:pt x="269" y="49"/>
                    <a:pt x="269" y="49"/>
                    <a:pt x="269" y="49"/>
                  </a:cubicBezTo>
                  <a:cubicBezTo>
                    <a:pt x="269" y="51"/>
                    <a:pt x="269" y="51"/>
                    <a:pt x="269" y="51"/>
                  </a:cubicBezTo>
                  <a:cubicBezTo>
                    <a:pt x="270" y="51"/>
                    <a:pt x="270" y="51"/>
                    <a:pt x="270" y="51"/>
                  </a:cubicBezTo>
                  <a:cubicBezTo>
                    <a:pt x="270" y="51"/>
                    <a:pt x="270" y="51"/>
                    <a:pt x="270" y="51"/>
                  </a:cubicBezTo>
                  <a:cubicBezTo>
                    <a:pt x="270" y="51"/>
                    <a:pt x="270" y="51"/>
                    <a:pt x="270" y="51"/>
                  </a:cubicBezTo>
                  <a:cubicBezTo>
                    <a:pt x="270" y="53"/>
                    <a:pt x="270" y="53"/>
                    <a:pt x="270" y="53"/>
                  </a:cubicBezTo>
                  <a:cubicBezTo>
                    <a:pt x="270" y="53"/>
                    <a:pt x="270" y="53"/>
                    <a:pt x="270" y="53"/>
                  </a:cubicBezTo>
                  <a:cubicBezTo>
                    <a:pt x="271" y="53"/>
                    <a:pt x="271" y="53"/>
                    <a:pt x="271" y="53"/>
                  </a:cubicBezTo>
                  <a:cubicBezTo>
                    <a:pt x="271" y="54"/>
                    <a:pt x="271" y="54"/>
                    <a:pt x="271" y="54"/>
                  </a:cubicBezTo>
                  <a:cubicBezTo>
                    <a:pt x="272" y="54"/>
                    <a:pt x="272" y="54"/>
                    <a:pt x="272" y="54"/>
                  </a:cubicBezTo>
                  <a:cubicBezTo>
                    <a:pt x="274" y="56"/>
                    <a:pt x="274" y="56"/>
                    <a:pt x="274" y="56"/>
                  </a:cubicBezTo>
                  <a:cubicBezTo>
                    <a:pt x="275" y="55"/>
                    <a:pt x="275" y="55"/>
                    <a:pt x="275" y="55"/>
                  </a:cubicBezTo>
                  <a:cubicBezTo>
                    <a:pt x="275" y="55"/>
                    <a:pt x="275" y="55"/>
                    <a:pt x="275" y="55"/>
                  </a:cubicBezTo>
                  <a:cubicBezTo>
                    <a:pt x="275" y="54"/>
                    <a:pt x="275" y="54"/>
                    <a:pt x="275" y="54"/>
                  </a:cubicBezTo>
                  <a:cubicBezTo>
                    <a:pt x="276" y="54"/>
                    <a:pt x="276" y="54"/>
                    <a:pt x="276" y="54"/>
                  </a:cubicBezTo>
                  <a:cubicBezTo>
                    <a:pt x="277" y="55"/>
                    <a:pt x="277" y="55"/>
                    <a:pt x="277" y="55"/>
                  </a:cubicBezTo>
                  <a:cubicBezTo>
                    <a:pt x="276" y="55"/>
                    <a:pt x="276" y="55"/>
                    <a:pt x="276" y="55"/>
                  </a:cubicBezTo>
                  <a:cubicBezTo>
                    <a:pt x="276" y="56"/>
                    <a:pt x="276" y="56"/>
                    <a:pt x="276" y="56"/>
                  </a:cubicBezTo>
                  <a:cubicBezTo>
                    <a:pt x="277" y="56"/>
                    <a:pt x="277" y="56"/>
                    <a:pt x="277" y="56"/>
                  </a:cubicBezTo>
                  <a:cubicBezTo>
                    <a:pt x="278" y="54"/>
                    <a:pt x="278" y="54"/>
                    <a:pt x="278" y="54"/>
                  </a:cubicBezTo>
                  <a:cubicBezTo>
                    <a:pt x="278" y="52"/>
                    <a:pt x="278" y="52"/>
                    <a:pt x="278" y="52"/>
                  </a:cubicBezTo>
                  <a:cubicBezTo>
                    <a:pt x="278" y="51"/>
                    <a:pt x="278" y="51"/>
                    <a:pt x="278" y="51"/>
                  </a:cubicBezTo>
                  <a:cubicBezTo>
                    <a:pt x="279" y="50"/>
                    <a:pt x="279" y="50"/>
                    <a:pt x="279" y="50"/>
                  </a:cubicBezTo>
                  <a:cubicBezTo>
                    <a:pt x="279" y="50"/>
                    <a:pt x="279" y="50"/>
                    <a:pt x="279" y="50"/>
                  </a:cubicBezTo>
                  <a:cubicBezTo>
                    <a:pt x="279" y="51"/>
                    <a:pt x="279" y="51"/>
                    <a:pt x="279" y="51"/>
                  </a:cubicBezTo>
                  <a:cubicBezTo>
                    <a:pt x="278" y="52"/>
                    <a:pt x="278" y="52"/>
                    <a:pt x="278" y="52"/>
                  </a:cubicBezTo>
                  <a:cubicBezTo>
                    <a:pt x="278" y="53"/>
                    <a:pt x="278" y="53"/>
                    <a:pt x="278" y="53"/>
                  </a:cubicBezTo>
                  <a:cubicBezTo>
                    <a:pt x="278" y="54"/>
                    <a:pt x="278" y="54"/>
                    <a:pt x="278" y="54"/>
                  </a:cubicBezTo>
                  <a:cubicBezTo>
                    <a:pt x="278" y="55"/>
                    <a:pt x="278" y="55"/>
                    <a:pt x="278" y="55"/>
                  </a:cubicBezTo>
                  <a:cubicBezTo>
                    <a:pt x="278" y="56"/>
                    <a:pt x="278" y="56"/>
                    <a:pt x="278" y="56"/>
                  </a:cubicBezTo>
                  <a:cubicBezTo>
                    <a:pt x="278" y="57"/>
                    <a:pt x="278" y="57"/>
                    <a:pt x="278" y="57"/>
                  </a:cubicBezTo>
                  <a:cubicBezTo>
                    <a:pt x="278" y="57"/>
                    <a:pt x="278" y="57"/>
                    <a:pt x="278" y="57"/>
                  </a:cubicBezTo>
                  <a:close/>
                  <a:moveTo>
                    <a:pt x="281" y="22"/>
                  </a:moveTo>
                  <a:cubicBezTo>
                    <a:pt x="281" y="21"/>
                    <a:pt x="281" y="21"/>
                    <a:pt x="281" y="21"/>
                  </a:cubicBezTo>
                  <a:cubicBezTo>
                    <a:pt x="281" y="21"/>
                    <a:pt x="281" y="21"/>
                    <a:pt x="281" y="21"/>
                  </a:cubicBezTo>
                  <a:cubicBezTo>
                    <a:pt x="282" y="22"/>
                    <a:pt x="282" y="22"/>
                    <a:pt x="282" y="22"/>
                  </a:cubicBezTo>
                  <a:cubicBezTo>
                    <a:pt x="282" y="22"/>
                    <a:pt x="282" y="22"/>
                    <a:pt x="282" y="22"/>
                  </a:cubicBezTo>
                  <a:cubicBezTo>
                    <a:pt x="283" y="22"/>
                    <a:pt x="283" y="22"/>
                    <a:pt x="283" y="22"/>
                  </a:cubicBezTo>
                  <a:cubicBezTo>
                    <a:pt x="282" y="22"/>
                    <a:pt x="282" y="22"/>
                    <a:pt x="282" y="22"/>
                  </a:cubicBezTo>
                  <a:cubicBezTo>
                    <a:pt x="282" y="22"/>
                    <a:pt x="282" y="22"/>
                    <a:pt x="282" y="22"/>
                  </a:cubicBezTo>
                  <a:cubicBezTo>
                    <a:pt x="281" y="22"/>
                    <a:pt x="281" y="22"/>
                    <a:pt x="281" y="22"/>
                  </a:cubicBezTo>
                  <a:cubicBezTo>
                    <a:pt x="281" y="22"/>
                    <a:pt x="281" y="22"/>
                    <a:pt x="281" y="22"/>
                  </a:cubicBezTo>
                  <a:close/>
                  <a:moveTo>
                    <a:pt x="281" y="57"/>
                  </a:moveTo>
                  <a:cubicBezTo>
                    <a:pt x="281" y="56"/>
                    <a:pt x="281" y="56"/>
                    <a:pt x="281" y="56"/>
                  </a:cubicBezTo>
                  <a:cubicBezTo>
                    <a:pt x="282" y="55"/>
                    <a:pt x="282" y="55"/>
                    <a:pt x="282" y="55"/>
                  </a:cubicBezTo>
                  <a:cubicBezTo>
                    <a:pt x="282" y="55"/>
                    <a:pt x="282" y="55"/>
                    <a:pt x="282" y="55"/>
                  </a:cubicBezTo>
                  <a:cubicBezTo>
                    <a:pt x="283" y="55"/>
                    <a:pt x="283" y="55"/>
                    <a:pt x="283" y="55"/>
                  </a:cubicBezTo>
                  <a:cubicBezTo>
                    <a:pt x="283" y="55"/>
                    <a:pt x="283" y="55"/>
                    <a:pt x="283" y="55"/>
                  </a:cubicBezTo>
                  <a:cubicBezTo>
                    <a:pt x="283" y="55"/>
                    <a:pt x="283" y="55"/>
                    <a:pt x="283" y="55"/>
                  </a:cubicBezTo>
                  <a:cubicBezTo>
                    <a:pt x="282" y="56"/>
                    <a:pt x="282" y="56"/>
                    <a:pt x="282" y="56"/>
                  </a:cubicBezTo>
                  <a:cubicBezTo>
                    <a:pt x="282" y="57"/>
                    <a:pt x="282" y="57"/>
                    <a:pt x="282" y="57"/>
                  </a:cubicBezTo>
                  <a:cubicBezTo>
                    <a:pt x="281" y="57"/>
                    <a:pt x="281" y="57"/>
                    <a:pt x="281" y="57"/>
                  </a:cubicBezTo>
                  <a:close/>
                  <a:moveTo>
                    <a:pt x="290" y="49"/>
                  </a:moveTo>
                  <a:cubicBezTo>
                    <a:pt x="291" y="48"/>
                    <a:pt x="291" y="48"/>
                    <a:pt x="291" y="48"/>
                  </a:cubicBezTo>
                  <a:cubicBezTo>
                    <a:pt x="292" y="48"/>
                    <a:pt x="292" y="48"/>
                    <a:pt x="292" y="48"/>
                  </a:cubicBezTo>
                  <a:cubicBezTo>
                    <a:pt x="293" y="47"/>
                    <a:pt x="293" y="47"/>
                    <a:pt x="293" y="47"/>
                  </a:cubicBezTo>
                  <a:cubicBezTo>
                    <a:pt x="294" y="48"/>
                    <a:pt x="294" y="48"/>
                    <a:pt x="294" y="48"/>
                  </a:cubicBezTo>
                  <a:cubicBezTo>
                    <a:pt x="295" y="48"/>
                    <a:pt x="295" y="48"/>
                    <a:pt x="295" y="48"/>
                  </a:cubicBezTo>
                  <a:cubicBezTo>
                    <a:pt x="294" y="49"/>
                    <a:pt x="294" y="49"/>
                    <a:pt x="294" y="49"/>
                  </a:cubicBezTo>
                  <a:cubicBezTo>
                    <a:pt x="293" y="49"/>
                    <a:pt x="293" y="49"/>
                    <a:pt x="293" y="49"/>
                  </a:cubicBezTo>
                  <a:cubicBezTo>
                    <a:pt x="292" y="49"/>
                    <a:pt x="292" y="49"/>
                    <a:pt x="292" y="49"/>
                  </a:cubicBezTo>
                  <a:cubicBezTo>
                    <a:pt x="291" y="50"/>
                    <a:pt x="291" y="50"/>
                    <a:pt x="291" y="50"/>
                  </a:cubicBezTo>
                  <a:cubicBezTo>
                    <a:pt x="291" y="49"/>
                    <a:pt x="291" y="49"/>
                    <a:pt x="291" y="49"/>
                  </a:cubicBezTo>
                  <a:cubicBezTo>
                    <a:pt x="290" y="49"/>
                    <a:pt x="290" y="49"/>
                    <a:pt x="290" y="49"/>
                  </a:cubicBezTo>
                  <a:close/>
                  <a:moveTo>
                    <a:pt x="357" y="2"/>
                  </a:moveTo>
                  <a:cubicBezTo>
                    <a:pt x="357" y="1"/>
                    <a:pt x="357" y="1"/>
                    <a:pt x="357" y="1"/>
                  </a:cubicBezTo>
                  <a:cubicBezTo>
                    <a:pt x="358" y="1"/>
                    <a:pt x="358" y="1"/>
                    <a:pt x="358" y="1"/>
                  </a:cubicBezTo>
                  <a:cubicBezTo>
                    <a:pt x="358" y="2"/>
                    <a:pt x="358" y="2"/>
                    <a:pt x="358" y="2"/>
                  </a:cubicBezTo>
                  <a:cubicBezTo>
                    <a:pt x="358" y="2"/>
                    <a:pt x="358" y="2"/>
                    <a:pt x="358" y="2"/>
                  </a:cubicBezTo>
                  <a:cubicBezTo>
                    <a:pt x="357" y="2"/>
                    <a:pt x="357" y="2"/>
                    <a:pt x="357" y="2"/>
                  </a:cubicBezTo>
                  <a:close/>
                  <a:moveTo>
                    <a:pt x="325" y="58"/>
                  </a:moveTo>
                  <a:cubicBezTo>
                    <a:pt x="325" y="59"/>
                    <a:pt x="325" y="59"/>
                    <a:pt x="325" y="59"/>
                  </a:cubicBezTo>
                  <a:cubicBezTo>
                    <a:pt x="325" y="59"/>
                    <a:pt x="325" y="59"/>
                    <a:pt x="325" y="59"/>
                  </a:cubicBezTo>
                  <a:cubicBezTo>
                    <a:pt x="326" y="59"/>
                    <a:pt x="326" y="59"/>
                    <a:pt x="326" y="59"/>
                  </a:cubicBezTo>
                  <a:cubicBezTo>
                    <a:pt x="326" y="59"/>
                    <a:pt x="326" y="59"/>
                    <a:pt x="326" y="59"/>
                  </a:cubicBezTo>
                  <a:cubicBezTo>
                    <a:pt x="325" y="58"/>
                    <a:pt x="325" y="58"/>
                    <a:pt x="325" y="58"/>
                  </a:cubicBezTo>
                  <a:cubicBezTo>
                    <a:pt x="325" y="58"/>
                    <a:pt x="325" y="58"/>
                    <a:pt x="325" y="58"/>
                  </a:cubicBezTo>
                  <a:close/>
                  <a:moveTo>
                    <a:pt x="309" y="67"/>
                  </a:moveTo>
                  <a:cubicBezTo>
                    <a:pt x="309" y="68"/>
                    <a:pt x="309" y="68"/>
                    <a:pt x="309" y="68"/>
                  </a:cubicBezTo>
                  <a:cubicBezTo>
                    <a:pt x="310" y="68"/>
                    <a:pt x="310" y="68"/>
                    <a:pt x="310" y="68"/>
                  </a:cubicBezTo>
                  <a:cubicBezTo>
                    <a:pt x="310" y="67"/>
                    <a:pt x="310" y="67"/>
                    <a:pt x="310" y="67"/>
                  </a:cubicBezTo>
                  <a:cubicBezTo>
                    <a:pt x="309" y="67"/>
                    <a:pt x="309" y="67"/>
                    <a:pt x="309" y="67"/>
                  </a:cubicBezTo>
                  <a:close/>
                  <a:moveTo>
                    <a:pt x="287" y="67"/>
                  </a:moveTo>
                  <a:cubicBezTo>
                    <a:pt x="286" y="66"/>
                    <a:pt x="286" y="66"/>
                    <a:pt x="286" y="66"/>
                  </a:cubicBezTo>
                  <a:cubicBezTo>
                    <a:pt x="286" y="65"/>
                    <a:pt x="286" y="65"/>
                    <a:pt x="286" y="65"/>
                  </a:cubicBezTo>
                  <a:cubicBezTo>
                    <a:pt x="287" y="65"/>
                    <a:pt x="287" y="65"/>
                    <a:pt x="287" y="65"/>
                  </a:cubicBezTo>
                  <a:cubicBezTo>
                    <a:pt x="287" y="66"/>
                    <a:pt x="287" y="66"/>
                    <a:pt x="287" y="66"/>
                  </a:cubicBezTo>
                  <a:cubicBezTo>
                    <a:pt x="287" y="67"/>
                    <a:pt x="287" y="67"/>
                    <a:pt x="287" y="67"/>
                  </a:cubicBezTo>
                  <a:cubicBezTo>
                    <a:pt x="287" y="67"/>
                    <a:pt x="287" y="67"/>
                    <a:pt x="287" y="67"/>
                  </a:cubicBezTo>
                  <a:cubicBezTo>
                    <a:pt x="287" y="67"/>
                    <a:pt x="287" y="67"/>
                    <a:pt x="287" y="67"/>
                  </a:cubicBezTo>
                  <a:close/>
                  <a:moveTo>
                    <a:pt x="280" y="79"/>
                  </a:moveTo>
                  <a:cubicBezTo>
                    <a:pt x="280" y="78"/>
                    <a:pt x="280" y="78"/>
                    <a:pt x="280" y="78"/>
                  </a:cubicBezTo>
                  <a:cubicBezTo>
                    <a:pt x="280" y="78"/>
                    <a:pt x="280" y="78"/>
                    <a:pt x="280" y="78"/>
                  </a:cubicBezTo>
                  <a:cubicBezTo>
                    <a:pt x="280" y="77"/>
                    <a:pt x="280" y="77"/>
                    <a:pt x="280" y="77"/>
                  </a:cubicBezTo>
                  <a:cubicBezTo>
                    <a:pt x="280" y="77"/>
                    <a:pt x="280" y="77"/>
                    <a:pt x="280" y="77"/>
                  </a:cubicBezTo>
                  <a:cubicBezTo>
                    <a:pt x="279" y="77"/>
                    <a:pt x="279" y="77"/>
                    <a:pt x="279" y="77"/>
                  </a:cubicBezTo>
                  <a:cubicBezTo>
                    <a:pt x="279" y="78"/>
                    <a:pt x="279" y="78"/>
                    <a:pt x="279" y="78"/>
                  </a:cubicBezTo>
                  <a:cubicBezTo>
                    <a:pt x="279" y="79"/>
                    <a:pt x="279" y="79"/>
                    <a:pt x="279" y="79"/>
                  </a:cubicBezTo>
                  <a:cubicBezTo>
                    <a:pt x="280" y="80"/>
                    <a:pt x="280" y="80"/>
                    <a:pt x="280" y="80"/>
                  </a:cubicBezTo>
                  <a:cubicBezTo>
                    <a:pt x="280" y="81"/>
                    <a:pt x="280" y="81"/>
                    <a:pt x="280" y="81"/>
                  </a:cubicBezTo>
                  <a:cubicBezTo>
                    <a:pt x="279" y="81"/>
                    <a:pt x="279" y="81"/>
                    <a:pt x="279" y="81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7" y="80"/>
                    <a:pt x="277" y="80"/>
                    <a:pt x="277" y="80"/>
                  </a:cubicBezTo>
                  <a:cubicBezTo>
                    <a:pt x="277" y="80"/>
                    <a:pt x="277" y="80"/>
                    <a:pt x="277" y="80"/>
                  </a:cubicBezTo>
                  <a:cubicBezTo>
                    <a:pt x="276" y="80"/>
                    <a:pt x="276" y="80"/>
                    <a:pt x="276" y="80"/>
                  </a:cubicBezTo>
                  <a:cubicBezTo>
                    <a:pt x="275" y="79"/>
                    <a:pt x="275" y="79"/>
                    <a:pt x="275" y="79"/>
                  </a:cubicBezTo>
                  <a:cubicBezTo>
                    <a:pt x="275" y="79"/>
                    <a:pt x="275" y="79"/>
                    <a:pt x="275" y="79"/>
                  </a:cubicBezTo>
                  <a:cubicBezTo>
                    <a:pt x="274" y="79"/>
                    <a:pt x="274" y="79"/>
                    <a:pt x="274" y="79"/>
                  </a:cubicBezTo>
                  <a:cubicBezTo>
                    <a:pt x="274" y="78"/>
                    <a:pt x="274" y="78"/>
                    <a:pt x="274" y="78"/>
                  </a:cubicBezTo>
                  <a:cubicBezTo>
                    <a:pt x="274" y="78"/>
                    <a:pt x="274" y="78"/>
                    <a:pt x="274" y="78"/>
                  </a:cubicBezTo>
                  <a:cubicBezTo>
                    <a:pt x="274" y="78"/>
                    <a:pt x="274" y="78"/>
                    <a:pt x="274" y="78"/>
                  </a:cubicBezTo>
                  <a:cubicBezTo>
                    <a:pt x="274" y="77"/>
                    <a:pt x="274" y="77"/>
                    <a:pt x="274" y="77"/>
                  </a:cubicBezTo>
                  <a:cubicBezTo>
                    <a:pt x="274" y="77"/>
                    <a:pt x="274" y="77"/>
                    <a:pt x="274" y="77"/>
                  </a:cubicBezTo>
                  <a:cubicBezTo>
                    <a:pt x="275" y="77"/>
                    <a:pt x="275" y="77"/>
                    <a:pt x="275" y="77"/>
                  </a:cubicBezTo>
                  <a:cubicBezTo>
                    <a:pt x="275" y="76"/>
                    <a:pt x="275" y="76"/>
                    <a:pt x="275" y="76"/>
                  </a:cubicBezTo>
                  <a:cubicBezTo>
                    <a:pt x="274" y="75"/>
                    <a:pt x="274" y="75"/>
                    <a:pt x="274" y="75"/>
                  </a:cubicBezTo>
                  <a:cubicBezTo>
                    <a:pt x="274" y="75"/>
                    <a:pt x="274" y="75"/>
                    <a:pt x="274" y="75"/>
                  </a:cubicBezTo>
                  <a:cubicBezTo>
                    <a:pt x="274" y="75"/>
                    <a:pt x="274" y="75"/>
                    <a:pt x="274" y="75"/>
                  </a:cubicBezTo>
                  <a:cubicBezTo>
                    <a:pt x="274" y="76"/>
                    <a:pt x="274" y="76"/>
                    <a:pt x="274" y="76"/>
                  </a:cubicBezTo>
                  <a:cubicBezTo>
                    <a:pt x="274" y="76"/>
                    <a:pt x="274" y="76"/>
                    <a:pt x="274" y="76"/>
                  </a:cubicBezTo>
                  <a:cubicBezTo>
                    <a:pt x="274" y="77"/>
                    <a:pt x="274" y="77"/>
                    <a:pt x="274" y="77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2" y="78"/>
                    <a:pt x="272" y="78"/>
                    <a:pt x="272" y="78"/>
                  </a:cubicBezTo>
                  <a:cubicBezTo>
                    <a:pt x="272" y="77"/>
                    <a:pt x="272" y="77"/>
                    <a:pt x="272" y="77"/>
                  </a:cubicBezTo>
                  <a:cubicBezTo>
                    <a:pt x="272" y="77"/>
                    <a:pt x="272" y="77"/>
                    <a:pt x="272" y="77"/>
                  </a:cubicBezTo>
                  <a:cubicBezTo>
                    <a:pt x="272" y="76"/>
                    <a:pt x="272" y="76"/>
                    <a:pt x="272" y="76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2" y="74"/>
                    <a:pt x="272" y="74"/>
                    <a:pt x="272" y="74"/>
                  </a:cubicBezTo>
                  <a:cubicBezTo>
                    <a:pt x="272" y="75"/>
                    <a:pt x="272" y="75"/>
                    <a:pt x="272" y="75"/>
                  </a:cubicBezTo>
                  <a:cubicBezTo>
                    <a:pt x="271" y="75"/>
                    <a:pt x="271" y="75"/>
                    <a:pt x="271" y="75"/>
                  </a:cubicBezTo>
                  <a:cubicBezTo>
                    <a:pt x="271" y="76"/>
                    <a:pt x="271" y="76"/>
                    <a:pt x="271" y="76"/>
                  </a:cubicBezTo>
                  <a:cubicBezTo>
                    <a:pt x="271" y="76"/>
                    <a:pt x="271" y="76"/>
                    <a:pt x="271" y="76"/>
                  </a:cubicBezTo>
                  <a:cubicBezTo>
                    <a:pt x="271" y="77"/>
                    <a:pt x="271" y="77"/>
                    <a:pt x="271" y="77"/>
                  </a:cubicBezTo>
                  <a:cubicBezTo>
                    <a:pt x="270" y="77"/>
                    <a:pt x="270" y="77"/>
                    <a:pt x="270" y="7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69" y="77"/>
                    <a:pt x="269" y="77"/>
                    <a:pt x="269" y="77"/>
                  </a:cubicBezTo>
                  <a:cubicBezTo>
                    <a:pt x="269" y="76"/>
                    <a:pt x="269" y="76"/>
                    <a:pt x="269" y="76"/>
                  </a:cubicBezTo>
                  <a:cubicBezTo>
                    <a:pt x="269" y="76"/>
                    <a:pt x="269" y="76"/>
                    <a:pt x="269" y="76"/>
                  </a:cubicBezTo>
                  <a:cubicBezTo>
                    <a:pt x="269" y="75"/>
                    <a:pt x="269" y="75"/>
                    <a:pt x="269" y="75"/>
                  </a:cubicBezTo>
                  <a:cubicBezTo>
                    <a:pt x="269" y="74"/>
                    <a:pt x="269" y="74"/>
                    <a:pt x="269" y="74"/>
                  </a:cubicBezTo>
                  <a:cubicBezTo>
                    <a:pt x="269" y="74"/>
                    <a:pt x="269" y="74"/>
                    <a:pt x="269" y="74"/>
                  </a:cubicBezTo>
                  <a:cubicBezTo>
                    <a:pt x="270" y="72"/>
                    <a:pt x="270" y="72"/>
                    <a:pt x="270" y="72"/>
                  </a:cubicBezTo>
                  <a:cubicBezTo>
                    <a:pt x="270" y="72"/>
                    <a:pt x="270" y="72"/>
                    <a:pt x="270" y="72"/>
                  </a:cubicBezTo>
                  <a:cubicBezTo>
                    <a:pt x="269" y="73"/>
                    <a:pt x="269" y="73"/>
                    <a:pt x="269" y="73"/>
                  </a:cubicBezTo>
                  <a:cubicBezTo>
                    <a:pt x="269" y="74"/>
                    <a:pt x="269" y="74"/>
                    <a:pt x="269" y="74"/>
                  </a:cubicBezTo>
                  <a:cubicBezTo>
                    <a:pt x="269" y="75"/>
                    <a:pt x="269" y="75"/>
                    <a:pt x="269" y="75"/>
                  </a:cubicBezTo>
                  <a:cubicBezTo>
                    <a:pt x="268" y="76"/>
                    <a:pt x="268" y="76"/>
                    <a:pt x="268" y="76"/>
                  </a:cubicBezTo>
                  <a:cubicBezTo>
                    <a:pt x="268" y="76"/>
                    <a:pt x="268" y="76"/>
                    <a:pt x="268" y="76"/>
                  </a:cubicBezTo>
                  <a:cubicBezTo>
                    <a:pt x="268" y="75"/>
                    <a:pt x="268" y="75"/>
                    <a:pt x="268" y="75"/>
                  </a:cubicBezTo>
                  <a:cubicBezTo>
                    <a:pt x="268" y="75"/>
                    <a:pt x="268" y="75"/>
                    <a:pt x="268" y="75"/>
                  </a:cubicBezTo>
                  <a:cubicBezTo>
                    <a:pt x="268" y="75"/>
                    <a:pt x="268" y="75"/>
                    <a:pt x="268" y="75"/>
                  </a:cubicBezTo>
                  <a:cubicBezTo>
                    <a:pt x="268" y="76"/>
                    <a:pt x="268" y="76"/>
                    <a:pt x="268" y="76"/>
                  </a:cubicBezTo>
                  <a:cubicBezTo>
                    <a:pt x="267" y="76"/>
                    <a:pt x="267" y="76"/>
                    <a:pt x="267" y="76"/>
                  </a:cubicBezTo>
                  <a:cubicBezTo>
                    <a:pt x="266" y="75"/>
                    <a:pt x="266" y="75"/>
                    <a:pt x="266" y="75"/>
                  </a:cubicBezTo>
                  <a:cubicBezTo>
                    <a:pt x="266" y="74"/>
                    <a:pt x="266" y="74"/>
                    <a:pt x="266" y="74"/>
                  </a:cubicBezTo>
                  <a:cubicBezTo>
                    <a:pt x="266" y="74"/>
                    <a:pt x="266" y="74"/>
                    <a:pt x="266" y="74"/>
                  </a:cubicBezTo>
                  <a:cubicBezTo>
                    <a:pt x="266" y="73"/>
                    <a:pt x="266" y="73"/>
                    <a:pt x="266" y="73"/>
                  </a:cubicBezTo>
                  <a:cubicBezTo>
                    <a:pt x="267" y="73"/>
                    <a:pt x="267" y="73"/>
                    <a:pt x="267" y="73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8" y="71"/>
                    <a:pt x="268" y="71"/>
                    <a:pt x="268" y="71"/>
                  </a:cubicBezTo>
                  <a:cubicBezTo>
                    <a:pt x="268" y="70"/>
                    <a:pt x="268" y="70"/>
                    <a:pt x="268" y="70"/>
                  </a:cubicBezTo>
                  <a:cubicBezTo>
                    <a:pt x="269" y="70"/>
                    <a:pt x="269" y="70"/>
                    <a:pt x="269" y="70"/>
                  </a:cubicBezTo>
                  <a:cubicBezTo>
                    <a:pt x="269" y="70"/>
                    <a:pt x="269" y="70"/>
                    <a:pt x="269" y="70"/>
                  </a:cubicBezTo>
                  <a:cubicBezTo>
                    <a:pt x="271" y="70"/>
                    <a:pt x="271" y="70"/>
                    <a:pt x="271" y="70"/>
                  </a:cubicBezTo>
                  <a:cubicBezTo>
                    <a:pt x="271" y="69"/>
                    <a:pt x="271" y="69"/>
                    <a:pt x="271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3" y="68"/>
                    <a:pt x="273" y="68"/>
                    <a:pt x="273" y="68"/>
                  </a:cubicBezTo>
                  <a:cubicBezTo>
                    <a:pt x="274" y="68"/>
                    <a:pt x="274" y="68"/>
                    <a:pt x="274" y="68"/>
                  </a:cubicBezTo>
                  <a:cubicBezTo>
                    <a:pt x="275" y="69"/>
                    <a:pt x="275" y="69"/>
                    <a:pt x="275" y="69"/>
                  </a:cubicBezTo>
                  <a:cubicBezTo>
                    <a:pt x="276" y="69"/>
                    <a:pt x="276" y="69"/>
                    <a:pt x="276" y="69"/>
                  </a:cubicBezTo>
                  <a:cubicBezTo>
                    <a:pt x="277" y="68"/>
                    <a:pt x="277" y="68"/>
                    <a:pt x="277" y="68"/>
                  </a:cubicBezTo>
                  <a:cubicBezTo>
                    <a:pt x="277" y="69"/>
                    <a:pt x="277" y="69"/>
                    <a:pt x="277" y="69"/>
                  </a:cubicBezTo>
                  <a:cubicBezTo>
                    <a:pt x="278" y="69"/>
                    <a:pt x="278" y="69"/>
                    <a:pt x="278" y="69"/>
                  </a:cubicBezTo>
                  <a:cubicBezTo>
                    <a:pt x="278" y="69"/>
                    <a:pt x="278" y="69"/>
                    <a:pt x="278" y="69"/>
                  </a:cubicBezTo>
                  <a:cubicBezTo>
                    <a:pt x="278" y="69"/>
                    <a:pt x="278" y="69"/>
                    <a:pt x="278" y="69"/>
                  </a:cubicBezTo>
                  <a:cubicBezTo>
                    <a:pt x="279" y="69"/>
                    <a:pt x="279" y="69"/>
                    <a:pt x="279" y="69"/>
                  </a:cubicBezTo>
                  <a:cubicBezTo>
                    <a:pt x="280" y="69"/>
                    <a:pt x="280" y="69"/>
                    <a:pt x="280" y="69"/>
                  </a:cubicBezTo>
                  <a:cubicBezTo>
                    <a:pt x="280" y="69"/>
                    <a:pt x="280" y="69"/>
                    <a:pt x="280" y="69"/>
                  </a:cubicBezTo>
                  <a:cubicBezTo>
                    <a:pt x="281" y="69"/>
                    <a:pt x="281" y="69"/>
                    <a:pt x="281" y="69"/>
                  </a:cubicBezTo>
                  <a:cubicBezTo>
                    <a:pt x="281" y="69"/>
                    <a:pt x="281" y="69"/>
                    <a:pt x="281" y="69"/>
                  </a:cubicBezTo>
                  <a:cubicBezTo>
                    <a:pt x="281" y="69"/>
                    <a:pt x="281" y="69"/>
                    <a:pt x="281" y="69"/>
                  </a:cubicBezTo>
                  <a:cubicBezTo>
                    <a:pt x="280" y="69"/>
                    <a:pt x="280" y="69"/>
                    <a:pt x="280" y="69"/>
                  </a:cubicBezTo>
                  <a:cubicBezTo>
                    <a:pt x="280" y="68"/>
                    <a:pt x="280" y="68"/>
                    <a:pt x="280" y="68"/>
                  </a:cubicBezTo>
                  <a:cubicBezTo>
                    <a:pt x="279" y="68"/>
                    <a:pt x="279" y="68"/>
                    <a:pt x="279" y="68"/>
                  </a:cubicBezTo>
                  <a:cubicBezTo>
                    <a:pt x="280" y="68"/>
                    <a:pt x="280" y="68"/>
                    <a:pt x="280" y="68"/>
                  </a:cubicBezTo>
                  <a:cubicBezTo>
                    <a:pt x="280" y="68"/>
                    <a:pt x="280" y="68"/>
                    <a:pt x="280" y="68"/>
                  </a:cubicBezTo>
                  <a:cubicBezTo>
                    <a:pt x="280" y="67"/>
                    <a:pt x="280" y="67"/>
                    <a:pt x="280" y="67"/>
                  </a:cubicBezTo>
                  <a:cubicBezTo>
                    <a:pt x="279" y="67"/>
                    <a:pt x="279" y="67"/>
                    <a:pt x="279" y="67"/>
                  </a:cubicBezTo>
                  <a:cubicBezTo>
                    <a:pt x="280" y="67"/>
                    <a:pt x="280" y="67"/>
                    <a:pt x="280" y="67"/>
                  </a:cubicBezTo>
                  <a:cubicBezTo>
                    <a:pt x="280" y="67"/>
                    <a:pt x="280" y="67"/>
                    <a:pt x="280" y="67"/>
                  </a:cubicBezTo>
                  <a:cubicBezTo>
                    <a:pt x="281" y="67"/>
                    <a:pt x="281" y="67"/>
                    <a:pt x="281" y="67"/>
                  </a:cubicBezTo>
                  <a:cubicBezTo>
                    <a:pt x="280" y="66"/>
                    <a:pt x="280" y="66"/>
                    <a:pt x="280" y="66"/>
                  </a:cubicBezTo>
                  <a:cubicBezTo>
                    <a:pt x="279" y="66"/>
                    <a:pt x="279" y="66"/>
                    <a:pt x="279" y="66"/>
                  </a:cubicBezTo>
                  <a:cubicBezTo>
                    <a:pt x="279" y="67"/>
                    <a:pt x="279" y="67"/>
                    <a:pt x="279" y="67"/>
                  </a:cubicBezTo>
                  <a:cubicBezTo>
                    <a:pt x="278" y="66"/>
                    <a:pt x="278" y="66"/>
                    <a:pt x="278" y="66"/>
                  </a:cubicBezTo>
                  <a:cubicBezTo>
                    <a:pt x="279" y="65"/>
                    <a:pt x="279" y="65"/>
                    <a:pt x="279" y="65"/>
                  </a:cubicBezTo>
                  <a:cubicBezTo>
                    <a:pt x="279" y="65"/>
                    <a:pt x="279" y="65"/>
                    <a:pt x="279" y="65"/>
                  </a:cubicBezTo>
                  <a:cubicBezTo>
                    <a:pt x="279" y="64"/>
                    <a:pt x="279" y="64"/>
                    <a:pt x="279" y="64"/>
                  </a:cubicBezTo>
                  <a:cubicBezTo>
                    <a:pt x="279" y="64"/>
                    <a:pt x="279" y="64"/>
                    <a:pt x="279" y="64"/>
                  </a:cubicBezTo>
                  <a:cubicBezTo>
                    <a:pt x="279" y="64"/>
                    <a:pt x="279" y="64"/>
                    <a:pt x="279" y="64"/>
                  </a:cubicBezTo>
                  <a:cubicBezTo>
                    <a:pt x="279" y="62"/>
                    <a:pt x="279" y="62"/>
                    <a:pt x="279" y="62"/>
                  </a:cubicBezTo>
                  <a:cubicBezTo>
                    <a:pt x="279" y="62"/>
                    <a:pt x="279" y="62"/>
                    <a:pt x="279" y="62"/>
                  </a:cubicBezTo>
                  <a:cubicBezTo>
                    <a:pt x="279" y="61"/>
                    <a:pt x="279" y="61"/>
                    <a:pt x="279" y="61"/>
                  </a:cubicBezTo>
                  <a:cubicBezTo>
                    <a:pt x="279" y="61"/>
                    <a:pt x="279" y="61"/>
                    <a:pt x="279" y="61"/>
                  </a:cubicBezTo>
                  <a:cubicBezTo>
                    <a:pt x="279" y="61"/>
                    <a:pt x="279" y="61"/>
                    <a:pt x="279" y="61"/>
                  </a:cubicBezTo>
                  <a:cubicBezTo>
                    <a:pt x="280" y="60"/>
                    <a:pt x="280" y="60"/>
                    <a:pt x="280" y="60"/>
                  </a:cubicBezTo>
                  <a:cubicBezTo>
                    <a:pt x="281" y="61"/>
                    <a:pt x="281" y="61"/>
                    <a:pt x="281" y="61"/>
                  </a:cubicBezTo>
                  <a:cubicBezTo>
                    <a:pt x="282" y="60"/>
                    <a:pt x="282" y="60"/>
                    <a:pt x="282" y="60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4" y="62"/>
                    <a:pt x="284" y="62"/>
                    <a:pt x="284" y="62"/>
                  </a:cubicBezTo>
                  <a:cubicBezTo>
                    <a:pt x="285" y="63"/>
                    <a:pt x="285" y="63"/>
                    <a:pt x="285" y="63"/>
                  </a:cubicBezTo>
                  <a:cubicBezTo>
                    <a:pt x="285" y="66"/>
                    <a:pt x="285" y="66"/>
                    <a:pt x="285" y="66"/>
                  </a:cubicBezTo>
                  <a:cubicBezTo>
                    <a:pt x="284" y="67"/>
                    <a:pt x="284" y="67"/>
                    <a:pt x="284" y="67"/>
                  </a:cubicBezTo>
                  <a:cubicBezTo>
                    <a:pt x="285" y="67"/>
                    <a:pt x="285" y="67"/>
                    <a:pt x="285" y="67"/>
                  </a:cubicBezTo>
                  <a:cubicBezTo>
                    <a:pt x="285" y="67"/>
                    <a:pt x="285" y="67"/>
                    <a:pt x="285" y="67"/>
                  </a:cubicBezTo>
                  <a:cubicBezTo>
                    <a:pt x="287" y="67"/>
                    <a:pt x="287" y="67"/>
                    <a:pt x="287" y="67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8" y="69"/>
                    <a:pt x="288" y="69"/>
                    <a:pt x="288" y="69"/>
                  </a:cubicBezTo>
                  <a:cubicBezTo>
                    <a:pt x="288" y="68"/>
                    <a:pt x="288" y="68"/>
                    <a:pt x="288" y="68"/>
                  </a:cubicBezTo>
                  <a:cubicBezTo>
                    <a:pt x="290" y="68"/>
                    <a:pt x="290" y="68"/>
                    <a:pt x="290" y="68"/>
                  </a:cubicBezTo>
                  <a:cubicBezTo>
                    <a:pt x="291" y="69"/>
                    <a:pt x="291" y="69"/>
                    <a:pt x="291" y="69"/>
                  </a:cubicBezTo>
                  <a:cubicBezTo>
                    <a:pt x="291" y="69"/>
                    <a:pt x="291" y="69"/>
                    <a:pt x="291" y="69"/>
                  </a:cubicBezTo>
                  <a:cubicBezTo>
                    <a:pt x="291" y="68"/>
                    <a:pt x="291" y="68"/>
                    <a:pt x="291" y="68"/>
                  </a:cubicBezTo>
                  <a:cubicBezTo>
                    <a:pt x="292" y="68"/>
                    <a:pt x="292" y="68"/>
                    <a:pt x="292" y="68"/>
                  </a:cubicBezTo>
                  <a:cubicBezTo>
                    <a:pt x="293" y="67"/>
                    <a:pt x="293" y="67"/>
                    <a:pt x="293" y="67"/>
                  </a:cubicBezTo>
                  <a:cubicBezTo>
                    <a:pt x="294" y="66"/>
                    <a:pt x="294" y="66"/>
                    <a:pt x="294" y="66"/>
                  </a:cubicBezTo>
                  <a:cubicBezTo>
                    <a:pt x="295" y="65"/>
                    <a:pt x="295" y="65"/>
                    <a:pt x="295" y="65"/>
                  </a:cubicBezTo>
                  <a:cubicBezTo>
                    <a:pt x="297" y="64"/>
                    <a:pt x="297" y="64"/>
                    <a:pt x="297" y="64"/>
                  </a:cubicBezTo>
                  <a:cubicBezTo>
                    <a:pt x="297" y="63"/>
                    <a:pt x="297" y="63"/>
                    <a:pt x="297" y="63"/>
                  </a:cubicBezTo>
                  <a:cubicBezTo>
                    <a:pt x="298" y="62"/>
                    <a:pt x="298" y="62"/>
                    <a:pt x="298" y="62"/>
                  </a:cubicBezTo>
                  <a:cubicBezTo>
                    <a:pt x="297" y="62"/>
                    <a:pt x="297" y="62"/>
                    <a:pt x="297" y="62"/>
                  </a:cubicBezTo>
                  <a:cubicBezTo>
                    <a:pt x="296" y="63"/>
                    <a:pt x="296" y="63"/>
                    <a:pt x="296" y="63"/>
                  </a:cubicBezTo>
                  <a:cubicBezTo>
                    <a:pt x="296" y="63"/>
                    <a:pt x="296" y="63"/>
                    <a:pt x="296" y="63"/>
                  </a:cubicBezTo>
                  <a:cubicBezTo>
                    <a:pt x="295" y="65"/>
                    <a:pt x="295" y="65"/>
                    <a:pt x="295" y="65"/>
                  </a:cubicBezTo>
                  <a:cubicBezTo>
                    <a:pt x="294" y="65"/>
                    <a:pt x="294" y="65"/>
                    <a:pt x="294" y="65"/>
                  </a:cubicBezTo>
                  <a:cubicBezTo>
                    <a:pt x="294" y="66"/>
                    <a:pt x="294" y="66"/>
                    <a:pt x="294" y="66"/>
                  </a:cubicBezTo>
                  <a:cubicBezTo>
                    <a:pt x="293" y="67"/>
                    <a:pt x="293" y="67"/>
                    <a:pt x="293" y="67"/>
                  </a:cubicBezTo>
                  <a:cubicBezTo>
                    <a:pt x="291" y="67"/>
                    <a:pt x="291" y="67"/>
                    <a:pt x="291" y="67"/>
                  </a:cubicBezTo>
                  <a:cubicBezTo>
                    <a:pt x="291" y="67"/>
                    <a:pt x="291" y="67"/>
                    <a:pt x="291" y="67"/>
                  </a:cubicBezTo>
                  <a:cubicBezTo>
                    <a:pt x="290" y="67"/>
                    <a:pt x="290" y="67"/>
                    <a:pt x="290" y="67"/>
                  </a:cubicBezTo>
                  <a:cubicBezTo>
                    <a:pt x="290" y="67"/>
                    <a:pt x="290" y="67"/>
                    <a:pt x="290" y="67"/>
                  </a:cubicBezTo>
                  <a:cubicBezTo>
                    <a:pt x="289" y="67"/>
                    <a:pt x="289" y="67"/>
                    <a:pt x="289" y="67"/>
                  </a:cubicBezTo>
                  <a:cubicBezTo>
                    <a:pt x="288" y="66"/>
                    <a:pt x="288" y="66"/>
                    <a:pt x="288" y="66"/>
                  </a:cubicBezTo>
                  <a:cubicBezTo>
                    <a:pt x="288" y="66"/>
                    <a:pt x="288" y="66"/>
                    <a:pt x="288" y="66"/>
                  </a:cubicBezTo>
                  <a:cubicBezTo>
                    <a:pt x="289" y="65"/>
                    <a:pt x="289" y="65"/>
                    <a:pt x="289" y="65"/>
                  </a:cubicBezTo>
                  <a:cubicBezTo>
                    <a:pt x="289" y="65"/>
                    <a:pt x="289" y="65"/>
                    <a:pt x="289" y="65"/>
                  </a:cubicBezTo>
                  <a:cubicBezTo>
                    <a:pt x="290" y="64"/>
                    <a:pt x="290" y="64"/>
                    <a:pt x="290" y="64"/>
                  </a:cubicBezTo>
                  <a:cubicBezTo>
                    <a:pt x="289" y="65"/>
                    <a:pt x="289" y="65"/>
                    <a:pt x="289" y="65"/>
                  </a:cubicBezTo>
                  <a:cubicBezTo>
                    <a:pt x="288" y="65"/>
                    <a:pt x="288" y="65"/>
                    <a:pt x="288" y="65"/>
                  </a:cubicBezTo>
                  <a:cubicBezTo>
                    <a:pt x="287" y="65"/>
                    <a:pt x="287" y="65"/>
                    <a:pt x="287" y="65"/>
                  </a:cubicBezTo>
                  <a:cubicBezTo>
                    <a:pt x="287" y="64"/>
                    <a:pt x="287" y="64"/>
                    <a:pt x="287" y="64"/>
                  </a:cubicBezTo>
                  <a:cubicBezTo>
                    <a:pt x="287" y="64"/>
                    <a:pt x="287" y="64"/>
                    <a:pt x="287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88" y="64"/>
                    <a:pt x="288" y="64"/>
                    <a:pt x="288" y="64"/>
                  </a:cubicBezTo>
                  <a:cubicBezTo>
                    <a:pt x="288" y="63"/>
                    <a:pt x="288" y="63"/>
                    <a:pt x="288" y="63"/>
                  </a:cubicBezTo>
                  <a:cubicBezTo>
                    <a:pt x="288" y="63"/>
                    <a:pt x="288" y="63"/>
                    <a:pt x="288" y="63"/>
                  </a:cubicBezTo>
                  <a:cubicBezTo>
                    <a:pt x="288" y="63"/>
                    <a:pt x="288" y="63"/>
                    <a:pt x="288" y="63"/>
                  </a:cubicBezTo>
                  <a:cubicBezTo>
                    <a:pt x="288" y="63"/>
                    <a:pt x="288" y="63"/>
                    <a:pt x="288" y="63"/>
                  </a:cubicBezTo>
                  <a:cubicBezTo>
                    <a:pt x="289" y="63"/>
                    <a:pt x="289" y="63"/>
                    <a:pt x="289" y="63"/>
                  </a:cubicBezTo>
                  <a:cubicBezTo>
                    <a:pt x="289" y="63"/>
                    <a:pt x="289" y="63"/>
                    <a:pt x="289" y="63"/>
                  </a:cubicBezTo>
                  <a:cubicBezTo>
                    <a:pt x="289" y="62"/>
                    <a:pt x="289" y="62"/>
                    <a:pt x="289" y="62"/>
                  </a:cubicBezTo>
                  <a:cubicBezTo>
                    <a:pt x="289" y="62"/>
                    <a:pt x="289" y="62"/>
                    <a:pt x="289" y="62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7" y="62"/>
                    <a:pt x="287" y="62"/>
                    <a:pt x="287" y="62"/>
                  </a:cubicBezTo>
                  <a:cubicBezTo>
                    <a:pt x="287" y="62"/>
                    <a:pt x="287" y="62"/>
                    <a:pt x="287" y="62"/>
                  </a:cubicBezTo>
                  <a:cubicBezTo>
                    <a:pt x="287" y="61"/>
                    <a:pt x="287" y="61"/>
                    <a:pt x="287" y="61"/>
                  </a:cubicBezTo>
                  <a:cubicBezTo>
                    <a:pt x="288" y="61"/>
                    <a:pt x="288" y="61"/>
                    <a:pt x="288" y="61"/>
                  </a:cubicBezTo>
                  <a:cubicBezTo>
                    <a:pt x="288" y="61"/>
                    <a:pt x="288" y="61"/>
                    <a:pt x="288" y="61"/>
                  </a:cubicBezTo>
                  <a:cubicBezTo>
                    <a:pt x="289" y="61"/>
                    <a:pt x="289" y="61"/>
                    <a:pt x="289" y="61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91" y="61"/>
                    <a:pt x="291" y="61"/>
                    <a:pt x="291" y="61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90" y="60"/>
                    <a:pt x="290" y="60"/>
                    <a:pt x="290" y="60"/>
                  </a:cubicBezTo>
                  <a:cubicBezTo>
                    <a:pt x="290" y="60"/>
                    <a:pt x="290" y="60"/>
                    <a:pt x="290" y="60"/>
                  </a:cubicBezTo>
                  <a:cubicBezTo>
                    <a:pt x="291" y="60"/>
                    <a:pt x="291" y="60"/>
                    <a:pt x="291" y="60"/>
                  </a:cubicBezTo>
                  <a:cubicBezTo>
                    <a:pt x="291" y="59"/>
                    <a:pt x="291" y="59"/>
                    <a:pt x="291" y="59"/>
                  </a:cubicBezTo>
                  <a:cubicBezTo>
                    <a:pt x="291" y="59"/>
                    <a:pt x="291" y="59"/>
                    <a:pt x="291" y="59"/>
                  </a:cubicBezTo>
                  <a:cubicBezTo>
                    <a:pt x="291" y="59"/>
                    <a:pt x="291" y="59"/>
                    <a:pt x="291" y="59"/>
                  </a:cubicBezTo>
                  <a:cubicBezTo>
                    <a:pt x="291" y="58"/>
                    <a:pt x="291" y="58"/>
                    <a:pt x="291" y="58"/>
                  </a:cubicBezTo>
                  <a:cubicBezTo>
                    <a:pt x="292" y="58"/>
                    <a:pt x="292" y="58"/>
                    <a:pt x="292" y="58"/>
                  </a:cubicBezTo>
                  <a:cubicBezTo>
                    <a:pt x="292" y="57"/>
                    <a:pt x="292" y="57"/>
                    <a:pt x="292" y="57"/>
                  </a:cubicBezTo>
                  <a:cubicBezTo>
                    <a:pt x="293" y="56"/>
                    <a:pt x="293" y="56"/>
                    <a:pt x="293" y="56"/>
                  </a:cubicBezTo>
                  <a:cubicBezTo>
                    <a:pt x="293" y="56"/>
                    <a:pt x="293" y="56"/>
                    <a:pt x="293" y="56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5"/>
                    <a:pt x="293" y="55"/>
                    <a:pt x="293" y="55"/>
                  </a:cubicBezTo>
                  <a:cubicBezTo>
                    <a:pt x="292" y="57"/>
                    <a:pt x="292" y="57"/>
                    <a:pt x="292" y="57"/>
                  </a:cubicBezTo>
                  <a:cubicBezTo>
                    <a:pt x="291" y="58"/>
                    <a:pt x="291" y="58"/>
                    <a:pt x="291" y="58"/>
                  </a:cubicBezTo>
                  <a:cubicBezTo>
                    <a:pt x="289" y="59"/>
                    <a:pt x="289" y="59"/>
                    <a:pt x="289" y="59"/>
                  </a:cubicBezTo>
                  <a:cubicBezTo>
                    <a:pt x="288" y="60"/>
                    <a:pt x="288" y="60"/>
                    <a:pt x="288" y="60"/>
                  </a:cubicBezTo>
                  <a:cubicBezTo>
                    <a:pt x="288" y="60"/>
                    <a:pt x="288" y="60"/>
                    <a:pt x="288" y="60"/>
                  </a:cubicBezTo>
                  <a:cubicBezTo>
                    <a:pt x="286" y="60"/>
                    <a:pt x="286" y="60"/>
                    <a:pt x="286" y="60"/>
                  </a:cubicBezTo>
                  <a:cubicBezTo>
                    <a:pt x="286" y="59"/>
                    <a:pt x="286" y="59"/>
                    <a:pt x="286" y="59"/>
                  </a:cubicBezTo>
                  <a:cubicBezTo>
                    <a:pt x="287" y="59"/>
                    <a:pt x="287" y="59"/>
                    <a:pt x="287" y="59"/>
                  </a:cubicBezTo>
                  <a:cubicBezTo>
                    <a:pt x="288" y="58"/>
                    <a:pt x="288" y="58"/>
                    <a:pt x="288" y="58"/>
                  </a:cubicBezTo>
                  <a:cubicBezTo>
                    <a:pt x="288" y="57"/>
                    <a:pt x="288" y="57"/>
                    <a:pt x="288" y="57"/>
                  </a:cubicBezTo>
                  <a:cubicBezTo>
                    <a:pt x="287" y="58"/>
                    <a:pt x="287" y="58"/>
                    <a:pt x="287" y="58"/>
                  </a:cubicBezTo>
                  <a:cubicBezTo>
                    <a:pt x="285" y="58"/>
                    <a:pt x="285" y="58"/>
                    <a:pt x="285" y="58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2" y="58"/>
                    <a:pt x="282" y="58"/>
                    <a:pt x="282" y="58"/>
                  </a:cubicBezTo>
                  <a:cubicBezTo>
                    <a:pt x="283" y="58"/>
                    <a:pt x="283" y="58"/>
                    <a:pt x="283" y="58"/>
                  </a:cubicBezTo>
                  <a:cubicBezTo>
                    <a:pt x="284" y="58"/>
                    <a:pt x="284" y="58"/>
                    <a:pt x="284" y="58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83" y="57"/>
                    <a:pt x="283" y="57"/>
                    <a:pt x="283" y="57"/>
                  </a:cubicBezTo>
                  <a:cubicBezTo>
                    <a:pt x="283" y="56"/>
                    <a:pt x="283" y="56"/>
                    <a:pt x="283" y="56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284" y="55"/>
                    <a:pt x="284" y="55"/>
                    <a:pt x="284" y="55"/>
                  </a:cubicBezTo>
                  <a:cubicBezTo>
                    <a:pt x="285" y="55"/>
                    <a:pt x="285" y="55"/>
                    <a:pt x="285" y="55"/>
                  </a:cubicBezTo>
                  <a:cubicBezTo>
                    <a:pt x="286" y="54"/>
                    <a:pt x="286" y="54"/>
                    <a:pt x="286" y="54"/>
                  </a:cubicBezTo>
                  <a:cubicBezTo>
                    <a:pt x="287" y="54"/>
                    <a:pt x="287" y="54"/>
                    <a:pt x="287" y="54"/>
                  </a:cubicBezTo>
                  <a:cubicBezTo>
                    <a:pt x="287" y="53"/>
                    <a:pt x="287" y="53"/>
                    <a:pt x="287" y="53"/>
                  </a:cubicBezTo>
                  <a:cubicBezTo>
                    <a:pt x="288" y="52"/>
                    <a:pt x="288" y="52"/>
                    <a:pt x="288" y="52"/>
                  </a:cubicBezTo>
                  <a:cubicBezTo>
                    <a:pt x="289" y="51"/>
                    <a:pt x="289" y="51"/>
                    <a:pt x="289" y="51"/>
                  </a:cubicBezTo>
                  <a:cubicBezTo>
                    <a:pt x="290" y="51"/>
                    <a:pt x="290" y="51"/>
                    <a:pt x="290" y="5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93" y="51"/>
                    <a:pt x="293" y="51"/>
                    <a:pt x="293" y="51"/>
                  </a:cubicBezTo>
                  <a:cubicBezTo>
                    <a:pt x="293" y="51"/>
                    <a:pt x="293" y="51"/>
                    <a:pt x="293" y="51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5" y="50"/>
                    <a:pt x="295" y="50"/>
                    <a:pt x="295" y="50"/>
                  </a:cubicBezTo>
                  <a:cubicBezTo>
                    <a:pt x="296" y="50"/>
                    <a:pt x="296" y="50"/>
                    <a:pt x="296" y="50"/>
                  </a:cubicBezTo>
                  <a:cubicBezTo>
                    <a:pt x="296" y="50"/>
                    <a:pt x="296" y="50"/>
                    <a:pt x="296" y="50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9" y="52"/>
                    <a:pt x="299" y="52"/>
                    <a:pt x="299" y="52"/>
                  </a:cubicBezTo>
                  <a:cubicBezTo>
                    <a:pt x="300" y="53"/>
                    <a:pt x="300" y="53"/>
                    <a:pt x="300" y="53"/>
                  </a:cubicBezTo>
                  <a:cubicBezTo>
                    <a:pt x="300" y="54"/>
                    <a:pt x="300" y="54"/>
                    <a:pt x="300" y="54"/>
                  </a:cubicBezTo>
                  <a:cubicBezTo>
                    <a:pt x="301" y="54"/>
                    <a:pt x="301" y="54"/>
                    <a:pt x="301" y="54"/>
                  </a:cubicBezTo>
                  <a:cubicBezTo>
                    <a:pt x="302" y="55"/>
                    <a:pt x="302" y="55"/>
                    <a:pt x="302" y="55"/>
                  </a:cubicBezTo>
                  <a:cubicBezTo>
                    <a:pt x="302" y="54"/>
                    <a:pt x="302" y="54"/>
                    <a:pt x="302" y="54"/>
                  </a:cubicBezTo>
                  <a:cubicBezTo>
                    <a:pt x="303" y="54"/>
                    <a:pt x="303" y="54"/>
                    <a:pt x="303" y="54"/>
                  </a:cubicBezTo>
                  <a:cubicBezTo>
                    <a:pt x="302" y="54"/>
                    <a:pt x="302" y="54"/>
                    <a:pt x="302" y="54"/>
                  </a:cubicBezTo>
                  <a:cubicBezTo>
                    <a:pt x="301" y="54"/>
                    <a:pt x="301" y="54"/>
                    <a:pt x="301" y="54"/>
                  </a:cubicBezTo>
                  <a:cubicBezTo>
                    <a:pt x="301" y="53"/>
                    <a:pt x="301" y="53"/>
                    <a:pt x="301" y="53"/>
                  </a:cubicBezTo>
                  <a:cubicBezTo>
                    <a:pt x="301" y="53"/>
                    <a:pt x="301" y="53"/>
                    <a:pt x="301" y="53"/>
                  </a:cubicBezTo>
                  <a:cubicBezTo>
                    <a:pt x="302" y="52"/>
                    <a:pt x="302" y="52"/>
                    <a:pt x="302" y="52"/>
                  </a:cubicBezTo>
                  <a:cubicBezTo>
                    <a:pt x="304" y="52"/>
                    <a:pt x="304" y="52"/>
                    <a:pt x="304" y="52"/>
                  </a:cubicBezTo>
                  <a:cubicBezTo>
                    <a:pt x="305" y="53"/>
                    <a:pt x="305" y="53"/>
                    <a:pt x="305" y="53"/>
                  </a:cubicBezTo>
                  <a:cubicBezTo>
                    <a:pt x="305" y="53"/>
                    <a:pt x="305" y="53"/>
                    <a:pt x="305" y="53"/>
                  </a:cubicBezTo>
                  <a:cubicBezTo>
                    <a:pt x="305" y="52"/>
                    <a:pt x="305" y="52"/>
                    <a:pt x="305" y="52"/>
                  </a:cubicBezTo>
                  <a:cubicBezTo>
                    <a:pt x="305" y="51"/>
                    <a:pt x="305" y="51"/>
                    <a:pt x="305" y="51"/>
                  </a:cubicBezTo>
                  <a:cubicBezTo>
                    <a:pt x="305" y="50"/>
                    <a:pt x="305" y="50"/>
                    <a:pt x="305" y="50"/>
                  </a:cubicBezTo>
                  <a:cubicBezTo>
                    <a:pt x="305" y="50"/>
                    <a:pt x="305" y="50"/>
                    <a:pt x="305" y="50"/>
                  </a:cubicBezTo>
                  <a:cubicBezTo>
                    <a:pt x="305" y="51"/>
                    <a:pt x="305" y="51"/>
                    <a:pt x="305" y="51"/>
                  </a:cubicBezTo>
                  <a:cubicBezTo>
                    <a:pt x="304" y="52"/>
                    <a:pt x="304" y="52"/>
                    <a:pt x="304" y="52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301" y="52"/>
                    <a:pt x="301" y="52"/>
                  </a:cubicBezTo>
                  <a:cubicBezTo>
                    <a:pt x="300" y="52"/>
                    <a:pt x="300" y="52"/>
                    <a:pt x="300" y="52"/>
                  </a:cubicBezTo>
                  <a:cubicBezTo>
                    <a:pt x="300" y="51"/>
                    <a:pt x="300" y="51"/>
                    <a:pt x="300" y="51"/>
                  </a:cubicBezTo>
                  <a:cubicBezTo>
                    <a:pt x="299" y="51"/>
                    <a:pt x="299" y="51"/>
                    <a:pt x="299" y="51"/>
                  </a:cubicBezTo>
                  <a:cubicBezTo>
                    <a:pt x="298" y="51"/>
                    <a:pt x="298" y="51"/>
                    <a:pt x="298" y="51"/>
                  </a:cubicBezTo>
                  <a:cubicBezTo>
                    <a:pt x="297" y="49"/>
                    <a:pt x="297" y="49"/>
                    <a:pt x="297" y="49"/>
                  </a:cubicBezTo>
                  <a:cubicBezTo>
                    <a:pt x="296" y="48"/>
                    <a:pt x="296" y="48"/>
                    <a:pt x="296" y="48"/>
                  </a:cubicBezTo>
                  <a:cubicBezTo>
                    <a:pt x="297" y="47"/>
                    <a:pt x="297" y="47"/>
                    <a:pt x="297" y="47"/>
                  </a:cubicBezTo>
                  <a:cubicBezTo>
                    <a:pt x="298" y="48"/>
                    <a:pt x="298" y="48"/>
                    <a:pt x="298" y="48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9" y="48"/>
                    <a:pt x="299" y="48"/>
                    <a:pt x="299" y="48"/>
                  </a:cubicBezTo>
                  <a:cubicBezTo>
                    <a:pt x="299" y="47"/>
                    <a:pt x="299" y="47"/>
                    <a:pt x="299" y="47"/>
                  </a:cubicBezTo>
                  <a:cubicBezTo>
                    <a:pt x="299" y="47"/>
                    <a:pt x="299" y="47"/>
                    <a:pt x="299" y="47"/>
                  </a:cubicBezTo>
                  <a:cubicBezTo>
                    <a:pt x="298" y="47"/>
                    <a:pt x="298" y="47"/>
                    <a:pt x="298" y="47"/>
                  </a:cubicBezTo>
                  <a:cubicBezTo>
                    <a:pt x="298" y="46"/>
                    <a:pt x="298" y="46"/>
                    <a:pt x="298" y="46"/>
                  </a:cubicBezTo>
                  <a:cubicBezTo>
                    <a:pt x="299" y="45"/>
                    <a:pt x="299" y="45"/>
                    <a:pt x="299" y="45"/>
                  </a:cubicBezTo>
                  <a:cubicBezTo>
                    <a:pt x="299" y="44"/>
                    <a:pt x="299" y="44"/>
                    <a:pt x="299" y="44"/>
                  </a:cubicBezTo>
                  <a:cubicBezTo>
                    <a:pt x="300" y="43"/>
                    <a:pt x="300" y="43"/>
                    <a:pt x="300" y="43"/>
                  </a:cubicBezTo>
                  <a:cubicBezTo>
                    <a:pt x="299" y="40"/>
                    <a:pt x="299" y="40"/>
                    <a:pt x="299" y="40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298" y="38"/>
                    <a:pt x="298" y="38"/>
                    <a:pt x="298" y="38"/>
                  </a:cubicBezTo>
                  <a:cubicBezTo>
                    <a:pt x="299" y="37"/>
                    <a:pt x="299" y="37"/>
                    <a:pt x="299" y="37"/>
                  </a:cubicBezTo>
                  <a:cubicBezTo>
                    <a:pt x="299" y="37"/>
                    <a:pt x="299" y="37"/>
                    <a:pt x="299" y="37"/>
                  </a:cubicBezTo>
                  <a:cubicBezTo>
                    <a:pt x="300" y="38"/>
                    <a:pt x="300" y="38"/>
                    <a:pt x="300" y="38"/>
                  </a:cubicBezTo>
                  <a:cubicBezTo>
                    <a:pt x="300" y="38"/>
                    <a:pt x="300" y="38"/>
                    <a:pt x="300" y="38"/>
                  </a:cubicBezTo>
                  <a:cubicBezTo>
                    <a:pt x="301" y="39"/>
                    <a:pt x="301" y="39"/>
                    <a:pt x="301" y="39"/>
                  </a:cubicBezTo>
                  <a:cubicBezTo>
                    <a:pt x="301" y="39"/>
                    <a:pt x="301" y="39"/>
                    <a:pt x="301" y="39"/>
                  </a:cubicBezTo>
                  <a:cubicBezTo>
                    <a:pt x="301" y="38"/>
                    <a:pt x="301" y="38"/>
                    <a:pt x="301" y="38"/>
                  </a:cubicBezTo>
                  <a:cubicBezTo>
                    <a:pt x="301" y="37"/>
                    <a:pt x="301" y="37"/>
                    <a:pt x="301" y="37"/>
                  </a:cubicBezTo>
                  <a:cubicBezTo>
                    <a:pt x="300" y="37"/>
                    <a:pt x="300" y="37"/>
                    <a:pt x="300" y="37"/>
                  </a:cubicBezTo>
                  <a:cubicBezTo>
                    <a:pt x="299" y="36"/>
                    <a:pt x="299" y="36"/>
                    <a:pt x="299" y="36"/>
                  </a:cubicBezTo>
                  <a:cubicBezTo>
                    <a:pt x="299" y="36"/>
                    <a:pt x="299" y="36"/>
                    <a:pt x="299" y="36"/>
                  </a:cubicBezTo>
                  <a:cubicBezTo>
                    <a:pt x="300" y="35"/>
                    <a:pt x="300" y="35"/>
                    <a:pt x="300" y="35"/>
                  </a:cubicBezTo>
                  <a:cubicBezTo>
                    <a:pt x="302" y="32"/>
                    <a:pt x="302" y="32"/>
                    <a:pt x="302" y="32"/>
                  </a:cubicBezTo>
                  <a:cubicBezTo>
                    <a:pt x="304" y="32"/>
                    <a:pt x="304" y="32"/>
                    <a:pt x="304" y="32"/>
                  </a:cubicBezTo>
                  <a:cubicBezTo>
                    <a:pt x="304" y="32"/>
                    <a:pt x="304" y="32"/>
                    <a:pt x="304" y="32"/>
                  </a:cubicBezTo>
                  <a:cubicBezTo>
                    <a:pt x="305" y="33"/>
                    <a:pt x="305" y="33"/>
                    <a:pt x="305" y="33"/>
                  </a:cubicBezTo>
                  <a:cubicBezTo>
                    <a:pt x="306" y="33"/>
                    <a:pt x="306" y="33"/>
                    <a:pt x="306" y="33"/>
                  </a:cubicBezTo>
                  <a:cubicBezTo>
                    <a:pt x="307" y="33"/>
                    <a:pt x="307" y="33"/>
                    <a:pt x="307" y="33"/>
                  </a:cubicBezTo>
                  <a:cubicBezTo>
                    <a:pt x="308" y="35"/>
                    <a:pt x="308" y="35"/>
                    <a:pt x="308" y="35"/>
                  </a:cubicBezTo>
                  <a:cubicBezTo>
                    <a:pt x="308" y="35"/>
                    <a:pt x="308" y="35"/>
                    <a:pt x="308" y="35"/>
                  </a:cubicBezTo>
                  <a:cubicBezTo>
                    <a:pt x="309" y="37"/>
                    <a:pt x="309" y="37"/>
                    <a:pt x="309" y="37"/>
                  </a:cubicBezTo>
                  <a:cubicBezTo>
                    <a:pt x="310" y="38"/>
                    <a:pt x="310" y="38"/>
                    <a:pt x="310" y="38"/>
                  </a:cubicBezTo>
                  <a:cubicBezTo>
                    <a:pt x="310" y="40"/>
                    <a:pt x="310" y="40"/>
                    <a:pt x="310" y="40"/>
                  </a:cubicBezTo>
                  <a:cubicBezTo>
                    <a:pt x="310" y="41"/>
                    <a:pt x="310" y="41"/>
                    <a:pt x="310" y="41"/>
                  </a:cubicBezTo>
                  <a:cubicBezTo>
                    <a:pt x="311" y="42"/>
                    <a:pt x="311" y="42"/>
                    <a:pt x="311" y="42"/>
                  </a:cubicBezTo>
                  <a:cubicBezTo>
                    <a:pt x="311" y="42"/>
                    <a:pt x="311" y="42"/>
                    <a:pt x="311" y="42"/>
                  </a:cubicBezTo>
                  <a:cubicBezTo>
                    <a:pt x="311" y="42"/>
                    <a:pt x="311" y="42"/>
                    <a:pt x="311" y="42"/>
                  </a:cubicBezTo>
                  <a:cubicBezTo>
                    <a:pt x="312" y="42"/>
                    <a:pt x="312" y="42"/>
                    <a:pt x="312" y="42"/>
                  </a:cubicBezTo>
                  <a:cubicBezTo>
                    <a:pt x="312" y="43"/>
                    <a:pt x="312" y="43"/>
                    <a:pt x="312" y="43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4" y="42"/>
                    <a:pt x="314" y="42"/>
                    <a:pt x="314" y="42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2" y="42"/>
                    <a:pt x="312" y="42"/>
                    <a:pt x="312" y="42"/>
                  </a:cubicBezTo>
                  <a:cubicBezTo>
                    <a:pt x="312" y="41"/>
                    <a:pt x="312" y="41"/>
                    <a:pt x="312" y="41"/>
                  </a:cubicBezTo>
                  <a:cubicBezTo>
                    <a:pt x="311" y="41"/>
                    <a:pt x="311" y="41"/>
                    <a:pt x="311" y="41"/>
                  </a:cubicBezTo>
                  <a:cubicBezTo>
                    <a:pt x="311" y="40"/>
                    <a:pt x="311" y="40"/>
                    <a:pt x="311" y="40"/>
                  </a:cubicBezTo>
                  <a:cubicBezTo>
                    <a:pt x="312" y="39"/>
                    <a:pt x="312" y="39"/>
                    <a:pt x="312" y="39"/>
                  </a:cubicBezTo>
                  <a:cubicBezTo>
                    <a:pt x="312" y="39"/>
                    <a:pt x="312" y="39"/>
                    <a:pt x="312" y="39"/>
                  </a:cubicBezTo>
                  <a:cubicBezTo>
                    <a:pt x="312" y="36"/>
                    <a:pt x="312" y="36"/>
                    <a:pt x="312" y="36"/>
                  </a:cubicBezTo>
                  <a:cubicBezTo>
                    <a:pt x="311" y="35"/>
                    <a:pt x="311" y="35"/>
                    <a:pt x="311" y="35"/>
                  </a:cubicBezTo>
                  <a:cubicBezTo>
                    <a:pt x="312" y="34"/>
                    <a:pt x="312" y="34"/>
                    <a:pt x="312" y="34"/>
                  </a:cubicBezTo>
                  <a:cubicBezTo>
                    <a:pt x="313" y="34"/>
                    <a:pt x="313" y="34"/>
                    <a:pt x="313" y="34"/>
                  </a:cubicBezTo>
                  <a:cubicBezTo>
                    <a:pt x="314" y="34"/>
                    <a:pt x="314" y="34"/>
                    <a:pt x="314" y="34"/>
                  </a:cubicBezTo>
                  <a:cubicBezTo>
                    <a:pt x="315" y="35"/>
                    <a:pt x="315" y="35"/>
                    <a:pt x="315" y="35"/>
                  </a:cubicBezTo>
                  <a:cubicBezTo>
                    <a:pt x="316" y="35"/>
                    <a:pt x="316" y="35"/>
                    <a:pt x="316" y="35"/>
                  </a:cubicBezTo>
                  <a:cubicBezTo>
                    <a:pt x="318" y="35"/>
                    <a:pt x="318" y="35"/>
                    <a:pt x="318" y="35"/>
                  </a:cubicBezTo>
                  <a:cubicBezTo>
                    <a:pt x="320" y="35"/>
                    <a:pt x="320" y="35"/>
                    <a:pt x="320" y="35"/>
                  </a:cubicBezTo>
                  <a:cubicBezTo>
                    <a:pt x="321" y="35"/>
                    <a:pt x="321" y="35"/>
                    <a:pt x="321" y="35"/>
                  </a:cubicBezTo>
                  <a:cubicBezTo>
                    <a:pt x="322" y="35"/>
                    <a:pt x="322" y="35"/>
                    <a:pt x="322" y="35"/>
                  </a:cubicBezTo>
                  <a:cubicBezTo>
                    <a:pt x="323" y="35"/>
                    <a:pt x="323" y="35"/>
                    <a:pt x="323" y="35"/>
                  </a:cubicBezTo>
                  <a:cubicBezTo>
                    <a:pt x="324" y="36"/>
                    <a:pt x="324" y="36"/>
                    <a:pt x="324" y="36"/>
                  </a:cubicBezTo>
                  <a:cubicBezTo>
                    <a:pt x="325" y="36"/>
                    <a:pt x="325" y="36"/>
                    <a:pt x="325" y="36"/>
                  </a:cubicBezTo>
                  <a:cubicBezTo>
                    <a:pt x="326" y="36"/>
                    <a:pt x="326" y="36"/>
                    <a:pt x="326" y="36"/>
                  </a:cubicBezTo>
                  <a:cubicBezTo>
                    <a:pt x="326" y="35"/>
                    <a:pt x="326" y="35"/>
                    <a:pt x="326" y="35"/>
                  </a:cubicBezTo>
                  <a:cubicBezTo>
                    <a:pt x="325" y="35"/>
                    <a:pt x="325" y="35"/>
                    <a:pt x="325" y="35"/>
                  </a:cubicBezTo>
                  <a:cubicBezTo>
                    <a:pt x="324" y="35"/>
                    <a:pt x="324" y="35"/>
                    <a:pt x="324" y="35"/>
                  </a:cubicBezTo>
                  <a:cubicBezTo>
                    <a:pt x="323" y="35"/>
                    <a:pt x="323" y="35"/>
                    <a:pt x="323" y="35"/>
                  </a:cubicBezTo>
                  <a:cubicBezTo>
                    <a:pt x="322" y="34"/>
                    <a:pt x="322" y="34"/>
                    <a:pt x="322" y="34"/>
                  </a:cubicBezTo>
                  <a:cubicBezTo>
                    <a:pt x="322" y="34"/>
                    <a:pt x="322" y="34"/>
                    <a:pt x="322" y="34"/>
                  </a:cubicBezTo>
                  <a:cubicBezTo>
                    <a:pt x="323" y="34"/>
                    <a:pt x="323" y="34"/>
                    <a:pt x="323" y="34"/>
                  </a:cubicBezTo>
                  <a:cubicBezTo>
                    <a:pt x="324" y="34"/>
                    <a:pt x="324" y="34"/>
                    <a:pt x="324" y="34"/>
                  </a:cubicBezTo>
                  <a:cubicBezTo>
                    <a:pt x="327" y="33"/>
                    <a:pt x="327" y="33"/>
                    <a:pt x="327" y="33"/>
                  </a:cubicBezTo>
                  <a:cubicBezTo>
                    <a:pt x="329" y="33"/>
                    <a:pt x="329" y="33"/>
                    <a:pt x="329" y="33"/>
                  </a:cubicBezTo>
                  <a:cubicBezTo>
                    <a:pt x="331" y="34"/>
                    <a:pt x="331" y="34"/>
                    <a:pt x="331" y="34"/>
                  </a:cubicBezTo>
                  <a:cubicBezTo>
                    <a:pt x="332" y="34"/>
                    <a:pt x="332" y="34"/>
                    <a:pt x="332" y="34"/>
                  </a:cubicBezTo>
                  <a:cubicBezTo>
                    <a:pt x="333" y="34"/>
                    <a:pt x="333" y="34"/>
                    <a:pt x="333" y="34"/>
                  </a:cubicBezTo>
                  <a:cubicBezTo>
                    <a:pt x="334" y="34"/>
                    <a:pt x="334" y="34"/>
                    <a:pt x="334" y="34"/>
                  </a:cubicBezTo>
                  <a:cubicBezTo>
                    <a:pt x="333" y="33"/>
                    <a:pt x="333" y="33"/>
                    <a:pt x="333" y="33"/>
                  </a:cubicBezTo>
                  <a:cubicBezTo>
                    <a:pt x="333" y="33"/>
                    <a:pt x="333" y="33"/>
                    <a:pt x="333" y="33"/>
                  </a:cubicBezTo>
                  <a:cubicBezTo>
                    <a:pt x="332" y="33"/>
                    <a:pt x="332" y="33"/>
                    <a:pt x="332" y="33"/>
                  </a:cubicBezTo>
                  <a:cubicBezTo>
                    <a:pt x="332" y="33"/>
                    <a:pt x="332" y="33"/>
                    <a:pt x="332" y="33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7" y="32"/>
                    <a:pt x="327" y="32"/>
                    <a:pt x="327" y="32"/>
                  </a:cubicBezTo>
                  <a:cubicBezTo>
                    <a:pt x="327" y="32"/>
                    <a:pt x="327" y="32"/>
                    <a:pt x="327" y="32"/>
                  </a:cubicBezTo>
                  <a:cubicBezTo>
                    <a:pt x="328" y="31"/>
                    <a:pt x="328" y="31"/>
                    <a:pt x="328" y="31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29"/>
                    <a:pt x="330" y="29"/>
                    <a:pt x="330" y="29"/>
                  </a:cubicBezTo>
                  <a:cubicBezTo>
                    <a:pt x="331" y="28"/>
                    <a:pt x="331" y="28"/>
                    <a:pt x="331" y="28"/>
                  </a:cubicBezTo>
                  <a:cubicBezTo>
                    <a:pt x="333" y="27"/>
                    <a:pt x="333" y="27"/>
                    <a:pt x="333" y="27"/>
                  </a:cubicBezTo>
                  <a:cubicBezTo>
                    <a:pt x="334" y="27"/>
                    <a:pt x="334" y="27"/>
                    <a:pt x="334" y="27"/>
                  </a:cubicBezTo>
                  <a:cubicBezTo>
                    <a:pt x="336" y="26"/>
                    <a:pt x="336" y="26"/>
                    <a:pt x="336" y="26"/>
                  </a:cubicBezTo>
                  <a:cubicBezTo>
                    <a:pt x="336" y="26"/>
                    <a:pt x="336" y="26"/>
                    <a:pt x="336" y="26"/>
                  </a:cubicBezTo>
                  <a:cubicBezTo>
                    <a:pt x="334" y="26"/>
                    <a:pt x="334" y="26"/>
                    <a:pt x="334" y="26"/>
                  </a:cubicBezTo>
                  <a:cubicBezTo>
                    <a:pt x="332" y="27"/>
                    <a:pt x="332" y="27"/>
                    <a:pt x="332" y="27"/>
                  </a:cubicBezTo>
                  <a:cubicBezTo>
                    <a:pt x="330" y="28"/>
                    <a:pt x="330" y="28"/>
                    <a:pt x="330" y="28"/>
                  </a:cubicBezTo>
                  <a:cubicBezTo>
                    <a:pt x="330" y="29"/>
                    <a:pt x="330" y="29"/>
                    <a:pt x="330" y="29"/>
                  </a:cubicBezTo>
                  <a:cubicBezTo>
                    <a:pt x="329" y="29"/>
                    <a:pt x="329" y="29"/>
                    <a:pt x="329" y="29"/>
                  </a:cubicBezTo>
                  <a:cubicBezTo>
                    <a:pt x="329" y="28"/>
                    <a:pt x="329" y="28"/>
                    <a:pt x="329" y="28"/>
                  </a:cubicBezTo>
                  <a:cubicBezTo>
                    <a:pt x="329" y="28"/>
                    <a:pt x="329" y="28"/>
                    <a:pt x="329" y="28"/>
                  </a:cubicBezTo>
                  <a:cubicBezTo>
                    <a:pt x="328" y="29"/>
                    <a:pt x="328" y="29"/>
                    <a:pt x="328" y="29"/>
                  </a:cubicBezTo>
                  <a:cubicBezTo>
                    <a:pt x="327" y="29"/>
                    <a:pt x="327" y="29"/>
                    <a:pt x="327" y="29"/>
                  </a:cubicBezTo>
                  <a:cubicBezTo>
                    <a:pt x="326" y="30"/>
                    <a:pt x="326" y="30"/>
                    <a:pt x="326" y="30"/>
                  </a:cubicBezTo>
                  <a:cubicBezTo>
                    <a:pt x="327" y="30"/>
                    <a:pt x="327" y="30"/>
                    <a:pt x="327" y="30"/>
                  </a:cubicBezTo>
                  <a:cubicBezTo>
                    <a:pt x="327" y="31"/>
                    <a:pt x="327" y="31"/>
                    <a:pt x="327" y="31"/>
                  </a:cubicBezTo>
                  <a:cubicBezTo>
                    <a:pt x="325" y="32"/>
                    <a:pt x="325" y="32"/>
                    <a:pt x="325" y="32"/>
                  </a:cubicBezTo>
                  <a:cubicBezTo>
                    <a:pt x="324" y="32"/>
                    <a:pt x="324" y="32"/>
                    <a:pt x="324" y="32"/>
                  </a:cubicBezTo>
                  <a:cubicBezTo>
                    <a:pt x="321" y="33"/>
                    <a:pt x="321" y="33"/>
                    <a:pt x="321" y="33"/>
                  </a:cubicBezTo>
                  <a:cubicBezTo>
                    <a:pt x="320" y="33"/>
                    <a:pt x="320" y="33"/>
                    <a:pt x="320" y="33"/>
                  </a:cubicBezTo>
                  <a:cubicBezTo>
                    <a:pt x="319" y="33"/>
                    <a:pt x="319" y="33"/>
                    <a:pt x="319" y="33"/>
                  </a:cubicBezTo>
                  <a:cubicBezTo>
                    <a:pt x="317" y="33"/>
                    <a:pt x="317" y="33"/>
                    <a:pt x="317" y="33"/>
                  </a:cubicBezTo>
                  <a:cubicBezTo>
                    <a:pt x="316" y="32"/>
                    <a:pt x="316" y="32"/>
                    <a:pt x="316" y="32"/>
                  </a:cubicBezTo>
                  <a:cubicBezTo>
                    <a:pt x="314" y="32"/>
                    <a:pt x="314" y="32"/>
                    <a:pt x="314" y="32"/>
                  </a:cubicBezTo>
                  <a:cubicBezTo>
                    <a:pt x="314" y="32"/>
                    <a:pt x="314" y="32"/>
                    <a:pt x="314" y="32"/>
                  </a:cubicBezTo>
                  <a:cubicBezTo>
                    <a:pt x="314" y="32"/>
                    <a:pt x="314" y="32"/>
                    <a:pt x="314" y="32"/>
                  </a:cubicBezTo>
                  <a:cubicBezTo>
                    <a:pt x="315" y="31"/>
                    <a:pt x="315" y="31"/>
                    <a:pt x="315" y="31"/>
                  </a:cubicBezTo>
                  <a:cubicBezTo>
                    <a:pt x="316" y="31"/>
                    <a:pt x="316" y="31"/>
                    <a:pt x="316" y="31"/>
                  </a:cubicBezTo>
                  <a:cubicBezTo>
                    <a:pt x="317" y="30"/>
                    <a:pt x="317" y="30"/>
                    <a:pt x="317" y="30"/>
                  </a:cubicBezTo>
                  <a:cubicBezTo>
                    <a:pt x="318" y="30"/>
                    <a:pt x="318" y="30"/>
                    <a:pt x="318" y="30"/>
                  </a:cubicBezTo>
                  <a:cubicBezTo>
                    <a:pt x="319" y="29"/>
                    <a:pt x="319" y="29"/>
                    <a:pt x="319" y="29"/>
                  </a:cubicBezTo>
                  <a:cubicBezTo>
                    <a:pt x="318" y="29"/>
                    <a:pt x="318" y="29"/>
                    <a:pt x="318" y="29"/>
                  </a:cubicBezTo>
                  <a:cubicBezTo>
                    <a:pt x="317" y="30"/>
                    <a:pt x="317" y="30"/>
                    <a:pt x="317" y="30"/>
                  </a:cubicBezTo>
                  <a:cubicBezTo>
                    <a:pt x="316" y="30"/>
                    <a:pt x="316" y="30"/>
                    <a:pt x="316" y="30"/>
                  </a:cubicBezTo>
                  <a:cubicBezTo>
                    <a:pt x="315" y="30"/>
                    <a:pt x="315" y="30"/>
                    <a:pt x="315" y="30"/>
                  </a:cubicBezTo>
                  <a:cubicBezTo>
                    <a:pt x="314" y="30"/>
                    <a:pt x="314" y="30"/>
                    <a:pt x="314" y="30"/>
                  </a:cubicBezTo>
                  <a:cubicBezTo>
                    <a:pt x="314" y="29"/>
                    <a:pt x="314" y="29"/>
                    <a:pt x="314" y="29"/>
                  </a:cubicBezTo>
                  <a:cubicBezTo>
                    <a:pt x="315" y="29"/>
                    <a:pt x="315" y="29"/>
                    <a:pt x="315" y="29"/>
                  </a:cubicBezTo>
                  <a:cubicBezTo>
                    <a:pt x="315" y="29"/>
                    <a:pt x="315" y="29"/>
                    <a:pt x="315" y="29"/>
                  </a:cubicBezTo>
                  <a:cubicBezTo>
                    <a:pt x="313" y="29"/>
                    <a:pt x="313" y="29"/>
                    <a:pt x="313" y="29"/>
                  </a:cubicBezTo>
                  <a:cubicBezTo>
                    <a:pt x="313" y="30"/>
                    <a:pt x="313" y="30"/>
                    <a:pt x="313" y="30"/>
                  </a:cubicBezTo>
                  <a:cubicBezTo>
                    <a:pt x="312" y="31"/>
                    <a:pt x="312" y="31"/>
                    <a:pt x="312" y="31"/>
                  </a:cubicBezTo>
                  <a:cubicBezTo>
                    <a:pt x="310" y="31"/>
                    <a:pt x="310" y="31"/>
                    <a:pt x="310" y="31"/>
                  </a:cubicBezTo>
                  <a:cubicBezTo>
                    <a:pt x="309" y="31"/>
                    <a:pt x="309" y="31"/>
                    <a:pt x="309" y="31"/>
                  </a:cubicBezTo>
                  <a:cubicBezTo>
                    <a:pt x="307" y="31"/>
                    <a:pt x="307" y="31"/>
                    <a:pt x="307" y="31"/>
                  </a:cubicBezTo>
                  <a:cubicBezTo>
                    <a:pt x="306" y="30"/>
                    <a:pt x="306" y="30"/>
                    <a:pt x="306" y="30"/>
                  </a:cubicBezTo>
                  <a:cubicBezTo>
                    <a:pt x="306" y="29"/>
                    <a:pt x="306" y="29"/>
                    <a:pt x="306" y="29"/>
                  </a:cubicBezTo>
                  <a:cubicBezTo>
                    <a:pt x="305" y="29"/>
                    <a:pt x="305" y="29"/>
                    <a:pt x="305" y="29"/>
                  </a:cubicBezTo>
                  <a:cubicBezTo>
                    <a:pt x="304" y="29"/>
                    <a:pt x="304" y="29"/>
                    <a:pt x="304" y="29"/>
                  </a:cubicBezTo>
                  <a:cubicBezTo>
                    <a:pt x="304" y="28"/>
                    <a:pt x="304" y="28"/>
                    <a:pt x="304" y="28"/>
                  </a:cubicBezTo>
                  <a:cubicBezTo>
                    <a:pt x="305" y="28"/>
                    <a:pt x="305" y="28"/>
                    <a:pt x="305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7" y="26"/>
                    <a:pt x="307" y="26"/>
                    <a:pt x="307" y="26"/>
                  </a:cubicBezTo>
                  <a:cubicBezTo>
                    <a:pt x="308" y="25"/>
                    <a:pt x="308" y="25"/>
                    <a:pt x="308" y="25"/>
                  </a:cubicBezTo>
                  <a:cubicBezTo>
                    <a:pt x="309" y="24"/>
                    <a:pt x="309" y="24"/>
                    <a:pt x="309" y="24"/>
                  </a:cubicBezTo>
                  <a:cubicBezTo>
                    <a:pt x="309" y="24"/>
                    <a:pt x="309" y="24"/>
                    <a:pt x="309" y="24"/>
                  </a:cubicBezTo>
                  <a:cubicBezTo>
                    <a:pt x="310" y="24"/>
                    <a:pt x="310" y="24"/>
                    <a:pt x="310" y="24"/>
                  </a:cubicBezTo>
                  <a:cubicBezTo>
                    <a:pt x="312" y="24"/>
                    <a:pt x="312" y="24"/>
                    <a:pt x="312" y="24"/>
                  </a:cubicBezTo>
                  <a:cubicBezTo>
                    <a:pt x="313" y="24"/>
                    <a:pt x="313" y="24"/>
                    <a:pt x="313" y="24"/>
                  </a:cubicBezTo>
                  <a:cubicBezTo>
                    <a:pt x="313" y="24"/>
                    <a:pt x="313" y="24"/>
                    <a:pt x="313" y="24"/>
                  </a:cubicBezTo>
                  <a:cubicBezTo>
                    <a:pt x="315" y="25"/>
                    <a:pt x="315" y="25"/>
                    <a:pt x="315" y="25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9" y="25"/>
                    <a:pt x="319" y="25"/>
                    <a:pt x="319" y="25"/>
                  </a:cubicBezTo>
                  <a:cubicBezTo>
                    <a:pt x="319" y="25"/>
                    <a:pt x="319" y="25"/>
                    <a:pt x="319" y="25"/>
                  </a:cubicBezTo>
                  <a:cubicBezTo>
                    <a:pt x="318" y="24"/>
                    <a:pt x="318" y="24"/>
                    <a:pt x="318" y="24"/>
                  </a:cubicBezTo>
                  <a:cubicBezTo>
                    <a:pt x="317" y="25"/>
                    <a:pt x="317" y="25"/>
                    <a:pt x="317" y="25"/>
                  </a:cubicBezTo>
                  <a:cubicBezTo>
                    <a:pt x="315" y="24"/>
                    <a:pt x="315" y="24"/>
                    <a:pt x="315" y="24"/>
                  </a:cubicBezTo>
                  <a:cubicBezTo>
                    <a:pt x="314" y="24"/>
                    <a:pt x="314" y="24"/>
                    <a:pt x="314" y="24"/>
                  </a:cubicBezTo>
                  <a:cubicBezTo>
                    <a:pt x="313" y="24"/>
                    <a:pt x="313" y="24"/>
                    <a:pt x="313" y="24"/>
                  </a:cubicBezTo>
                  <a:cubicBezTo>
                    <a:pt x="311" y="24"/>
                    <a:pt x="311" y="24"/>
                    <a:pt x="311" y="24"/>
                  </a:cubicBezTo>
                  <a:cubicBezTo>
                    <a:pt x="309" y="23"/>
                    <a:pt x="309" y="23"/>
                    <a:pt x="309" y="23"/>
                  </a:cubicBezTo>
                  <a:cubicBezTo>
                    <a:pt x="308" y="23"/>
                    <a:pt x="308" y="23"/>
                    <a:pt x="308" y="23"/>
                  </a:cubicBezTo>
                  <a:cubicBezTo>
                    <a:pt x="308" y="24"/>
                    <a:pt x="308" y="24"/>
                    <a:pt x="308" y="24"/>
                  </a:cubicBezTo>
                  <a:cubicBezTo>
                    <a:pt x="307" y="25"/>
                    <a:pt x="307" y="25"/>
                    <a:pt x="307" y="25"/>
                  </a:cubicBezTo>
                  <a:cubicBezTo>
                    <a:pt x="306" y="26"/>
                    <a:pt x="306" y="26"/>
                    <a:pt x="306" y="26"/>
                  </a:cubicBezTo>
                  <a:cubicBezTo>
                    <a:pt x="304" y="26"/>
                    <a:pt x="304" y="26"/>
                    <a:pt x="304" y="26"/>
                  </a:cubicBezTo>
                  <a:cubicBezTo>
                    <a:pt x="303" y="28"/>
                    <a:pt x="303" y="28"/>
                    <a:pt x="303" y="28"/>
                  </a:cubicBezTo>
                  <a:cubicBezTo>
                    <a:pt x="303" y="28"/>
                    <a:pt x="303" y="28"/>
                    <a:pt x="303" y="28"/>
                  </a:cubicBezTo>
                  <a:cubicBezTo>
                    <a:pt x="302" y="27"/>
                    <a:pt x="302" y="27"/>
                    <a:pt x="302" y="27"/>
                  </a:cubicBezTo>
                  <a:cubicBezTo>
                    <a:pt x="301" y="26"/>
                    <a:pt x="301" y="26"/>
                    <a:pt x="301" y="26"/>
                  </a:cubicBezTo>
                  <a:cubicBezTo>
                    <a:pt x="300" y="26"/>
                    <a:pt x="300" y="26"/>
                    <a:pt x="300" y="26"/>
                  </a:cubicBezTo>
                  <a:cubicBezTo>
                    <a:pt x="300" y="25"/>
                    <a:pt x="300" y="25"/>
                    <a:pt x="300" y="25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299" y="23"/>
                    <a:pt x="299" y="23"/>
                    <a:pt x="299" y="23"/>
                  </a:cubicBezTo>
                  <a:cubicBezTo>
                    <a:pt x="299" y="23"/>
                    <a:pt x="299" y="23"/>
                    <a:pt x="299" y="23"/>
                  </a:cubicBezTo>
                  <a:cubicBezTo>
                    <a:pt x="299" y="22"/>
                    <a:pt x="299" y="22"/>
                    <a:pt x="299" y="22"/>
                  </a:cubicBezTo>
                  <a:cubicBezTo>
                    <a:pt x="299" y="21"/>
                    <a:pt x="299" y="21"/>
                    <a:pt x="299" y="21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301" y="22"/>
                    <a:pt x="301" y="22"/>
                    <a:pt x="301" y="22"/>
                  </a:cubicBezTo>
                  <a:cubicBezTo>
                    <a:pt x="304" y="22"/>
                    <a:pt x="304" y="22"/>
                    <a:pt x="304" y="22"/>
                  </a:cubicBezTo>
                  <a:cubicBezTo>
                    <a:pt x="305" y="23"/>
                    <a:pt x="305" y="23"/>
                    <a:pt x="305" y="23"/>
                  </a:cubicBezTo>
                  <a:cubicBezTo>
                    <a:pt x="306" y="23"/>
                    <a:pt x="306" y="23"/>
                    <a:pt x="306" y="23"/>
                  </a:cubicBezTo>
                  <a:cubicBezTo>
                    <a:pt x="306" y="23"/>
                    <a:pt x="306" y="23"/>
                    <a:pt x="306" y="23"/>
                  </a:cubicBezTo>
                  <a:cubicBezTo>
                    <a:pt x="307" y="23"/>
                    <a:pt x="307" y="23"/>
                    <a:pt x="307" y="23"/>
                  </a:cubicBezTo>
                  <a:cubicBezTo>
                    <a:pt x="308" y="22"/>
                    <a:pt x="308" y="22"/>
                    <a:pt x="308" y="22"/>
                  </a:cubicBezTo>
                  <a:cubicBezTo>
                    <a:pt x="309" y="23"/>
                    <a:pt x="309" y="23"/>
                    <a:pt x="309" y="23"/>
                  </a:cubicBezTo>
                  <a:cubicBezTo>
                    <a:pt x="310" y="22"/>
                    <a:pt x="310" y="22"/>
                    <a:pt x="310" y="22"/>
                  </a:cubicBezTo>
                  <a:cubicBezTo>
                    <a:pt x="311" y="22"/>
                    <a:pt x="311" y="22"/>
                    <a:pt x="311" y="22"/>
                  </a:cubicBezTo>
                  <a:cubicBezTo>
                    <a:pt x="311" y="22"/>
                    <a:pt x="311" y="22"/>
                    <a:pt x="311" y="22"/>
                  </a:cubicBezTo>
                  <a:cubicBezTo>
                    <a:pt x="313" y="22"/>
                    <a:pt x="313" y="22"/>
                    <a:pt x="313" y="22"/>
                  </a:cubicBezTo>
                  <a:cubicBezTo>
                    <a:pt x="315" y="21"/>
                    <a:pt x="315" y="21"/>
                    <a:pt x="315" y="21"/>
                  </a:cubicBezTo>
                  <a:cubicBezTo>
                    <a:pt x="315" y="21"/>
                    <a:pt x="315" y="21"/>
                    <a:pt x="315" y="21"/>
                  </a:cubicBezTo>
                  <a:cubicBezTo>
                    <a:pt x="315" y="20"/>
                    <a:pt x="315" y="20"/>
                    <a:pt x="315" y="20"/>
                  </a:cubicBezTo>
                  <a:cubicBezTo>
                    <a:pt x="314" y="21"/>
                    <a:pt x="314" y="21"/>
                    <a:pt x="314" y="21"/>
                  </a:cubicBezTo>
                  <a:cubicBezTo>
                    <a:pt x="314" y="21"/>
                    <a:pt x="314" y="21"/>
                    <a:pt x="314" y="21"/>
                  </a:cubicBezTo>
                  <a:cubicBezTo>
                    <a:pt x="313" y="21"/>
                    <a:pt x="313" y="21"/>
                    <a:pt x="313" y="21"/>
                  </a:cubicBezTo>
                  <a:cubicBezTo>
                    <a:pt x="312" y="21"/>
                    <a:pt x="312" y="21"/>
                    <a:pt x="312" y="21"/>
                  </a:cubicBezTo>
                  <a:cubicBezTo>
                    <a:pt x="310" y="21"/>
                    <a:pt x="310" y="21"/>
                    <a:pt x="310" y="21"/>
                  </a:cubicBezTo>
                  <a:cubicBezTo>
                    <a:pt x="309" y="22"/>
                    <a:pt x="309" y="22"/>
                    <a:pt x="309" y="22"/>
                  </a:cubicBezTo>
                  <a:cubicBezTo>
                    <a:pt x="308" y="22"/>
                    <a:pt x="308" y="22"/>
                    <a:pt x="308" y="22"/>
                  </a:cubicBezTo>
                  <a:cubicBezTo>
                    <a:pt x="307" y="22"/>
                    <a:pt x="307" y="22"/>
                    <a:pt x="307" y="22"/>
                  </a:cubicBezTo>
                  <a:cubicBezTo>
                    <a:pt x="307" y="22"/>
                    <a:pt x="307" y="22"/>
                    <a:pt x="307" y="22"/>
                  </a:cubicBezTo>
                  <a:cubicBezTo>
                    <a:pt x="306" y="22"/>
                    <a:pt x="306" y="22"/>
                    <a:pt x="306" y="22"/>
                  </a:cubicBezTo>
                  <a:cubicBezTo>
                    <a:pt x="305" y="21"/>
                    <a:pt x="305" y="21"/>
                    <a:pt x="305" y="21"/>
                  </a:cubicBezTo>
                  <a:cubicBezTo>
                    <a:pt x="304" y="21"/>
                    <a:pt x="304" y="21"/>
                    <a:pt x="304" y="21"/>
                  </a:cubicBezTo>
                  <a:cubicBezTo>
                    <a:pt x="304" y="21"/>
                    <a:pt x="304" y="21"/>
                    <a:pt x="304" y="21"/>
                  </a:cubicBezTo>
                  <a:cubicBezTo>
                    <a:pt x="303" y="21"/>
                    <a:pt x="303" y="21"/>
                    <a:pt x="303" y="21"/>
                  </a:cubicBezTo>
                  <a:cubicBezTo>
                    <a:pt x="301" y="20"/>
                    <a:pt x="301" y="20"/>
                    <a:pt x="301" y="20"/>
                  </a:cubicBezTo>
                  <a:cubicBezTo>
                    <a:pt x="300" y="21"/>
                    <a:pt x="300" y="21"/>
                    <a:pt x="300" y="21"/>
                  </a:cubicBezTo>
                  <a:cubicBezTo>
                    <a:pt x="299" y="20"/>
                    <a:pt x="299" y="20"/>
                    <a:pt x="299" y="20"/>
                  </a:cubicBezTo>
                  <a:cubicBezTo>
                    <a:pt x="299" y="20"/>
                    <a:pt x="299" y="20"/>
                    <a:pt x="299" y="20"/>
                  </a:cubicBezTo>
                  <a:cubicBezTo>
                    <a:pt x="300" y="19"/>
                    <a:pt x="300" y="19"/>
                    <a:pt x="300" y="19"/>
                  </a:cubicBezTo>
                  <a:cubicBezTo>
                    <a:pt x="300" y="18"/>
                    <a:pt x="300" y="18"/>
                    <a:pt x="300" y="18"/>
                  </a:cubicBezTo>
                  <a:cubicBezTo>
                    <a:pt x="300" y="18"/>
                    <a:pt x="300" y="18"/>
                    <a:pt x="300" y="18"/>
                  </a:cubicBezTo>
                  <a:cubicBezTo>
                    <a:pt x="301" y="18"/>
                    <a:pt x="301" y="18"/>
                    <a:pt x="301" y="18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3" y="18"/>
                    <a:pt x="303" y="18"/>
                    <a:pt x="303" y="18"/>
                  </a:cubicBezTo>
                  <a:cubicBezTo>
                    <a:pt x="303" y="18"/>
                    <a:pt x="303" y="18"/>
                    <a:pt x="303" y="18"/>
                  </a:cubicBezTo>
                  <a:cubicBezTo>
                    <a:pt x="302" y="18"/>
                    <a:pt x="302" y="18"/>
                    <a:pt x="302" y="18"/>
                  </a:cubicBezTo>
                  <a:cubicBezTo>
                    <a:pt x="302" y="18"/>
                    <a:pt x="302" y="18"/>
                    <a:pt x="302" y="18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3" y="17"/>
                    <a:pt x="303" y="17"/>
                    <a:pt x="303" y="17"/>
                  </a:cubicBezTo>
                  <a:cubicBezTo>
                    <a:pt x="304" y="16"/>
                    <a:pt x="304" y="16"/>
                    <a:pt x="304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6" y="15"/>
                    <a:pt x="306" y="15"/>
                    <a:pt x="306" y="15"/>
                  </a:cubicBezTo>
                  <a:cubicBezTo>
                    <a:pt x="307" y="15"/>
                    <a:pt x="307" y="15"/>
                    <a:pt x="307" y="15"/>
                  </a:cubicBezTo>
                  <a:cubicBezTo>
                    <a:pt x="307" y="16"/>
                    <a:pt x="307" y="16"/>
                    <a:pt x="307" y="16"/>
                  </a:cubicBezTo>
                  <a:cubicBezTo>
                    <a:pt x="308" y="15"/>
                    <a:pt x="308" y="15"/>
                    <a:pt x="308" y="15"/>
                  </a:cubicBezTo>
                  <a:cubicBezTo>
                    <a:pt x="308" y="15"/>
                    <a:pt x="308" y="15"/>
                    <a:pt x="308" y="15"/>
                  </a:cubicBezTo>
                  <a:cubicBezTo>
                    <a:pt x="308" y="15"/>
                    <a:pt x="308" y="15"/>
                    <a:pt x="308" y="15"/>
                  </a:cubicBezTo>
                  <a:cubicBezTo>
                    <a:pt x="306" y="15"/>
                    <a:pt x="306" y="15"/>
                    <a:pt x="306" y="15"/>
                  </a:cubicBezTo>
                  <a:cubicBezTo>
                    <a:pt x="304" y="15"/>
                    <a:pt x="304" y="15"/>
                    <a:pt x="304" y="15"/>
                  </a:cubicBezTo>
                  <a:cubicBezTo>
                    <a:pt x="303" y="15"/>
                    <a:pt x="303" y="15"/>
                    <a:pt x="303" y="15"/>
                  </a:cubicBezTo>
                  <a:cubicBezTo>
                    <a:pt x="302" y="15"/>
                    <a:pt x="302" y="15"/>
                    <a:pt x="302" y="15"/>
                  </a:cubicBezTo>
                  <a:cubicBezTo>
                    <a:pt x="302" y="16"/>
                    <a:pt x="302" y="16"/>
                    <a:pt x="302" y="16"/>
                  </a:cubicBezTo>
                  <a:cubicBezTo>
                    <a:pt x="301" y="16"/>
                    <a:pt x="301" y="16"/>
                    <a:pt x="301" y="16"/>
                  </a:cubicBezTo>
                  <a:cubicBezTo>
                    <a:pt x="301" y="15"/>
                    <a:pt x="301" y="15"/>
                    <a:pt x="301" y="15"/>
                  </a:cubicBezTo>
                  <a:cubicBezTo>
                    <a:pt x="301" y="15"/>
                    <a:pt x="301" y="15"/>
                    <a:pt x="301" y="15"/>
                  </a:cubicBezTo>
                  <a:cubicBezTo>
                    <a:pt x="302" y="14"/>
                    <a:pt x="302" y="14"/>
                    <a:pt x="302" y="14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4" y="13"/>
                    <a:pt x="304" y="13"/>
                    <a:pt x="304" y="13"/>
                  </a:cubicBezTo>
                  <a:cubicBezTo>
                    <a:pt x="305" y="13"/>
                    <a:pt x="305" y="13"/>
                    <a:pt x="305" y="13"/>
                  </a:cubicBezTo>
                  <a:cubicBezTo>
                    <a:pt x="304" y="13"/>
                    <a:pt x="304" y="13"/>
                    <a:pt x="304" y="13"/>
                  </a:cubicBezTo>
                  <a:cubicBezTo>
                    <a:pt x="304" y="13"/>
                    <a:pt x="304" y="13"/>
                    <a:pt x="304" y="13"/>
                  </a:cubicBezTo>
                  <a:cubicBezTo>
                    <a:pt x="304" y="11"/>
                    <a:pt x="304" y="11"/>
                    <a:pt x="304" y="11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2" y="12"/>
                    <a:pt x="302" y="12"/>
                    <a:pt x="302" y="12"/>
                  </a:cubicBezTo>
                  <a:cubicBezTo>
                    <a:pt x="302" y="12"/>
                    <a:pt x="302" y="12"/>
                    <a:pt x="302" y="12"/>
                  </a:cubicBezTo>
                  <a:cubicBezTo>
                    <a:pt x="301" y="12"/>
                    <a:pt x="301" y="12"/>
                    <a:pt x="301" y="12"/>
                  </a:cubicBezTo>
                  <a:cubicBezTo>
                    <a:pt x="301" y="13"/>
                    <a:pt x="301" y="13"/>
                    <a:pt x="301" y="13"/>
                  </a:cubicBezTo>
                  <a:cubicBezTo>
                    <a:pt x="300" y="14"/>
                    <a:pt x="300" y="14"/>
                    <a:pt x="300" y="14"/>
                  </a:cubicBezTo>
                  <a:cubicBezTo>
                    <a:pt x="299" y="14"/>
                    <a:pt x="299" y="14"/>
                    <a:pt x="299" y="14"/>
                  </a:cubicBezTo>
                  <a:cubicBezTo>
                    <a:pt x="299" y="13"/>
                    <a:pt x="299" y="13"/>
                    <a:pt x="299" y="13"/>
                  </a:cubicBezTo>
                  <a:cubicBezTo>
                    <a:pt x="299" y="12"/>
                    <a:pt x="299" y="12"/>
                    <a:pt x="299" y="12"/>
                  </a:cubicBezTo>
                  <a:cubicBezTo>
                    <a:pt x="299" y="12"/>
                    <a:pt x="299" y="12"/>
                    <a:pt x="299" y="12"/>
                  </a:cubicBezTo>
                  <a:cubicBezTo>
                    <a:pt x="299" y="11"/>
                    <a:pt x="299" y="11"/>
                    <a:pt x="299" y="11"/>
                  </a:cubicBezTo>
                  <a:cubicBezTo>
                    <a:pt x="299" y="11"/>
                    <a:pt x="299" y="11"/>
                    <a:pt x="299" y="11"/>
                  </a:cubicBezTo>
                  <a:cubicBezTo>
                    <a:pt x="300" y="12"/>
                    <a:pt x="300" y="12"/>
                    <a:pt x="300" y="12"/>
                  </a:cubicBezTo>
                  <a:cubicBezTo>
                    <a:pt x="300" y="11"/>
                    <a:pt x="300" y="11"/>
                    <a:pt x="300" y="11"/>
                  </a:cubicBezTo>
                  <a:cubicBezTo>
                    <a:pt x="300" y="10"/>
                    <a:pt x="300" y="10"/>
                    <a:pt x="300" y="10"/>
                  </a:cubicBezTo>
                  <a:cubicBezTo>
                    <a:pt x="301" y="10"/>
                    <a:pt x="301" y="10"/>
                    <a:pt x="301" y="10"/>
                  </a:cubicBezTo>
                  <a:cubicBezTo>
                    <a:pt x="302" y="10"/>
                    <a:pt x="302" y="10"/>
                    <a:pt x="302" y="10"/>
                  </a:cubicBezTo>
                  <a:cubicBezTo>
                    <a:pt x="303" y="9"/>
                    <a:pt x="303" y="9"/>
                    <a:pt x="303" y="9"/>
                  </a:cubicBezTo>
                  <a:cubicBezTo>
                    <a:pt x="304" y="9"/>
                    <a:pt x="304" y="9"/>
                    <a:pt x="304" y="9"/>
                  </a:cubicBezTo>
                  <a:cubicBezTo>
                    <a:pt x="305" y="9"/>
                    <a:pt x="305" y="9"/>
                    <a:pt x="305" y="9"/>
                  </a:cubicBezTo>
                  <a:cubicBezTo>
                    <a:pt x="307" y="8"/>
                    <a:pt x="307" y="8"/>
                    <a:pt x="307" y="8"/>
                  </a:cubicBezTo>
                  <a:cubicBezTo>
                    <a:pt x="307" y="8"/>
                    <a:pt x="307" y="8"/>
                    <a:pt x="307" y="8"/>
                  </a:cubicBezTo>
                  <a:cubicBezTo>
                    <a:pt x="308" y="8"/>
                    <a:pt x="308" y="8"/>
                    <a:pt x="308" y="8"/>
                  </a:cubicBezTo>
                  <a:cubicBezTo>
                    <a:pt x="308" y="9"/>
                    <a:pt x="308" y="9"/>
                    <a:pt x="308" y="9"/>
                  </a:cubicBezTo>
                  <a:cubicBezTo>
                    <a:pt x="308" y="9"/>
                    <a:pt x="308" y="9"/>
                    <a:pt x="308" y="9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08" y="11"/>
                    <a:pt x="308" y="11"/>
                    <a:pt x="308" y="11"/>
                  </a:cubicBezTo>
                  <a:cubicBezTo>
                    <a:pt x="309" y="10"/>
                    <a:pt x="309" y="10"/>
                    <a:pt x="309" y="10"/>
                  </a:cubicBezTo>
                  <a:cubicBezTo>
                    <a:pt x="309" y="9"/>
                    <a:pt x="309" y="9"/>
                    <a:pt x="309" y="9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09" y="10"/>
                    <a:pt x="309" y="10"/>
                    <a:pt x="309" y="10"/>
                  </a:cubicBezTo>
                  <a:cubicBezTo>
                    <a:pt x="309" y="11"/>
                    <a:pt x="309" y="11"/>
                    <a:pt x="309" y="11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10" y="9"/>
                    <a:pt x="310" y="9"/>
                    <a:pt x="310" y="9"/>
                  </a:cubicBezTo>
                  <a:cubicBezTo>
                    <a:pt x="310" y="9"/>
                    <a:pt x="310" y="9"/>
                    <a:pt x="310" y="9"/>
                  </a:cubicBezTo>
                  <a:cubicBezTo>
                    <a:pt x="310" y="8"/>
                    <a:pt x="310" y="8"/>
                    <a:pt x="310" y="8"/>
                  </a:cubicBezTo>
                  <a:cubicBezTo>
                    <a:pt x="311" y="8"/>
                    <a:pt x="311" y="8"/>
                    <a:pt x="311" y="8"/>
                  </a:cubicBezTo>
                  <a:cubicBezTo>
                    <a:pt x="312" y="7"/>
                    <a:pt x="312" y="7"/>
                    <a:pt x="312" y="7"/>
                  </a:cubicBezTo>
                  <a:cubicBezTo>
                    <a:pt x="312" y="7"/>
                    <a:pt x="312" y="7"/>
                    <a:pt x="312" y="7"/>
                  </a:cubicBezTo>
                  <a:cubicBezTo>
                    <a:pt x="312" y="8"/>
                    <a:pt x="312" y="8"/>
                    <a:pt x="312" y="8"/>
                  </a:cubicBezTo>
                  <a:cubicBezTo>
                    <a:pt x="312" y="9"/>
                    <a:pt x="312" y="9"/>
                    <a:pt x="312" y="9"/>
                  </a:cubicBezTo>
                  <a:cubicBezTo>
                    <a:pt x="313" y="9"/>
                    <a:pt x="313" y="9"/>
                    <a:pt x="313" y="9"/>
                  </a:cubicBezTo>
                  <a:cubicBezTo>
                    <a:pt x="313" y="10"/>
                    <a:pt x="313" y="10"/>
                    <a:pt x="313" y="10"/>
                  </a:cubicBezTo>
                  <a:cubicBezTo>
                    <a:pt x="313" y="11"/>
                    <a:pt x="313" y="11"/>
                    <a:pt x="313" y="11"/>
                  </a:cubicBezTo>
                  <a:cubicBezTo>
                    <a:pt x="313" y="11"/>
                    <a:pt x="313" y="11"/>
                    <a:pt x="313" y="11"/>
                  </a:cubicBezTo>
                  <a:cubicBezTo>
                    <a:pt x="313" y="12"/>
                    <a:pt x="313" y="12"/>
                    <a:pt x="313" y="12"/>
                  </a:cubicBezTo>
                  <a:cubicBezTo>
                    <a:pt x="314" y="12"/>
                    <a:pt x="314" y="12"/>
                    <a:pt x="314" y="12"/>
                  </a:cubicBezTo>
                  <a:cubicBezTo>
                    <a:pt x="314" y="12"/>
                    <a:pt x="314" y="12"/>
                    <a:pt x="314" y="12"/>
                  </a:cubicBezTo>
                  <a:cubicBezTo>
                    <a:pt x="314" y="11"/>
                    <a:pt x="314" y="11"/>
                    <a:pt x="314" y="11"/>
                  </a:cubicBezTo>
                  <a:cubicBezTo>
                    <a:pt x="314" y="10"/>
                    <a:pt x="314" y="10"/>
                    <a:pt x="314" y="10"/>
                  </a:cubicBezTo>
                  <a:cubicBezTo>
                    <a:pt x="314" y="10"/>
                    <a:pt x="314" y="10"/>
                    <a:pt x="314" y="10"/>
                  </a:cubicBezTo>
                  <a:cubicBezTo>
                    <a:pt x="315" y="9"/>
                    <a:pt x="315" y="9"/>
                    <a:pt x="315" y="9"/>
                  </a:cubicBezTo>
                  <a:cubicBezTo>
                    <a:pt x="316" y="9"/>
                    <a:pt x="316" y="9"/>
                    <a:pt x="316" y="9"/>
                  </a:cubicBezTo>
                  <a:cubicBezTo>
                    <a:pt x="317" y="10"/>
                    <a:pt x="317" y="10"/>
                    <a:pt x="317" y="10"/>
                  </a:cubicBezTo>
                  <a:cubicBezTo>
                    <a:pt x="317" y="11"/>
                    <a:pt x="317" y="11"/>
                    <a:pt x="317" y="11"/>
                  </a:cubicBezTo>
                  <a:cubicBezTo>
                    <a:pt x="316" y="12"/>
                    <a:pt x="316" y="12"/>
                    <a:pt x="316" y="12"/>
                  </a:cubicBezTo>
                  <a:cubicBezTo>
                    <a:pt x="317" y="12"/>
                    <a:pt x="317" y="12"/>
                    <a:pt x="317" y="12"/>
                  </a:cubicBezTo>
                  <a:cubicBezTo>
                    <a:pt x="317" y="13"/>
                    <a:pt x="317" y="13"/>
                    <a:pt x="317" y="13"/>
                  </a:cubicBezTo>
                  <a:cubicBezTo>
                    <a:pt x="317" y="12"/>
                    <a:pt x="317" y="12"/>
                    <a:pt x="317" y="12"/>
                  </a:cubicBezTo>
                  <a:cubicBezTo>
                    <a:pt x="317" y="11"/>
                    <a:pt x="317" y="11"/>
                    <a:pt x="317" y="11"/>
                  </a:cubicBezTo>
                  <a:cubicBezTo>
                    <a:pt x="318" y="11"/>
                    <a:pt x="318" y="11"/>
                    <a:pt x="318" y="11"/>
                  </a:cubicBezTo>
                  <a:cubicBezTo>
                    <a:pt x="318" y="11"/>
                    <a:pt x="318" y="11"/>
                    <a:pt x="318" y="11"/>
                  </a:cubicBezTo>
                  <a:cubicBezTo>
                    <a:pt x="319" y="11"/>
                    <a:pt x="319" y="11"/>
                    <a:pt x="319" y="11"/>
                  </a:cubicBezTo>
                  <a:cubicBezTo>
                    <a:pt x="318" y="12"/>
                    <a:pt x="318" y="12"/>
                    <a:pt x="318" y="12"/>
                  </a:cubicBezTo>
                  <a:cubicBezTo>
                    <a:pt x="318" y="12"/>
                    <a:pt x="318" y="12"/>
                    <a:pt x="318" y="12"/>
                  </a:cubicBezTo>
                  <a:cubicBezTo>
                    <a:pt x="319" y="13"/>
                    <a:pt x="319" y="13"/>
                    <a:pt x="319" y="13"/>
                  </a:cubicBezTo>
                  <a:cubicBezTo>
                    <a:pt x="319" y="12"/>
                    <a:pt x="319" y="12"/>
                    <a:pt x="319" y="12"/>
                  </a:cubicBezTo>
                  <a:cubicBezTo>
                    <a:pt x="320" y="12"/>
                    <a:pt x="320" y="12"/>
                    <a:pt x="320" y="12"/>
                  </a:cubicBezTo>
                  <a:cubicBezTo>
                    <a:pt x="320" y="13"/>
                    <a:pt x="320" y="13"/>
                    <a:pt x="320" y="13"/>
                  </a:cubicBezTo>
                  <a:cubicBezTo>
                    <a:pt x="320" y="12"/>
                    <a:pt x="320" y="12"/>
                    <a:pt x="320" y="12"/>
                  </a:cubicBezTo>
                  <a:cubicBezTo>
                    <a:pt x="320" y="11"/>
                    <a:pt x="320" y="11"/>
                    <a:pt x="320" y="11"/>
                  </a:cubicBezTo>
                  <a:cubicBezTo>
                    <a:pt x="319" y="10"/>
                    <a:pt x="319" y="10"/>
                    <a:pt x="319" y="10"/>
                  </a:cubicBezTo>
                  <a:cubicBezTo>
                    <a:pt x="319" y="10"/>
                    <a:pt x="319" y="10"/>
                    <a:pt x="319" y="10"/>
                  </a:cubicBezTo>
                  <a:cubicBezTo>
                    <a:pt x="319" y="10"/>
                    <a:pt x="319" y="10"/>
                    <a:pt x="319" y="10"/>
                  </a:cubicBezTo>
                  <a:cubicBezTo>
                    <a:pt x="319" y="9"/>
                    <a:pt x="319" y="9"/>
                    <a:pt x="319" y="9"/>
                  </a:cubicBezTo>
                  <a:cubicBezTo>
                    <a:pt x="318" y="8"/>
                    <a:pt x="318" y="8"/>
                    <a:pt x="318" y="8"/>
                  </a:cubicBezTo>
                  <a:cubicBezTo>
                    <a:pt x="318" y="8"/>
                    <a:pt x="318" y="8"/>
                    <a:pt x="318" y="8"/>
                  </a:cubicBezTo>
                  <a:cubicBezTo>
                    <a:pt x="317" y="7"/>
                    <a:pt x="317" y="7"/>
                    <a:pt x="317" y="7"/>
                  </a:cubicBezTo>
                  <a:cubicBezTo>
                    <a:pt x="317" y="6"/>
                    <a:pt x="317" y="6"/>
                    <a:pt x="317" y="6"/>
                  </a:cubicBezTo>
                  <a:cubicBezTo>
                    <a:pt x="318" y="6"/>
                    <a:pt x="318" y="6"/>
                    <a:pt x="318" y="6"/>
                  </a:cubicBezTo>
                  <a:cubicBezTo>
                    <a:pt x="319" y="7"/>
                    <a:pt x="319" y="7"/>
                    <a:pt x="319" y="7"/>
                  </a:cubicBezTo>
                  <a:cubicBezTo>
                    <a:pt x="320" y="7"/>
                    <a:pt x="320" y="7"/>
                    <a:pt x="320" y="7"/>
                  </a:cubicBezTo>
                  <a:cubicBezTo>
                    <a:pt x="321" y="7"/>
                    <a:pt x="321" y="7"/>
                    <a:pt x="321" y="7"/>
                  </a:cubicBezTo>
                  <a:cubicBezTo>
                    <a:pt x="321" y="6"/>
                    <a:pt x="321" y="6"/>
                    <a:pt x="321" y="6"/>
                  </a:cubicBezTo>
                  <a:cubicBezTo>
                    <a:pt x="321" y="5"/>
                    <a:pt x="321" y="5"/>
                    <a:pt x="321" y="5"/>
                  </a:cubicBezTo>
                  <a:cubicBezTo>
                    <a:pt x="320" y="4"/>
                    <a:pt x="320" y="4"/>
                    <a:pt x="320" y="4"/>
                  </a:cubicBezTo>
                  <a:cubicBezTo>
                    <a:pt x="321" y="4"/>
                    <a:pt x="321" y="4"/>
                    <a:pt x="321" y="4"/>
                  </a:cubicBezTo>
                  <a:cubicBezTo>
                    <a:pt x="322" y="3"/>
                    <a:pt x="322" y="3"/>
                    <a:pt x="322" y="3"/>
                  </a:cubicBezTo>
                  <a:cubicBezTo>
                    <a:pt x="322" y="4"/>
                    <a:pt x="322" y="4"/>
                    <a:pt x="322" y="4"/>
                  </a:cubicBezTo>
                  <a:cubicBezTo>
                    <a:pt x="324" y="4"/>
                    <a:pt x="324" y="4"/>
                    <a:pt x="324" y="4"/>
                  </a:cubicBezTo>
                  <a:cubicBezTo>
                    <a:pt x="324" y="4"/>
                    <a:pt x="324" y="4"/>
                    <a:pt x="324" y="4"/>
                  </a:cubicBezTo>
                  <a:cubicBezTo>
                    <a:pt x="324" y="5"/>
                    <a:pt x="324" y="5"/>
                    <a:pt x="324" y="5"/>
                  </a:cubicBezTo>
                  <a:cubicBezTo>
                    <a:pt x="324" y="5"/>
                    <a:pt x="324" y="5"/>
                    <a:pt x="324" y="5"/>
                  </a:cubicBezTo>
                  <a:cubicBezTo>
                    <a:pt x="324" y="6"/>
                    <a:pt x="324" y="6"/>
                    <a:pt x="324" y="6"/>
                  </a:cubicBezTo>
                  <a:cubicBezTo>
                    <a:pt x="325" y="6"/>
                    <a:pt x="325" y="6"/>
                    <a:pt x="325" y="6"/>
                  </a:cubicBezTo>
                  <a:cubicBezTo>
                    <a:pt x="325" y="7"/>
                    <a:pt x="325" y="7"/>
                    <a:pt x="325" y="7"/>
                  </a:cubicBezTo>
                  <a:cubicBezTo>
                    <a:pt x="325" y="8"/>
                    <a:pt x="325" y="8"/>
                    <a:pt x="325" y="8"/>
                  </a:cubicBezTo>
                  <a:cubicBezTo>
                    <a:pt x="325" y="10"/>
                    <a:pt x="325" y="10"/>
                    <a:pt x="325" y="10"/>
                  </a:cubicBezTo>
                  <a:cubicBezTo>
                    <a:pt x="326" y="9"/>
                    <a:pt x="326" y="9"/>
                    <a:pt x="326" y="9"/>
                  </a:cubicBezTo>
                  <a:cubicBezTo>
                    <a:pt x="327" y="9"/>
                    <a:pt x="327" y="9"/>
                    <a:pt x="327" y="9"/>
                  </a:cubicBezTo>
                  <a:cubicBezTo>
                    <a:pt x="327" y="9"/>
                    <a:pt x="327" y="9"/>
                    <a:pt x="327" y="9"/>
                  </a:cubicBezTo>
                  <a:cubicBezTo>
                    <a:pt x="327" y="9"/>
                    <a:pt x="327" y="9"/>
                    <a:pt x="327" y="9"/>
                  </a:cubicBezTo>
                  <a:cubicBezTo>
                    <a:pt x="327" y="10"/>
                    <a:pt x="327" y="10"/>
                    <a:pt x="327" y="10"/>
                  </a:cubicBezTo>
                  <a:cubicBezTo>
                    <a:pt x="328" y="9"/>
                    <a:pt x="328" y="9"/>
                    <a:pt x="328" y="9"/>
                  </a:cubicBezTo>
                  <a:cubicBezTo>
                    <a:pt x="328" y="9"/>
                    <a:pt x="328" y="9"/>
                    <a:pt x="328" y="9"/>
                  </a:cubicBezTo>
                  <a:cubicBezTo>
                    <a:pt x="329" y="8"/>
                    <a:pt x="329" y="8"/>
                    <a:pt x="329" y="8"/>
                  </a:cubicBezTo>
                  <a:cubicBezTo>
                    <a:pt x="330" y="8"/>
                    <a:pt x="330" y="8"/>
                    <a:pt x="330" y="8"/>
                  </a:cubicBezTo>
                  <a:cubicBezTo>
                    <a:pt x="329" y="6"/>
                    <a:pt x="329" y="6"/>
                    <a:pt x="329" y="6"/>
                  </a:cubicBezTo>
                  <a:cubicBezTo>
                    <a:pt x="330" y="6"/>
                    <a:pt x="330" y="6"/>
                    <a:pt x="330" y="6"/>
                  </a:cubicBezTo>
                  <a:cubicBezTo>
                    <a:pt x="330" y="6"/>
                    <a:pt x="330" y="6"/>
                    <a:pt x="330" y="6"/>
                  </a:cubicBezTo>
                  <a:cubicBezTo>
                    <a:pt x="331" y="6"/>
                    <a:pt x="331" y="6"/>
                    <a:pt x="331" y="6"/>
                  </a:cubicBezTo>
                  <a:cubicBezTo>
                    <a:pt x="332" y="6"/>
                    <a:pt x="332" y="6"/>
                    <a:pt x="332" y="6"/>
                  </a:cubicBezTo>
                  <a:cubicBezTo>
                    <a:pt x="332" y="6"/>
                    <a:pt x="332" y="6"/>
                    <a:pt x="332" y="6"/>
                  </a:cubicBezTo>
                  <a:cubicBezTo>
                    <a:pt x="331" y="5"/>
                    <a:pt x="331" y="5"/>
                    <a:pt x="331" y="5"/>
                  </a:cubicBezTo>
                  <a:cubicBezTo>
                    <a:pt x="330" y="4"/>
                    <a:pt x="330" y="4"/>
                    <a:pt x="330" y="4"/>
                  </a:cubicBezTo>
                  <a:cubicBezTo>
                    <a:pt x="331" y="3"/>
                    <a:pt x="331" y="3"/>
                    <a:pt x="331" y="3"/>
                  </a:cubicBezTo>
                  <a:cubicBezTo>
                    <a:pt x="331" y="3"/>
                    <a:pt x="331" y="3"/>
                    <a:pt x="331" y="3"/>
                  </a:cubicBezTo>
                  <a:cubicBezTo>
                    <a:pt x="331" y="3"/>
                    <a:pt x="331" y="3"/>
                    <a:pt x="331" y="3"/>
                  </a:cubicBezTo>
                  <a:cubicBezTo>
                    <a:pt x="333" y="3"/>
                    <a:pt x="333" y="3"/>
                    <a:pt x="333" y="3"/>
                  </a:cubicBezTo>
                  <a:cubicBezTo>
                    <a:pt x="333" y="5"/>
                    <a:pt x="333" y="5"/>
                    <a:pt x="333" y="5"/>
                  </a:cubicBezTo>
                  <a:cubicBezTo>
                    <a:pt x="334" y="5"/>
                    <a:pt x="334" y="5"/>
                    <a:pt x="334" y="5"/>
                  </a:cubicBezTo>
                  <a:cubicBezTo>
                    <a:pt x="333" y="6"/>
                    <a:pt x="333" y="6"/>
                    <a:pt x="333" y="6"/>
                  </a:cubicBezTo>
                  <a:cubicBezTo>
                    <a:pt x="334" y="7"/>
                    <a:pt x="334" y="7"/>
                    <a:pt x="334" y="7"/>
                  </a:cubicBezTo>
                  <a:cubicBezTo>
                    <a:pt x="334" y="8"/>
                    <a:pt x="334" y="8"/>
                    <a:pt x="334" y="8"/>
                  </a:cubicBezTo>
                  <a:cubicBezTo>
                    <a:pt x="334" y="9"/>
                    <a:pt x="334" y="9"/>
                    <a:pt x="334" y="9"/>
                  </a:cubicBezTo>
                  <a:cubicBezTo>
                    <a:pt x="335" y="8"/>
                    <a:pt x="335" y="8"/>
                    <a:pt x="335" y="8"/>
                  </a:cubicBezTo>
                  <a:cubicBezTo>
                    <a:pt x="335" y="7"/>
                    <a:pt x="335" y="7"/>
                    <a:pt x="335" y="7"/>
                  </a:cubicBezTo>
                  <a:cubicBezTo>
                    <a:pt x="335" y="7"/>
                    <a:pt x="335" y="7"/>
                    <a:pt x="335" y="7"/>
                  </a:cubicBezTo>
                  <a:cubicBezTo>
                    <a:pt x="335" y="6"/>
                    <a:pt x="335" y="6"/>
                    <a:pt x="335" y="6"/>
                  </a:cubicBezTo>
                  <a:cubicBezTo>
                    <a:pt x="334" y="5"/>
                    <a:pt x="334" y="5"/>
                    <a:pt x="334" y="5"/>
                  </a:cubicBezTo>
                  <a:cubicBezTo>
                    <a:pt x="334" y="3"/>
                    <a:pt x="334" y="3"/>
                    <a:pt x="334" y="3"/>
                  </a:cubicBezTo>
                  <a:cubicBezTo>
                    <a:pt x="334" y="2"/>
                    <a:pt x="334" y="2"/>
                    <a:pt x="334" y="2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5" y="1"/>
                    <a:pt x="335" y="1"/>
                    <a:pt x="335" y="1"/>
                  </a:cubicBezTo>
                  <a:cubicBezTo>
                    <a:pt x="336" y="2"/>
                    <a:pt x="336" y="2"/>
                    <a:pt x="336" y="2"/>
                  </a:cubicBezTo>
                  <a:cubicBezTo>
                    <a:pt x="337" y="2"/>
                    <a:pt x="337" y="2"/>
                    <a:pt x="337" y="2"/>
                  </a:cubicBezTo>
                  <a:cubicBezTo>
                    <a:pt x="337" y="2"/>
                    <a:pt x="337" y="2"/>
                    <a:pt x="337" y="2"/>
                  </a:cubicBezTo>
                  <a:cubicBezTo>
                    <a:pt x="337" y="3"/>
                    <a:pt x="337" y="3"/>
                    <a:pt x="337" y="3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5"/>
                    <a:pt x="337" y="5"/>
                    <a:pt x="337" y="5"/>
                  </a:cubicBezTo>
                  <a:cubicBezTo>
                    <a:pt x="337" y="6"/>
                    <a:pt x="337" y="6"/>
                    <a:pt x="337" y="6"/>
                  </a:cubicBezTo>
                  <a:cubicBezTo>
                    <a:pt x="338" y="6"/>
                    <a:pt x="338" y="6"/>
                    <a:pt x="338" y="6"/>
                  </a:cubicBezTo>
                  <a:cubicBezTo>
                    <a:pt x="338" y="6"/>
                    <a:pt x="338" y="6"/>
                    <a:pt x="338" y="6"/>
                  </a:cubicBezTo>
                  <a:cubicBezTo>
                    <a:pt x="338" y="5"/>
                    <a:pt x="338" y="5"/>
                    <a:pt x="338" y="5"/>
                  </a:cubicBezTo>
                  <a:cubicBezTo>
                    <a:pt x="338" y="5"/>
                    <a:pt x="338" y="5"/>
                    <a:pt x="338" y="5"/>
                  </a:cubicBezTo>
                  <a:cubicBezTo>
                    <a:pt x="340" y="7"/>
                    <a:pt x="340" y="7"/>
                    <a:pt x="340" y="7"/>
                  </a:cubicBezTo>
                  <a:cubicBezTo>
                    <a:pt x="340" y="6"/>
                    <a:pt x="340" y="6"/>
                    <a:pt x="340" y="6"/>
                  </a:cubicBezTo>
                  <a:cubicBezTo>
                    <a:pt x="341" y="6"/>
                    <a:pt x="341" y="6"/>
                    <a:pt x="341" y="6"/>
                  </a:cubicBezTo>
                  <a:cubicBezTo>
                    <a:pt x="341" y="6"/>
                    <a:pt x="341" y="6"/>
                    <a:pt x="341" y="6"/>
                  </a:cubicBezTo>
                  <a:cubicBezTo>
                    <a:pt x="340" y="6"/>
                    <a:pt x="340" y="6"/>
                    <a:pt x="340" y="6"/>
                  </a:cubicBezTo>
                  <a:cubicBezTo>
                    <a:pt x="340" y="5"/>
                    <a:pt x="340" y="5"/>
                    <a:pt x="340" y="5"/>
                  </a:cubicBezTo>
                  <a:cubicBezTo>
                    <a:pt x="340" y="4"/>
                    <a:pt x="340" y="4"/>
                    <a:pt x="340" y="4"/>
                  </a:cubicBezTo>
                  <a:cubicBezTo>
                    <a:pt x="340" y="4"/>
                    <a:pt x="340" y="4"/>
                    <a:pt x="340" y="4"/>
                  </a:cubicBezTo>
                  <a:cubicBezTo>
                    <a:pt x="339" y="3"/>
                    <a:pt x="339" y="3"/>
                    <a:pt x="339" y="3"/>
                  </a:cubicBezTo>
                  <a:cubicBezTo>
                    <a:pt x="339" y="3"/>
                    <a:pt x="339" y="3"/>
                    <a:pt x="339" y="3"/>
                  </a:cubicBezTo>
                  <a:cubicBezTo>
                    <a:pt x="339" y="2"/>
                    <a:pt x="339" y="2"/>
                    <a:pt x="339" y="2"/>
                  </a:cubicBezTo>
                  <a:cubicBezTo>
                    <a:pt x="340" y="2"/>
                    <a:pt x="340" y="2"/>
                    <a:pt x="340" y="2"/>
                  </a:cubicBezTo>
                  <a:cubicBezTo>
                    <a:pt x="339" y="2"/>
                    <a:pt x="339" y="2"/>
                    <a:pt x="339" y="2"/>
                  </a:cubicBezTo>
                  <a:cubicBezTo>
                    <a:pt x="339" y="2"/>
                    <a:pt x="339" y="2"/>
                    <a:pt x="339" y="2"/>
                  </a:cubicBezTo>
                  <a:cubicBezTo>
                    <a:pt x="338" y="1"/>
                    <a:pt x="338" y="1"/>
                    <a:pt x="338" y="1"/>
                  </a:cubicBezTo>
                  <a:cubicBezTo>
                    <a:pt x="339" y="1"/>
                    <a:pt x="339" y="1"/>
                    <a:pt x="339" y="1"/>
                  </a:cubicBezTo>
                  <a:cubicBezTo>
                    <a:pt x="339" y="1"/>
                    <a:pt x="339" y="1"/>
                    <a:pt x="339" y="1"/>
                  </a:cubicBezTo>
                  <a:cubicBezTo>
                    <a:pt x="340" y="0"/>
                    <a:pt x="340" y="0"/>
                    <a:pt x="340" y="0"/>
                  </a:cubicBezTo>
                  <a:cubicBezTo>
                    <a:pt x="342" y="0"/>
                    <a:pt x="342" y="0"/>
                    <a:pt x="342" y="0"/>
                  </a:cubicBezTo>
                  <a:cubicBezTo>
                    <a:pt x="343" y="1"/>
                    <a:pt x="343" y="1"/>
                    <a:pt x="343" y="1"/>
                  </a:cubicBezTo>
                  <a:cubicBezTo>
                    <a:pt x="343" y="2"/>
                    <a:pt x="343" y="2"/>
                    <a:pt x="343" y="2"/>
                  </a:cubicBezTo>
                  <a:cubicBezTo>
                    <a:pt x="342" y="2"/>
                    <a:pt x="342" y="2"/>
                    <a:pt x="342" y="2"/>
                  </a:cubicBezTo>
                  <a:cubicBezTo>
                    <a:pt x="342" y="3"/>
                    <a:pt x="342" y="3"/>
                    <a:pt x="342" y="3"/>
                  </a:cubicBezTo>
                  <a:cubicBezTo>
                    <a:pt x="343" y="3"/>
                    <a:pt x="343" y="3"/>
                    <a:pt x="343" y="3"/>
                  </a:cubicBezTo>
                  <a:cubicBezTo>
                    <a:pt x="343" y="2"/>
                    <a:pt x="343" y="2"/>
                    <a:pt x="343" y="2"/>
                  </a:cubicBezTo>
                  <a:cubicBezTo>
                    <a:pt x="344" y="2"/>
                    <a:pt x="344" y="2"/>
                    <a:pt x="344" y="2"/>
                  </a:cubicBezTo>
                  <a:cubicBezTo>
                    <a:pt x="344" y="2"/>
                    <a:pt x="344" y="2"/>
                    <a:pt x="344" y="2"/>
                  </a:cubicBezTo>
                  <a:cubicBezTo>
                    <a:pt x="344" y="3"/>
                    <a:pt x="344" y="3"/>
                    <a:pt x="344" y="3"/>
                  </a:cubicBezTo>
                  <a:cubicBezTo>
                    <a:pt x="344" y="3"/>
                    <a:pt x="344" y="3"/>
                    <a:pt x="344" y="3"/>
                  </a:cubicBezTo>
                  <a:cubicBezTo>
                    <a:pt x="345" y="3"/>
                    <a:pt x="345" y="3"/>
                    <a:pt x="345" y="3"/>
                  </a:cubicBezTo>
                  <a:cubicBezTo>
                    <a:pt x="345" y="3"/>
                    <a:pt x="345" y="3"/>
                    <a:pt x="345" y="3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46" y="3"/>
                    <a:pt x="346" y="3"/>
                    <a:pt x="346" y="3"/>
                  </a:cubicBezTo>
                  <a:cubicBezTo>
                    <a:pt x="346" y="4"/>
                    <a:pt x="346" y="4"/>
                    <a:pt x="346" y="4"/>
                  </a:cubicBezTo>
                  <a:cubicBezTo>
                    <a:pt x="346" y="5"/>
                    <a:pt x="346" y="5"/>
                    <a:pt x="346" y="5"/>
                  </a:cubicBezTo>
                  <a:cubicBezTo>
                    <a:pt x="346" y="6"/>
                    <a:pt x="346" y="6"/>
                    <a:pt x="346" y="6"/>
                  </a:cubicBezTo>
                  <a:cubicBezTo>
                    <a:pt x="346" y="6"/>
                    <a:pt x="346" y="6"/>
                    <a:pt x="346" y="6"/>
                  </a:cubicBezTo>
                  <a:cubicBezTo>
                    <a:pt x="347" y="6"/>
                    <a:pt x="347" y="6"/>
                    <a:pt x="347" y="6"/>
                  </a:cubicBezTo>
                  <a:cubicBezTo>
                    <a:pt x="348" y="6"/>
                    <a:pt x="348" y="6"/>
                    <a:pt x="348" y="6"/>
                  </a:cubicBezTo>
                  <a:cubicBezTo>
                    <a:pt x="348" y="6"/>
                    <a:pt x="348" y="6"/>
                    <a:pt x="348" y="6"/>
                  </a:cubicBezTo>
                  <a:cubicBezTo>
                    <a:pt x="348" y="5"/>
                    <a:pt x="348" y="5"/>
                    <a:pt x="348" y="5"/>
                  </a:cubicBezTo>
                  <a:cubicBezTo>
                    <a:pt x="349" y="3"/>
                    <a:pt x="349" y="3"/>
                    <a:pt x="349" y="3"/>
                  </a:cubicBezTo>
                  <a:cubicBezTo>
                    <a:pt x="348" y="2"/>
                    <a:pt x="348" y="2"/>
                    <a:pt x="348" y="2"/>
                  </a:cubicBezTo>
                  <a:cubicBezTo>
                    <a:pt x="348" y="0"/>
                    <a:pt x="348" y="0"/>
                    <a:pt x="348" y="0"/>
                  </a:cubicBezTo>
                  <a:cubicBezTo>
                    <a:pt x="349" y="0"/>
                    <a:pt x="349" y="0"/>
                    <a:pt x="349" y="0"/>
                  </a:cubicBezTo>
                  <a:cubicBezTo>
                    <a:pt x="349" y="1"/>
                    <a:pt x="349" y="1"/>
                    <a:pt x="349" y="1"/>
                  </a:cubicBezTo>
                  <a:cubicBezTo>
                    <a:pt x="350" y="1"/>
                    <a:pt x="350" y="1"/>
                    <a:pt x="350" y="1"/>
                  </a:cubicBezTo>
                  <a:cubicBezTo>
                    <a:pt x="351" y="1"/>
                    <a:pt x="351" y="1"/>
                    <a:pt x="351" y="1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53" y="1"/>
                    <a:pt x="353" y="1"/>
                    <a:pt x="353" y="1"/>
                  </a:cubicBezTo>
                  <a:cubicBezTo>
                    <a:pt x="353" y="1"/>
                    <a:pt x="353" y="1"/>
                    <a:pt x="353" y="1"/>
                  </a:cubicBezTo>
                  <a:cubicBezTo>
                    <a:pt x="354" y="2"/>
                    <a:pt x="354" y="2"/>
                    <a:pt x="354" y="2"/>
                  </a:cubicBezTo>
                  <a:cubicBezTo>
                    <a:pt x="355" y="1"/>
                    <a:pt x="355" y="1"/>
                    <a:pt x="355" y="1"/>
                  </a:cubicBezTo>
                  <a:cubicBezTo>
                    <a:pt x="357" y="2"/>
                    <a:pt x="357" y="2"/>
                    <a:pt x="357" y="2"/>
                  </a:cubicBezTo>
                  <a:cubicBezTo>
                    <a:pt x="357" y="3"/>
                    <a:pt x="357" y="3"/>
                    <a:pt x="357" y="3"/>
                  </a:cubicBezTo>
                  <a:cubicBezTo>
                    <a:pt x="357" y="3"/>
                    <a:pt x="357" y="3"/>
                    <a:pt x="357" y="3"/>
                  </a:cubicBezTo>
                  <a:cubicBezTo>
                    <a:pt x="357" y="4"/>
                    <a:pt x="357" y="4"/>
                    <a:pt x="357" y="4"/>
                  </a:cubicBezTo>
                  <a:cubicBezTo>
                    <a:pt x="357" y="5"/>
                    <a:pt x="357" y="5"/>
                    <a:pt x="357" y="5"/>
                  </a:cubicBezTo>
                  <a:cubicBezTo>
                    <a:pt x="357" y="5"/>
                    <a:pt x="357" y="5"/>
                    <a:pt x="357" y="5"/>
                  </a:cubicBezTo>
                  <a:cubicBezTo>
                    <a:pt x="358" y="5"/>
                    <a:pt x="358" y="5"/>
                    <a:pt x="358" y="5"/>
                  </a:cubicBezTo>
                  <a:cubicBezTo>
                    <a:pt x="359" y="4"/>
                    <a:pt x="359" y="4"/>
                    <a:pt x="359" y="4"/>
                  </a:cubicBezTo>
                  <a:cubicBezTo>
                    <a:pt x="360" y="3"/>
                    <a:pt x="360" y="3"/>
                    <a:pt x="360" y="3"/>
                  </a:cubicBezTo>
                  <a:cubicBezTo>
                    <a:pt x="361" y="3"/>
                    <a:pt x="361" y="3"/>
                    <a:pt x="361" y="3"/>
                  </a:cubicBezTo>
                  <a:cubicBezTo>
                    <a:pt x="361" y="3"/>
                    <a:pt x="361" y="3"/>
                    <a:pt x="361" y="3"/>
                  </a:cubicBezTo>
                  <a:cubicBezTo>
                    <a:pt x="362" y="3"/>
                    <a:pt x="362" y="3"/>
                    <a:pt x="362" y="3"/>
                  </a:cubicBezTo>
                  <a:cubicBezTo>
                    <a:pt x="364" y="3"/>
                    <a:pt x="364" y="3"/>
                    <a:pt x="364" y="3"/>
                  </a:cubicBezTo>
                  <a:cubicBezTo>
                    <a:pt x="363" y="4"/>
                    <a:pt x="363" y="4"/>
                    <a:pt x="363" y="4"/>
                  </a:cubicBezTo>
                  <a:cubicBezTo>
                    <a:pt x="362" y="5"/>
                    <a:pt x="362" y="5"/>
                    <a:pt x="362" y="5"/>
                  </a:cubicBezTo>
                  <a:cubicBezTo>
                    <a:pt x="363" y="5"/>
                    <a:pt x="363" y="5"/>
                    <a:pt x="363" y="5"/>
                  </a:cubicBezTo>
                  <a:cubicBezTo>
                    <a:pt x="363" y="5"/>
                    <a:pt x="363" y="5"/>
                    <a:pt x="363" y="5"/>
                  </a:cubicBezTo>
                  <a:cubicBezTo>
                    <a:pt x="364" y="4"/>
                    <a:pt x="364" y="4"/>
                    <a:pt x="364" y="4"/>
                  </a:cubicBezTo>
                  <a:cubicBezTo>
                    <a:pt x="365" y="4"/>
                    <a:pt x="365" y="4"/>
                    <a:pt x="365" y="4"/>
                  </a:cubicBezTo>
                  <a:cubicBezTo>
                    <a:pt x="365" y="4"/>
                    <a:pt x="365" y="4"/>
                    <a:pt x="365" y="4"/>
                  </a:cubicBezTo>
                  <a:cubicBezTo>
                    <a:pt x="367" y="4"/>
                    <a:pt x="367" y="4"/>
                    <a:pt x="367" y="4"/>
                  </a:cubicBezTo>
                  <a:cubicBezTo>
                    <a:pt x="368" y="4"/>
                    <a:pt x="368" y="4"/>
                    <a:pt x="368" y="4"/>
                  </a:cubicBezTo>
                  <a:cubicBezTo>
                    <a:pt x="369" y="5"/>
                    <a:pt x="369" y="5"/>
                    <a:pt x="369" y="5"/>
                  </a:cubicBezTo>
                  <a:cubicBezTo>
                    <a:pt x="369" y="5"/>
                    <a:pt x="369" y="5"/>
                    <a:pt x="369" y="5"/>
                  </a:cubicBezTo>
                  <a:cubicBezTo>
                    <a:pt x="368" y="5"/>
                    <a:pt x="368" y="5"/>
                    <a:pt x="368" y="5"/>
                  </a:cubicBezTo>
                  <a:cubicBezTo>
                    <a:pt x="368" y="6"/>
                    <a:pt x="368" y="6"/>
                    <a:pt x="368" y="6"/>
                  </a:cubicBezTo>
                  <a:cubicBezTo>
                    <a:pt x="368" y="6"/>
                    <a:pt x="368" y="6"/>
                    <a:pt x="368" y="6"/>
                  </a:cubicBezTo>
                  <a:cubicBezTo>
                    <a:pt x="368" y="7"/>
                    <a:pt x="368" y="7"/>
                    <a:pt x="368" y="7"/>
                  </a:cubicBezTo>
                  <a:cubicBezTo>
                    <a:pt x="369" y="7"/>
                    <a:pt x="369" y="7"/>
                    <a:pt x="369" y="7"/>
                  </a:cubicBezTo>
                  <a:cubicBezTo>
                    <a:pt x="370" y="6"/>
                    <a:pt x="370" y="6"/>
                    <a:pt x="370" y="6"/>
                  </a:cubicBezTo>
                  <a:cubicBezTo>
                    <a:pt x="370" y="7"/>
                    <a:pt x="370" y="7"/>
                    <a:pt x="370" y="7"/>
                  </a:cubicBezTo>
                  <a:cubicBezTo>
                    <a:pt x="370" y="7"/>
                    <a:pt x="370" y="7"/>
                    <a:pt x="370" y="7"/>
                  </a:cubicBezTo>
                  <a:cubicBezTo>
                    <a:pt x="371" y="7"/>
                    <a:pt x="371" y="7"/>
                    <a:pt x="371" y="7"/>
                  </a:cubicBezTo>
                  <a:cubicBezTo>
                    <a:pt x="372" y="6"/>
                    <a:pt x="372" y="6"/>
                    <a:pt x="372" y="6"/>
                  </a:cubicBezTo>
                  <a:cubicBezTo>
                    <a:pt x="372" y="7"/>
                    <a:pt x="372" y="7"/>
                    <a:pt x="372" y="7"/>
                  </a:cubicBezTo>
                  <a:cubicBezTo>
                    <a:pt x="372" y="8"/>
                    <a:pt x="372" y="8"/>
                    <a:pt x="372" y="8"/>
                  </a:cubicBezTo>
                  <a:cubicBezTo>
                    <a:pt x="372" y="8"/>
                    <a:pt x="372" y="8"/>
                    <a:pt x="372" y="8"/>
                  </a:cubicBezTo>
                  <a:cubicBezTo>
                    <a:pt x="373" y="8"/>
                    <a:pt x="373" y="8"/>
                    <a:pt x="373" y="8"/>
                  </a:cubicBezTo>
                  <a:cubicBezTo>
                    <a:pt x="373" y="8"/>
                    <a:pt x="373" y="8"/>
                    <a:pt x="373" y="8"/>
                  </a:cubicBezTo>
                  <a:cubicBezTo>
                    <a:pt x="374" y="7"/>
                    <a:pt x="374" y="7"/>
                    <a:pt x="374" y="7"/>
                  </a:cubicBezTo>
                  <a:cubicBezTo>
                    <a:pt x="374" y="7"/>
                    <a:pt x="374" y="7"/>
                    <a:pt x="374" y="7"/>
                  </a:cubicBezTo>
                  <a:cubicBezTo>
                    <a:pt x="374" y="8"/>
                    <a:pt x="374" y="8"/>
                    <a:pt x="374" y="8"/>
                  </a:cubicBezTo>
                  <a:cubicBezTo>
                    <a:pt x="376" y="9"/>
                    <a:pt x="376" y="9"/>
                    <a:pt x="376" y="9"/>
                  </a:cubicBezTo>
                  <a:cubicBezTo>
                    <a:pt x="377" y="9"/>
                    <a:pt x="377" y="9"/>
                    <a:pt x="377" y="9"/>
                  </a:cubicBezTo>
                  <a:cubicBezTo>
                    <a:pt x="377" y="9"/>
                    <a:pt x="377" y="9"/>
                    <a:pt x="377" y="9"/>
                  </a:cubicBezTo>
                  <a:cubicBezTo>
                    <a:pt x="377" y="10"/>
                    <a:pt x="377" y="10"/>
                    <a:pt x="377" y="10"/>
                  </a:cubicBezTo>
                  <a:cubicBezTo>
                    <a:pt x="375" y="10"/>
                    <a:pt x="375" y="10"/>
                    <a:pt x="375" y="10"/>
                  </a:cubicBezTo>
                  <a:cubicBezTo>
                    <a:pt x="374" y="11"/>
                    <a:pt x="374" y="11"/>
                    <a:pt x="374" y="11"/>
                  </a:cubicBezTo>
                  <a:cubicBezTo>
                    <a:pt x="373" y="12"/>
                    <a:pt x="373" y="12"/>
                    <a:pt x="373" y="12"/>
                  </a:cubicBezTo>
                  <a:cubicBezTo>
                    <a:pt x="372" y="12"/>
                    <a:pt x="372" y="12"/>
                    <a:pt x="372" y="12"/>
                  </a:cubicBezTo>
                  <a:cubicBezTo>
                    <a:pt x="371" y="12"/>
                    <a:pt x="371" y="12"/>
                    <a:pt x="371" y="12"/>
                  </a:cubicBezTo>
                  <a:cubicBezTo>
                    <a:pt x="370" y="12"/>
                    <a:pt x="370" y="12"/>
                    <a:pt x="370" y="12"/>
                  </a:cubicBezTo>
                  <a:cubicBezTo>
                    <a:pt x="370" y="12"/>
                    <a:pt x="370" y="12"/>
                    <a:pt x="370" y="12"/>
                  </a:cubicBezTo>
                  <a:cubicBezTo>
                    <a:pt x="369" y="13"/>
                    <a:pt x="369" y="13"/>
                    <a:pt x="369" y="13"/>
                  </a:cubicBezTo>
                  <a:cubicBezTo>
                    <a:pt x="371" y="13"/>
                    <a:pt x="371" y="13"/>
                    <a:pt x="371" y="13"/>
                  </a:cubicBezTo>
                  <a:cubicBezTo>
                    <a:pt x="372" y="13"/>
                    <a:pt x="372" y="13"/>
                    <a:pt x="372" y="13"/>
                  </a:cubicBezTo>
                  <a:cubicBezTo>
                    <a:pt x="373" y="13"/>
                    <a:pt x="373" y="13"/>
                    <a:pt x="373" y="13"/>
                  </a:cubicBezTo>
                  <a:cubicBezTo>
                    <a:pt x="374" y="13"/>
                    <a:pt x="374" y="13"/>
                    <a:pt x="374" y="13"/>
                  </a:cubicBezTo>
                  <a:cubicBezTo>
                    <a:pt x="374" y="12"/>
                    <a:pt x="374" y="12"/>
                    <a:pt x="374" y="12"/>
                  </a:cubicBezTo>
                  <a:cubicBezTo>
                    <a:pt x="375" y="12"/>
                    <a:pt x="375" y="12"/>
                    <a:pt x="375" y="12"/>
                  </a:cubicBezTo>
                  <a:cubicBezTo>
                    <a:pt x="375" y="12"/>
                    <a:pt x="375" y="12"/>
                    <a:pt x="375" y="12"/>
                  </a:cubicBezTo>
                  <a:cubicBezTo>
                    <a:pt x="376" y="11"/>
                    <a:pt x="376" y="11"/>
                    <a:pt x="376" y="11"/>
                  </a:cubicBezTo>
                  <a:cubicBezTo>
                    <a:pt x="377" y="11"/>
                    <a:pt x="377" y="11"/>
                    <a:pt x="377" y="11"/>
                  </a:cubicBezTo>
                  <a:cubicBezTo>
                    <a:pt x="378" y="11"/>
                    <a:pt x="378" y="11"/>
                    <a:pt x="378" y="11"/>
                  </a:cubicBezTo>
                  <a:cubicBezTo>
                    <a:pt x="378" y="11"/>
                    <a:pt x="378" y="11"/>
                    <a:pt x="378" y="11"/>
                  </a:cubicBezTo>
                  <a:cubicBezTo>
                    <a:pt x="378" y="12"/>
                    <a:pt x="378" y="12"/>
                    <a:pt x="378" y="12"/>
                  </a:cubicBezTo>
                  <a:cubicBezTo>
                    <a:pt x="378" y="13"/>
                    <a:pt x="378" y="13"/>
                    <a:pt x="378" y="13"/>
                  </a:cubicBezTo>
                  <a:cubicBezTo>
                    <a:pt x="379" y="12"/>
                    <a:pt x="379" y="12"/>
                    <a:pt x="379" y="12"/>
                  </a:cubicBezTo>
                  <a:cubicBezTo>
                    <a:pt x="379" y="12"/>
                    <a:pt x="379" y="12"/>
                    <a:pt x="379" y="12"/>
                  </a:cubicBezTo>
                  <a:cubicBezTo>
                    <a:pt x="380" y="11"/>
                    <a:pt x="380" y="11"/>
                    <a:pt x="380" y="11"/>
                  </a:cubicBezTo>
                  <a:cubicBezTo>
                    <a:pt x="380" y="11"/>
                    <a:pt x="380" y="11"/>
                    <a:pt x="380" y="11"/>
                  </a:cubicBezTo>
                  <a:cubicBezTo>
                    <a:pt x="380" y="12"/>
                    <a:pt x="380" y="12"/>
                    <a:pt x="380" y="12"/>
                  </a:cubicBezTo>
                  <a:cubicBezTo>
                    <a:pt x="380" y="12"/>
                    <a:pt x="380" y="12"/>
                    <a:pt x="380" y="12"/>
                  </a:cubicBezTo>
                  <a:cubicBezTo>
                    <a:pt x="380" y="13"/>
                    <a:pt x="380" y="13"/>
                    <a:pt x="380" y="13"/>
                  </a:cubicBezTo>
                  <a:cubicBezTo>
                    <a:pt x="380" y="13"/>
                    <a:pt x="380" y="13"/>
                    <a:pt x="380" y="13"/>
                  </a:cubicBezTo>
                  <a:cubicBezTo>
                    <a:pt x="381" y="13"/>
                    <a:pt x="381" y="13"/>
                    <a:pt x="381" y="13"/>
                  </a:cubicBezTo>
                  <a:cubicBezTo>
                    <a:pt x="381" y="13"/>
                    <a:pt x="381" y="13"/>
                    <a:pt x="381" y="13"/>
                  </a:cubicBezTo>
                  <a:cubicBezTo>
                    <a:pt x="381" y="12"/>
                    <a:pt x="381" y="12"/>
                    <a:pt x="381" y="12"/>
                  </a:cubicBezTo>
                  <a:cubicBezTo>
                    <a:pt x="382" y="12"/>
                    <a:pt x="382" y="12"/>
                    <a:pt x="382" y="12"/>
                  </a:cubicBezTo>
                  <a:cubicBezTo>
                    <a:pt x="383" y="12"/>
                    <a:pt x="383" y="12"/>
                    <a:pt x="383" y="12"/>
                  </a:cubicBezTo>
                  <a:cubicBezTo>
                    <a:pt x="382" y="14"/>
                    <a:pt x="382" y="14"/>
                    <a:pt x="382" y="14"/>
                  </a:cubicBezTo>
                  <a:cubicBezTo>
                    <a:pt x="382" y="14"/>
                    <a:pt x="382" y="14"/>
                    <a:pt x="382" y="14"/>
                  </a:cubicBezTo>
                  <a:cubicBezTo>
                    <a:pt x="382" y="14"/>
                    <a:pt x="382" y="14"/>
                    <a:pt x="382" y="14"/>
                  </a:cubicBezTo>
                  <a:cubicBezTo>
                    <a:pt x="382" y="15"/>
                    <a:pt x="382" y="15"/>
                    <a:pt x="382" y="15"/>
                  </a:cubicBezTo>
                  <a:cubicBezTo>
                    <a:pt x="382" y="16"/>
                    <a:pt x="382" y="16"/>
                    <a:pt x="382" y="16"/>
                  </a:cubicBezTo>
                  <a:cubicBezTo>
                    <a:pt x="382" y="17"/>
                    <a:pt x="382" y="17"/>
                    <a:pt x="382" y="17"/>
                  </a:cubicBezTo>
                  <a:cubicBezTo>
                    <a:pt x="381" y="17"/>
                    <a:pt x="381" y="17"/>
                    <a:pt x="381" y="17"/>
                  </a:cubicBezTo>
                  <a:cubicBezTo>
                    <a:pt x="380" y="18"/>
                    <a:pt x="380" y="18"/>
                    <a:pt x="380" y="18"/>
                  </a:cubicBezTo>
                  <a:cubicBezTo>
                    <a:pt x="381" y="19"/>
                    <a:pt x="381" y="19"/>
                    <a:pt x="381" y="19"/>
                  </a:cubicBezTo>
                  <a:cubicBezTo>
                    <a:pt x="381" y="19"/>
                    <a:pt x="381" y="19"/>
                    <a:pt x="381" y="19"/>
                  </a:cubicBezTo>
                  <a:cubicBezTo>
                    <a:pt x="382" y="18"/>
                    <a:pt x="382" y="18"/>
                    <a:pt x="382" y="18"/>
                  </a:cubicBezTo>
                  <a:cubicBezTo>
                    <a:pt x="383" y="18"/>
                    <a:pt x="383" y="18"/>
                    <a:pt x="383" y="18"/>
                  </a:cubicBezTo>
                  <a:cubicBezTo>
                    <a:pt x="383" y="18"/>
                    <a:pt x="383" y="18"/>
                    <a:pt x="383" y="18"/>
                  </a:cubicBezTo>
                  <a:cubicBezTo>
                    <a:pt x="383" y="18"/>
                    <a:pt x="383" y="18"/>
                    <a:pt x="383" y="18"/>
                  </a:cubicBezTo>
                  <a:cubicBezTo>
                    <a:pt x="384" y="18"/>
                    <a:pt x="384" y="18"/>
                    <a:pt x="384" y="18"/>
                  </a:cubicBezTo>
                  <a:cubicBezTo>
                    <a:pt x="385" y="19"/>
                    <a:pt x="385" y="19"/>
                    <a:pt x="385" y="19"/>
                  </a:cubicBezTo>
                  <a:cubicBezTo>
                    <a:pt x="385" y="20"/>
                    <a:pt x="385" y="20"/>
                    <a:pt x="385" y="20"/>
                  </a:cubicBezTo>
                  <a:cubicBezTo>
                    <a:pt x="385" y="22"/>
                    <a:pt x="385" y="22"/>
                    <a:pt x="385" y="22"/>
                  </a:cubicBezTo>
                  <a:cubicBezTo>
                    <a:pt x="384" y="24"/>
                    <a:pt x="384" y="24"/>
                    <a:pt x="384" y="24"/>
                  </a:cubicBezTo>
                  <a:cubicBezTo>
                    <a:pt x="382" y="25"/>
                    <a:pt x="382" y="25"/>
                    <a:pt x="382" y="25"/>
                  </a:cubicBezTo>
                  <a:cubicBezTo>
                    <a:pt x="382" y="25"/>
                    <a:pt x="382" y="25"/>
                    <a:pt x="382" y="25"/>
                  </a:cubicBezTo>
                  <a:cubicBezTo>
                    <a:pt x="381" y="25"/>
                    <a:pt x="381" y="25"/>
                    <a:pt x="381" y="25"/>
                  </a:cubicBezTo>
                  <a:cubicBezTo>
                    <a:pt x="380" y="25"/>
                    <a:pt x="380" y="25"/>
                    <a:pt x="380" y="25"/>
                  </a:cubicBezTo>
                  <a:cubicBezTo>
                    <a:pt x="380" y="26"/>
                    <a:pt x="380" y="26"/>
                    <a:pt x="380" y="26"/>
                  </a:cubicBezTo>
                  <a:cubicBezTo>
                    <a:pt x="379" y="26"/>
                    <a:pt x="379" y="26"/>
                    <a:pt x="379" y="26"/>
                  </a:cubicBezTo>
                  <a:cubicBezTo>
                    <a:pt x="377" y="27"/>
                    <a:pt x="377" y="27"/>
                    <a:pt x="377" y="27"/>
                  </a:cubicBezTo>
                  <a:cubicBezTo>
                    <a:pt x="376" y="28"/>
                    <a:pt x="376" y="28"/>
                    <a:pt x="376" y="28"/>
                  </a:cubicBezTo>
                  <a:cubicBezTo>
                    <a:pt x="375" y="28"/>
                    <a:pt x="375" y="28"/>
                    <a:pt x="375" y="28"/>
                  </a:cubicBezTo>
                  <a:cubicBezTo>
                    <a:pt x="374" y="29"/>
                    <a:pt x="374" y="29"/>
                    <a:pt x="374" y="29"/>
                  </a:cubicBezTo>
                  <a:cubicBezTo>
                    <a:pt x="372" y="29"/>
                    <a:pt x="372" y="29"/>
                    <a:pt x="372" y="29"/>
                  </a:cubicBezTo>
                  <a:cubicBezTo>
                    <a:pt x="372" y="28"/>
                    <a:pt x="372" y="28"/>
                    <a:pt x="372" y="28"/>
                  </a:cubicBezTo>
                  <a:cubicBezTo>
                    <a:pt x="371" y="29"/>
                    <a:pt x="371" y="29"/>
                    <a:pt x="371" y="29"/>
                  </a:cubicBezTo>
                  <a:cubicBezTo>
                    <a:pt x="371" y="29"/>
                    <a:pt x="371" y="29"/>
                    <a:pt x="371" y="29"/>
                  </a:cubicBezTo>
                  <a:cubicBezTo>
                    <a:pt x="370" y="28"/>
                    <a:pt x="370" y="28"/>
                    <a:pt x="370" y="28"/>
                  </a:cubicBezTo>
                  <a:cubicBezTo>
                    <a:pt x="369" y="28"/>
                    <a:pt x="369" y="28"/>
                    <a:pt x="369" y="28"/>
                  </a:cubicBezTo>
                  <a:cubicBezTo>
                    <a:pt x="368" y="28"/>
                    <a:pt x="368" y="28"/>
                    <a:pt x="368" y="28"/>
                  </a:cubicBezTo>
                  <a:cubicBezTo>
                    <a:pt x="368" y="28"/>
                    <a:pt x="368" y="28"/>
                    <a:pt x="368" y="28"/>
                  </a:cubicBezTo>
                  <a:cubicBezTo>
                    <a:pt x="369" y="28"/>
                    <a:pt x="369" y="28"/>
                    <a:pt x="369" y="28"/>
                  </a:cubicBezTo>
                  <a:cubicBezTo>
                    <a:pt x="369" y="29"/>
                    <a:pt x="369" y="29"/>
                    <a:pt x="369" y="29"/>
                  </a:cubicBezTo>
                  <a:cubicBezTo>
                    <a:pt x="368" y="29"/>
                    <a:pt x="368" y="29"/>
                    <a:pt x="368" y="29"/>
                  </a:cubicBezTo>
                  <a:cubicBezTo>
                    <a:pt x="367" y="29"/>
                    <a:pt x="367" y="29"/>
                    <a:pt x="367" y="29"/>
                  </a:cubicBezTo>
                  <a:cubicBezTo>
                    <a:pt x="367" y="29"/>
                    <a:pt x="367" y="29"/>
                    <a:pt x="367" y="29"/>
                  </a:cubicBezTo>
                  <a:cubicBezTo>
                    <a:pt x="366" y="29"/>
                    <a:pt x="366" y="29"/>
                    <a:pt x="366" y="29"/>
                  </a:cubicBezTo>
                  <a:cubicBezTo>
                    <a:pt x="364" y="28"/>
                    <a:pt x="364" y="28"/>
                    <a:pt x="364" y="28"/>
                  </a:cubicBezTo>
                  <a:cubicBezTo>
                    <a:pt x="364" y="28"/>
                    <a:pt x="364" y="28"/>
                    <a:pt x="364" y="28"/>
                  </a:cubicBezTo>
                  <a:cubicBezTo>
                    <a:pt x="363" y="28"/>
                    <a:pt x="363" y="28"/>
                    <a:pt x="363" y="28"/>
                  </a:cubicBezTo>
                  <a:cubicBezTo>
                    <a:pt x="363" y="28"/>
                    <a:pt x="363" y="28"/>
                    <a:pt x="363" y="28"/>
                  </a:cubicBezTo>
                  <a:cubicBezTo>
                    <a:pt x="362" y="27"/>
                    <a:pt x="362" y="27"/>
                    <a:pt x="362" y="27"/>
                  </a:cubicBezTo>
                  <a:cubicBezTo>
                    <a:pt x="361" y="26"/>
                    <a:pt x="361" y="26"/>
                    <a:pt x="361" y="26"/>
                  </a:cubicBezTo>
                  <a:cubicBezTo>
                    <a:pt x="361" y="27"/>
                    <a:pt x="361" y="27"/>
                    <a:pt x="361" y="27"/>
                  </a:cubicBezTo>
                  <a:cubicBezTo>
                    <a:pt x="362" y="28"/>
                    <a:pt x="362" y="28"/>
                    <a:pt x="362" y="28"/>
                  </a:cubicBezTo>
                  <a:cubicBezTo>
                    <a:pt x="362" y="28"/>
                    <a:pt x="362" y="28"/>
                    <a:pt x="362" y="28"/>
                  </a:cubicBezTo>
                  <a:cubicBezTo>
                    <a:pt x="361" y="28"/>
                    <a:pt x="361" y="28"/>
                    <a:pt x="361" y="28"/>
                  </a:cubicBezTo>
                  <a:cubicBezTo>
                    <a:pt x="360" y="28"/>
                    <a:pt x="360" y="28"/>
                    <a:pt x="360" y="28"/>
                  </a:cubicBezTo>
                  <a:cubicBezTo>
                    <a:pt x="361" y="28"/>
                    <a:pt x="361" y="28"/>
                    <a:pt x="361" y="28"/>
                  </a:cubicBezTo>
                  <a:cubicBezTo>
                    <a:pt x="363" y="29"/>
                    <a:pt x="363" y="29"/>
                    <a:pt x="363" y="29"/>
                  </a:cubicBezTo>
                  <a:cubicBezTo>
                    <a:pt x="365" y="29"/>
                    <a:pt x="365" y="29"/>
                    <a:pt x="365" y="29"/>
                  </a:cubicBezTo>
                  <a:cubicBezTo>
                    <a:pt x="366" y="30"/>
                    <a:pt x="366" y="30"/>
                    <a:pt x="366" y="30"/>
                  </a:cubicBezTo>
                  <a:cubicBezTo>
                    <a:pt x="365" y="30"/>
                    <a:pt x="365" y="30"/>
                    <a:pt x="365" y="30"/>
                  </a:cubicBezTo>
                  <a:cubicBezTo>
                    <a:pt x="361" y="32"/>
                    <a:pt x="361" y="32"/>
                    <a:pt x="361" y="32"/>
                  </a:cubicBezTo>
                  <a:cubicBezTo>
                    <a:pt x="359" y="32"/>
                    <a:pt x="359" y="32"/>
                    <a:pt x="359" y="32"/>
                  </a:cubicBezTo>
                  <a:cubicBezTo>
                    <a:pt x="358" y="32"/>
                    <a:pt x="358" y="32"/>
                    <a:pt x="358" y="32"/>
                  </a:cubicBezTo>
                  <a:cubicBezTo>
                    <a:pt x="356" y="32"/>
                    <a:pt x="356" y="32"/>
                    <a:pt x="356" y="32"/>
                  </a:cubicBezTo>
                  <a:cubicBezTo>
                    <a:pt x="355" y="32"/>
                    <a:pt x="355" y="32"/>
                    <a:pt x="355" y="32"/>
                  </a:cubicBezTo>
                  <a:cubicBezTo>
                    <a:pt x="355" y="32"/>
                    <a:pt x="355" y="32"/>
                    <a:pt x="355" y="32"/>
                  </a:cubicBezTo>
                  <a:cubicBezTo>
                    <a:pt x="354" y="32"/>
                    <a:pt x="354" y="32"/>
                    <a:pt x="354" y="32"/>
                  </a:cubicBezTo>
                  <a:cubicBezTo>
                    <a:pt x="354" y="32"/>
                    <a:pt x="354" y="32"/>
                    <a:pt x="354" y="32"/>
                  </a:cubicBezTo>
                  <a:cubicBezTo>
                    <a:pt x="353" y="32"/>
                    <a:pt x="353" y="32"/>
                    <a:pt x="353" y="32"/>
                  </a:cubicBezTo>
                  <a:cubicBezTo>
                    <a:pt x="352" y="33"/>
                    <a:pt x="352" y="33"/>
                    <a:pt x="352" y="33"/>
                  </a:cubicBezTo>
                  <a:cubicBezTo>
                    <a:pt x="353" y="32"/>
                    <a:pt x="353" y="32"/>
                    <a:pt x="353" y="32"/>
                  </a:cubicBezTo>
                  <a:cubicBezTo>
                    <a:pt x="353" y="33"/>
                    <a:pt x="353" y="33"/>
                    <a:pt x="353" y="33"/>
                  </a:cubicBezTo>
                  <a:cubicBezTo>
                    <a:pt x="354" y="33"/>
                    <a:pt x="354" y="33"/>
                    <a:pt x="354" y="33"/>
                  </a:cubicBezTo>
                  <a:cubicBezTo>
                    <a:pt x="357" y="33"/>
                    <a:pt x="357" y="33"/>
                    <a:pt x="357" y="33"/>
                  </a:cubicBezTo>
                  <a:cubicBezTo>
                    <a:pt x="358" y="33"/>
                    <a:pt x="358" y="33"/>
                    <a:pt x="358" y="33"/>
                  </a:cubicBezTo>
                  <a:cubicBezTo>
                    <a:pt x="361" y="33"/>
                    <a:pt x="361" y="33"/>
                    <a:pt x="361" y="33"/>
                  </a:cubicBezTo>
                  <a:cubicBezTo>
                    <a:pt x="364" y="32"/>
                    <a:pt x="364" y="32"/>
                    <a:pt x="364" y="32"/>
                  </a:cubicBezTo>
                  <a:cubicBezTo>
                    <a:pt x="365" y="31"/>
                    <a:pt x="365" y="31"/>
                    <a:pt x="365" y="31"/>
                  </a:cubicBezTo>
                  <a:cubicBezTo>
                    <a:pt x="366" y="31"/>
                    <a:pt x="366" y="31"/>
                    <a:pt x="366" y="31"/>
                  </a:cubicBezTo>
                  <a:cubicBezTo>
                    <a:pt x="367" y="31"/>
                    <a:pt x="367" y="31"/>
                    <a:pt x="367" y="31"/>
                  </a:cubicBezTo>
                  <a:cubicBezTo>
                    <a:pt x="368" y="31"/>
                    <a:pt x="368" y="31"/>
                    <a:pt x="368" y="31"/>
                  </a:cubicBezTo>
                  <a:cubicBezTo>
                    <a:pt x="369" y="31"/>
                    <a:pt x="369" y="31"/>
                    <a:pt x="369" y="31"/>
                  </a:cubicBezTo>
                  <a:cubicBezTo>
                    <a:pt x="369" y="32"/>
                    <a:pt x="369" y="32"/>
                    <a:pt x="369" y="32"/>
                  </a:cubicBezTo>
                  <a:cubicBezTo>
                    <a:pt x="368" y="33"/>
                    <a:pt x="368" y="33"/>
                    <a:pt x="368" y="33"/>
                  </a:cubicBezTo>
                  <a:cubicBezTo>
                    <a:pt x="366" y="34"/>
                    <a:pt x="366" y="34"/>
                    <a:pt x="366" y="34"/>
                  </a:cubicBezTo>
                  <a:cubicBezTo>
                    <a:pt x="366" y="34"/>
                    <a:pt x="366" y="34"/>
                    <a:pt x="366" y="34"/>
                  </a:cubicBezTo>
                  <a:cubicBezTo>
                    <a:pt x="364" y="35"/>
                    <a:pt x="364" y="35"/>
                    <a:pt x="364" y="35"/>
                  </a:cubicBezTo>
                  <a:cubicBezTo>
                    <a:pt x="364" y="35"/>
                    <a:pt x="364" y="35"/>
                    <a:pt x="364" y="35"/>
                  </a:cubicBezTo>
                  <a:cubicBezTo>
                    <a:pt x="363" y="36"/>
                    <a:pt x="363" y="36"/>
                    <a:pt x="363" y="36"/>
                  </a:cubicBezTo>
                  <a:cubicBezTo>
                    <a:pt x="362" y="36"/>
                    <a:pt x="362" y="36"/>
                    <a:pt x="362" y="36"/>
                  </a:cubicBezTo>
                  <a:cubicBezTo>
                    <a:pt x="361" y="37"/>
                    <a:pt x="361" y="37"/>
                    <a:pt x="361" y="37"/>
                  </a:cubicBezTo>
                  <a:cubicBezTo>
                    <a:pt x="360" y="37"/>
                    <a:pt x="360" y="37"/>
                    <a:pt x="360" y="37"/>
                  </a:cubicBezTo>
                  <a:cubicBezTo>
                    <a:pt x="359" y="37"/>
                    <a:pt x="359" y="37"/>
                    <a:pt x="359" y="37"/>
                  </a:cubicBezTo>
                  <a:cubicBezTo>
                    <a:pt x="358" y="37"/>
                    <a:pt x="358" y="37"/>
                    <a:pt x="358" y="37"/>
                  </a:cubicBezTo>
                  <a:cubicBezTo>
                    <a:pt x="357" y="38"/>
                    <a:pt x="357" y="38"/>
                    <a:pt x="357" y="38"/>
                  </a:cubicBezTo>
                  <a:cubicBezTo>
                    <a:pt x="356" y="38"/>
                    <a:pt x="356" y="38"/>
                    <a:pt x="356" y="38"/>
                  </a:cubicBezTo>
                  <a:cubicBezTo>
                    <a:pt x="355" y="39"/>
                    <a:pt x="355" y="39"/>
                    <a:pt x="355" y="39"/>
                  </a:cubicBezTo>
                  <a:cubicBezTo>
                    <a:pt x="353" y="39"/>
                    <a:pt x="353" y="39"/>
                    <a:pt x="353" y="39"/>
                  </a:cubicBezTo>
                  <a:cubicBezTo>
                    <a:pt x="352" y="40"/>
                    <a:pt x="352" y="40"/>
                    <a:pt x="352" y="40"/>
                  </a:cubicBezTo>
                  <a:cubicBezTo>
                    <a:pt x="352" y="39"/>
                    <a:pt x="352" y="39"/>
                    <a:pt x="352" y="39"/>
                  </a:cubicBezTo>
                  <a:cubicBezTo>
                    <a:pt x="351" y="40"/>
                    <a:pt x="351" y="40"/>
                    <a:pt x="351" y="40"/>
                  </a:cubicBezTo>
                  <a:cubicBezTo>
                    <a:pt x="350" y="40"/>
                    <a:pt x="350" y="40"/>
                    <a:pt x="350" y="40"/>
                  </a:cubicBezTo>
                  <a:cubicBezTo>
                    <a:pt x="350" y="40"/>
                    <a:pt x="350" y="40"/>
                    <a:pt x="350" y="40"/>
                  </a:cubicBezTo>
                  <a:cubicBezTo>
                    <a:pt x="350" y="41"/>
                    <a:pt x="350" y="41"/>
                    <a:pt x="350" y="41"/>
                  </a:cubicBezTo>
                  <a:cubicBezTo>
                    <a:pt x="349" y="42"/>
                    <a:pt x="349" y="42"/>
                    <a:pt x="349" y="42"/>
                  </a:cubicBezTo>
                  <a:cubicBezTo>
                    <a:pt x="349" y="43"/>
                    <a:pt x="349" y="43"/>
                    <a:pt x="349" y="43"/>
                  </a:cubicBezTo>
                  <a:cubicBezTo>
                    <a:pt x="347" y="43"/>
                    <a:pt x="347" y="43"/>
                    <a:pt x="347" y="43"/>
                  </a:cubicBezTo>
                  <a:cubicBezTo>
                    <a:pt x="346" y="43"/>
                    <a:pt x="346" y="43"/>
                    <a:pt x="346" y="43"/>
                  </a:cubicBezTo>
                  <a:cubicBezTo>
                    <a:pt x="345" y="43"/>
                    <a:pt x="345" y="43"/>
                    <a:pt x="345" y="43"/>
                  </a:cubicBezTo>
                  <a:cubicBezTo>
                    <a:pt x="345" y="42"/>
                    <a:pt x="345" y="42"/>
                    <a:pt x="345" y="42"/>
                  </a:cubicBezTo>
                  <a:cubicBezTo>
                    <a:pt x="346" y="42"/>
                    <a:pt x="346" y="42"/>
                    <a:pt x="346" y="42"/>
                  </a:cubicBezTo>
                  <a:cubicBezTo>
                    <a:pt x="346" y="41"/>
                    <a:pt x="346" y="41"/>
                    <a:pt x="346" y="41"/>
                  </a:cubicBezTo>
                  <a:cubicBezTo>
                    <a:pt x="345" y="41"/>
                    <a:pt x="345" y="41"/>
                    <a:pt x="345" y="41"/>
                  </a:cubicBezTo>
                  <a:cubicBezTo>
                    <a:pt x="345" y="42"/>
                    <a:pt x="345" y="42"/>
                    <a:pt x="345" y="42"/>
                  </a:cubicBezTo>
                  <a:cubicBezTo>
                    <a:pt x="345" y="42"/>
                    <a:pt x="345" y="42"/>
                    <a:pt x="345" y="42"/>
                  </a:cubicBezTo>
                  <a:cubicBezTo>
                    <a:pt x="344" y="43"/>
                    <a:pt x="344" y="43"/>
                    <a:pt x="344" y="43"/>
                  </a:cubicBezTo>
                  <a:cubicBezTo>
                    <a:pt x="345" y="43"/>
                    <a:pt x="345" y="43"/>
                    <a:pt x="345" y="43"/>
                  </a:cubicBezTo>
                  <a:cubicBezTo>
                    <a:pt x="346" y="44"/>
                    <a:pt x="346" y="44"/>
                    <a:pt x="346" y="44"/>
                  </a:cubicBezTo>
                  <a:cubicBezTo>
                    <a:pt x="345" y="45"/>
                    <a:pt x="345" y="45"/>
                    <a:pt x="345" y="45"/>
                  </a:cubicBezTo>
                  <a:cubicBezTo>
                    <a:pt x="344" y="45"/>
                    <a:pt x="344" y="45"/>
                    <a:pt x="344" y="45"/>
                  </a:cubicBezTo>
                  <a:cubicBezTo>
                    <a:pt x="343" y="44"/>
                    <a:pt x="343" y="44"/>
                    <a:pt x="343" y="44"/>
                  </a:cubicBezTo>
                  <a:cubicBezTo>
                    <a:pt x="343" y="45"/>
                    <a:pt x="343" y="45"/>
                    <a:pt x="343" y="45"/>
                  </a:cubicBezTo>
                  <a:cubicBezTo>
                    <a:pt x="341" y="44"/>
                    <a:pt x="341" y="44"/>
                    <a:pt x="341" y="44"/>
                  </a:cubicBezTo>
                  <a:cubicBezTo>
                    <a:pt x="341" y="44"/>
                    <a:pt x="341" y="44"/>
                    <a:pt x="341" y="44"/>
                  </a:cubicBezTo>
                  <a:cubicBezTo>
                    <a:pt x="340" y="45"/>
                    <a:pt x="340" y="45"/>
                    <a:pt x="340" y="45"/>
                  </a:cubicBezTo>
                  <a:cubicBezTo>
                    <a:pt x="340" y="44"/>
                    <a:pt x="340" y="44"/>
                    <a:pt x="340" y="44"/>
                  </a:cubicBezTo>
                  <a:cubicBezTo>
                    <a:pt x="340" y="44"/>
                    <a:pt x="340" y="44"/>
                    <a:pt x="340" y="44"/>
                  </a:cubicBezTo>
                  <a:cubicBezTo>
                    <a:pt x="339" y="44"/>
                    <a:pt x="339" y="44"/>
                    <a:pt x="339" y="44"/>
                  </a:cubicBezTo>
                  <a:cubicBezTo>
                    <a:pt x="339" y="44"/>
                    <a:pt x="339" y="44"/>
                    <a:pt x="339" y="44"/>
                  </a:cubicBezTo>
                  <a:cubicBezTo>
                    <a:pt x="339" y="45"/>
                    <a:pt x="339" y="45"/>
                    <a:pt x="339" y="45"/>
                  </a:cubicBezTo>
                  <a:cubicBezTo>
                    <a:pt x="340" y="45"/>
                    <a:pt x="340" y="45"/>
                    <a:pt x="340" y="45"/>
                  </a:cubicBezTo>
                  <a:cubicBezTo>
                    <a:pt x="343" y="45"/>
                    <a:pt x="343" y="45"/>
                    <a:pt x="343" y="45"/>
                  </a:cubicBezTo>
                  <a:cubicBezTo>
                    <a:pt x="343" y="46"/>
                    <a:pt x="343" y="46"/>
                    <a:pt x="343" y="46"/>
                  </a:cubicBezTo>
                  <a:cubicBezTo>
                    <a:pt x="343" y="46"/>
                    <a:pt x="343" y="46"/>
                    <a:pt x="343" y="46"/>
                  </a:cubicBezTo>
                  <a:cubicBezTo>
                    <a:pt x="342" y="47"/>
                    <a:pt x="342" y="47"/>
                    <a:pt x="342" y="47"/>
                  </a:cubicBezTo>
                  <a:cubicBezTo>
                    <a:pt x="341" y="47"/>
                    <a:pt x="341" y="47"/>
                    <a:pt x="341" y="47"/>
                  </a:cubicBezTo>
                  <a:cubicBezTo>
                    <a:pt x="340" y="47"/>
                    <a:pt x="340" y="47"/>
                    <a:pt x="340" y="47"/>
                  </a:cubicBezTo>
                  <a:cubicBezTo>
                    <a:pt x="339" y="47"/>
                    <a:pt x="339" y="47"/>
                    <a:pt x="339" y="47"/>
                  </a:cubicBezTo>
                  <a:cubicBezTo>
                    <a:pt x="340" y="48"/>
                    <a:pt x="340" y="48"/>
                    <a:pt x="340" y="48"/>
                  </a:cubicBezTo>
                  <a:cubicBezTo>
                    <a:pt x="340" y="47"/>
                    <a:pt x="340" y="47"/>
                    <a:pt x="340" y="47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39" y="50"/>
                    <a:pt x="339" y="50"/>
                    <a:pt x="339" y="50"/>
                  </a:cubicBezTo>
                  <a:cubicBezTo>
                    <a:pt x="338" y="50"/>
                    <a:pt x="338" y="50"/>
                    <a:pt x="338" y="50"/>
                  </a:cubicBezTo>
                  <a:cubicBezTo>
                    <a:pt x="336" y="49"/>
                    <a:pt x="336" y="49"/>
                    <a:pt x="336" y="49"/>
                  </a:cubicBezTo>
                  <a:cubicBezTo>
                    <a:pt x="336" y="49"/>
                    <a:pt x="336" y="49"/>
                    <a:pt x="336" y="49"/>
                  </a:cubicBezTo>
                  <a:cubicBezTo>
                    <a:pt x="335" y="49"/>
                    <a:pt x="335" y="49"/>
                    <a:pt x="335" y="49"/>
                  </a:cubicBezTo>
                  <a:cubicBezTo>
                    <a:pt x="334" y="49"/>
                    <a:pt x="334" y="49"/>
                    <a:pt x="334" y="49"/>
                  </a:cubicBezTo>
                  <a:cubicBezTo>
                    <a:pt x="334" y="47"/>
                    <a:pt x="334" y="47"/>
                    <a:pt x="334" y="47"/>
                  </a:cubicBezTo>
                  <a:cubicBezTo>
                    <a:pt x="333" y="47"/>
                    <a:pt x="333" y="47"/>
                    <a:pt x="333" y="47"/>
                  </a:cubicBezTo>
                  <a:cubicBezTo>
                    <a:pt x="333" y="47"/>
                    <a:pt x="333" y="47"/>
                    <a:pt x="333" y="47"/>
                  </a:cubicBezTo>
                  <a:cubicBezTo>
                    <a:pt x="333" y="46"/>
                    <a:pt x="333" y="46"/>
                    <a:pt x="333" y="46"/>
                  </a:cubicBezTo>
                  <a:cubicBezTo>
                    <a:pt x="332" y="46"/>
                    <a:pt x="332" y="46"/>
                    <a:pt x="332" y="46"/>
                  </a:cubicBezTo>
                  <a:cubicBezTo>
                    <a:pt x="332" y="46"/>
                    <a:pt x="332" y="46"/>
                    <a:pt x="332" y="46"/>
                  </a:cubicBezTo>
                  <a:cubicBezTo>
                    <a:pt x="331" y="46"/>
                    <a:pt x="331" y="46"/>
                    <a:pt x="331" y="46"/>
                  </a:cubicBezTo>
                  <a:cubicBezTo>
                    <a:pt x="330" y="46"/>
                    <a:pt x="330" y="46"/>
                    <a:pt x="330" y="46"/>
                  </a:cubicBezTo>
                  <a:cubicBezTo>
                    <a:pt x="329" y="46"/>
                    <a:pt x="329" y="46"/>
                    <a:pt x="329" y="46"/>
                  </a:cubicBezTo>
                  <a:cubicBezTo>
                    <a:pt x="330" y="46"/>
                    <a:pt x="330" y="46"/>
                    <a:pt x="330" y="46"/>
                  </a:cubicBezTo>
                  <a:cubicBezTo>
                    <a:pt x="330" y="46"/>
                    <a:pt x="330" y="46"/>
                    <a:pt x="330" y="46"/>
                  </a:cubicBezTo>
                  <a:cubicBezTo>
                    <a:pt x="331" y="46"/>
                    <a:pt x="331" y="46"/>
                    <a:pt x="331" y="46"/>
                  </a:cubicBezTo>
                  <a:cubicBezTo>
                    <a:pt x="333" y="48"/>
                    <a:pt x="333" y="48"/>
                    <a:pt x="333" y="48"/>
                  </a:cubicBezTo>
                  <a:cubicBezTo>
                    <a:pt x="333" y="50"/>
                    <a:pt x="333" y="50"/>
                    <a:pt x="333" y="50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2" y="50"/>
                    <a:pt x="332" y="50"/>
                    <a:pt x="332" y="50"/>
                  </a:cubicBezTo>
                  <a:cubicBezTo>
                    <a:pt x="331" y="50"/>
                    <a:pt x="331" y="50"/>
                    <a:pt x="331" y="50"/>
                  </a:cubicBezTo>
                  <a:cubicBezTo>
                    <a:pt x="330" y="50"/>
                    <a:pt x="330" y="50"/>
                    <a:pt x="330" y="50"/>
                  </a:cubicBezTo>
                  <a:cubicBezTo>
                    <a:pt x="330" y="50"/>
                    <a:pt x="330" y="50"/>
                    <a:pt x="330" y="50"/>
                  </a:cubicBezTo>
                  <a:cubicBezTo>
                    <a:pt x="330" y="51"/>
                    <a:pt x="330" y="51"/>
                    <a:pt x="330" y="51"/>
                  </a:cubicBezTo>
                  <a:cubicBezTo>
                    <a:pt x="329" y="50"/>
                    <a:pt x="329" y="50"/>
                    <a:pt x="329" y="50"/>
                  </a:cubicBezTo>
                  <a:cubicBezTo>
                    <a:pt x="328" y="50"/>
                    <a:pt x="328" y="50"/>
                    <a:pt x="328" y="50"/>
                  </a:cubicBezTo>
                  <a:cubicBezTo>
                    <a:pt x="328" y="51"/>
                    <a:pt x="328" y="51"/>
                    <a:pt x="328" y="51"/>
                  </a:cubicBezTo>
                  <a:cubicBezTo>
                    <a:pt x="327" y="51"/>
                    <a:pt x="327" y="51"/>
                    <a:pt x="327" y="51"/>
                  </a:cubicBezTo>
                  <a:cubicBezTo>
                    <a:pt x="327" y="50"/>
                    <a:pt x="327" y="50"/>
                    <a:pt x="327" y="50"/>
                  </a:cubicBezTo>
                  <a:cubicBezTo>
                    <a:pt x="326" y="50"/>
                    <a:pt x="326" y="50"/>
                    <a:pt x="326" y="50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325" y="49"/>
                    <a:pt x="325" y="49"/>
                    <a:pt x="325" y="49"/>
                  </a:cubicBezTo>
                  <a:cubicBezTo>
                    <a:pt x="325" y="48"/>
                    <a:pt x="325" y="48"/>
                    <a:pt x="325" y="48"/>
                  </a:cubicBezTo>
                  <a:cubicBezTo>
                    <a:pt x="324" y="48"/>
                    <a:pt x="324" y="48"/>
                    <a:pt x="324" y="48"/>
                  </a:cubicBezTo>
                  <a:cubicBezTo>
                    <a:pt x="323" y="48"/>
                    <a:pt x="323" y="48"/>
                    <a:pt x="323" y="48"/>
                  </a:cubicBezTo>
                  <a:cubicBezTo>
                    <a:pt x="323" y="47"/>
                    <a:pt x="323" y="47"/>
                    <a:pt x="323" y="47"/>
                  </a:cubicBezTo>
                  <a:cubicBezTo>
                    <a:pt x="322" y="48"/>
                    <a:pt x="322" y="48"/>
                    <a:pt x="322" y="48"/>
                  </a:cubicBezTo>
                  <a:cubicBezTo>
                    <a:pt x="322" y="48"/>
                    <a:pt x="322" y="48"/>
                    <a:pt x="322" y="48"/>
                  </a:cubicBezTo>
                  <a:cubicBezTo>
                    <a:pt x="323" y="49"/>
                    <a:pt x="323" y="49"/>
                    <a:pt x="323" y="49"/>
                  </a:cubicBezTo>
                  <a:cubicBezTo>
                    <a:pt x="324" y="49"/>
                    <a:pt x="324" y="49"/>
                    <a:pt x="324" y="49"/>
                  </a:cubicBezTo>
                  <a:cubicBezTo>
                    <a:pt x="325" y="50"/>
                    <a:pt x="325" y="50"/>
                    <a:pt x="325" y="50"/>
                  </a:cubicBezTo>
                  <a:cubicBezTo>
                    <a:pt x="325" y="51"/>
                    <a:pt x="325" y="51"/>
                    <a:pt x="325" y="51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22" y="50"/>
                    <a:pt x="322" y="50"/>
                    <a:pt x="322" y="50"/>
                  </a:cubicBezTo>
                  <a:cubicBezTo>
                    <a:pt x="322" y="49"/>
                    <a:pt x="322" y="49"/>
                    <a:pt x="322" y="49"/>
                  </a:cubicBezTo>
                  <a:cubicBezTo>
                    <a:pt x="321" y="49"/>
                    <a:pt x="321" y="49"/>
                    <a:pt x="321" y="49"/>
                  </a:cubicBezTo>
                  <a:cubicBezTo>
                    <a:pt x="321" y="49"/>
                    <a:pt x="321" y="49"/>
                    <a:pt x="321" y="49"/>
                  </a:cubicBezTo>
                  <a:cubicBezTo>
                    <a:pt x="321" y="49"/>
                    <a:pt x="321" y="49"/>
                    <a:pt x="321" y="49"/>
                  </a:cubicBezTo>
                  <a:cubicBezTo>
                    <a:pt x="321" y="50"/>
                    <a:pt x="321" y="50"/>
                    <a:pt x="321" y="50"/>
                  </a:cubicBezTo>
                  <a:cubicBezTo>
                    <a:pt x="320" y="50"/>
                    <a:pt x="320" y="50"/>
                    <a:pt x="320" y="50"/>
                  </a:cubicBezTo>
                  <a:cubicBezTo>
                    <a:pt x="320" y="49"/>
                    <a:pt x="320" y="49"/>
                    <a:pt x="320" y="49"/>
                  </a:cubicBezTo>
                  <a:cubicBezTo>
                    <a:pt x="319" y="49"/>
                    <a:pt x="319" y="49"/>
                    <a:pt x="319" y="49"/>
                  </a:cubicBezTo>
                  <a:cubicBezTo>
                    <a:pt x="319" y="50"/>
                    <a:pt x="319" y="50"/>
                    <a:pt x="319" y="50"/>
                  </a:cubicBezTo>
                  <a:cubicBezTo>
                    <a:pt x="320" y="50"/>
                    <a:pt x="320" y="50"/>
                    <a:pt x="320" y="50"/>
                  </a:cubicBezTo>
                  <a:cubicBezTo>
                    <a:pt x="320" y="51"/>
                    <a:pt x="320" y="51"/>
                    <a:pt x="320" y="51"/>
                  </a:cubicBezTo>
                  <a:cubicBezTo>
                    <a:pt x="321" y="51"/>
                    <a:pt x="321" y="51"/>
                    <a:pt x="321" y="51"/>
                  </a:cubicBezTo>
                  <a:cubicBezTo>
                    <a:pt x="321" y="51"/>
                    <a:pt x="321" y="51"/>
                    <a:pt x="321" y="51"/>
                  </a:cubicBezTo>
                  <a:cubicBezTo>
                    <a:pt x="322" y="51"/>
                    <a:pt x="322" y="51"/>
                    <a:pt x="322" y="51"/>
                  </a:cubicBezTo>
                  <a:cubicBezTo>
                    <a:pt x="322" y="51"/>
                    <a:pt x="322" y="51"/>
                    <a:pt x="322" y="51"/>
                  </a:cubicBezTo>
                  <a:cubicBezTo>
                    <a:pt x="323" y="52"/>
                    <a:pt x="323" y="52"/>
                    <a:pt x="323" y="52"/>
                  </a:cubicBezTo>
                  <a:cubicBezTo>
                    <a:pt x="324" y="52"/>
                    <a:pt x="324" y="52"/>
                    <a:pt x="324" y="52"/>
                  </a:cubicBezTo>
                  <a:cubicBezTo>
                    <a:pt x="324" y="52"/>
                    <a:pt x="324" y="52"/>
                    <a:pt x="324" y="52"/>
                  </a:cubicBezTo>
                  <a:cubicBezTo>
                    <a:pt x="325" y="52"/>
                    <a:pt x="325" y="52"/>
                    <a:pt x="325" y="52"/>
                  </a:cubicBezTo>
                  <a:cubicBezTo>
                    <a:pt x="328" y="53"/>
                    <a:pt x="328" y="53"/>
                    <a:pt x="328" y="53"/>
                  </a:cubicBezTo>
                  <a:cubicBezTo>
                    <a:pt x="328" y="53"/>
                    <a:pt x="328" y="53"/>
                    <a:pt x="328" y="53"/>
                  </a:cubicBezTo>
                  <a:cubicBezTo>
                    <a:pt x="327" y="54"/>
                    <a:pt x="327" y="54"/>
                    <a:pt x="327" y="54"/>
                  </a:cubicBezTo>
                  <a:cubicBezTo>
                    <a:pt x="328" y="54"/>
                    <a:pt x="328" y="54"/>
                    <a:pt x="328" y="54"/>
                  </a:cubicBezTo>
                  <a:cubicBezTo>
                    <a:pt x="327" y="55"/>
                    <a:pt x="327" y="55"/>
                    <a:pt x="327" y="55"/>
                  </a:cubicBezTo>
                  <a:cubicBezTo>
                    <a:pt x="328" y="56"/>
                    <a:pt x="328" y="56"/>
                    <a:pt x="328" y="56"/>
                  </a:cubicBezTo>
                  <a:cubicBezTo>
                    <a:pt x="327" y="56"/>
                    <a:pt x="327" y="56"/>
                    <a:pt x="327" y="56"/>
                  </a:cubicBezTo>
                  <a:cubicBezTo>
                    <a:pt x="327" y="56"/>
                    <a:pt x="327" y="56"/>
                    <a:pt x="327" y="56"/>
                  </a:cubicBezTo>
                  <a:cubicBezTo>
                    <a:pt x="326" y="55"/>
                    <a:pt x="326" y="55"/>
                    <a:pt x="326" y="55"/>
                  </a:cubicBezTo>
                  <a:cubicBezTo>
                    <a:pt x="325" y="55"/>
                    <a:pt x="325" y="55"/>
                    <a:pt x="325" y="55"/>
                  </a:cubicBezTo>
                  <a:cubicBezTo>
                    <a:pt x="324" y="54"/>
                    <a:pt x="324" y="54"/>
                    <a:pt x="324" y="54"/>
                  </a:cubicBezTo>
                  <a:cubicBezTo>
                    <a:pt x="324" y="54"/>
                    <a:pt x="324" y="54"/>
                    <a:pt x="324" y="54"/>
                  </a:cubicBezTo>
                  <a:cubicBezTo>
                    <a:pt x="324" y="53"/>
                    <a:pt x="324" y="53"/>
                    <a:pt x="324" y="53"/>
                  </a:cubicBezTo>
                  <a:cubicBezTo>
                    <a:pt x="323" y="52"/>
                    <a:pt x="323" y="52"/>
                    <a:pt x="323" y="52"/>
                  </a:cubicBezTo>
                  <a:cubicBezTo>
                    <a:pt x="322" y="52"/>
                    <a:pt x="322" y="52"/>
                    <a:pt x="322" y="52"/>
                  </a:cubicBezTo>
                  <a:cubicBezTo>
                    <a:pt x="320" y="52"/>
                    <a:pt x="320" y="52"/>
                    <a:pt x="320" y="52"/>
                  </a:cubicBezTo>
                  <a:cubicBezTo>
                    <a:pt x="319" y="51"/>
                    <a:pt x="319" y="51"/>
                    <a:pt x="319" y="51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8" y="52"/>
                    <a:pt x="318" y="52"/>
                    <a:pt x="318" y="52"/>
                  </a:cubicBezTo>
                  <a:cubicBezTo>
                    <a:pt x="319" y="52"/>
                    <a:pt x="319" y="52"/>
                    <a:pt x="319" y="52"/>
                  </a:cubicBezTo>
                  <a:cubicBezTo>
                    <a:pt x="321" y="52"/>
                    <a:pt x="321" y="52"/>
                    <a:pt x="321" y="52"/>
                  </a:cubicBezTo>
                  <a:cubicBezTo>
                    <a:pt x="323" y="53"/>
                    <a:pt x="323" y="53"/>
                    <a:pt x="323" y="53"/>
                  </a:cubicBezTo>
                  <a:cubicBezTo>
                    <a:pt x="323" y="54"/>
                    <a:pt x="323" y="54"/>
                    <a:pt x="323" y="54"/>
                  </a:cubicBezTo>
                  <a:cubicBezTo>
                    <a:pt x="323" y="54"/>
                    <a:pt x="323" y="54"/>
                    <a:pt x="323" y="54"/>
                  </a:cubicBezTo>
                  <a:cubicBezTo>
                    <a:pt x="322" y="53"/>
                    <a:pt x="322" y="53"/>
                    <a:pt x="322" y="53"/>
                  </a:cubicBezTo>
                  <a:cubicBezTo>
                    <a:pt x="320" y="53"/>
                    <a:pt x="320" y="53"/>
                    <a:pt x="320" y="53"/>
                  </a:cubicBezTo>
                  <a:cubicBezTo>
                    <a:pt x="319" y="54"/>
                    <a:pt x="319" y="54"/>
                    <a:pt x="319" y="54"/>
                  </a:cubicBezTo>
                  <a:cubicBezTo>
                    <a:pt x="319" y="53"/>
                    <a:pt x="319" y="53"/>
                    <a:pt x="319" y="53"/>
                  </a:cubicBezTo>
                  <a:cubicBezTo>
                    <a:pt x="318" y="53"/>
                    <a:pt x="318" y="53"/>
                    <a:pt x="318" y="53"/>
                  </a:cubicBezTo>
                  <a:cubicBezTo>
                    <a:pt x="317" y="52"/>
                    <a:pt x="317" y="52"/>
                    <a:pt x="317" y="52"/>
                  </a:cubicBezTo>
                  <a:cubicBezTo>
                    <a:pt x="316" y="52"/>
                    <a:pt x="316" y="52"/>
                    <a:pt x="316" y="52"/>
                  </a:cubicBezTo>
                  <a:cubicBezTo>
                    <a:pt x="316" y="53"/>
                    <a:pt x="316" y="53"/>
                    <a:pt x="316" y="53"/>
                  </a:cubicBezTo>
                  <a:cubicBezTo>
                    <a:pt x="318" y="53"/>
                    <a:pt x="318" y="53"/>
                    <a:pt x="318" y="53"/>
                  </a:cubicBezTo>
                  <a:cubicBezTo>
                    <a:pt x="318" y="54"/>
                    <a:pt x="318" y="54"/>
                    <a:pt x="318" y="54"/>
                  </a:cubicBezTo>
                  <a:cubicBezTo>
                    <a:pt x="318" y="54"/>
                    <a:pt x="318" y="54"/>
                    <a:pt x="318" y="54"/>
                  </a:cubicBezTo>
                  <a:cubicBezTo>
                    <a:pt x="318" y="54"/>
                    <a:pt x="318" y="54"/>
                    <a:pt x="318" y="54"/>
                  </a:cubicBezTo>
                  <a:cubicBezTo>
                    <a:pt x="318" y="54"/>
                    <a:pt x="318" y="54"/>
                    <a:pt x="318" y="54"/>
                  </a:cubicBezTo>
                  <a:cubicBezTo>
                    <a:pt x="319" y="54"/>
                    <a:pt x="319" y="54"/>
                    <a:pt x="319" y="54"/>
                  </a:cubicBezTo>
                  <a:cubicBezTo>
                    <a:pt x="320" y="54"/>
                    <a:pt x="320" y="54"/>
                    <a:pt x="320" y="54"/>
                  </a:cubicBezTo>
                  <a:cubicBezTo>
                    <a:pt x="320" y="54"/>
                    <a:pt x="320" y="54"/>
                    <a:pt x="320" y="54"/>
                  </a:cubicBezTo>
                  <a:cubicBezTo>
                    <a:pt x="320" y="54"/>
                    <a:pt x="320" y="54"/>
                    <a:pt x="320" y="54"/>
                  </a:cubicBezTo>
                  <a:cubicBezTo>
                    <a:pt x="321" y="54"/>
                    <a:pt x="321" y="54"/>
                    <a:pt x="321" y="54"/>
                  </a:cubicBezTo>
                  <a:cubicBezTo>
                    <a:pt x="322" y="54"/>
                    <a:pt x="322" y="54"/>
                    <a:pt x="322" y="54"/>
                  </a:cubicBezTo>
                  <a:cubicBezTo>
                    <a:pt x="323" y="55"/>
                    <a:pt x="323" y="55"/>
                    <a:pt x="323" y="55"/>
                  </a:cubicBezTo>
                  <a:cubicBezTo>
                    <a:pt x="323" y="56"/>
                    <a:pt x="323" y="56"/>
                    <a:pt x="323" y="56"/>
                  </a:cubicBezTo>
                  <a:cubicBezTo>
                    <a:pt x="322" y="56"/>
                    <a:pt x="322" y="56"/>
                    <a:pt x="322" y="56"/>
                  </a:cubicBezTo>
                  <a:cubicBezTo>
                    <a:pt x="321" y="56"/>
                    <a:pt x="321" y="56"/>
                    <a:pt x="321" y="56"/>
                  </a:cubicBezTo>
                  <a:cubicBezTo>
                    <a:pt x="321" y="56"/>
                    <a:pt x="321" y="56"/>
                    <a:pt x="321" y="56"/>
                  </a:cubicBezTo>
                  <a:cubicBezTo>
                    <a:pt x="322" y="56"/>
                    <a:pt x="322" y="56"/>
                    <a:pt x="322" y="56"/>
                  </a:cubicBezTo>
                  <a:cubicBezTo>
                    <a:pt x="322" y="56"/>
                    <a:pt x="322" y="56"/>
                    <a:pt x="322" y="56"/>
                  </a:cubicBezTo>
                  <a:cubicBezTo>
                    <a:pt x="323" y="56"/>
                    <a:pt x="323" y="56"/>
                    <a:pt x="323" y="56"/>
                  </a:cubicBezTo>
                  <a:cubicBezTo>
                    <a:pt x="324" y="57"/>
                    <a:pt x="324" y="57"/>
                    <a:pt x="324" y="57"/>
                  </a:cubicBezTo>
                  <a:cubicBezTo>
                    <a:pt x="325" y="57"/>
                    <a:pt x="325" y="57"/>
                    <a:pt x="325" y="57"/>
                  </a:cubicBezTo>
                  <a:cubicBezTo>
                    <a:pt x="325" y="58"/>
                    <a:pt x="325" y="58"/>
                    <a:pt x="325" y="58"/>
                  </a:cubicBezTo>
                  <a:cubicBezTo>
                    <a:pt x="324" y="59"/>
                    <a:pt x="324" y="59"/>
                    <a:pt x="324" y="59"/>
                  </a:cubicBezTo>
                  <a:cubicBezTo>
                    <a:pt x="323" y="61"/>
                    <a:pt x="323" y="61"/>
                    <a:pt x="323" y="61"/>
                  </a:cubicBezTo>
                  <a:cubicBezTo>
                    <a:pt x="323" y="61"/>
                    <a:pt x="323" y="61"/>
                    <a:pt x="323" y="61"/>
                  </a:cubicBezTo>
                  <a:cubicBezTo>
                    <a:pt x="322" y="62"/>
                    <a:pt x="322" y="62"/>
                    <a:pt x="322" y="62"/>
                  </a:cubicBezTo>
                  <a:cubicBezTo>
                    <a:pt x="321" y="61"/>
                    <a:pt x="321" y="61"/>
                    <a:pt x="321" y="61"/>
                  </a:cubicBezTo>
                  <a:cubicBezTo>
                    <a:pt x="320" y="61"/>
                    <a:pt x="320" y="61"/>
                    <a:pt x="320" y="61"/>
                  </a:cubicBezTo>
                  <a:cubicBezTo>
                    <a:pt x="320" y="61"/>
                    <a:pt x="320" y="61"/>
                    <a:pt x="320" y="61"/>
                  </a:cubicBezTo>
                  <a:cubicBezTo>
                    <a:pt x="320" y="61"/>
                    <a:pt x="320" y="61"/>
                    <a:pt x="320" y="61"/>
                  </a:cubicBezTo>
                  <a:cubicBezTo>
                    <a:pt x="319" y="60"/>
                    <a:pt x="319" y="60"/>
                    <a:pt x="319" y="60"/>
                  </a:cubicBezTo>
                  <a:cubicBezTo>
                    <a:pt x="318" y="60"/>
                    <a:pt x="318" y="60"/>
                    <a:pt x="318" y="60"/>
                  </a:cubicBezTo>
                  <a:cubicBezTo>
                    <a:pt x="318" y="61"/>
                    <a:pt x="318" y="61"/>
                    <a:pt x="318" y="61"/>
                  </a:cubicBezTo>
                  <a:cubicBezTo>
                    <a:pt x="319" y="61"/>
                    <a:pt x="319" y="61"/>
                    <a:pt x="319" y="61"/>
                  </a:cubicBezTo>
                  <a:cubicBezTo>
                    <a:pt x="319" y="61"/>
                    <a:pt x="319" y="61"/>
                    <a:pt x="319" y="61"/>
                  </a:cubicBezTo>
                  <a:cubicBezTo>
                    <a:pt x="320" y="61"/>
                    <a:pt x="320" y="61"/>
                    <a:pt x="320" y="61"/>
                  </a:cubicBezTo>
                  <a:cubicBezTo>
                    <a:pt x="321" y="62"/>
                    <a:pt x="321" y="62"/>
                    <a:pt x="321" y="62"/>
                  </a:cubicBezTo>
                  <a:cubicBezTo>
                    <a:pt x="321" y="63"/>
                    <a:pt x="321" y="63"/>
                    <a:pt x="321" y="63"/>
                  </a:cubicBezTo>
                  <a:cubicBezTo>
                    <a:pt x="321" y="64"/>
                    <a:pt x="321" y="64"/>
                    <a:pt x="321" y="64"/>
                  </a:cubicBezTo>
                  <a:cubicBezTo>
                    <a:pt x="320" y="64"/>
                    <a:pt x="320" y="64"/>
                    <a:pt x="320" y="64"/>
                  </a:cubicBezTo>
                  <a:cubicBezTo>
                    <a:pt x="319" y="64"/>
                    <a:pt x="319" y="64"/>
                    <a:pt x="319" y="64"/>
                  </a:cubicBezTo>
                  <a:cubicBezTo>
                    <a:pt x="318" y="65"/>
                    <a:pt x="318" y="65"/>
                    <a:pt x="318" y="65"/>
                  </a:cubicBezTo>
                  <a:cubicBezTo>
                    <a:pt x="317" y="64"/>
                    <a:pt x="317" y="64"/>
                    <a:pt x="317" y="64"/>
                  </a:cubicBezTo>
                  <a:cubicBezTo>
                    <a:pt x="316" y="64"/>
                    <a:pt x="316" y="64"/>
                    <a:pt x="316" y="64"/>
                  </a:cubicBezTo>
                  <a:cubicBezTo>
                    <a:pt x="316" y="63"/>
                    <a:pt x="316" y="63"/>
                    <a:pt x="316" y="63"/>
                  </a:cubicBezTo>
                  <a:cubicBezTo>
                    <a:pt x="315" y="63"/>
                    <a:pt x="315" y="63"/>
                    <a:pt x="315" y="63"/>
                  </a:cubicBezTo>
                  <a:cubicBezTo>
                    <a:pt x="314" y="64"/>
                    <a:pt x="314" y="64"/>
                    <a:pt x="314" y="64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7" y="65"/>
                    <a:pt x="317" y="65"/>
                    <a:pt x="317" y="65"/>
                  </a:cubicBezTo>
                  <a:cubicBezTo>
                    <a:pt x="318" y="65"/>
                    <a:pt x="318" y="65"/>
                    <a:pt x="318" y="65"/>
                  </a:cubicBezTo>
                  <a:cubicBezTo>
                    <a:pt x="318" y="66"/>
                    <a:pt x="318" y="66"/>
                    <a:pt x="318" y="66"/>
                  </a:cubicBezTo>
                  <a:cubicBezTo>
                    <a:pt x="317" y="66"/>
                    <a:pt x="317" y="66"/>
                    <a:pt x="317" y="66"/>
                  </a:cubicBezTo>
                  <a:cubicBezTo>
                    <a:pt x="317" y="67"/>
                    <a:pt x="317" y="67"/>
                    <a:pt x="317" y="67"/>
                  </a:cubicBezTo>
                  <a:cubicBezTo>
                    <a:pt x="316" y="67"/>
                    <a:pt x="316" y="67"/>
                    <a:pt x="316" y="67"/>
                  </a:cubicBezTo>
                  <a:cubicBezTo>
                    <a:pt x="315" y="66"/>
                    <a:pt x="315" y="66"/>
                    <a:pt x="315" y="66"/>
                  </a:cubicBezTo>
                  <a:cubicBezTo>
                    <a:pt x="315" y="67"/>
                    <a:pt x="315" y="67"/>
                    <a:pt x="315" y="67"/>
                  </a:cubicBezTo>
                  <a:cubicBezTo>
                    <a:pt x="314" y="67"/>
                    <a:pt x="314" y="67"/>
                    <a:pt x="314" y="67"/>
                  </a:cubicBezTo>
                  <a:cubicBezTo>
                    <a:pt x="312" y="67"/>
                    <a:pt x="312" y="67"/>
                    <a:pt x="312" y="67"/>
                  </a:cubicBezTo>
                  <a:cubicBezTo>
                    <a:pt x="312" y="66"/>
                    <a:pt x="312" y="66"/>
                    <a:pt x="312" y="66"/>
                  </a:cubicBezTo>
                  <a:cubicBezTo>
                    <a:pt x="310" y="66"/>
                    <a:pt x="310" y="66"/>
                    <a:pt x="310" y="66"/>
                  </a:cubicBezTo>
                  <a:cubicBezTo>
                    <a:pt x="309" y="66"/>
                    <a:pt x="309" y="66"/>
                    <a:pt x="309" y="66"/>
                  </a:cubicBezTo>
                  <a:cubicBezTo>
                    <a:pt x="309" y="68"/>
                    <a:pt x="309" y="68"/>
                    <a:pt x="309" y="68"/>
                  </a:cubicBezTo>
                  <a:cubicBezTo>
                    <a:pt x="308" y="69"/>
                    <a:pt x="308" y="69"/>
                    <a:pt x="308" y="69"/>
                  </a:cubicBezTo>
                  <a:cubicBezTo>
                    <a:pt x="309" y="68"/>
                    <a:pt x="309" y="68"/>
                    <a:pt x="309" y="68"/>
                  </a:cubicBezTo>
                  <a:cubicBezTo>
                    <a:pt x="309" y="69"/>
                    <a:pt x="309" y="69"/>
                    <a:pt x="309" y="69"/>
                  </a:cubicBezTo>
                  <a:cubicBezTo>
                    <a:pt x="309" y="69"/>
                    <a:pt x="309" y="69"/>
                    <a:pt x="309" y="69"/>
                  </a:cubicBezTo>
                  <a:cubicBezTo>
                    <a:pt x="308" y="70"/>
                    <a:pt x="308" y="70"/>
                    <a:pt x="308" y="70"/>
                  </a:cubicBezTo>
                  <a:cubicBezTo>
                    <a:pt x="308" y="71"/>
                    <a:pt x="308" y="71"/>
                    <a:pt x="308" y="71"/>
                  </a:cubicBezTo>
                  <a:cubicBezTo>
                    <a:pt x="307" y="71"/>
                    <a:pt x="307" y="71"/>
                    <a:pt x="307" y="71"/>
                  </a:cubicBezTo>
                  <a:cubicBezTo>
                    <a:pt x="306" y="71"/>
                    <a:pt x="306" y="71"/>
                    <a:pt x="306" y="71"/>
                  </a:cubicBezTo>
                  <a:cubicBezTo>
                    <a:pt x="306" y="71"/>
                    <a:pt x="306" y="71"/>
                    <a:pt x="306" y="71"/>
                  </a:cubicBezTo>
                  <a:cubicBezTo>
                    <a:pt x="306" y="72"/>
                    <a:pt x="306" y="72"/>
                    <a:pt x="306" y="72"/>
                  </a:cubicBezTo>
                  <a:cubicBezTo>
                    <a:pt x="305" y="72"/>
                    <a:pt x="305" y="72"/>
                    <a:pt x="305" y="72"/>
                  </a:cubicBezTo>
                  <a:cubicBezTo>
                    <a:pt x="304" y="72"/>
                    <a:pt x="304" y="72"/>
                    <a:pt x="304" y="72"/>
                  </a:cubicBezTo>
                  <a:cubicBezTo>
                    <a:pt x="305" y="72"/>
                    <a:pt x="305" y="72"/>
                    <a:pt x="305" y="72"/>
                  </a:cubicBezTo>
                  <a:cubicBezTo>
                    <a:pt x="304" y="72"/>
                    <a:pt x="304" y="72"/>
                    <a:pt x="304" y="72"/>
                  </a:cubicBezTo>
                  <a:cubicBezTo>
                    <a:pt x="304" y="72"/>
                    <a:pt x="304" y="72"/>
                    <a:pt x="304" y="72"/>
                  </a:cubicBezTo>
                  <a:cubicBezTo>
                    <a:pt x="303" y="73"/>
                    <a:pt x="303" y="73"/>
                    <a:pt x="303" y="73"/>
                  </a:cubicBezTo>
                  <a:cubicBezTo>
                    <a:pt x="303" y="73"/>
                    <a:pt x="303" y="73"/>
                    <a:pt x="303" y="73"/>
                  </a:cubicBezTo>
                  <a:cubicBezTo>
                    <a:pt x="301" y="72"/>
                    <a:pt x="301" y="72"/>
                    <a:pt x="301" y="72"/>
                  </a:cubicBezTo>
                  <a:cubicBezTo>
                    <a:pt x="300" y="72"/>
                    <a:pt x="300" y="72"/>
                    <a:pt x="300" y="72"/>
                  </a:cubicBezTo>
                  <a:cubicBezTo>
                    <a:pt x="299" y="73"/>
                    <a:pt x="299" y="73"/>
                    <a:pt x="299" y="73"/>
                  </a:cubicBezTo>
                  <a:cubicBezTo>
                    <a:pt x="298" y="73"/>
                    <a:pt x="298" y="73"/>
                    <a:pt x="298" y="73"/>
                  </a:cubicBezTo>
                  <a:cubicBezTo>
                    <a:pt x="296" y="71"/>
                    <a:pt x="296" y="71"/>
                    <a:pt x="296" y="71"/>
                  </a:cubicBezTo>
                  <a:cubicBezTo>
                    <a:pt x="296" y="69"/>
                    <a:pt x="296" y="69"/>
                    <a:pt x="296" y="69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6" y="67"/>
                    <a:pt x="296" y="67"/>
                    <a:pt x="296" y="67"/>
                  </a:cubicBezTo>
                  <a:cubicBezTo>
                    <a:pt x="296" y="67"/>
                    <a:pt x="296" y="67"/>
                    <a:pt x="296" y="67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5" y="69"/>
                    <a:pt x="295" y="69"/>
                    <a:pt x="295" y="69"/>
                  </a:cubicBezTo>
                  <a:cubicBezTo>
                    <a:pt x="295" y="70"/>
                    <a:pt x="295" y="70"/>
                    <a:pt x="295" y="70"/>
                  </a:cubicBezTo>
                  <a:cubicBezTo>
                    <a:pt x="296" y="71"/>
                    <a:pt x="296" y="71"/>
                    <a:pt x="296" y="71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4" y="71"/>
                    <a:pt x="294" y="71"/>
                    <a:pt x="294" y="71"/>
                  </a:cubicBezTo>
                  <a:cubicBezTo>
                    <a:pt x="294" y="71"/>
                    <a:pt x="294" y="71"/>
                    <a:pt x="294" y="71"/>
                  </a:cubicBezTo>
                  <a:cubicBezTo>
                    <a:pt x="293" y="71"/>
                    <a:pt x="293" y="71"/>
                    <a:pt x="293" y="71"/>
                  </a:cubicBezTo>
                  <a:cubicBezTo>
                    <a:pt x="294" y="72"/>
                    <a:pt x="294" y="72"/>
                    <a:pt x="294" y="72"/>
                  </a:cubicBezTo>
                  <a:cubicBezTo>
                    <a:pt x="293" y="73"/>
                    <a:pt x="293" y="73"/>
                    <a:pt x="293" y="73"/>
                  </a:cubicBezTo>
                  <a:cubicBezTo>
                    <a:pt x="294" y="73"/>
                    <a:pt x="294" y="73"/>
                    <a:pt x="294" y="73"/>
                  </a:cubicBezTo>
                  <a:cubicBezTo>
                    <a:pt x="295" y="72"/>
                    <a:pt x="295" y="72"/>
                    <a:pt x="295" y="72"/>
                  </a:cubicBezTo>
                  <a:cubicBezTo>
                    <a:pt x="295" y="72"/>
                    <a:pt x="295" y="72"/>
                    <a:pt x="295" y="72"/>
                  </a:cubicBezTo>
                  <a:cubicBezTo>
                    <a:pt x="296" y="72"/>
                    <a:pt x="296" y="72"/>
                    <a:pt x="296" y="72"/>
                  </a:cubicBezTo>
                  <a:cubicBezTo>
                    <a:pt x="296" y="72"/>
                    <a:pt x="296" y="72"/>
                    <a:pt x="296" y="72"/>
                  </a:cubicBezTo>
                  <a:cubicBezTo>
                    <a:pt x="297" y="72"/>
                    <a:pt x="297" y="72"/>
                    <a:pt x="297" y="72"/>
                  </a:cubicBezTo>
                  <a:cubicBezTo>
                    <a:pt x="298" y="73"/>
                    <a:pt x="298" y="73"/>
                    <a:pt x="298" y="73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98" y="73"/>
                    <a:pt x="298" y="73"/>
                    <a:pt x="298" y="73"/>
                  </a:cubicBezTo>
                  <a:cubicBezTo>
                    <a:pt x="300" y="73"/>
                    <a:pt x="300" y="73"/>
                    <a:pt x="300" y="73"/>
                  </a:cubicBezTo>
                  <a:cubicBezTo>
                    <a:pt x="301" y="73"/>
                    <a:pt x="301" y="73"/>
                    <a:pt x="301" y="73"/>
                  </a:cubicBezTo>
                  <a:cubicBezTo>
                    <a:pt x="301" y="74"/>
                    <a:pt x="301" y="74"/>
                    <a:pt x="301" y="74"/>
                  </a:cubicBezTo>
                  <a:cubicBezTo>
                    <a:pt x="301" y="75"/>
                    <a:pt x="301" y="75"/>
                    <a:pt x="301" y="75"/>
                  </a:cubicBezTo>
                  <a:cubicBezTo>
                    <a:pt x="300" y="76"/>
                    <a:pt x="300" y="76"/>
                    <a:pt x="300" y="76"/>
                  </a:cubicBezTo>
                  <a:cubicBezTo>
                    <a:pt x="300" y="76"/>
                    <a:pt x="300" y="76"/>
                    <a:pt x="300" y="76"/>
                  </a:cubicBezTo>
                  <a:cubicBezTo>
                    <a:pt x="300" y="77"/>
                    <a:pt x="300" y="77"/>
                    <a:pt x="300" y="77"/>
                  </a:cubicBezTo>
                  <a:cubicBezTo>
                    <a:pt x="300" y="77"/>
                    <a:pt x="300" y="77"/>
                    <a:pt x="300" y="77"/>
                  </a:cubicBezTo>
                  <a:cubicBezTo>
                    <a:pt x="301" y="77"/>
                    <a:pt x="301" y="77"/>
                    <a:pt x="301" y="77"/>
                  </a:cubicBezTo>
                  <a:cubicBezTo>
                    <a:pt x="301" y="77"/>
                    <a:pt x="301" y="77"/>
                    <a:pt x="301" y="77"/>
                  </a:cubicBezTo>
                  <a:cubicBezTo>
                    <a:pt x="300" y="78"/>
                    <a:pt x="300" y="78"/>
                    <a:pt x="300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301" y="77"/>
                    <a:pt x="301" y="77"/>
                    <a:pt x="301" y="77"/>
                  </a:cubicBezTo>
                  <a:cubicBezTo>
                    <a:pt x="302" y="77"/>
                    <a:pt x="302" y="77"/>
                    <a:pt x="302" y="7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04" y="77"/>
                    <a:pt x="304" y="77"/>
                    <a:pt x="304" y="77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4" y="78"/>
                    <a:pt x="304" y="78"/>
                    <a:pt x="304" y="78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2" y="81"/>
                    <a:pt x="302" y="81"/>
                    <a:pt x="302" y="81"/>
                  </a:cubicBezTo>
                  <a:cubicBezTo>
                    <a:pt x="302" y="81"/>
                    <a:pt x="302" y="81"/>
                    <a:pt x="302" y="81"/>
                  </a:cubicBezTo>
                  <a:cubicBezTo>
                    <a:pt x="301" y="82"/>
                    <a:pt x="301" y="82"/>
                    <a:pt x="301" y="82"/>
                  </a:cubicBezTo>
                  <a:cubicBezTo>
                    <a:pt x="300" y="82"/>
                    <a:pt x="300" y="82"/>
                    <a:pt x="300" y="82"/>
                  </a:cubicBezTo>
                  <a:cubicBezTo>
                    <a:pt x="299" y="83"/>
                    <a:pt x="299" y="83"/>
                    <a:pt x="299" y="83"/>
                  </a:cubicBezTo>
                  <a:cubicBezTo>
                    <a:pt x="299" y="83"/>
                    <a:pt x="299" y="83"/>
                    <a:pt x="299" y="83"/>
                  </a:cubicBezTo>
                  <a:cubicBezTo>
                    <a:pt x="299" y="82"/>
                    <a:pt x="299" y="82"/>
                    <a:pt x="299" y="82"/>
                  </a:cubicBezTo>
                  <a:cubicBezTo>
                    <a:pt x="299" y="81"/>
                    <a:pt x="299" y="81"/>
                    <a:pt x="299" y="81"/>
                  </a:cubicBezTo>
                  <a:cubicBezTo>
                    <a:pt x="299" y="81"/>
                    <a:pt x="299" y="81"/>
                    <a:pt x="299" y="81"/>
                  </a:cubicBezTo>
                  <a:cubicBezTo>
                    <a:pt x="299" y="81"/>
                    <a:pt x="299" y="81"/>
                    <a:pt x="299" y="81"/>
                  </a:cubicBezTo>
                  <a:cubicBezTo>
                    <a:pt x="298" y="82"/>
                    <a:pt x="298" y="82"/>
                    <a:pt x="298" y="82"/>
                  </a:cubicBezTo>
                  <a:cubicBezTo>
                    <a:pt x="297" y="82"/>
                    <a:pt x="297" y="82"/>
                    <a:pt x="297" y="82"/>
                  </a:cubicBezTo>
                  <a:cubicBezTo>
                    <a:pt x="296" y="83"/>
                    <a:pt x="296" y="83"/>
                    <a:pt x="296" y="83"/>
                  </a:cubicBezTo>
                  <a:cubicBezTo>
                    <a:pt x="296" y="83"/>
                    <a:pt x="296" y="83"/>
                    <a:pt x="296" y="83"/>
                  </a:cubicBezTo>
                  <a:cubicBezTo>
                    <a:pt x="295" y="83"/>
                    <a:pt x="295" y="83"/>
                    <a:pt x="295" y="83"/>
                  </a:cubicBezTo>
                  <a:cubicBezTo>
                    <a:pt x="293" y="84"/>
                    <a:pt x="293" y="84"/>
                    <a:pt x="293" y="84"/>
                  </a:cubicBezTo>
                  <a:cubicBezTo>
                    <a:pt x="293" y="84"/>
                    <a:pt x="293" y="84"/>
                    <a:pt x="293" y="84"/>
                  </a:cubicBezTo>
                  <a:cubicBezTo>
                    <a:pt x="292" y="84"/>
                    <a:pt x="292" y="84"/>
                    <a:pt x="292" y="84"/>
                  </a:cubicBezTo>
                  <a:cubicBezTo>
                    <a:pt x="291" y="84"/>
                    <a:pt x="291" y="84"/>
                    <a:pt x="291" y="84"/>
                  </a:cubicBezTo>
                  <a:cubicBezTo>
                    <a:pt x="291" y="84"/>
                    <a:pt x="291" y="84"/>
                    <a:pt x="291" y="84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92" y="82"/>
                    <a:pt x="292" y="82"/>
                    <a:pt x="292" y="82"/>
                  </a:cubicBezTo>
                  <a:cubicBezTo>
                    <a:pt x="292" y="81"/>
                    <a:pt x="292" y="81"/>
                    <a:pt x="292" y="81"/>
                  </a:cubicBezTo>
                  <a:cubicBezTo>
                    <a:pt x="291" y="80"/>
                    <a:pt x="291" y="80"/>
                    <a:pt x="291" y="80"/>
                  </a:cubicBezTo>
                  <a:cubicBezTo>
                    <a:pt x="291" y="81"/>
                    <a:pt x="291" y="81"/>
                    <a:pt x="291" y="81"/>
                  </a:cubicBezTo>
                  <a:cubicBezTo>
                    <a:pt x="289" y="80"/>
                    <a:pt x="289" y="80"/>
                    <a:pt x="289" y="80"/>
                  </a:cubicBezTo>
                  <a:cubicBezTo>
                    <a:pt x="289" y="80"/>
                    <a:pt x="289" y="80"/>
                    <a:pt x="289" y="80"/>
                  </a:cubicBezTo>
                  <a:cubicBezTo>
                    <a:pt x="290" y="79"/>
                    <a:pt x="290" y="79"/>
                    <a:pt x="290" y="79"/>
                  </a:cubicBezTo>
                  <a:cubicBezTo>
                    <a:pt x="290" y="79"/>
                    <a:pt x="290" y="79"/>
                    <a:pt x="290" y="79"/>
                  </a:cubicBezTo>
                  <a:cubicBezTo>
                    <a:pt x="290" y="79"/>
                    <a:pt x="290" y="79"/>
                    <a:pt x="290" y="79"/>
                  </a:cubicBezTo>
                  <a:cubicBezTo>
                    <a:pt x="289" y="78"/>
                    <a:pt x="289" y="78"/>
                    <a:pt x="289" y="78"/>
                  </a:cubicBezTo>
                  <a:cubicBezTo>
                    <a:pt x="289" y="77"/>
                    <a:pt x="289" y="77"/>
                    <a:pt x="289" y="77"/>
                  </a:cubicBezTo>
                  <a:cubicBezTo>
                    <a:pt x="289" y="77"/>
                    <a:pt x="289" y="77"/>
                    <a:pt x="289" y="77"/>
                  </a:cubicBezTo>
                  <a:cubicBezTo>
                    <a:pt x="289" y="76"/>
                    <a:pt x="289" y="76"/>
                    <a:pt x="289" y="76"/>
                  </a:cubicBezTo>
                  <a:cubicBezTo>
                    <a:pt x="289" y="75"/>
                    <a:pt x="289" y="75"/>
                    <a:pt x="289" y="75"/>
                  </a:cubicBezTo>
                  <a:cubicBezTo>
                    <a:pt x="289" y="76"/>
                    <a:pt x="289" y="76"/>
                    <a:pt x="289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89" y="79"/>
                    <a:pt x="289" y="79"/>
                    <a:pt x="289" y="79"/>
                  </a:cubicBezTo>
                  <a:cubicBezTo>
                    <a:pt x="289" y="79"/>
                    <a:pt x="289" y="79"/>
                    <a:pt x="289" y="79"/>
                  </a:cubicBezTo>
                  <a:cubicBezTo>
                    <a:pt x="288" y="80"/>
                    <a:pt x="288" y="80"/>
                    <a:pt x="288" y="80"/>
                  </a:cubicBezTo>
                  <a:cubicBezTo>
                    <a:pt x="288" y="80"/>
                    <a:pt x="288" y="80"/>
                    <a:pt x="288" y="80"/>
                  </a:cubicBezTo>
                  <a:cubicBezTo>
                    <a:pt x="288" y="81"/>
                    <a:pt x="288" y="81"/>
                    <a:pt x="288" y="81"/>
                  </a:cubicBezTo>
                  <a:cubicBezTo>
                    <a:pt x="287" y="81"/>
                    <a:pt x="287" y="81"/>
                    <a:pt x="287" y="81"/>
                  </a:cubicBezTo>
                  <a:cubicBezTo>
                    <a:pt x="286" y="81"/>
                    <a:pt x="286" y="81"/>
                    <a:pt x="286" y="81"/>
                  </a:cubicBezTo>
                  <a:cubicBezTo>
                    <a:pt x="286" y="80"/>
                    <a:pt x="286" y="80"/>
                    <a:pt x="286" y="80"/>
                  </a:cubicBezTo>
                  <a:cubicBezTo>
                    <a:pt x="285" y="80"/>
                    <a:pt x="285" y="80"/>
                    <a:pt x="285" y="80"/>
                  </a:cubicBezTo>
                  <a:cubicBezTo>
                    <a:pt x="286" y="78"/>
                    <a:pt x="286" y="78"/>
                    <a:pt x="286" y="78"/>
                  </a:cubicBezTo>
                  <a:cubicBezTo>
                    <a:pt x="286" y="77"/>
                    <a:pt x="286" y="77"/>
                    <a:pt x="286" y="77"/>
                  </a:cubicBezTo>
                  <a:cubicBezTo>
                    <a:pt x="286" y="77"/>
                    <a:pt x="286" y="77"/>
                    <a:pt x="286" y="77"/>
                  </a:cubicBezTo>
                  <a:cubicBezTo>
                    <a:pt x="287" y="76"/>
                    <a:pt x="287" y="76"/>
                    <a:pt x="287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5" y="77"/>
                    <a:pt x="285" y="77"/>
                    <a:pt x="285" y="77"/>
                  </a:cubicBezTo>
                  <a:cubicBezTo>
                    <a:pt x="285" y="78"/>
                    <a:pt x="285" y="78"/>
                    <a:pt x="285" y="78"/>
                  </a:cubicBezTo>
                  <a:cubicBezTo>
                    <a:pt x="285" y="78"/>
                    <a:pt x="285" y="78"/>
                    <a:pt x="285" y="78"/>
                  </a:cubicBezTo>
                  <a:cubicBezTo>
                    <a:pt x="285" y="80"/>
                    <a:pt x="285" y="80"/>
                    <a:pt x="285" y="80"/>
                  </a:cubicBezTo>
                  <a:cubicBezTo>
                    <a:pt x="284" y="80"/>
                    <a:pt x="284" y="80"/>
                    <a:pt x="284" y="80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8"/>
                    <a:pt x="283" y="78"/>
                    <a:pt x="283" y="78"/>
                  </a:cubicBezTo>
                  <a:cubicBezTo>
                    <a:pt x="283" y="78"/>
                    <a:pt x="283" y="78"/>
                    <a:pt x="283" y="78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3" y="76"/>
                    <a:pt x="283" y="76"/>
                    <a:pt x="283" y="76"/>
                  </a:cubicBezTo>
                  <a:cubicBezTo>
                    <a:pt x="283" y="76"/>
                    <a:pt x="283" y="76"/>
                    <a:pt x="283" y="76"/>
                  </a:cubicBezTo>
                  <a:cubicBezTo>
                    <a:pt x="283" y="76"/>
                    <a:pt x="283" y="76"/>
                    <a:pt x="283" y="76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2" y="78"/>
                    <a:pt x="282" y="78"/>
                    <a:pt x="282" y="78"/>
                  </a:cubicBezTo>
                  <a:cubicBezTo>
                    <a:pt x="282" y="78"/>
                    <a:pt x="282" y="78"/>
                    <a:pt x="282" y="78"/>
                  </a:cubicBezTo>
                  <a:cubicBezTo>
                    <a:pt x="282" y="79"/>
                    <a:pt x="282" y="79"/>
                    <a:pt x="282" y="79"/>
                  </a:cubicBezTo>
                  <a:cubicBezTo>
                    <a:pt x="281" y="79"/>
                    <a:pt x="281" y="79"/>
                    <a:pt x="281" y="79"/>
                  </a:cubicBezTo>
                  <a:cubicBezTo>
                    <a:pt x="281" y="79"/>
                    <a:pt x="281" y="79"/>
                    <a:pt x="281" y="79"/>
                  </a:cubicBezTo>
                  <a:cubicBezTo>
                    <a:pt x="280" y="79"/>
                    <a:pt x="280" y="79"/>
                    <a:pt x="280" y="79"/>
                  </a:cubicBezTo>
                  <a:close/>
                  <a:moveTo>
                    <a:pt x="304" y="198"/>
                  </a:moveTo>
                  <a:cubicBezTo>
                    <a:pt x="304" y="199"/>
                    <a:pt x="304" y="199"/>
                    <a:pt x="304" y="199"/>
                  </a:cubicBezTo>
                  <a:cubicBezTo>
                    <a:pt x="304" y="200"/>
                    <a:pt x="304" y="200"/>
                    <a:pt x="304" y="200"/>
                  </a:cubicBezTo>
                  <a:cubicBezTo>
                    <a:pt x="304" y="201"/>
                    <a:pt x="304" y="201"/>
                    <a:pt x="304" y="201"/>
                  </a:cubicBezTo>
                  <a:cubicBezTo>
                    <a:pt x="305" y="200"/>
                    <a:pt x="305" y="200"/>
                    <a:pt x="305" y="200"/>
                  </a:cubicBezTo>
                  <a:cubicBezTo>
                    <a:pt x="304" y="200"/>
                    <a:pt x="304" y="200"/>
                    <a:pt x="304" y="200"/>
                  </a:cubicBezTo>
                  <a:cubicBezTo>
                    <a:pt x="305" y="199"/>
                    <a:pt x="305" y="199"/>
                    <a:pt x="305" y="199"/>
                  </a:cubicBezTo>
                  <a:cubicBezTo>
                    <a:pt x="305" y="198"/>
                    <a:pt x="305" y="198"/>
                    <a:pt x="305" y="198"/>
                  </a:cubicBezTo>
                  <a:cubicBezTo>
                    <a:pt x="304" y="198"/>
                    <a:pt x="304" y="198"/>
                    <a:pt x="304" y="198"/>
                  </a:cubicBezTo>
                  <a:close/>
                  <a:moveTo>
                    <a:pt x="303" y="194"/>
                  </a:moveTo>
                  <a:cubicBezTo>
                    <a:pt x="303" y="193"/>
                    <a:pt x="303" y="193"/>
                    <a:pt x="303" y="193"/>
                  </a:cubicBezTo>
                  <a:cubicBezTo>
                    <a:pt x="304" y="193"/>
                    <a:pt x="304" y="193"/>
                    <a:pt x="304" y="193"/>
                  </a:cubicBezTo>
                  <a:cubicBezTo>
                    <a:pt x="304" y="193"/>
                    <a:pt x="304" y="193"/>
                    <a:pt x="304" y="193"/>
                  </a:cubicBezTo>
                  <a:cubicBezTo>
                    <a:pt x="304" y="194"/>
                    <a:pt x="304" y="194"/>
                    <a:pt x="304" y="194"/>
                  </a:cubicBezTo>
                  <a:cubicBezTo>
                    <a:pt x="303" y="194"/>
                    <a:pt x="303" y="194"/>
                    <a:pt x="303" y="194"/>
                  </a:cubicBezTo>
                  <a:close/>
                  <a:moveTo>
                    <a:pt x="302" y="191"/>
                  </a:moveTo>
                  <a:cubicBezTo>
                    <a:pt x="303" y="190"/>
                    <a:pt x="303" y="190"/>
                    <a:pt x="303" y="190"/>
                  </a:cubicBezTo>
                  <a:cubicBezTo>
                    <a:pt x="303" y="190"/>
                    <a:pt x="303" y="190"/>
                    <a:pt x="303" y="190"/>
                  </a:cubicBezTo>
                  <a:cubicBezTo>
                    <a:pt x="304" y="190"/>
                    <a:pt x="304" y="190"/>
                    <a:pt x="304" y="190"/>
                  </a:cubicBezTo>
                  <a:cubicBezTo>
                    <a:pt x="303" y="191"/>
                    <a:pt x="303" y="191"/>
                    <a:pt x="303" y="191"/>
                  </a:cubicBezTo>
                  <a:cubicBezTo>
                    <a:pt x="303" y="191"/>
                    <a:pt x="303" y="191"/>
                    <a:pt x="303" y="191"/>
                  </a:cubicBezTo>
                  <a:cubicBezTo>
                    <a:pt x="302" y="191"/>
                    <a:pt x="302" y="191"/>
                    <a:pt x="302" y="191"/>
                  </a:cubicBezTo>
                  <a:close/>
                  <a:moveTo>
                    <a:pt x="295" y="131"/>
                  </a:moveTo>
                  <a:cubicBezTo>
                    <a:pt x="295" y="131"/>
                    <a:pt x="295" y="131"/>
                    <a:pt x="295" y="131"/>
                  </a:cubicBezTo>
                  <a:cubicBezTo>
                    <a:pt x="295" y="130"/>
                    <a:pt x="295" y="130"/>
                    <a:pt x="295" y="130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95" y="131"/>
                    <a:pt x="295" y="131"/>
                    <a:pt x="295" y="131"/>
                  </a:cubicBezTo>
                  <a:close/>
                  <a:moveTo>
                    <a:pt x="296" y="132"/>
                  </a:moveTo>
                  <a:cubicBezTo>
                    <a:pt x="296" y="131"/>
                    <a:pt x="296" y="131"/>
                    <a:pt x="296" y="131"/>
                  </a:cubicBezTo>
                  <a:cubicBezTo>
                    <a:pt x="296" y="131"/>
                    <a:pt x="296" y="131"/>
                    <a:pt x="296" y="131"/>
                  </a:cubicBezTo>
                  <a:cubicBezTo>
                    <a:pt x="297" y="131"/>
                    <a:pt x="297" y="131"/>
                    <a:pt x="297" y="131"/>
                  </a:cubicBezTo>
                  <a:cubicBezTo>
                    <a:pt x="297" y="131"/>
                    <a:pt x="297" y="131"/>
                    <a:pt x="297" y="131"/>
                  </a:cubicBezTo>
                  <a:cubicBezTo>
                    <a:pt x="297" y="132"/>
                    <a:pt x="297" y="132"/>
                    <a:pt x="297" y="132"/>
                  </a:cubicBezTo>
                  <a:cubicBezTo>
                    <a:pt x="296" y="132"/>
                    <a:pt x="296" y="132"/>
                    <a:pt x="296" y="132"/>
                  </a:cubicBezTo>
                  <a:close/>
                  <a:moveTo>
                    <a:pt x="295" y="134"/>
                  </a:moveTo>
                  <a:cubicBezTo>
                    <a:pt x="295" y="133"/>
                    <a:pt x="295" y="133"/>
                    <a:pt x="295" y="133"/>
                  </a:cubicBezTo>
                  <a:cubicBezTo>
                    <a:pt x="295" y="133"/>
                    <a:pt x="295" y="133"/>
                    <a:pt x="295" y="133"/>
                  </a:cubicBezTo>
                  <a:cubicBezTo>
                    <a:pt x="295" y="132"/>
                    <a:pt x="295" y="132"/>
                    <a:pt x="295" y="132"/>
                  </a:cubicBezTo>
                  <a:cubicBezTo>
                    <a:pt x="295" y="132"/>
                    <a:pt x="295" y="132"/>
                    <a:pt x="295" y="132"/>
                  </a:cubicBezTo>
                  <a:cubicBezTo>
                    <a:pt x="295" y="132"/>
                    <a:pt x="295" y="132"/>
                    <a:pt x="295" y="132"/>
                  </a:cubicBezTo>
                  <a:cubicBezTo>
                    <a:pt x="296" y="132"/>
                    <a:pt x="296" y="132"/>
                    <a:pt x="296" y="132"/>
                  </a:cubicBezTo>
                  <a:cubicBezTo>
                    <a:pt x="296" y="133"/>
                    <a:pt x="296" y="133"/>
                    <a:pt x="296" y="133"/>
                  </a:cubicBezTo>
                  <a:cubicBezTo>
                    <a:pt x="295" y="133"/>
                    <a:pt x="295" y="133"/>
                    <a:pt x="295" y="133"/>
                  </a:cubicBezTo>
                  <a:cubicBezTo>
                    <a:pt x="295" y="134"/>
                    <a:pt x="295" y="134"/>
                    <a:pt x="295" y="134"/>
                  </a:cubicBezTo>
                  <a:cubicBezTo>
                    <a:pt x="295" y="134"/>
                    <a:pt x="295" y="134"/>
                    <a:pt x="295" y="134"/>
                  </a:cubicBezTo>
                  <a:close/>
                  <a:moveTo>
                    <a:pt x="308" y="152"/>
                  </a:moveTo>
                  <a:cubicBezTo>
                    <a:pt x="309" y="151"/>
                    <a:pt x="309" y="151"/>
                    <a:pt x="309" y="151"/>
                  </a:cubicBezTo>
                  <a:cubicBezTo>
                    <a:pt x="309" y="152"/>
                    <a:pt x="309" y="152"/>
                    <a:pt x="309" y="152"/>
                  </a:cubicBezTo>
                  <a:cubicBezTo>
                    <a:pt x="309" y="152"/>
                    <a:pt x="309" y="152"/>
                    <a:pt x="309" y="152"/>
                  </a:cubicBezTo>
                  <a:cubicBezTo>
                    <a:pt x="308" y="152"/>
                    <a:pt x="308" y="152"/>
                    <a:pt x="308" y="152"/>
                  </a:cubicBezTo>
                  <a:cubicBezTo>
                    <a:pt x="308" y="152"/>
                    <a:pt x="308" y="152"/>
                    <a:pt x="308" y="152"/>
                  </a:cubicBezTo>
                  <a:close/>
                  <a:moveTo>
                    <a:pt x="307" y="152"/>
                  </a:moveTo>
                  <a:cubicBezTo>
                    <a:pt x="307" y="151"/>
                    <a:pt x="307" y="151"/>
                    <a:pt x="307" y="151"/>
                  </a:cubicBezTo>
                  <a:cubicBezTo>
                    <a:pt x="308" y="151"/>
                    <a:pt x="308" y="151"/>
                    <a:pt x="308" y="151"/>
                  </a:cubicBezTo>
                  <a:cubicBezTo>
                    <a:pt x="308" y="151"/>
                    <a:pt x="308" y="151"/>
                    <a:pt x="308" y="151"/>
                  </a:cubicBezTo>
                  <a:cubicBezTo>
                    <a:pt x="308" y="151"/>
                    <a:pt x="308" y="151"/>
                    <a:pt x="308" y="151"/>
                  </a:cubicBezTo>
                  <a:cubicBezTo>
                    <a:pt x="307" y="152"/>
                    <a:pt x="307" y="152"/>
                    <a:pt x="307" y="152"/>
                  </a:cubicBezTo>
                  <a:cubicBezTo>
                    <a:pt x="307" y="152"/>
                    <a:pt x="307" y="152"/>
                    <a:pt x="307" y="152"/>
                  </a:cubicBezTo>
                  <a:cubicBezTo>
                    <a:pt x="307" y="152"/>
                    <a:pt x="307" y="152"/>
                    <a:pt x="307" y="152"/>
                  </a:cubicBezTo>
                  <a:close/>
                  <a:moveTo>
                    <a:pt x="304" y="160"/>
                  </a:moveTo>
                  <a:cubicBezTo>
                    <a:pt x="305" y="160"/>
                    <a:pt x="305" y="160"/>
                    <a:pt x="305" y="160"/>
                  </a:cubicBezTo>
                  <a:cubicBezTo>
                    <a:pt x="305" y="160"/>
                    <a:pt x="305" y="160"/>
                    <a:pt x="305" y="160"/>
                  </a:cubicBezTo>
                  <a:cubicBezTo>
                    <a:pt x="305" y="160"/>
                    <a:pt x="305" y="160"/>
                    <a:pt x="305" y="160"/>
                  </a:cubicBezTo>
                  <a:cubicBezTo>
                    <a:pt x="304" y="160"/>
                    <a:pt x="304" y="160"/>
                    <a:pt x="304" y="160"/>
                  </a:cubicBezTo>
                  <a:close/>
                  <a:moveTo>
                    <a:pt x="308" y="163"/>
                  </a:moveTo>
                  <a:cubicBezTo>
                    <a:pt x="308" y="164"/>
                    <a:pt x="308" y="164"/>
                    <a:pt x="308" y="164"/>
                  </a:cubicBezTo>
                  <a:cubicBezTo>
                    <a:pt x="309" y="164"/>
                    <a:pt x="309" y="164"/>
                    <a:pt x="309" y="164"/>
                  </a:cubicBezTo>
                  <a:cubicBezTo>
                    <a:pt x="309" y="163"/>
                    <a:pt x="309" y="163"/>
                    <a:pt x="309" y="163"/>
                  </a:cubicBezTo>
                  <a:cubicBezTo>
                    <a:pt x="308" y="163"/>
                    <a:pt x="308" y="163"/>
                    <a:pt x="308" y="163"/>
                  </a:cubicBezTo>
                  <a:cubicBezTo>
                    <a:pt x="308" y="163"/>
                    <a:pt x="308" y="163"/>
                    <a:pt x="308" y="163"/>
                  </a:cubicBezTo>
                  <a:close/>
                  <a:moveTo>
                    <a:pt x="315" y="170"/>
                  </a:moveTo>
                  <a:cubicBezTo>
                    <a:pt x="314" y="169"/>
                    <a:pt x="314" y="169"/>
                    <a:pt x="314" y="169"/>
                  </a:cubicBezTo>
                  <a:cubicBezTo>
                    <a:pt x="315" y="168"/>
                    <a:pt x="315" y="168"/>
                    <a:pt x="315" y="168"/>
                  </a:cubicBezTo>
                  <a:cubicBezTo>
                    <a:pt x="315" y="169"/>
                    <a:pt x="315" y="169"/>
                    <a:pt x="315" y="169"/>
                  </a:cubicBezTo>
                  <a:cubicBezTo>
                    <a:pt x="315" y="169"/>
                    <a:pt x="315" y="169"/>
                    <a:pt x="315" y="169"/>
                  </a:cubicBezTo>
                  <a:cubicBezTo>
                    <a:pt x="315" y="170"/>
                    <a:pt x="315" y="170"/>
                    <a:pt x="315" y="170"/>
                  </a:cubicBezTo>
                  <a:cubicBezTo>
                    <a:pt x="315" y="170"/>
                    <a:pt x="315" y="170"/>
                    <a:pt x="315" y="170"/>
                  </a:cubicBezTo>
                  <a:close/>
                  <a:moveTo>
                    <a:pt x="318" y="173"/>
                  </a:moveTo>
                  <a:cubicBezTo>
                    <a:pt x="318" y="173"/>
                    <a:pt x="318" y="173"/>
                    <a:pt x="318" y="173"/>
                  </a:cubicBezTo>
                  <a:cubicBezTo>
                    <a:pt x="319" y="172"/>
                    <a:pt x="319" y="172"/>
                    <a:pt x="319" y="172"/>
                  </a:cubicBezTo>
                  <a:cubicBezTo>
                    <a:pt x="319" y="172"/>
                    <a:pt x="319" y="172"/>
                    <a:pt x="319" y="172"/>
                  </a:cubicBezTo>
                  <a:cubicBezTo>
                    <a:pt x="319" y="172"/>
                    <a:pt x="319" y="172"/>
                    <a:pt x="319" y="172"/>
                  </a:cubicBezTo>
                  <a:cubicBezTo>
                    <a:pt x="319" y="173"/>
                    <a:pt x="319" y="173"/>
                    <a:pt x="319" y="173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18" y="173"/>
                    <a:pt x="318" y="173"/>
                    <a:pt x="318" y="173"/>
                  </a:cubicBezTo>
                  <a:close/>
                  <a:moveTo>
                    <a:pt x="293" y="88"/>
                  </a:moveTo>
                  <a:cubicBezTo>
                    <a:pt x="293" y="87"/>
                    <a:pt x="293" y="87"/>
                    <a:pt x="293" y="87"/>
                  </a:cubicBezTo>
                  <a:cubicBezTo>
                    <a:pt x="294" y="87"/>
                    <a:pt x="294" y="87"/>
                    <a:pt x="294" y="87"/>
                  </a:cubicBezTo>
                  <a:cubicBezTo>
                    <a:pt x="294" y="86"/>
                    <a:pt x="294" y="86"/>
                    <a:pt x="294" y="86"/>
                  </a:cubicBezTo>
                  <a:cubicBezTo>
                    <a:pt x="296" y="85"/>
                    <a:pt x="296" y="85"/>
                    <a:pt x="296" y="85"/>
                  </a:cubicBezTo>
                  <a:cubicBezTo>
                    <a:pt x="297" y="85"/>
                    <a:pt x="297" y="85"/>
                    <a:pt x="297" y="85"/>
                  </a:cubicBezTo>
                  <a:cubicBezTo>
                    <a:pt x="297" y="85"/>
                    <a:pt x="297" y="85"/>
                    <a:pt x="297" y="85"/>
                  </a:cubicBezTo>
                  <a:cubicBezTo>
                    <a:pt x="295" y="86"/>
                    <a:pt x="295" y="86"/>
                    <a:pt x="295" y="86"/>
                  </a:cubicBezTo>
                  <a:cubicBezTo>
                    <a:pt x="295" y="87"/>
                    <a:pt x="295" y="87"/>
                    <a:pt x="295" y="87"/>
                  </a:cubicBezTo>
                  <a:cubicBezTo>
                    <a:pt x="295" y="87"/>
                    <a:pt x="295" y="87"/>
                    <a:pt x="295" y="87"/>
                  </a:cubicBezTo>
                  <a:cubicBezTo>
                    <a:pt x="295" y="88"/>
                    <a:pt x="295" y="88"/>
                    <a:pt x="295" y="88"/>
                  </a:cubicBezTo>
                  <a:cubicBezTo>
                    <a:pt x="295" y="88"/>
                    <a:pt x="295" y="88"/>
                    <a:pt x="295" y="88"/>
                  </a:cubicBezTo>
                  <a:cubicBezTo>
                    <a:pt x="295" y="87"/>
                    <a:pt x="295" y="87"/>
                    <a:pt x="295" y="87"/>
                  </a:cubicBezTo>
                  <a:cubicBezTo>
                    <a:pt x="294" y="87"/>
                    <a:pt x="294" y="87"/>
                    <a:pt x="294" y="87"/>
                  </a:cubicBezTo>
                  <a:cubicBezTo>
                    <a:pt x="294" y="88"/>
                    <a:pt x="294" y="88"/>
                    <a:pt x="294" y="88"/>
                  </a:cubicBezTo>
                  <a:cubicBezTo>
                    <a:pt x="293" y="88"/>
                    <a:pt x="293" y="88"/>
                    <a:pt x="293" y="88"/>
                  </a:cubicBezTo>
                  <a:close/>
                  <a:moveTo>
                    <a:pt x="289" y="84"/>
                  </a:moveTo>
                  <a:cubicBezTo>
                    <a:pt x="289" y="84"/>
                    <a:pt x="289" y="84"/>
                    <a:pt x="289" y="84"/>
                  </a:cubicBezTo>
                  <a:cubicBezTo>
                    <a:pt x="290" y="84"/>
                    <a:pt x="290" y="84"/>
                    <a:pt x="290" y="84"/>
                  </a:cubicBezTo>
                  <a:cubicBezTo>
                    <a:pt x="290" y="84"/>
                    <a:pt x="290" y="84"/>
                    <a:pt x="290" y="84"/>
                  </a:cubicBezTo>
                  <a:cubicBezTo>
                    <a:pt x="290" y="84"/>
                    <a:pt x="290" y="84"/>
                    <a:pt x="290" y="84"/>
                  </a:cubicBezTo>
                  <a:cubicBezTo>
                    <a:pt x="289" y="84"/>
                    <a:pt x="289" y="84"/>
                    <a:pt x="289" y="84"/>
                  </a:cubicBezTo>
                  <a:close/>
                  <a:moveTo>
                    <a:pt x="265" y="74"/>
                  </a:moveTo>
                  <a:cubicBezTo>
                    <a:pt x="264" y="74"/>
                    <a:pt x="264" y="74"/>
                    <a:pt x="264" y="74"/>
                  </a:cubicBezTo>
                  <a:cubicBezTo>
                    <a:pt x="264" y="73"/>
                    <a:pt x="264" y="73"/>
                    <a:pt x="264" y="73"/>
                  </a:cubicBezTo>
                  <a:cubicBezTo>
                    <a:pt x="264" y="72"/>
                    <a:pt x="264" y="72"/>
                    <a:pt x="264" y="72"/>
                  </a:cubicBezTo>
                  <a:cubicBezTo>
                    <a:pt x="264" y="71"/>
                    <a:pt x="264" y="71"/>
                    <a:pt x="264" y="71"/>
                  </a:cubicBezTo>
                  <a:cubicBezTo>
                    <a:pt x="264" y="70"/>
                    <a:pt x="264" y="70"/>
                    <a:pt x="264" y="70"/>
                  </a:cubicBezTo>
                  <a:cubicBezTo>
                    <a:pt x="264" y="70"/>
                    <a:pt x="264" y="70"/>
                    <a:pt x="264" y="70"/>
                  </a:cubicBezTo>
                  <a:cubicBezTo>
                    <a:pt x="265" y="70"/>
                    <a:pt x="265" y="70"/>
                    <a:pt x="265" y="70"/>
                  </a:cubicBezTo>
                  <a:cubicBezTo>
                    <a:pt x="266" y="70"/>
                    <a:pt x="266" y="70"/>
                    <a:pt x="266" y="70"/>
                  </a:cubicBezTo>
                  <a:cubicBezTo>
                    <a:pt x="266" y="71"/>
                    <a:pt x="266" y="71"/>
                    <a:pt x="266" y="71"/>
                  </a:cubicBezTo>
                  <a:cubicBezTo>
                    <a:pt x="265" y="73"/>
                    <a:pt x="265" y="73"/>
                    <a:pt x="265" y="73"/>
                  </a:cubicBezTo>
                  <a:cubicBezTo>
                    <a:pt x="265" y="73"/>
                    <a:pt x="265" y="73"/>
                    <a:pt x="265" y="73"/>
                  </a:cubicBezTo>
                  <a:cubicBezTo>
                    <a:pt x="265" y="74"/>
                    <a:pt x="265" y="74"/>
                    <a:pt x="265" y="74"/>
                  </a:cubicBezTo>
                  <a:cubicBezTo>
                    <a:pt x="266" y="74"/>
                    <a:pt x="266" y="74"/>
                    <a:pt x="266" y="74"/>
                  </a:cubicBezTo>
                  <a:cubicBezTo>
                    <a:pt x="265" y="74"/>
                    <a:pt x="265" y="74"/>
                    <a:pt x="265" y="74"/>
                  </a:cubicBezTo>
                  <a:close/>
                  <a:moveTo>
                    <a:pt x="265" y="30"/>
                  </a:moveTo>
                  <a:cubicBezTo>
                    <a:pt x="266" y="29"/>
                    <a:pt x="266" y="29"/>
                    <a:pt x="266" y="29"/>
                  </a:cubicBezTo>
                  <a:cubicBezTo>
                    <a:pt x="266" y="28"/>
                    <a:pt x="266" y="28"/>
                    <a:pt x="266" y="28"/>
                  </a:cubicBezTo>
                  <a:cubicBezTo>
                    <a:pt x="266" y="27"/>
                    <a:pt x="266" y="27"/>
                    <a:pt x="266" y="27"/>
                  </a:cubicBezTo>
                  <a:cubicBezTo>
                    <a:pt x="268" y="27"/>
                    <a:pt x="268" y="27"/>
                    <a:pt x="268" y="27"/>
                  </a:cubicBezTo>
                  <a:cubicBezTo>
                    <a:pt x="268" y="26"/>
                    <a:pt x="268" y="26"/>
                    <a:pt x="268" y="26"/>
                  </a:cubicBezTo>
                  <a:cubicBezTo>
                    <a:pt x="268" y="25"/>
                    <a:pt x="268" y="25"/>
                    <a:pt x="268" y="25"/>
                  </a:cubicBezTo>
                  <a:cubicBezTo>
                    <a:pt x="267" y="25"/>
                    <a:pt x="267" y="25"/>
                    <a:pt x="267" y="25"/>
                  </a:cubicBezTo>
                  <a:cubicBezTo>
                    <a:pt x="266" y="25"/>
                    <a:pt x="266" y="25"/>
                    <a:pt x="266" y="25"/>
                  </a:cubicBezTo>
                  <a:cubicBezTo>
                    <a:pt x="267" y="24"/>
                    <a:pt x="267" y="24"/>
                    <a:pt x="267" y="24"/>
                  </a:cubicBezTo>
                  <a:cubicBezTo>
                    <a:pt x="266" y="24"/>
                    <a:pt x="266" y="24"/>
                    <a:pt x="266" y="24"/>
                  </a:cubicBezTo>
                  <a:cubicBezTo>
                    <a:pt x="265" y="25"/>
                    <a:pt x="265" y="25"/>
                    <a:pt x="265" y="25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3" y="26"/>
                    <a:pt x="263" y="26"/>
                    <a:pt x="263" y="26"/>
                  </a:cubicBezTo>
                  <a:cubicBezTo>
                    <a:pt x="263" y="27"/>
                    <a:pt x="263" y="27"/>
                    <a:pt x="263" y="27"/>
                  </a:cubicBezTo>
                  <a:cubicBezTo>
                    <a:pt x="264" y="27"/>
                    <a:pt x="264" y="27"/>
                    <a:pt x="264" y="27"/>
                  </a:cubicBezTo>
                  <a:cubicBezTo>
                    <a:pt x="265" y="27"/>
                    <a:pt x="265" y="27"/>
                    <a:pt x="265" y="27"/>
                  </a:cubicBezTo>
                  <a:cubicBezTo>
                    <a:pt x="265" y="28"/>
                    <a:pt x="265" y="28"/>
                    <a:pt x="265" y="28"/>
                  </a:cubicBezTo>
                  <a:cubicBezTo>
                    <a:pt x="264" y="28"/>
                    <a:pt x="264" y="28"/>
                    <a:pt x="264" y="28"/>
                  </a:cubicBezTo>
                  <a:cubicBezTo>
                    <a:pt x="264" y="29"/>
                    <a:pt x="264" y="29"/>
                    <a:pt x="264" y="29"/>
                  </a:cubicBezTo>
                  <a:cubicBezTo>
                    <a:pt x="265" y="29"/>
                    <a:pt x="265" y="29"/>
                    <a:pt x="265" y="29"/>
                  </a:cubicBezTo>
                  <a:cubicBezTo>
                    <a:pt x="265" y="30"/>
                    <a:pt x="265" y="30"/>
                    <a:pt x="265" y="30"/>
                  </a:cubicBezTo>
                  <a:close/>
                  <a:moveTo>
                    <a:pt x="253" y="54"/>
                  </a:moveTo>
                  <a:cubicBezTo>
                    <a:pt x="253" y="53"/>
                    <a:pt x="253" y="53"/>
                    <a:pt x="253" y="53"/>
                  </a:cubicBezTo>
                  <a:cubicBezTo>
                    <a:pt x="254" y="53"/>
                    <a:pt x="254" y="53"/>
                    <a:pt x="254" y="53"/>
                  </a:cubicBezTo>
                  <a:cubicBezTo>
                    <a:pt x="253" y="52"/>
                    <a:pt x="253" y="52"/>
                    <a:pt x="253" y="52"/>
                  </a:cubicBezTo>
                  <a:cubicBezTo>
                    <a:pt x="253" y="51"/>
                    <a:pt x="253" y="51"/>
                    <a:pt x="253" y="51"/>
                  </a:cubicBezTo>
                  <a:cubicBezTo>
                    <a:pt x="253" y="51"/>
                    <a:pt x="253" y="51"/>
                    <a:pt x="253" y="51"/>
                  </a:cubicBezTo>
                  <a:cubicBezTo>
                    <a:pt x="253" y="50"/>
                    <a:pt x="253" y="50"/>
                    <a:pt x="253" y="50"/>
                  </a:cubicBezTo>
                  <a:cubicBezTo>
                    <a:pt x="253" y="50"/>
                    <a:pt x="253" y="50"/>
                    <a:pt x="253" y="50"/>
                  </a:cubicBezTo>
                  <a:cubicBezTo>
                    <a:pt x="254" y="50"/>
                    <a:pt x="254" y="50"/>
                    <a:pt x="254" y="50"/>
                  </a:cubicBezTo>
                  <a:cubicBezTo>
                    <a:pt x="255" y="50"/>
                    <a:pt x="255" y="50"/>
                    <a:pt x="255" y="50"/>
                  </a:cubicBezTo>
                  <a:cubicBezTo>
                    <a:pt x="255" y="50"/>
                    <a:pt x="255" y="50"/>
                    <a:pt x="255" y="50"/>
                  </a:cubicBezTo>
                  <a:cubicBezTo>
                    <a:pt x="256" y="50"/>
                    <a:pt x="256" y="50"/>
                    <a:pt x="256" y="50"/>
                  </a:cubicBezTo>
                  <a:cubicBezTo>
                    <a:pt x="255" y="49"/>
                    <a:pt x="255" y="49"/>
                    <a:pt x="255" y="49"/>
                  </a:cubicBezTo>
                  <a:cubicBezTo>
                    <a:pt x="254" y="48"/>
                    <a:pt x="254" y="48"/>
                    <a:pt x="254" y="48"/>
                  </a:cubicBezTo>
                  <a:cubicBezTo>
                    <a:pt x="254" y="48"/>
                    <a:pt x="254" y="48"/>
                    <a:pt x="254" y="48"/>
                  </a:cubicBezTo>
                  <a:cubicBezTo>
                    <a:pt x="255" y="48"/>
                    <a:pt x="255" y="48"/>
                    <a:pt x="255" y="48"/>
                  </a:cubicBezTo>
                  <a:cubicBezTo>
                    <a:pt x="254" y="47"/>
                    <a:pt x="254" y="47"/>
                    <a:pt x="254" y="47"/>
                  </a:cubicBezTo>
                  <a:cubicBezTo>
                    <a:pt x="255" y="46"/>
                    <a:pt x="255" y="46"/>
                    <a:pt x="255" y="46"/>
                  </a:cubicBezTo>
                  <a:cubicBezTo>
                    <a:pt x="255" y="45"/>
                    <a:pt x="255" y="45"/>
                    <a:pt x="255" y="45"/>
                  </a:cubicBezTo>
                  <a:cubicBezTo>
                    <a:pt x="255" y="44"/>
                    <a:pt x="255" y="44"/>
                    <a:pt x="255" y="44"/>
                  </a:cubicBezTo>
                  <a:cubicBezTo>
                    <a:pt x="256" y="44"/>
                    <a:pt x="256" y="44"/>
                    <a:pt x="256" y="44"/>
                  </a:cubicBezTo>
                  <a:cubicBezTo>
                    <a:pt x="256" y="44"/>
                    <a:pt x="256" y="44"/>
                    <a:pt x="256" y="44"/>
                  </a:cubicBezTo>
                  <a:cubicBezTo>
                    <a:pt x="256" y="42"/>
                    <a:pt x="256" y="42"/>
                    <a:pt x="256" y="42"/>
                  </a:cubicBezTo>
                  <a:cubicBezTo>
                    <a:pt x="257" y="42"/>
                    <a:pt x="257" y="42"/>
                    <a:pt x="257" y="42"/>
                  </a:cubicBezTo>
                  <a:cubicBezTo>
                    <a:pt x="258" y="41"/>
                    <a:pt x="258" y="41"/>
                    <a:pt x="258" y="41"/>
                  </a:cubicBezTo>
                  <a:cubicBezTo>
                    <a:pt x="259" y="41"/>
                    <a:pt x="259" y="41"/>
                    <a:pt x="259" y="41"/>
                  </a:cubicBezTo>
                  <a:cubicBezTo>
                    <a:pt x="260" y="42"/>
                    <a:pt x="260" y="42"/>
                    <a:pt x="260" y="42"/>
                  </a:cubicBezTo>
                  <a:cubicBezTo>
                    <a:pt x="260" y="43"/>
                    <a:pt x="260" y="43"/>
                    <a:pt x="260" y="43"/>
                  </a:cubicBezTo>
                  <a:cubicBezTo>
                    <a:pt x="260" y="44"/>
                    <a:pt x="260" y="44"/>
                    <a:pt x="260" y="44"/>
                  </a:cubicBezTo>
                  <a:cubicBezTo>
                    <a:pt x="261" y="44"/>
                    <a:pt x="261" y="44"/>
                    <a:pt x="261" y="44"/>
                  </a:cubicBezTo>
                  <a:cubicBezTo>
                    <a:pt x="261" y="44"/>
                    <a:pt x="261" y="44"/>
                    <a:pt x="261" y="44"/>
                  </a:cubicBezTo>
                  <a:cubicBezTo>
                    <a:pt x="261" y="45"/>
                    <a:pt x="261" y="45"/>
                    <a:pt x="261" y="45"/>
                  </a:cubicBezTo>
                  <a:cubicBezTo>
                    <a:pt x="262" y="46"/>
                    <a:pt x="262" y="46"/>
                    <a:pt x="262" y="46"/>
                  </a:cubicBezTo>
                  <a:cubicBezTo>
                    <a:pt x="262" y="46"/>
                    <a:pt x="262" y="46"/>
                    <a:pt x="262" y="46"/>
                  </a:cubicBezTo>
                  <a:cubicBezTo>
                    <a:pt x="262" y="47"/>
                    <a:pt x="262" y="47"/>
                    <a:pt x="262" y="47"/>
                  </a:cubicBezTo>
                  <a:cubicBezTo>
                    <a:pt x="263" y="47"/>
                    <a:pt x="263" y="47"/>
                    <a:pt x="263" y="47"/>
                  </a:cubicBezTo>
                  <a:cubicBezTo>
                    <a:pt x="263" y="47"/>
                    <a:pt x="263" y="47"/>
                    <a:pt x="263" y="47"/>
                  </a:cubicBezTo>
                  <a:cubicBezTo>
                    <a:pt x="263" y="48"/>
                    <a:pt x="263" y="48"/>
                    <a:pt x="263" y="48"/>
                  </a:cubicBezTo>
                  <a:cubicBezTo>
                    <a:pt x="264" y="50"/>
                    <a:pt x="264" y="50"/>
                    <a:pt x="264" y="50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62" y="51"/>
                    <a:pt x="262" y="51"/>
                    <a:pt x="262" y="51"/>
                  </a:cubicBezTo>
                  <a:cubicBezTo>
                    <a:pt x="262" y="51"/>
                    <a:pt x="262" y="51"/>
                    <a:pt x="262" y="51"/>
                  </a:cubicBezTo>
                  <a:cubicBezTo>
                    <a:pt x="261" y="51"/>
                    <a:pt x="261" y="51"/>
                    <a:pt x="261" y="51"/>
                  </a:cubicBezTo>
                  <a:cubicBezTo>
                    <a:pt x="261" y="51"/>
                    <a:pt x="261" y="51"/>
                    <a:pt x="261" y="51"/>
                  </a:cubicBezTo>
                  <a:cubicBezTo>
                    <a:pt x="262" y="51"/>
                    <a:pt x="262" y="51"/>
                    <a:pt x="262" y="51"/>
                  </a:cubicBezTo>
                  <a:cubicBezTo>
                    <a:pt x="262" y="52"/>
                    <a:pt x="262" y="52"/>
                    <a:pt x="262" y="52"/>
                  </a:cubicBezTo>
                  <a:cubicBezTo>
                    <a:pt x="262" y="53"/>
                    <a:pt x="262" y="53"/>
                    <a:pt x="262" y="53"/>
                  </a:cubicBezTo>
                  <a:cubicBezTo>
                    <a:pt x="260" y="54"/>
                    <a:pt x="260" y="54"/>
                    <a:pt x="260" y="54"/>
                  </a:cubicBezTo>
                  <a:cubicBezTo>
                    <a:pt x="260" y="55"/>
                    <a:pt x="260" y="55"/>
                    <a:pt x="260" y="55"/>
                  </a:cubicBezTo>
                  <a:cubicBezTo>
                    <a:pt x="259" y="54"/>
                    <a:pt x="259" y="54"/>
                    <a:pt x="259" y="54"/>
                  </a:cubicBezTo>
                  <a:cubicBezTo>
                    <a:pt x="259" y="54"/>
                    <a:pt x="259" y="54"/>
                    <a:pt x="259" y="54"/>
                  </a:cubicBezTo>
                  <a:cubicBezTo>
                    <a:pt x="259" y="53"/>
                    <a:pt x="259" y="53"/>
                    <a:pt x="259" y="53"/>
                  </a:cubicBezTo>
                  <a:cubicBezTo>
                    <a:pt x="258" y="54"/>
                    <a:pt x="258" y="54"/>
                    <a:pt x="258" y="54"/>
                  </a:cubicBezTo>
                  <a:cubicBezTo>
                    <a:pt x="257" y="54"/>
                    <a:pt x="257" y="54"/>
                    <a:pt x="257" y="54"/>
                  </a:cubicBezTo>
                  <a:cubicBezTo>
                    <a:pt x="256" y="54"/>
                    <a:pt x="256" y="54"/>
                    <a:pt x="256" y="54"/>
                  </a:cubicBezTo>
                  <a:cubicBezTo>
                    <a:pt x="255" y="54"/>
                    <a:pt x="255" y="54"/>
                    <a:pt x="255" y="54"/>
                  </a:cubicBezTo>
                  <a:cubicBezTo>
                    <a:pt x="255" y="53"/>
                    <a:pt x="255" y="53"/>
                    <a:pt x="255" y="53"/>
                  </a:cubicBezTo>
                  <a:cubicBezTo>
                    <a:pt x="255" y="53"/>
                    <a:pt x="255" y="53"/>
                    <a:pt x="255" y="53"/>
                  </a:cubicBezTo>
                  <a:cubicBezTo>
                    <a:pt x="254" y="54"/>
                    <a:pt x="254" y="54"/>
                    <a:pt x="254" y="54"/>
                  </a:cubicBezTo>
                  <a:cubicBezTo>
                    <a:pt x="253" y="54"/>
                    <a:pt x="253" y="54"/>
                    <a:pt x="253" y="54"/>
                  </a:cubicBezTo>
                  <a:close/>
                  <a:moveTo>
                    <a:pt x="264" y="53"/>
                  </a:moveTo>
                  <a:cubicBezTo>
                    <a:pt x="264" y="53"/>
                    <a:pt x="264" y="53"/>
                    <a:pt x="264" y="53"/>
                  </a:cubicBezTo>
                  <a:cubicBezTo>
                    <a:pt x="264" y="52"/>
                    <a:pt x="264" y="52"/>
                    <a:pt x="264" y="52"/>
                  </a:cubicBezTo>
                  <a:cubicBezTo>
                    <a:pt x="264" y="51"/>
                    <a:pt x="264" y="51"/>
                    <a:pt x="264" y="51"/>
                  </a:cubicBezTo>
                  <a:cubicBezTo>
                    <a:pt x="264" y="51"/>
                    <a:pt x="264" y="51"/>
                    <a:pt x="264" y="51"/>
                  </a:cubicBezTo>
                  <a:cubicBezTo>
                    <a:pt x="263" y="51"/>
                    <a:pt x="263" y="51"/>
                    <a:pt x="263" y="51"/>
                  </a:cubicBezTo>
                  <a:cubicBezTo>
                    <a:pt x="263" y="52"/>
                    <a:pt x="263" y="52"/>
                    <a:pt x="263" y="52"/>
                  </a:cubicBezTo>
                  <a:cubicBezTo>
                    <a:pt x="264" y="53"/>
                    <a:pt x="264" y="53"/>
                    <a:pt x="264" y="53"/>
                  </a:cubicBezTo>
                  <a:close/>
                  <a:moveTo>
                    <a:pt x="267" y="65"/>
                  </a:moveTo>
                  <a:cubicBezTo>
                    <a:pt x="267" y="66"/>
                    <a:pt x="267" y="66"/>
                    <a:pt x="267" y="66"/>
                  </a:cubicBezTo>
                  <a:cubicBezTo>
                    <a:pt x="268" y="66"/>
                    <a:pt x="268" y="66"/>
                    <a:pt x="268" y="66"/>
                  </a:cubicBezTo>
                  <a:cubicBezTo>
                    <a:pt x="269" y="66"/>
                    <a:pt x="269" y="66"/>
                    <a:pt x="269" y="66"/>
                  </a:cubicBezTo>
                  <a:cubicBezTo>
                    <a:pt x="270" y="66"/>
                    <a:pt x="270" y="66"/>
                    <a:pt x="270" y="66"/>
                  </a:cubicBezTo>
                  <a:cubicBezTo>
                    <a:pt x="270" y="65"/>
                    <a:pt x="270" y="65"/>
                    <a:pt x="270" y="65"/>
                  </a:cubicBezTo>
                  <a:cubicBezTo>
                    <a:pt x="271" y="64"/>
                    <a:pt x="271" y="64"/>
                    <a:pt x="271" y="64"/>
                  </a:cubicBezTo>
                  <a:cubicBezTo>
                    <a:pt x="270" y="64"/>
                    <a:pt x="270" y="64"/>
                    <a:pt x="270" y="64"/>
                  </a:cubicBezTo>
                  <a:cubicBezTo>
                    <a:pt x="270" y="63"/>
                    <a:pt x="270" y="63"/>
                    <a:pt x="270" y="63"/>
                  </a:cubicBezTo>
                  <a:cubicBezTo>
                    <a:pt x="270" y="63"/>
                    <a:pt x="270" y="63"/>
                    <a:pt x="270" y="63"/>
                  </a:cubicBezTo>
                  <a:cubicBezTo>
                    <a:pt x="269" y="63"/>
                    <a:pt x="269" y="63"/>
                    <a:pt x="269" y="63"/>
                  </a:cubicBezTo>
                  <a:cubicBezTo>
                    <a:pt x="269" y="62"/>
                    <a:pt x="269" y="62"/>
                    <a:pt x="269" y="62"/>
                  </a:cubicBezTo>
                  <a:cubicBezTo>
                    <a:pt x="268" y="62"/>
                    <a:pt x="268" y="62"/>
                    <a:pt x="268" y="62"/>
                  </a:cubicBezTo>
                  <a:cubicBezTo>
                    <a:pt x="267" y="63"/>
                    <a:pt x="267" y="63"/>
                    <a:pt x="267" y="63"/>
                  </a:cubicBezTo>
                  <a:cubicBezTo>
                    <a:pt x="267" y="63"/>
                    <a:pt x="267" y="63"/>
                    <a:pt x="267" y="63"/>
                  </a:cubicBezTo>
                  <a:cubicBezTo>
                    <a:pt x="267" y="64"/>
                    <a:pt x="267" y="64"/>
                    <a:pt x="267" y="64"/>
                  </a:cubicBezTo>
                  <a:cubicBezTo>
                    <a:pt x="267" y="65"/>
                    <a:pt x="267" y="65"/>
                    <a:pt x="267" y="65"/>
                  </a:cubicBezTo>
                  <a:close/>
                  <a:moveTo>
                    <a:pt x="266" y="65"/>
                  </a:moveTo>
                  <a:cubicBezTo>
                    <a:pt x="266" y="66"/>
                    <a:pt x="266" y="66"/>
                    <a:pt x="266" y="66"/>
                  </a:cubicBezTo>
                  <a:cubicBezTo>
                    <a:pt x="266" y="66"/>
                    <a:pt x="266" y="66"/>
                    <a:pt x="266" y="66"/>
                  </a:cubicBezTo>
                  <a:cubicBezTo>
                    <a:pt x="266" y="67"/>
                    <a:pt x="266" y="67"/>
                    <a:pt x="266" y="67"/>
                  </a:cubicBezTo>
                  <a:cubicBezTo>
                    <a:pt x="267" y="66"/>
                    <a:pt x="267" y="66"/>
                    <a:pt x="267" y="66"/>
                  </a:cubicBezTo>
                  <a:cubicBezTo>
                    <a:pt x="266" y="66"/>
                    <a:pt x="266" y="66"/>
                    <a:pt x="266" y="66"/>
                  </a:cubicBezTo>
                  <a:cubicBezTo>
                    <a:pt x="266" y="66"/>
                    <a:pt x="266" y="66"/>
                    <a:pt x="266" y="66"/>
                  </a:cubicBezTo>
                  <a:cubicBezTo>
                    <a:pt x="266" y="65"/>
                    <a:pt x="266" y="65"/>
                    <a:pt x="266" y="65"/>
                  </a:cubicBezTo>
                  <a:cubicBezTo>
                    <a:pt x="266" y="65"/>
                    <a:pt x="266" y="65"/>
                    <a:pt x="266" y="65"/>
                  </a:cubicBezTo>
                  <a:close/>
                  <a:moveTo>
                    <a:pt x="253" y="59"/>
                  </a:moveTo>
                  <a:cubicBezTo>
                    <a:pt x="253" y="58"/>
                    <a:pt x="253" y="58"/>
                    <a:pt x="253" y="58"/>
                  </a:cubicBezTo>
                  <a:cubicBezTo>
                    <a:pt x="253" y="57"/>
                    <a:pt x="253" y="57"/>
                    <a:pt x="253" y="57"/>
                  </a:cubicBezTo>
                  <a:cubicBezTo>
                    <a:pt x="254" y="56"/>
                    <a:pt x="254" y="56"/>
                    <a:pt x="254" y="56"/>
                  </a:cubicBezTo>
                  <a:cubicBezTo>
                    <a:pt x="255" y="56"/>
                    <a:pt x="255" y="56"/>
                    <a:pt x="255" y="56"/>
                  </a:cubicBezTo>
                  <a:cubicBezTo>
                    <a:pt x="255" y="56"/>
                    <a:pt x="255" y="56"/>
                    <a:pt x="255" y="56"/>
                  </a:cubicBezTo>
                  <a:cubicBezTo>
                    <a:pt x="256" y="56"/>
                    <a:pt x="256" y="56"/>
                    <a:pt x="256" y="56"/>
                  </a:cubicBezTo>
                  <a:cubicBezTo>
                    <a:pt x="257" y="56"/>
                    <a:pt x="257" y="56"/>
                    <a:pt x="257" y="56"/>
                  </a:cubicBezTo>
                  <a:cubicBezTo>
                    <a:pt x="257" y="56"/>
                    <a:pt x="257" y="56"/>
                    <a:pt x="257" y="56"/>
                  </a:cubicBezTo>
                  <a:cubicBezTo>
                    <a:pt x="257" y="57"/>
                    <a:pt x="257" y="57"/>
                    <a:pt x="257" y="57"/>
                  </a:cubicBezTo>
                  <a:cubicBezTo>
                    <a:pt x="258" y="57"/>
                    <a:pt x="258" y="57"/>
                    <a:pt x="258" y="57"/>
                  </a:cubicBezTo>
                  <a:cubicBezTo>
                    <a:pt x="258" y="56"/>
                    <a:pt x="258" y="56"/>
                    <a:pt x="258" y="56"/>
                  </a:cubicBezTo>
                  <a:cubicBezTo>
                    <a:pt x="259" y="57"/>
                    <a:pt x="259" y="57"/>
                    <a:pt x="259" y="57"/>
                  </a:cubicBezTo>
                  <a:cubicBezTo>
                    <a:pt x="260" y="57"/>
                    <a:pt x="260" y="57"/>
                    <a:pt x="260" y="57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61" y="58"/>
                    <a:pt x="261" y="58"/>
                    <a:pt x="261" y="58"/>
                  </a:cubicBezTo>
                  <a:cubicBezTo>
                    <a:pt x="261" y="58"/>
                    <a:pt x="261" y="58"/>
                    <a:pt x="261" y="58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2" y="59"/>
                    <a:pt x="262" y="59"/>
                    <a:pt x="262" y="59"/>
                  </a:cubicBezTo>
                  <a:cubicBezTo>
                    <a:pt x="262" y="58"/>
                    <a:pt x="262" y="58"/>
                    <a:pt x="262" y="58"/>
                  </a:cubicBezTo>
                  <a:cubicBezTo>
                    <a:pt x="263" y="59"/>
                    <a:pt x="263" y="59"/>
                    <a:pt x="263" y="59"/>
                  </a:cubicBezTo>
                  <a:cubicBezTo>
                    <a:pt x="263" y="60"/>
                    <a:pt x="263" y="60"/>
                    <a:pt x="263" y="60"/>
                  </a:cubicBezTo>
                  <a:cubicBezTo>
                    <a:pt x="263" y="60"/>
                    <a:pt x="263" y="60"/>
                    <a:pt x="263" y="60"/>
                  </a:cubicBezTo>
                  <a:cubicBezTo>
                    <a:pt x="263" y="60"/>
                    <a:pt x="263" y="60"/>
                    <a:pt x="263" y="60"/>
                  </a:cubicBezTo>
                  <a:cubicBezTo>
                    <a:pt x="263" y="61"/>
                    <a:pt x="263" y="61"/>
                    <a:pt x="263" y="61"/>
                  </a:cubicBezTo>
                  <a:cubicBezTo>
                    <a:pt x="262" y="61"/>
                    <a:pt x="262" y="61"/>
                    <a:pt x="262" y="61"/>
                  </a:cubicBezTo>
                  <a:cubicBezTo>
                    <a:pt x="261" y="61"/>
                    <a:pt x="261" y="61"/>
                    <a:pt x="261" y="61"/>
                  </a:cubicBezTo>
                  <a:cubicBezTo>
                    <a:pt x="260" y="62"/>
                    <a:pt x="260" y="62"/>
                    <a:pt x="260" y="62"/>
                  </a:cubicBezTo>
                  <a:cubicBezTo>
                    <a:pt x="259" y="61"/>
                    <a:pt x="259" y="61"/>
                    <a:pt x="259" y="61"/>
                  </a:cubicBezTo>
                  <a:cubicBezTo>
                    <a:pt x="258" y="61"/>
                    <a:pt x="258" y="61"/>
                    <a:pt x="258" y="61"/>
                  </a:cubicBezTo>
                  <a:cubicBezTo>
                    <a:pt x="257" y="60"/>
                    <a:pt x="257" y="60"/>
                    <a:pt x="257" y="60"/>
                  </a:cubicBezTo>
                  <a:cubicBezTo>
                    <a:pt x="256" y="60"/>
                    <a:pt x="256" y="60"/>
                    <a:pt x="256" y="60"/>
                  </a:cubicBezTo>
                  <a:cubicBezTo>
                    <a:pt x="255" y="60"/>
                    <a:pt x="255" y="60"/>
                    <a:pt x="255" y="60"/>
                  </a:cubicBezTo>
                  <a:cubicBezTo>
                    <a:pt x="254" y="59"/>
                    <a:pt x="254" y="59"/>
                    <a:pt x="254" y="59"/>
                  </a:cubicBezTo>
                  <a:cubicBezTo>
                    <a:pt x="253" y="59"/>
                    <a:pt x="253" y="59"/>
                    <a:pt x="253" y="59"/>
                  </a:cubicBezTo>
                  <a:cubicBezTo>
                    <a:pt x="253" y="59"/>
                    <a:pt x="253" y="59"/>
                    <a:pt x="253" y="59"/>
                  </a:cubicBezTo>
                  <a:close/>
                  <a:moveTo>
                    <a:pt x="242" y="46"/>
                  </a:moveTo>
                  <a:cubicBezTo>
                    <a:pt x="242" y="45"/>
                    <a:pt x="242" y="45"/>
                    <a:pt x="242" y="45"/>
                  </a:cubicBezTo>
                  <a:cubicBezTo>
                    <a:pt x="243" y="45"/>
                    <a:pt x="243" y="45"/>
                    <a:pt x="243" y="45"/>
                  </a:cubicBezTo>
                  <a:cubicBezTo>
                    <a:pt x="243" y="45"/>
                    <a:pt x="243" y="45"/>
                    <a:pt x="243" y="45"/>
                  </a:cubicBezTo>
                  <a:cubicBezTo>
                    <a:pt x="243" y="46"/>
                    <a:pt x="243" y="46"/>
                    <a:pt x="243" y="46"/>
                  </a:cubicBezTo>
                  <a:cubicBezTo>
                    <a:pt x="242" y="46"/>
                    <a:pt x="242" y="46"/>
                    <a:pt x="242" y="46"/>
                  </a:cubicBezTo>
                  <a:cubicBezTo>
                    <a:pt x="242" y="46"/>
                    <a:pt x="242" y="46"/>
                    <a:pt x="242" y="46"/>
                  </a:cubicBezTo>
                  <a:close/>
                  <a:moveTo>
                    <a:pt x="243" y="50"/>
                  </a:moveTo>
                  <a:cubicBezTo>
                    <a:pt x="243" y="52"/>
                    <a:pt x="243" y="52"/>
                    <a:pt x="243" y="52"/>
                  </a:cubicBezTo>
                  <a:cubicBezTo>
                    <a:pt x="244" y="52"/>
                    <a:pt x="244" y="52"/>
                    <a:pt x="244" y="52"/>
                  </a:cubicBezTo>
                  <a:cubicBezTo>
                    <a:pt x="244" y="52"/>
                    <a:pt x="244" y="52"/>
                    <a:pt x="244" y="52"/>
                  </a:cubicBezTo>
                  <a:cubicBezTo>
                    <a:pt x="245" y="52"/>
                    <a:pt x="245" y="52"/>
                    <a:pt x="245" y="52"/>
                  </a:cubicBezTo>
                  <a:cubicBezTo>
                    <a:pt x="245" y="53"/>
                    <a:pt x="245" y="53"/>
                    <a:pt x="245" y="53"/>
                  </a:cubicBezTo>
                  <a:cubicBezTo>
                    <a:pt x="246" y="53"/>
                    <a:pt x="246" y="53"/>
                    <a:pt x="246" y="53"/>
                  </a:cubicBezTo>
                  <a:cubicBezTo>
                    <a:pt x="247" y="52"/>
                    <a:pt x="247" y="52"/>
                    <a:pt x="247" y="52"/>
                  </a:cubicBezTo>
                  <a:cubicBezTo>
                    <a:pt x="247" y="51"/>
                    <a:pt x="247" y="51"/>
                    <a:pt x="247" y="51"/>
                  </a:cubicBezTo>
                  <a:cubicBezTo>
                    <a:pt x="248" y="51"/>
                    <a:pt x="248" y="51"/>
                    <a:pt x="248" y="51"/>
                  </a:cubicBezTo>
                  <a:cubicBezTo>
                    <a:pt x="249" y="50"/>
                    <a:pt x="249" y="50"/>
                    <a:pt x="249" y="50"/>
                  </a:cubicBezTo>
                  <a:cubicBezTo>
                    <a:pt x="249" y="49"/>
                    <a:pt x="249" y="49"/>
                    <a:pt x="249" y="49"/>
                  </a:cubicBezTo>
                  <a:cubicBezTo>
                    <a:pt x="249" y="48"/>
                    <a:pt x="249" y="48"/>
                    <a:pt x="249" y="48"/>
                  </a:cubicBezTo>
                  <a:cubicBezTo>
                    <a:pt x="250" y="47"/>
                    <a:pt x="250" y="47"/>
                    <a:pt x="250" y="47"/>
                  </a:cubicBezTo>
                  <a:cubicBezTo>
                    <a:pt x="249" y="46"/>
                    <a:pt x="249" y="46"/>
                    <a:pt x="249" y="46"/>
                  </a:cubicBezTo>
                  <a:cubicBezTo>
                    <a:pt x="249" y="46"/>
                    <a:pt x="249" y="46"/>
                    <a:pt x="249" y="46"/>
                  </a:cubicBezTo>
                  <a:cubicBezTo>
                    <a:pt x="250" y="46"/>
                    <a:pt x="250" y="46"/>
                    <a:pt x="250" y="46"/>
                  </a:cubicBezTo>
                  <a:cubicBezTo>
                    <a:pt x="250" y="45"/>
                    <a:pt x="250" y="45"/>
                    <a:pt x="250" y="45"/>
                  </a:cubicBezTo>
                  <a:cubicBezTo>
                    <a:pt x="251" y="44"/>
                    <a:pt x="251" y="44"/>
                    <a:pt x="251" y="44"/>
                  </a:cubicBezTo>
                  <a:cubicBezTo>
                    <a:pt x="252" y="44"/>
                    <a:pt x="252" y="44"/>
                    <a:pt x="252" y="44"/>
                  </a:cubicBezTo>
                  <a:cubicBezTo>
                    <a:pt x="253" y="43"/>
                    <a:pt x="253" y="43"/>
                    <a:pt x="253" y="43"/>
                  </a:cubicBezTo>
                  <a:cubicBezTo>
                    <a:pt x="253" y="42"/>
                    <a:pt x="253" y="42"/>
                    <a:pt x="253" y="42"/>
                  </a:cubicBezTo>
                  <a:cubicBezTo>
                    <a:pt x="253" y="41"/>
                    <a:pt x="253" y="41"/>
                    <a:pt x="253" y="41"/>
                  </a:cubicBezTo>
                  <a:cubicBezTo>
                    <a:pt x="253" y="41"/>
                    <a:pt x="253" y="41"/>
                    <a:pt x="253" y="41"/>
                  </a:cubicBezTo>
                  <a:cubicBezTo>
                    <a:pt x="254" y="40"/>
                    <a:pt x="254" y="40"/>
                    <a:pt x="254" y="40"/>
                  </a:cubicBezTo>
                  <a:cubicBezTo>
                    <a:pt x="253" y="40"/>
                    <a:pt x="253" y="40"/>
                    <a:pt x="253" y="40"/>
                  </a:cubicBezTo>
                  <a:cubicBezTo>
                    <a:pt x="253" y="39"/>
                    <a:pt x="253" y="39"/>
                    <a:pt x="253" y="39"/>
                  </a:cubicBezTo>
                  <a:cubicBezTo>
                    <a:pt x="253" y="39"/>
                    <a:pt x="253" y="39"/>
                    <a:pt x="253" y="39"/>
                  </a:cubicBezTo>
                  <a:cubicBezTo>
                    <a:pt x="252" y="38"/>
                    <a:pt x="252" y="38"/>
                    <a:pt x="252" y="38"/>
                  </a:cubicBezTo>
                  <a:cubicBezTo>
                    <a:pt x="251" y="38"/>
                    <a:pt x="251" y="38"/>
                    <a:pt x="251" y="38"/>
                  </a:cubicBezTo>
                  <a:cubicBezTo>
                    <a:pt x="250" y="38"/>
                    <a:pt x="250" y="38"/>
                    <a:pt x="250" y="38"/>
                  </a:cubicBezTo>
                  <a:cubicBezTo>
                    <a:pt x="251" y="37"/>
                    <a:pt x="251" y="37"/>
                    <a:pt x="251" y="37"/>
                  </a:cubicBezTo>
                  <a:cubicBezTo>
                    <a:pt x="252" y="37"/>
                    <a:pt x="252" y="37"/>
                    <a:pt x="252" y="37"/>
                  </a:cubicBezTo>
                  <a:cubicBezTo>
                    <a:pt x="252" y="36"/>
                    <a:pt x="252" y="36"/>
                    <a:pt x="252" y="36"/>
                  </a:cubicBezTo>
                  <a:cubicBezTo>
                    <a:pt x="252" y="36"/>
                    <a:pt x="252" y="36"/>
                    <a:pt x="252" y="36"/>
                  </a:cubicBezTo>
                  <a:cubicBezTo>
                    <a:pt x="252" y="35"/>
                    <a:pt x="252" y="35"/>
                    <a:pt x="252" y="35"/>
                  </a:cubicBezTo>
                  <a:cubicBezTo>
                    <a:pt x="252" y="34"/>
                    <a:pt x="252" y="34"/>
                    <a:pt x="252" y="34"/>
                  </a:cubicBezTo>
                  <a:cubicBezTo>
                    <a:pt x="251" y="33"/>
                    <a:pt x="251" y="33"/>
                    <a:pt x="251" y="33"/>
                  </a:cubicBezTo>
                  <a:cubicBezTo>
                    <a:pt x="251" y="33"/>
                    <a:pt x="251" y="33"/>
                    <a:pt x="251" y="33"/>
                  </a:cubicBezTo>
                  <a:cubicBezTo>
                    <a:pt x="249" y="34"/>
                    <a:pt x="249" y="34"/>
                    <a:pt x="249" y="34"/>
                  </a:cubicBezTo>
                  <a:cubicBezTo>
                    <a:pt x="248" y="34"/>
                    <a:pt x="248" y="34"/>
                    <a:pt x="248" y="34"/>
                  </a:cubicBezTo>
                  <a:cubicBezTo>
                    <a:pt x="248" y="35"/>
                    <a:pt x="248" y="35"/>
                    <a:pt x="248" y="35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7" y="35"/>
                    <a:pt x="247" y="35"/>
                    <a:pt x="247" y="35"/>
                  </a:cubicBezTo>
                  <a:cubicBezTo>
                    <a:pt x="247" y="35"/>
                    <a:pt x="247" y="35"/>
                    <a:pt x="247" y="35"/>
                  </a:cubicBezTo>
                  <a:cubicBezTo>
                    <a:pt x="247" y="34"/>
                    <a:pt x="247" y="34"/>
                    <a:pt x="247" y="34"/>
                  </a:cubicBezTo>
                  <a:cubicBezTo>
                    <a:pt x="248" y="34"/>
                    <a:pt x="248" y="34"/>
                    <a:pt x="248" y="34"/>
                  </a:cubicBezTo>
                  <a:cubicBezTo>
                    <a:pt x="248" y="33"/>
                    <a:pt x="248" y="33"/>
                    <a:pt x="248" y="33"/>
                  </a:cubicBezTo>
                  <a:cubicBezTo>
                    <a:pt x="248" y="31"/>
                    <a:pt x="248" y="31"/>
                    <a:pt x="248" y="31"/>
                  </a:cubicBezTo>
                  <a:cubicBezTo>
                    <a:pt x="248" y="30"/>
                    <a:pt x="248" y="30"/>
                    <a:pt x="248" y="30"/>
                  </a:cubicBezTo>
                  <a:cubicBezTo>
                    <a:pt x="247" y="30"/>
                    <a:pt x="247" y="30"/>
                    <a:pt x="247" y="30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6" y="29"/>
                    <a:pt x="246" y="29"/>
                    <a:pt x="246" y="29"/>
                  </a:cubicBezTo>
                  <a:cubicBezTo>
                    <a:pt x="245" y="29"/>
                    <a:pt x="245" y="29"/>
                    <a:pt x="245" y="29"/>
                  </a:cubicBezTo>
                  <a:cubicBezTo>
                    <a:pt x="244" y="29"/>
                    <a:pt x="244" y="29"/>
                    <a:pt x="244" y="29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43" y="29"/>
                    <a:pt x="243" y="29"/>
                    <a:pt x="243" y="29"/>
                  </a:cubicBezTo>
                  <a:cubicBezTo>
                    <a:pt x="242" y="28"/>
                    <a:pt x="242" y="28"/>
                    <a:pt x="242" y="28"/>
                  </a:cubicBezTo>
                  <a:cubicBezTo>
                    <a:pt x="242" y="28"/>
                    <a:pt x="242" y="28"/>
                    <a:pt x="242" y="28"/>
                  </a:cubicBezTo>
                  <a:cubicBezTo>
                    <a:pt x="242" y="28"/>
                    <a:pt x="242" y="28"/>
                    <a:pt x="242" y="28"/>
                  </a:cubicBezTo>
                  <a:cubicBezTo>
                    <a:pt x="241" y="29"/>
                    <a:pt x="241" y="29"/>
                    <a:pt x="241" y="29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40" y="30"/>
                    <a:pt x="240" y="30"/>
                    <a:pt x="240" y="30"/>
                  </a:cubicBezTo>
                  <a:cubicBezTo>
                    <a:pt x="239" y="31"/>
                    <a:pt x="239" y="31"/>
                    <a:pt x="239" y="31"/>
                  </a:cubicBezTo>
                  <a:cubicBezTo>
                    <a:pt x="239" y="32"/>
                    <a:pt x="239" y="32"/>
                    <a:pt x="239" y="32"/>
                  </a:cubicBezTo>
                  <a:cubicBezTo>
                    <a:pt x="240" y="33"/>
                    <a:pt x="240" y="33"/>
                    <a:pt x="240" y="33"/>
                  </a:cubicBezTo>
                  <a:cubicBezTo>
                    <a:pt x="240" y="32"/>
                    <a:pt x="240" y="32"/>
                    <a:pt x="240" y="32"/>
                  </a:cubicBezTo>
                  <a:cubicBezTo>
                    <a:pt x="241" y="32"/>
                    <a:pt x="241" y="32"/>
                    <a:pt x="241" y="32"/>
                  </a:cubicBezTo>
                  <a:cubicBezTo>
                    <a:pt x="242" y="32"/>
                    <a:pt x="242" y="32"/>
                    <a:pt x="242" y="32"/>
                  </a:cubicBezTo>
                  <a:cubicBezTo>
                    <a:pt x="241" y="33"/>
                    <a:pt x="241" y="33"/>
                    <a:pt x="241" y="33"/>
                  </a:cubicBezTo>
                  <a:cubicBezTo>
                    <a:pt x="239" y="34"/>
                    <a:pt x="239" y="34"/>
                    <a:pt x="239" y="34"/>
                  </a:cubicBezTo>
                  <a:cubicBezTo>
                    <a:pt x="239" y="35"/>
                    <a:pt x="239" y="35"/>
                    <a:pt x="239" y="35"/>
                  </a:cubicBezTo>
                  <a:cubicBezTo>
                    <a:pt x="239" y="35"/>
                    <a:pt x="239" y="35"/>
                    <a:pt x="239" y="35"/>
                  </a:cubicBezTo>
                  <a:cubicBezTo>
                    <a:pt x="240" y="35"/>
                    <a:pt x="240" y="35"/>
                    <a:pt x="240" y="35"/>
                  </a:cubicBezTo>
                  <a:cubicBezTo>
                    <a:pt x="241" y="34"/>
                    <a:pt x="241" y="34"/>
                    <a:pt x="241" y="34"/>
                  </a:cubicBezTo>
                  <a:cubicBezTo>
                    <a:pt x="242" y="34"/>
                    <a:pt x="242" y="34"/>
                    <a:pt x="242" y="34"/>
                  </a:cubicBezTo>
                  <a:cubicBezTo>
                    <a:pt x="242" y="33"/>
                    <a:pt x="242" y="33"/>
                    <a:pt x="242" y="33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2" y="35"/>
                    <a:pt x="242" y="35"/>
                    <a:pt x="242" y="35"/>
                  </a:cubicBezTo>
                  <a:cubicBezTo>
                    <a:pt x="242" y="35"/>
                    <a:pt x="242" y="35"/>
                    <a:pt x="242" y="35"/>
                  </a:cubicBezTo>
                  <a:cubicBezTo>
                    <a:pt x="241" y="36"/>
                    <a:pt x="241" y="36"/>
                    <a:pt x="241" y="36"/>
                  </a:cubicBezTo>
                  <a:cubicBezTo>
                    <a:pt x="241" y="36"/>
                    <a:pt x="241" y="36"/>
                    <a:pt x="241" y="36"/>
                  </a:cubicBezTo>
                  <a:cubicBezTo>
                    <a:pt x="241" y="37"/>
                    <a:pt x="241" y="37"/>
                    <a:pt x="241" y="37"/>
                  </a:cubicBezTo>
                  <a:cubicBezTo>
                    <a:pt x="242" y="37"/>
                    <a:pt x="242" y="37"/>
                    <a:pt x="242" y="37"/>
                  </a:cubicBezTo>
                  <a:cubicBezTo>
                    <a:pt x="243" y="37"/>
                    <a:pt x="243" y="37"/>
                    <a:pt x="243" y="37"/>
                  </a:cubicBezTo>
                  <a:cubicBezTo>
                    <a:pt x="242" y="38"/>
                    <a:pt x="242" y="38"/>
                    <a:pt x="242" y="38"/>
                  </a:cubicBezTo>
                  <a:cubicBezTo>
                    <a:pt x="241" y="38"/>
                    <a:pt x="241" y="38"/>
                    <a:pt x="241" y="38"/>
                  </a:cubicBezTo>
                  <a:cubicBezTo>
                    <a:pt x="240" y="38"/>
                    <a:pt x="240" y="38"/>
                    <a:pt x="240" y="38"/>
                  </a:cubicBezTo>
                  <a:cubicBezTo>
                    <a:pt x="240" y="38"/>
                    <a:pt x="240" y="38"/>
                    <a:pt x="240" y="38"/>
                  </a:cubicBezTo>
                  <a:cubicBezTo>
                    <a:pt x="241" y="39"/>
                    <a:pt x="241" y="39"/>
                    <a:pt x="241" y="39"/>
                  </a:cubicBezTo>
                  <a:cubicBezTo>
                    <a:pt x="241" y="39"/>
                    <a:pt x="241" y="39"/>
                    <a:pt x="241" y="39"/>
                  </a:cubicBezTo>
                  <a:cubicBezTo>
                    <a:pt x="239" y="40"/>
                    <a:pt x="239" y="40"/>
                    <a:pt x="239" y="40"/>
                  </a:cubicBezTo>
                  <a:cubicBezTo>
                    <a:pt x="239" y="40"/>
                    <a:pt x="239" y="40"/>
                    <a:pt x="239" y="40"/>
                  </a:cubicBezTo>
                  <a:cubicBezTo>
                    <a:pt x="239" y="39"/>
                    <a:pt x="239" y="39"/>
                    <a:pt x="239" y="39"/>
                  </a:cubicBezTo>
                  <a:cubicBezTo>
                    <a:pt x="238" y="39"/>
                    <a:pt x="238" y="39"/>
                    <a:pt x="238" y="39"/>
                  </a:cubicBezTo>
                  <a:cubicBezTo>
                    <a:pt x="237" y="38"/>
                    <a:pt x="237" y="38"/>
                    <a:pt x="237" y="38"/>
                  </a:cubicBezTo>
                  <a:cubicBezTo>
                    <a:pt x="235" y="39"/>
                    <a:pt x="235" y="39"/>
                    <a:pt x="235" y="39"/>
                  </a:cubicBezTo>
                  <a:cubicBezTo>
                    <a:pt x="235" y="39"/>
                    <a:pt x="235" y="39"/>
                    <a:pt x="235" y="39"/>
                  </a:cubicBezTo>
                  <a:cubicBezTo>
                    <a:pt x="235" y="40"/>
                    <a:pt x="235" y="40"/>
                    <a:pt x="235" y="40"/>
                  </a:cubicBezTo>
                  <a:cubicBezTo>
                    <a:pt x="235" y="41"/>
                    <a:pt x="235" y="41"/>
                    <a:pt x="235" y="41"/>
                  </a:cubicBezTo>
                  <a:cubicBezTo>
                    <a:pt x="235" y="42"/>
                    <a:pt x="235" y="42"/>
                    <a:pt x="235" y="42"/>
                  </a:cubicBezTo>
                  <a:cubicBezTo>
                    <a:pt x="236" y="43"/>
                    <a:pt x="236" y="43"/>
                    <a:pt x="236" y="43"/>
                  </a:cubicBezTo>
                  <a:cubicBezTo>
                    <a:pt x="237" y="42"/>
                    <a:pt x="237" y="42"/>
                    <a:pt x="237" y="42"/>
                  </a:cubicBezTo>
                  <a:cubicBezTo>
                    <a:pt x="237" y="42"/>
                    <a:pt x="237" y="42"/>
                    <a:pt x="237" y="42"/>
                  </a:cubicBezTo>
                  <a:cubicBezTo>
                    <a:pt x="239" y="42"/>
                    <a:pt x="239" y="42"/>
                    <a:pt x="239" y="42"/>
                  </a:cubicBezTo>
                  <a:cubicBezTo>
                    <a:pt x="240" y="42"/>
                    <a:pt x="240" y="42"/>
                    <a:pt x="240" y="42"/>
                  </a:cubicBezTo>
                  <a:cubicBezTo>
                    <a:pt x="240" y="43"/>
                    <a:pt x="240" y="43"/>
                    <a:pt x="240" y="43"/>
                  </a:cubicBezTo>
                  <a:cubicBezTo>
                    <a:pt x="242" y="42"/>
                    <a:pt x="242" y="42"/>
                    <a:pt x="242" y="42"/>
                  </a:cubicBezTo>
                  <a:cubicBezTo>
                    <a:pt x="242" y="43"/>
                    <a:pt x="242" y="43"/>
                    <a:pt x="242" y="43"/>
                  </a:cubicBezTo>
                  <a:cubicBezTo>
                    <a:pt x="241" y="43"/>
                    <a:pt x="241" y="43"/>
                    <a:pt x="241" y="43"/>
                  </a:cubicBezTo>
                  <a:cubicBezTo>
                    <a:pt x="241" y="44"/>
                    <a:pt x="241" y="44"/>
                    <a:pt x="241" y="44"/>
                  </a:cubicBezTo>
                  <a:cubicBezTo>
                    <a:pt x="241" y="44"/>
                    <a:pt x="241" y="44"/>
                    <a:pt x="241" y="44"/>
                  </a:cubicBezTo>
                  <a:cubicBezTo>
                    <a:pt x="242" y="44"/>
                    <a:pt x="242" y="44"/>
                    <a:pt x="242" y="44"/>
                  </a:cubicBezTo>
                  <a:cubicBezTo>
                    <a:pt x="243" y="45"/>
                    <a:pt x="243" y="45"/>
                    <a:pt x="243" y="45"/>
                  </a:cubicBezTo>
                  <a:cubicBezTo>
                    <a:pt x="243" y="46"/>
                    <a:pt x="243" y="46"/>
                    <a:pt x="243" y="46"/>
                  </a:cubicBezTo>
                  <a:cubicBezTo>
                    <a:pt x="244" y="46"/>
                    <a:pt x="244" y="46"/>
                    <a:pt x="244" y="46"/>
                  </a:cubicBezTo>
                  <a:cubicBezTo>
                    <a:pt x="244" y="46"/>
                    <a:pt x="244" y="46"/>
                    <a:pt x="244" y="46"/>
                  </a:cubicBezTo>
                  <a:cubicBezTo>
                    <a:pt x="244" y="47"/>
                    <a:pt x="244" y="47"/>
                    <a:pt x="244" y="47"/>
                  </a:cubicBezTo>
                  <a:cubicBezTo>
                    <a:pt x="244" y="48"/>
                    <a:pt x="244" y="48"/>
                    <a:pt x="244" y="48"/>
                  </a:cubicBezTo>
                  <a:cubicBezTo>
                    <a:pt x="243" y="50"/>
                    <a:pt x="243" y="50"/>
                    <a:pt x="243" y="50"/>
                  </a:cubicBezTo>
                  <a:close/>
                  <a:moveTo>
                    <a:pt x="238" y="44"/>
                  </a:moveTo>
                  <a:cubicBezTo>
                    <a:pt x="238" y="44"/>
                    <a:pt x="238" y="44"/>
                    <a:pt x="238" y="44"/>
                  </a:cubicBezTo>
                  <a:cubicBezTo>
                    <a:pt x="239" y="43"/>
                    <a:pt x="239" y="43"/>
                    <a:pt x="239" y="43"/>
                  </a:cubicBezTo>
                  <a:cubicBezTo>
                    <a:pt x="240" y="43"/>
                    <a:pt x="240" y="43"/>
                    <a:pt x="240" y="43"/>
                  </a:cubicBezTo>
                  <a:cubicBezTo>
                    <a:pt x="240" y="44"/>
                    <a:pt x="240" y="44"/>
                    <a:pt x="240" y="44"/>
                  </a:cubicBezTo>
                  <a:cubicBezTo>
                    <a:pt x="239" y="44"/>
                    <a:pt x="239" y="44"/>
                    <a:pt x="239" y="44"/>
                  </a:cubicBezTo>
                  <a:cubicBezTo>
                    <a:pt x="238" y="45"/>
                    <a:pt x="238" y="45"/>
                    <a:pt x="238" y="45"/>
                  </a:cubicBezTo>
                  <a:cubicBezTo>
                    <a:pt x="238" y="44"/>
                    <a:pt x="238" y="44"/>
                    <a:pt x="238" y="44"/>
                  </a:cubicBezTo>
                  <a:close/>
                  <a:moveTo>
                    <a:pt x="236" y="49"/>
                  </a:moveTo>
                  <a:cubicBezTo>
                    <a:pt x="237" y="48"/>
                    <a:pt x="237" y="48"/>
                    <a:pt x="237" y="48"/>
                  </a:cubicBezTo>
                  <a:cubicBezTo>
                    <a:pt x="238" y="48"/>
                    <a:pt x="238" y="48"/>
                    <a:pt x="238" y="48"/>
                  </a:cubicBezTo>
                  <a:cubicBezTo>
                    <a:pt x="239" y="48"/>
                    <a:pt x="239" y="48"/>
                    <a:pt x="239" y="48"/>
                  </a:cubicBezTo>
                  <a:cubicBezTo>
                    <a:pt x="241" y="50"/>
                    <a:pt x="241" y="50"/>
                    <a:pt x="241" y="50"/>
                  </a:cubicBezTo>
                  <a:cubicBezTo>
                    <a:pt x="240" y="50"/>
                    <a:pt x="240" y="50"/>
                    <a:pt x="240" y="50"/>
                  </a:cubicBezTo>
                  <a:cubicBezTo>
                    <a:pt x="241" y="52"/>
                    <a:pt x="241" y="52"/>
                    <a:pt x="241" y="52"/>
                  </a:cubicBezTo>
                  <a:cubicBezTo>
                    <a:pt x="240" y="52"/>
                    <a:pt x="240" y="52"/>
                    <a:pt x="240" y="52"/>
                  </a:cubicBezTo>
                  <a:cubicBezTo>
                    <a:pt x="239" y="51"/>
                    <a:pt x="239" y="51"/>
                    <a:pt x="239" y="51"/>
                  </a:cubicBezTo>
                  <a:cubicBezTo>
                    <a:pt x="238" y="52"/>
                    <a:pt x="238" y="52"/>
                    <a:pt x="238" y="52"/>
                  </a:cubicBezTo>
                  <a:cubicBezTo>
                    <a:pt x="238" y="52"/>
                    <a:pt x="238" y="52"/>
                    <a:pt x="238" y="52"/>
                  </a:cubicBezTo>
                  <a:cubicBezTo>
                    <a:pt x="237" y="51"/>
                    <a:pt x="237" y="51"/>
                    <a:pt x="237" y="51"/>
                  </a:cubicBezTo>
                  <a:cubicBezTo>
                    <a:pt x="236" y="50"/>
                    <a:pt x="236" y="50"/>
                    <a:pt x="236" y="50"/>
                  </a:cubicBezTo>
                  <a:cubicBezTo>
                    <a:pt x="236" y="49"/>
                    <a:pt x="236" y="49"/>
                    <a:pt x="236" y="49"/>
                  </a:cubicBezTo>
                  <a:close/>
                  <a:moveTo>
                    <a:pt x="225" y="56"/>
                  </a:moveTo>
                  <a:cubicBezTo>
                    <a:pt x="226" y="55"/>
                    <a:pt x="226" y="55"/>
                    <a:pt x="226" y="55"/>
                  </a:cubicBezTo>
                  <a:cubicBezTo>
                    <a:pt x="227" y="55"/>
                    <a:pt x="227" y="55"/>
                    <a:pt x="227" y="55"/>
                  </a:cubicBezTo>
                  <a:cubicBezTo>
                    <a:pt x="227" y="56"/>
                    <a:pt x="227" y="56"/>
                    <a:pt x="227" y="56"/>
                  </a:cubicBezTo>
                  <a:cubicBezTo>
                    <a:pt x="226" y="56"/>
                    <a:pt x="226" y="56"/>
                    <a:pt x="226" y="56"/>
                  </a:cubicBezTo>
                  <a:cubicBezTo>
                    <a:pt x="225" y="56"/>
                    <a:pt x="225" y="56"/>
                    <a:pt x="225" y="56"/>
                  </a:cubicBezTo>
                  <a:close/>
                  <a:moveTo>
                    <a:pt x="224" y="55"/>
                  </a:moveTo>
                  <a:cubicBezTo>
                    <a:pt x="224" y="54"/>
                    <a:pt x="224" y="54"/>
                    <a:pt x="224" y="54"/>
                  </a:cubicBezTo>
                  <a:cubicBezTo>
                    <a:pt x="224" y="53"/>
                    <a:pt x="224" y="53"/>
                    <a:pt x="224" y="53"/>
                  </a:cubicBezTo>
                  <a:cubicBezTo>
                    <a:pt x="224" y="52"/>
                    <a:pt x="224" y="52"/>
                    <a:pt x="224" y="52"/>
                  </a:cubicBezTo>
                  <a:cubicBezTo>
                    <a:pt x="224" y="51"/>
                    <a:pt x="224" y="51"/>
                    <a:pt x="224" y="51"/>
                  </a:cubicBezTo>
                  <a:cubicBezTo>
                    <a:pt x="225" y="50"/>
                    <a:pt x="225" y="50"/>
                    <a:pt x="225" y="50"/>
                  </a:cubicBezTo>
                  <a:cubicBezTo>
                    <a:pt x="225" y="50"/>
                    <a:pt x="225" y="50"/>
                    <a:pt x="225" y="50"/>
                  </a:cubicBezTo>
                  <a:cubicBezTo>
                    <a:pt x="226" y="50"/>
                    <a:pt x="226" y="50"/>
                    <a:pt x="226" y="50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26" y="48"/>
                    <a:pt x="226" y="48"/>
                    <a:pt x="226" y="48"/>
                  </a:cubicBezTo>
                  <a:cubicBezTo>
                    <a:pt x="226" y="47"/>
                    <a:pt x="226" y="47"/>
                    <a:pt x="226" y="47"/>
                  </a:cubicBezTo>
                  <a:cubicBezTo>
                    <a:pt x="227" y="47"/>
                    <a:pt x="227" y="47"/>
                    <a:pt x="227" y="47"/>
                  </a:cubicBezTo>
                  <a:cubicBezTo>
                    <a:pt x="227" y="47"/>
                    <a:pt x="227" y="47"/>
                    <a:pt x="227" y="47"/>
                  </a:cubicBezTo>
                  <a:cubicBezTo>
                    <a:pt x="228" y="48"/>
                    <a:pt x="228" y="48"/>
                    <a:pt x="228" y="48"/>
                  </a:cubicBezTo>
                  <a:cubicBezTo>
                    <a:pt x="228" y="49"/>
                    <a:pt x="228" y="49"/>
                    <a:pt x="228" y="49"/>
                  </a:cubicBezTo>
                  <a:cubicBezTo>
                    <a:pt x="227" y="50"/>
                    <a:pt x="227" y="50"/>
                    <a:pt x="227" y="50"/>
                  </a:cubicBezTo>
                  <a:cubicBezTo>
                    <a:pt x="227" y="51"/>
                    <a:pt x="227" y="51"/>
                    <a:pt x="227" y="51"/>
                  </a:cubicBezTo>
                  <a:cubicBezTo>
                    <a:pt x="227" y="52"/>
                    <a:pt x="227" y="52"/>
                    <a:pt x="227" y="52"/>
                  </a:cubicBezTo>
                  <a:cubicBezTo>
                    <a:pt x="227" y="52"/>
                    <a:pt x="227" y="52"/>
                    <a:pt x="227" y="52"/>
                  </a:cubicBezTo>
                  <a:cubicBezTo>
                    <a:pt x="227" y="54"/>
                    <a:pt x="227" y="54"/>
                    <a:pt x="227" y="54"/>
                  </a:cubicBezTo>
                  <a:cubicBezTo>
                    <a:pt x="225" y="55"/>
                    <a:pt x="225" y="55"/>
                    <a:pt x="225" y="55"/>
                  </a:cubicBezTo>
                  <a:cubicBezTo>
                    <a:pt x="224" y="55"/>
                    <a:pt x="224" y="55"/>
                    <a:pt x="224" y="55"/>
                  </a:cubicBezTo>
                  <a:close/>
                  <a:moveTo>
                    <a:pt x="214" y="36"/>
                  </a:moveTo>
                  <a:cubicBezTo>
                    <a:pt x="214" y="36"/>
                    <a:pt x="214" y="36"/>
                    <a:pt x="214" y="36"/>
                  </a:cubicBezTo>
                  <a:cubicBezTo>
                    <a:pt x="213" y="35"/>
                    <a:pt x="213" y="35"/>
                    <a:pt x="213" y="35"/>
                  </a:cubicBezTo>
                  <a:cubicBezTo>
                    <a:pt x="214" y="34"/>
                    <a:pt x="214" y="34"/>
                    <a:pt x="214" y="34"/>
                  </a:cubicBezTo>
                  <a:cubicBezTo>
                    <a:pt x="213" y="34"/>
                    <a:pt x="213" y="34"/>
                    <a:pt x="213" y="34"/>
                  </a:cubicBezTo>
                  <a:cubicBezTo>
                    <a:pt x="212" y="34"/>
                    <a:pt x="212" y="34"/>
                    <a:pt x="212" y="34"/>
                  </a:cubicBezTo>
                  <a:cubicBezTo>
                    <a:pt x="212" y="34"/>
                    <a:pt x="212" y="34"/>
                    <a:pt x="212" y="34"/>
                  </a:cubicBezTo>
                  <a:cubicBezTo>
                    <a:pt x="211" y="34"/>
                    <a:pt x="211" y="34"/>
                    <a:pt x="211" y="34"/>
                  </a:cubicBezTo>
                  <a:cubicBezTo>
                    <a:pt x="210" y="34"/>
                    <a:pt x="210" y="34"/>
                    <a:pt x="210" y="34"/>
                  </a:cubicBezTo>
                  <a:cubicBezTo>
                    <a:pt x="210" y="34"/>
                    <a:pt x="210" y="34"/>
                    <a:pt x="210" y="34"/>
                  </a:cubicBezTo>
                  <a:cubicBezTo>
                    <a:pt x="210" y="33"/>
                    <a:pt x="210" y="33"/>
                    <a:pt x="210" y="33"/>
                  </a:cubicBezTo>
                  <a:cubicBezTo>
                    <a:pt x="210" y="33"/>
                    <a:pt x="210" y="33"/>
                    <a:pt x="210" y="33"/>
                  </a:cubicBezTo>
                  <a:cubicBezTo>
                    <a:pt x="211" y="32"/>
                    <a:pt x="211" y="32"/>
                    <a:pt x="211" y="32"/>
                  </a:cubicBezTo>
                  <a:cubicBezTo>
                    <a:pt x="211" y="32"/>
                    <a:pt x="211" y="32"/>
                    <a:pt x="211" y="32"/>
                  </a:cubicBezTo>
                  <a:cubicBezTo>
                    <a:pt x="212" y="32"/>
                    <a:pt x="212" y="32"/>
                    <a:pt x="212" y="32"/>
                  </a:cubicBezTo>
                  <a:cubicBezTo>
                    <a:pt x="215" y="31"/>
                    <a:pt x="215" y="31"/>
                    <a:pt x="215" y="31"/>
                  </a:cubicBezTo>
                  <a:cubicBezTo>
                    <a:pt x="216" y="31"/>
                    <a:pt x="216" y="31"/>
                    <a:pt x="216" y="31"/>
                  </a:cubicBezTo>
                  <a:cubicBezTo>
                    <a:pt x="217" y="32"/>
                    <a:pt x="217" y="32"/>
                    <a:pt x="217" y="32"/>
                  </a:cubicBezTo>
                  <a:cubicBezTo>
                    <a:pt x="217" y="32"/>
                    <a:pt x="217" y="32"/>
                    <a:pt x="217" y="32"/>
                  </a:cubicBezTo>
                  <a:cubicBezTo>
                    <a:pt x="218" y="32"/>
                    <a:pt x="218" y="32"/>
                    <a:pt x="218" y="32"/>
                  </a:cubicBezTo>
                  <a:cubicBezTo>
                    <a:pt x="219" y="31"/>
                    <a:pt x="219" y="31"/>
                    <a:pt x="219" y="31"/>
                  </a:cubicBezTo>
                  <a:cubicBezTo>
                    <a:pt x="221" y="31"/>
                    <a:pt x="221" y="31"/>
                    <a:pt x="221" y="31"/>
                  </a:cubicBezTo>
                  <a:cubicBezTo>
                    <a:pt x="221" y="31"/>
                    <a:pt x="221" y="31"/>
                    <a:pt x="221" y="31"/>
                  </a:cubicBezTo>
                  <a:cubicBezTo>
                    <a:pt x="221" y="31"/>
                    <a:pt x="221" y="31"/>
                    <a:pt x="221" y="31"/>
                  </a:cubicBezTo>
                  <a:cubicBezTo>
                    <a:pt x="222" y="31"/>
                    <a:pt x="222" y="31"/>
                    <a:pt x="222" y="31"/>
                  </a:cubicBezTo>
                  <a:cubicBezTo>
                    <a:pt x="222" y="32"/>
                    <a:pt x="222" y="32"/>
                    <a:pt x="222" y="32"/>
                  </a:cubicBezTo>
                  <a:cubicBezTo>
                    <a:pt x="223" y="32"/>
                    <a:pt x="223" y="32"/>
                    <a:pt x="223" y="32"/>
                  </a:cubicBezTo>
                  <a:cubicBezTo>
                    <a:pt x="223" y="33"/>
                    <a:pt x="223" y="33"/>
                    <a:pt x="223" y="33"/>
                  </a:cubicBezTo>
                  <a:cubicBezTo>
                    <a:pt x="222" y="34"/>
                    <a:pt x="222" y="34"/>
                    <a:pt x="222" y="34"/>
                  </a:cubicBezTo>
                  <a:cubicBezTo>
                    <a:pt x="222" y="35"/>
                    <a:pt x="222" y="35"/>
                    <a:pt x="222" y="35"/>
                  </a:cubicBezTo>
                  <a:cubicBezTo>
                    <a:pt x="222" y="37"/>
                    <a:pt x="222" y="37"/>
                    <a:pt x="222" y="37"/>
                  </a:cubicBezTo>
                  <a:cubicBezTo>
                    <a:pt x="221" y="37"/>
                    <a:pt x="221" y="37"/>
                    <a:pt x="221" y="37"/>
                  </a:cubicBezTo>
                  <a:cubicBezTo>
                    <a:pt x="220" y="38"/>
                    <a:pt x="220" y="38"/>
                    <a:pt x="220" y="38"/>
                  </a:cubicBezTo>
                  <a:cubicBezTo>
                    <a:pt x="219" y="38"/>
                    <a:pt x="219" y="38"/>
                    <a:pt x="219" y="38"/>
                  </a:cubicBezTo>
                  <a:cubicBezTo>
                    <a:pt x="218" y="38"/>
                    <a:pt x="218" y="38"/>
                    <a:pt x="218" y="38"/>
                  </a:cubicBezTo>
                  <a:cubicBezTo>
                    <a:pt x="218" y="37"/>
                    <a:pt x="218" y="37"/>
                    <a:pt x="218" y="37"/>
                  </a:cubicBezTo>
                  <a:cubicBezTo>
                    <a:pt x="217" y="38"/>
                    <a:pt x="217" y="38"/>
                    <a:pt x="217" y="38"/>
                  </a:cubicBezTo>
                  <a:cubicBezTo>
                    <a:pt x="216" y="36"/>
                    <a:pt x="216" y="36"/>
                    <a:pt x="216" y="36"/>
                  </a:cubicBezTo>
                  <a:cubicBezTo>
                    <a:pt x="216" y="36"/>
                    <a:pt x="216" y="36"/>
                    <a:pt x="216" y="36"/>
                  </a:cubicBezTo>
                  <a:cubicBezTo>
                    <a:pt x="215" y="35"/>
                    <a:pt x="215" y="35"/>
                    <a:pt x="215" y="35"/>
                  </a:cubicBezTo>
                  <a:cubicBezTo>
                    <a:pt x="215" y="35"/>
                    <a:pt x="215" y="35"/>
                    <a:pt x="215" y="35"/>
                  </a:cubicBezTo>
                  <a:cubicBezTo>
                    <a:pt x="215" y="36"/>
                    <a:pt x="215" y="36"/>
                    <a:pt x="215" y="36"/>
                  </a:cubicBezTo>
                  <a:cubicBezTo>
                    <a:pt x="214" y="36"/>
                    <a:pt x="214" y="36"/>
                    <a:pt x="214" y="36"/>
                  </a:cubicBezTo>
                  <a:close/>
                  <a:moveTo>
                    <a:pt x="202" y="42"/>
                  </a:moveTo>
                  <a:cubicBezTo>
                    <a:pt x="203" y="42"/>
                    <a:pt x="203" y="42"/>
                    <a:pt x="203" y="42"/>
                  </a:cubicBezTo>
                  <a:cubicBezTo>
                    <a:pt x="203" y="41"/>
                    <a:pt x="203" y="41"/>
                    <a:pt x="203" y="41"/>
                  </a:cubicBezTo>
                  <a:cubicBezTo>
                    <a:pt x="204" y="40"/>
                    <a:pt x="204" y="40"/>
                    <a:pt x="204" y="40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5" y="39"/>
                    <a:pt x="205" y="39"/>
                    <a:pt x="205" y="39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8" y="38"/>
                    <a:pt x="208" y="38"/>
                    <a:pt x="208" y="38"/>
                  </a:cubicBezTo>
                  <a:cubicBezTo>
                    <a:pt x="209" y="38"/>
                    <a:pt x="209" y="38"/>
                    <a:pt x="209" y="38"/>
                  </a:cubicBezTo>
                  <a:cubicBezTo>
                    <a:pt x="210" y="38"/>
                    <a:pt x="210" y="38"/>
                    <a:pt x="210" y="38"/>
                  </a:cubicBezTo>
                  <a:cubicBezTo>
                    <a:pt x="210" y="39"/>
                    <a:pt x="210" y="39"/>
                    <a:pt x="210" y="39"/>
                  </a:cubicBezTo>
                  <a:cubicBezTo>
                    <a:pt x="211" y="39"/>
                    <a:pt x="211" y="39"/>
                    <a:pt x="211" y="39"/>
                  </a:cubicBezTo>
                  <a:cubicBezTo>
                    <a:pt x="212" y="39"/>
                    <a:pt x="212" y="39"/>
                    <a:pt x="212" y="39"/>
                  </a:cubicBezTo>
                  <a:cubicBezTo>
                    <a:pt x="213" y="39"/>
                    <a:pt x="213" y="39"/>
                    <a:pt x="213" y="39"/>
                  </a:cubicBezTo>
                  <a:cubicBezTo>
                    <a:pt x="213" y="39"/>
                    <a:pt x="213" y="39"/>
                    <a:pt x="213" y="39"/>
                  </a:cubicBezTo>
                  <a:cubicBezTo>
                    <a:pt x="214" y="39"/>
                    <a:pt x="214" y="39"/>
                    <a:pt x="214" y="39"/>
                  </a:cubicBezTo>
                  <a:cubicBezTo>
                    <a:pt x="215" y="39"/>
                    <a:pt x="215" y="39"/>
                    <a:pt x="215" y="39"/>
                  </a:cubicBezTo>
                  <a:cubicBezTo>
                    <a:pt x="216" y="40"/>
                    <a:pt x="216" y="40"/>
                    <a:pt x="216" y="40"/>
                  </a:cubicBezTo>
                  <a:cubicBezTo>
                    <a:pt x="217" y="40"/>
                    <a:pt x="217" y="40"/>
                    <a:pt x="217" y="40"/>
                  </a:cubicBezTo>
                  <a:cubicBezTo>
                    <a:pt x="217" y="40"/>
                    <a:pt x="217" y="40"/>
                    <a:pt x="217" y="40"/>
                  </a:cubicBezTo>
                  <a:cubicBezTo>
                    <a:pt x="216" y="41"/>
                    <a:pt x="216" y="41"/>
                    <a:pt x="216" y="41"/>
                  </a:cubicBezTo>
                  <a:cubicBezTo>
                    <a:pt x="215" y="41"/>
                    <a:pt x="215" y="41"/>
                    <a:pt x="215" y="41"/>
                  </a:cubicBezTo>
                  <a:cubicBezTo>
                    <a:pt x="213" y="42"/>
                    <a:pt x="213" y="42"/>
                    <a:pt x="213" y="42"/>
                  </a:cubicBezTo>
                  <a:cubicBezTo>
                    <a:pt x="213" y="42"/>
                    <a:pt x="213" y="42"/>
                    <a:pt x="213" y="42"/>
                  </a:cubicBezTo>
                  <a:cubicBezTo>
                    <a:pt x="211" y="43"/>
                    <a:pt x="211" y="43"/>
                    <a:pt x="211" y="43"/>
                  </a:cubicBezTo>
                  <a:cubicBezTo>
                    <a:pt x="211" y="43"/>
                    <a:pt x="211" y="43"/>
                    <a:pt x="211" y="43"/>
                  </a:cubicBezTo>
                  <a:cubicBezTo>
                    <a:pt x="212" y="43"/>
                    <a:pt x="212" y="43"/>
                    <a:pt x="212" y="43"/>
                  </a:cubicBezTo>
                  <a:cubicBezTo>
                    <a:pt x="213" y="43"/>
                    <a:pt x="213" y="43"/>
                    <a:pt x="213" y="43"/>
                  </a:cubicBezTo>
                  <a:cubicBezTo>
                    <a:pt x="213" y="44"/>
                    <a:pt x="213" y="44"/>
                    <a:pt x="213" y="44"/>
                  </a:cubicBezTo>
                  <a:cubicBezTo>
                    <a:pt x="212" y="45"/>
                    <a:pt x="212" y="45"/>
                    <a:pt x="212" y="45"/>
                  </a:cubicBezTo>
                  <a:cubicBezTo>
                    <a:pt x="212" y="46"/>
                    <a:pt x="212" y="46"/>
                    <a:pt x="212" y="46"/>
                  </a:cubicBezTo>
                  <a:cubicBezTo>
                    <a:pt x="211" y="46"/>
                    <a:pt x="211" y="46"/>
                    <a:pt x="211" y="46"/>
                  </a:cubicBezTo>
                  <a:cubicBezTo>
                    <a:pt x="211" y="46"/>
                    <a:pt x="211" y="46"/>
                    <a:pt x="211" y="46"/>
                  </a:cubicBezTo>
                  <a:cubicBezTo>
                    <a:pt x="210" y="47"/>
                    <a:pt x="210" y="47"/>
                    <a:pt x="210" y="47"/>
                  </a:cubicBezTo>
                  <a:cubicBezTo>
                    <a:pt x="209" y="47"/>
                    <a:pt x="209" y="47"/>
                    <a:pt x="209" y="47"/>
                  </a:cubicBezTo>
                  <a:cubicBezTo>
                    <a:pt x="208" y="47"/>
                    <a:pt x="208" y="47"/>
                    <a:pt x="208" y="47"/>
                  </a:cubicBezTo>
                  <a:cubicBezTo>
                    <a:pt x="207" y="47"/>
                    <a:pt x="207" y="47"/>
                    <a:pt x="207" y="47"/>
                  </a:cubicBezTo>
                  <a:cubicBezTo>
                    <a:pt x="207" y="47"/>
                    <a:pt x="207" y="47"/>
                    <a:pt x="207" y="47"/>
                  </a:cubicBezTo>
                  <a:cubicBezTo>
                    <a:pt x="206" y="47"/>
                    <a:pt x="206" y="47"/>
                    <a:pt x="206" y="47"/>
                  </a:cubicBezTo>
                  <a:cubicBezTo>
                    <a:pt x="205" y="47"/>
                    <a:pt x="205" y="47"/>
                    <a:pt x="205" y="47"/>
                  </a:cubicBezTo>
                  <a:cubicBezTo>
                    <a:pt x="204" y="47"/>
                    <a:pt x="204" y="47"/>
                    <a:pt x="204" y="47"/>
                  </a:cubicBezTo>
                  <a:cubicBezTo>
                    <a:pt x="204" y="46"/>
                    <a:pt x="204" y="46"/>
                    <a:pt x="204" y="46"/>
                  </a:cubicBezTo>
                  <a:cubicBezTo>
                    <a:pt x="204" y="46"/>
                    <a:pt x="204" y="46"/>
                    <a:pt x="204" y="46"/>
                  </a:cubicBezTo>
                  <a:cubicBezTo>
                    <a:pt x="204" y="45"/>
                    <a:pt x="204" y="45"/>
                    <a:pt x="204" y="45"/>
                  </a:cubicBezTo>
                  <a:cubicBezTo>
                    <a:pt x="203" y="44"/>
                    <a:pt x="203" y="44"/>
                    <a:pt x="203" y="44"/>
                  </a:cubicBezTo>
                  <a:cubicBezTo>
                    <a:pt x="202" y="44"/>
                    <a:pt x="202" y="44"/>
                    <a:pt x="202" y="44"/>
                  </a:cubicBezTo>
                  <a:cubicBezTo>
                    <a:pt x="202" y="43"/>
                    <a:pt x="202" y="43"/>
                    <a:pt x="202" y="43"/>
                  </a:cubicBezTo>
                  <a:cubicBezTo>
                    <a:pt x="202" y="42"/>
                    <a:pt x="202" y="42"/>
                    <a:pt x="202" y="42"/>
                  </a:cubicBezTo>
                  <a:close/>
                  <a:moveTo>
                    <a:pt x="201" y="40"/>
                  </a:moveTo>
                  <a:cubicBezTo>
                    <a:pt x="201" y="40"/>
                    <a:pt x="201" y="40"/>
                    <a:pt x="201" y="40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4" y="36"/>
                    <a:pt x="204" y="36"/>
                    <a:pt x="204" y="36"/>
                  </a:cubicBezTo>
                  <a:cubicBezTo>
                    <a:pt x="203" y="36"/>
                    <a:pt x="203" y="36"/>
                    <a:pt x="203" y="36"/>
                  </a:cubicBezTo>
                  <a:cubicBezTo>
                    <a:pt x="203" y="36"/>
                    <a:pt x="203" y="36"/>
                    <a:pt x="203" y="36"/>
                  </a:cubicBezTo>
                  <a:cubicBezTo>
                    <a:pt x="202" y="35"/>
                    <a:pt x="202" y="35"/>
                    <a:pt x="202" y="35"/>
                  </a:cubicBezTo>
                  <a:cubicBezTo>
                    <a:pt x="201" y="36"/>
                    <a:pt x="201" y="36"/>
                    <a:pt x="201" y="36"/>
                  </a:cubicBezTo>
                  <a:cubicBezTo>
                    <a:pt x="201" y="36"/>
                    <a:pt x="201" y="36"/>
                    <a:pt x="201" y="36"/>
                  </a:cubicBezTo>
                  <a:cubicBezTo>
                    <a:pt x="200" y="37"/>
                    <a:pt x="200" y="37"/>
                    <a:pt x="200" y="37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1" y="40"/>
                    <a:pt x="201" y="40"/>
                    <a:pt x="201" y="40"/>
                  </a:cubicBezTo>
                  <a:close/>
                  <a:moveTo>
                    <a:pt x="276" y="99"/>
                  </a:moveTo>
                  <a:cubicBezTo>
                    <a:pt x="277" y="99"/>
                    <a:pt x="277" y="99"/>
                    <a:pt x="277" y="99"/>
                  </a:cubicBezTo>
                  <a:cubicBezTo>
                    <a:pt x="277" y="99"/>
                    <a:pt x="277" y="99"/>
                    <a:pt x="277" y="99"/>
                  </a:cubicBezTo>
                  <a:cubicBezTo>
                    <a:pt x="278" y="99"/>
                    <a:pt x="278" y="99"/>
                    <a:pt x="278" y="99"/>
                  </a:cubicBezTo>
                  <a:cubicBezTo>
                    <a:pt x="278" y="99"/>
                    <a:pt x="278" y="99"/>
                    <a:pt x="278" y="99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2" y="99"/>
                    <a:pt x="282" y="99"/>
                    <a:pt x="282" y="99"/>
                  </a:cubicBezTo>
                  <a:cubicBezTo>
                    <a:pt x="283" y="99"/>
                    <a:pt x="283" y="99"/>
                    <a:pt x="283" y="99"/>
                  </a:cubicBezTo>
                  <a:cubicBezTo>
                    <a:pt x="284" y="99"/>
                    <a:pt x="284" y="99"/>
                    <a:pt x="284" y="99"/>
                  </a:cubicBezTo>
                  <a:cubicBezTo>
                    <a:pt x="284" y="100"/>
                    <a:pt x="284" y="100"/>
                    <a:pt x="284" y="100"/>
                  </a:cubicBezTo>
                  <a:cubicBezTo>
                    <a:pt x="285" y="99"/>
                    <a:pt x="285" y="99"/>
                    <a:pt x="285" y="99"/>
                  </a:cubicBezTo>
                  <a:cubicBezTo>
                    <a:pt x="285" y="99"/>
                    <a:pt x="285" y="99"/>
                    <a:pt x="285" y="99"/>
                  </a:cubicBezTo>
                  <a:cubicBezTo>
                    <a:pt x="285" y="98"/>
                    <a:pt x="285" y="98"/>
                    <a:pt x="285" y="98"/>
                  </a:cubicBezTo>
                  <a:cubicBezTo>
                    <a:pt x="286" y="98"/>
                    <a:pt x="286" y="98"/>
                    <a:pt x="286" y="98"/>
                  </a:cubicBezTo>
                  <a:cubicBezTo>
                    <a:pt x="286" y="97"/>
                    <a:pt x="286" y="97"/>
                    <a:pt x="286" y="97"/>
                  </a:cubicBezTo>
                  <a:cubicBezTo>
                    <a:pt x="285" y="96"/>
                    <a:pt x="285" y="96"/>
                    <a:pt x="285" y="96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86" y="96"/>
                    <a:pt x="286" y="96"/>
                    <a:pt x="286" y="96"/>
                  </a:cubicBezTo>
                  <a:cubicBezTo>
                    <a:pt x="286" y="96"/>
                    <a:pt x="286" y="96"/>
                    <a:pt x="286" y="96"/>
                  </a:cubicBezTo>
                  <a:cubicBezTo>
                    <a:pt x="287" y="97"/>
                    <a:pt x="287" y="97"/>
                    <a:pt x="287" y="97"/>
                  </a:cubicBezTo>
                  <a:cubicBezTo>
                    <a:pt x="287" y="97"/>
                    <a:pt x="287" y="97"/>
                    <a:pt x="287" y="97"/>
                  </a:cubicBezTo>
                  <a:cubicBezTo>
                    <a:pt x="288" y="97"/>
                    <a:pt x="288" y="97"/>
                    <a:pt x="288" y="97"/>
                  </a:cubicBezTo>
                  <a:cubicBezTo>
                    <a:pt x="288" y="97"/>
                    <a:pt x="288" y="97"/>
                    <a:pt x="288" y="97"/>
                  </a:cubicBezTo>
                  <a:cubicBezTo>
                    <a:pt x="289" y="97"/>
                    <a:pt x="289" y="97"/>
                    <a:pt x="289" y="97"/>
                  </a:cubicBezTo>
                  <a:cubicBezTo>
                    <a:pt x="289" y="97"/>
                    <a:pt x="289" y="97"/>
                    <a:pt x="289" y="97"/>
                  </a:cubicBezTo>
                  <a:cubicBezTo>
                    <a:pt x="289" y="96"/>
                    <a:pt x="289" y="96"/>
                    <a:pt x="289" y="96"/>
                  </a:cubicBezTo>
                  <a:cubicBezTo>
                    <a:pt x="289" y="95"/>
                    <a:pt x="289" y="95"/>
                    <a:pt x="289" y="95"/>
                  </a:cubicBezTo>
                  <a:cubicBezTo>
                    <a:pt x="288" y="95"/>
                    <a:pt x="288" y="95"/>
                    <a:pt x="288" y="95"/>
                  </a:cubicBezTo>
                  <a:cubicBezTo>
                    <a:pt x="287" y="95"/>
                    <a:pt x="287" y="95"/>
                    <a:pt x="287" y="95"/>
                  </a:cubicBezTo>
                  <a:cubicBezTo>
                    <a:pt x="286" y="95"/>
                    <a:pt x="286" y="95"/>
                    <a:pt x="286" y="95"/>
                  </a:cubicBezTo>
                  <a:cubicBezTo>
                    <a:pt x="286" y="95"/>
                    <a:pt x="286" y="95"/>
                    <a:pt x="286" y="95"/>
                  </a:cubicBezTo>
                  <a:cubicBezTo>
                    <a:pt x="286" y="94"/>
                    <a:pt x="286" y="94"/>
                    <a:pt x="286" y="94"/>
                  </a:cubicBezTo>
                  <a:cubicBezTo>
                    <a:pt x="287" y="94"/>
                    <a:pt x="287" y="94"/>
                    <a:pt x="287" y="94"/>
                  </a:cubicBezTo>
                  <a:cubicBezTo>
                    <a:pt x="288" y="94"/>
                    <a:pt x="288" y="94"/>
                    <a:pt x="288" y="94"/>
                  </a:cubicBezTo>
                  <a:cubicBezTo>
                    <a:pt x="288" y="93"/>
                    <a:pt x="288" y="93"/>
                    <a:pt x="288" y="93"/>
                  </a:cubicBezTo>
                  <a:cubicBezTo>
                    <a:pt x="289" y="94"/>
                    <a:pt x="289" y="94"/>
                    <a:pt x="289" y="94"/>
                  </a:cubicBezTo>
                  <a:cubicBezTo>
                    <a:pt x="289" y="94"/>
                    <a:pt x="289" y="94"/>
                    <a:pt x="289" y="94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0" y="92"/>
                    <a:pt x="290" y="92"/>
                    <a:pt x="290" y="92"/>
                  </a:cubicBezTo>
                  <a:cubicBezTo>
                    <a:pt x="290" y="91"/>
                    <a:pt x="290" y="91"/>
                    <a:pt x="290" y="91"/>
                  </a:cubicBezTo>
                  <a:cubicBezTo>
                    <a:pt x="290" y="91"/>
                    <a:pt x="290" y="91"/>
                    <a:pt x="290" y="91"/>
                  </a:cubicBezTo>
                  <a:cubicBezTo>
                    <a:pt x="291" y="91"/>
                    <a:pt x="291" y="91"/>
                    <a:pt x="291" y="91"/>
                  </a:cubicBezTo>
                  <a:cubicBezTo>
                    <a:pt x="289" y="91"/>
                    <a:pt x="289" y="91"/>
                    <a:pt x="289" y="91"/>
                  </a:cubicBezTo>
                  <a:cubicBezTo>
                    <a:pt x="289" y="91"/>
                    <a:pt x="289" y="91"/>
                    <a:pt x="289" y="91"/>
                  </a:cubicBezTo>
                  <a:cubicBezTo>
                    <a:pt x="289" y="90"/>
                    <a:pt x="289" y="90"/>
                    <a:pt x="289" y="90"/>
                  </a:cubicBezTo>
                  <a:cubicBezTo>
                    <a:pt x="289" y="90"/>
                    <a:pt x="289" y="90"/>
                    <a:pt x="289" y="90"/>
                  </a:cubicBezTo>
                  <a:cubicBezTo>
                    <a:pt x="290" y="89"/>
                    <a:pt x="290" y="89"/>
                    <a:pt x="290" y="89"/>
                  </a:cubicBezTo>
                  <a:cubicBezTo>
                    <a:pt x="289" y="89"/>
                    <a:pt x="289" y="89"/>
                    <a:pt x="289" y="89"/>
                  </a:cubicBezTo>
                  <a:cubicBezTo>
                    <a:pt x="287" y="89"/>
                    <a:pt x="287" y="89"/>
                    <a:pt x="287" y="89"/>
                  </a:cubicBezTo>
                  <a:cubicBezTo>
                    <a:pt x="287" y="88"/>
                    <a:pt x="287" y="88"/>
                    <a:pt x="287" y="88"/>
                  </a:cubicBezTo>
                  <a:cubicBezTo>
                    <a:pt x="287" y="88"/>
                    <a:pt x="287" y="88"/>
                    <a:pt x="287" y="88"/>
                  </a:cubicBezTo>
                  <a:cubicBezTo>
                    <a:pt x="287" y="88"/>
                    <a:pt x="287" y="88"/>
                    <a:pt x="287" y="88"/>
                  </a:cubicBezTo>
                  <a:cubicBezTo>
                    <a:pt x="287" y="87"/>
                    <a:pt x="287" y="87"/>
                    <a:pt x="287" y="87"/>
                  </a:cubicBezTo>
                  <a:cubicBezTo>
                    <a:pt x="286" y="86"/>
                    <a:pt x="286" y="86"/>
                    <a:pt x="286" y="86"/>
                  </a:cubicBezTo>
                  <a:cubicBezTo>
                    <a:pt x="285" y="86"/>
                    <a:pt x="285" y="86"/>
                    <a:pt x="285" y="86"/>
                  </a:cubicBezTo>
                  <a:cubicBezTo>
                    <a:pt x="284" y="86"/>
                    <a:pt x="284" y="86"/>
                    <a:pt x="284" y="86"/>
                  </a:cubicBezTo>
                  <a:cubicBezTo>
                    <a:pt x="283" y="86"/>
                    <a:pt x="283" y="86"/>
                    <a:pt x="283" y="86"/>
                  </a:cubicBezTo>
                  <a:cubicBezTo>
                    <a:pt x="282" y="87"/>
                    <a:pt x="282" y="87"/>
                    <a:pt x="282" y="87"/>
                  </a:cubicBezTo>
                  <a:cubicBezTo>
                    <a:pt x="280" y="86"/>
                    <a:pt x="280" y="86"/>
                    <a:pt x="280" y="86"/>
                  </a:cubicBezTo>
                  <a:cubicBezTo>
                    <a:pt x="280" y="85"/>
                    <a:pt x="280" y="85"/>
                    <a:pt x="280" y="85"/>
                  </a:cubicBezTo>
                  <a:cubicBezTo>
                    <a:pt x="279" y="85"/>
                    <a:pt x="279" y="85"/>
                    <a:pt x="279" y="85"/>
                  </a:cubicBezTo>
                  <a:cubicBezTo>
                    <a:pt x="279" y="85"/>
                    <a:pt x="279" y="85"/>
                    <a:pt x="279" y="85"/>
                  </a:cubicBezTo>
                  <a:cubicBezTo>
                    <a:pt x="278" y="85"/>
                    <a:pt x="278" y="85"/>
                    <a:pt x="278" y="85"/>
                  </a:cubicBezTo>
                  <a:cubicBezTo>
                    <a:pt x="278" y="85"/>
                    <a:pt x="278" y="85"/>
                    <a:pt x="278" y="85"/>
                  </a:cubicBezTo>
                  <a:cubicBezTo>
                    <a:pt x="277" y="85"/>
                    <a:pt x="277" y="85"/>
                    <a:pt x="277" y="85"/>
                  </a:cubicBezTo>
                  <a:cubicBezTo>
                    <a:pt x="276" y="86"/>
                    <a:pt x="276" y="86"/>
                    <a:pt x="276" y="86"/>
                  </a:cubicBezTo>
                  <a:cubicBezTo>
                    <a:pt x="276" y="86"/>
                    <a:pt x="276" y="86"/>
                    <a:pt x="276" y="86"/>
                  </a:cubicBezTo>
                  <a:cubicBezTo>
                    <a:pt x="275" y="85"/>
                    <a:pt x="275" y="85"/>
                    <a:pt x="275" y="85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3" y="86"/>
                    <a:pt x="273" y="86"/>
                    <a:pt x="273" y="86"/>
                  </a:cubicBezTo>
                  <a:cubicBezTo>
                    <a:pt x="273" y="86"/>
                    <a:pt x="273" y="86"/>
                    <a:pt x="273" y="86"/>
                  </a:cubicBezTo>
                  <a:cubicBezTo>
                    <a:pt x="273" y="87"/>
                    <a:pt x="273" y="87"/>
                    <a:pt x="273" y="87"/>
                  </a:cubicBezTo>
                  <a:cubicBezTo>
                    <a:pt x="273" y="86"/>
                    <a:pt x="273" y="86"/>
                    <a:pt x="273" y="86"/>
                  </a:cubicBezTo>
                  <a:cubicBezTo>
                    <a:pt x="273" y="86"/>
                    <a:pt x="273" y="86"/>
                    <a:pt x="273" y="86"/>
                  </a:cubicBezTo>
                  <a:cubicBezTo>
                    <a:pt x="272" y="86"/>
                    <a:pt x="272" y="86"/>
                    <a:pt x="272" y="86"/>
                  </a:cubicBezTo>
                  <a:cubicBezTo>
                    <a:pt x="270" y="86"/>
                    <a:pt x="270" y="86"/>
                    <a:pt x="270" y="86"/>
                  </a:cubicBezTo>
                  <a:cubicBezTo>
                    <a:pt x="270" y="86"/>
                    <a:pt x="270" y="86"/>
                    <a:pt x="270" y="86"/>
                  </a:cubicBezTo>
                  <a:cubicBezTo>
                    <a:pt x="270" y="86"/>
                    <a:pt x="270" y="86"/>
                    <a:pt x="270" y="86"/>
                  </a:cubicBezTo>
                  <a:cubicBezTo>
                    <a:pt x="270" y="87"/>
                    <a:pt x="270" y="87"/>
                    <a:pt x="270" y="87"/>
                  </a:cubicBezTo>
                  <a:cubicBezTo>
                    <a:pt x="271" y="88"/>
                    <a:pt x="271" y="88"/>
                    <a:pt x="271" y="88"/>
                  </a:cubicBezTo>
                  <a:cubicBezTo>
                    <a:pt x="270" y="87"/>
                    <a:pt x="270" y="87"/>
                    <a:pt x="270" y="87"/>
                  </a:cubicBezTo>
                  <a:cubicBezTo>
                    <a:pt x="270" y="87"/>
                    <a:pt x="270" y="87"/>
                    <a:pt x="270" y="87"/>
                  </a:cubicBezTo>
                  <a:cubicBezTo>
                    <a:pt x="269" y="87"/>
                    <a:pt x="269" y="87"/>
                    <a:pt x="269" y="87"/>
                  </a:cubicBezTo>
                  <a:cubicBezTo>
                    <a:pt x="268" y="87"/>
                    <a:pt x="268" y="87"/>
                    <a:pt x="268" y="87"/>
                  </a:cubicBezTo>
                  <a:cubicBezTo>
                    <a:pt x="267" y="87"/>
                    <a:pt x="267" y="87"/>
                    <a:pt x="267" y="87"/>
                  </a:cubicBezTo>
                  <a:cubicBezTo>
                    <a:pt x="268" y="86"/>
                    <a:pt x="268" y="86"/>
                    <a:pt x="268" y="86"/>
                  </a:cubicBezTo>
                  <a:cubicBezTo>
                    <a:pt x="268" y="86"/>
                    <a:pt x="268" y="86"/>
                    <a:pt x="268" y="86"/>
                  </a:cubicBezTo>
                  <a:cubicBezTo>
                    <a:pt x="267" y="85"/>
                    <a:pt x="267" y="85"/>
                    <a:pt x="267" y="85"/>
                  </a:cubicBezTo>
                  <a:cubicBezTo>
                    <a:pt x="267" y="84"/>
                    <a:pt x="267" y="84"/>
                    <a:pt x="267" y="84"/>
                  </a:cubicBezTo>
                  <a:cubicBezTo>
                    <a:pt x="267" y="84"/>
                    <a:pt x="267" y="84"/>
                    <a:pt x="267" y="84"/>
                  </a:cubicBezTo>
                  <a:cubicBezTo>
                    <a:pt x="266" y="84"/>
                    <a:pt x="266" y="84"/>
                    <a:pt x="266" y="84"/>
                  </a:cubicBezTo>
                  <a:cubicBezTo>
                    <a:pt x="266" y="85"/>
                    <a:pt x="266" y="85"/>
                    <a:pt x="266" y="85"/>
                  </a:cubicBezTo>
                  <a:cubicBezTo>
                    <a:pt x="266" y="85"/>
                    <a:pt x="266" y="85"/>
                    <a:pt x="266" y="85"/>
                  </a:cubicBezTo>
                  <a:cubicBezTo>
                    <a:pt x="265" y="85"/>
                    <a:pt x="265" y="85"/>
                    <a:pt x="265" y="85"/>
                  </a:cubicBezTo>
                  <a:cubicBezTo>
                    <a:pt x="266" y="85"/>
                    <a:pt x="266" y="85"/>
                    <a:pt x="266" y="85"/>
                  </a:cubicBezTo>
                  <a:cubicBezTo>
                    <a:pt x="266" y="84"/>
                    <a:pt x="266" y="84"/>
                    <a:pt x="266" y="84"/>
                  </a:cubicBezTo>
                  <a:cubicBezTo>
                    <a:pt x="265" y="84"/>
                    <a:pt x="265" y="84"/>
                    <a:pt x="265" y="84"/>
                  </a:cubicBezTo>
                  <a:cubicBezTo>
                    <a:pt x="264" y="84"/>
                    <a:pt x="264" y="84"/>
                    <a:pt x="264" y="84"/>
                  </a:cubicBezTo>
                  <a:cubicBezTo>
                    <a:pt x="264" y="84"/>
                    <a:pt x="264" y="84"/>
                    <a:pt x="264" y="84"/>
                  </a:cubicBezTo>
                  <a:cubicBezTo>
                    <a:pt x="264" y="84"/>
                    <a:pt x="264" y="84"/>
                    <a:pt x="264" y="84"/>
                  </a:cubicBezTo>
                  <a:cubicBezTo>
                    <a:pt x="264" y="83"/>
                    <a:pt x="264" y="83"/>
                    <a:pt x="264" y="83"/>
                  </a:cubicBezTo>
                  <a:cubicBezTo>
                    <a:pt x="264" y="82"/>
                    <a:pt x="264" y="82"/>
                    <a:pt x="264" y="82"/>
                  </a:cubicBezTo>
                  <a:cubicBezTo>
                    <a:pt x="263" y="83"/>
                    <a:pt x="263" y="83"/>
                    <a:pt x="263" y="83"/>
                  </a:cubicBezTo>
                  <a:cubicBezTo>
                    <a:pt x="262" y="84"/>
                    <a:pt x="262" y="84"/>
                    <a:pt x="262" y="84"/>
                  </a:cubicBezTo>
                  <a:cubicBezTo>
                    <a:pt x="262" y="85"/>
                    <a:pt x="262" y="85"/>
                    <a:pt x="262" y="85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84"/>
                    <a:pt x="261" y="84"/>
                    <a:pt x="261" y="84"/>
                  </a:cubicBezTo>
                  <a:cubicBezTo>
                    <a:pt x="261" y="83"/>
                    <a:pt x="261" y="83"/>
                    <a:pt x="261" y="83"/>
                  </a:cubicBezTo>
                  <a:cubicBezTo>
                    <a:pt x="261" y="83"/>
                    <a:pt x="261" y="83"/>
                    <a:pt x="261" y="83"/>
                  </a:cubicBezTo>
                  <a:cubicBezTo>
                    <a:pt x="262" y="82"/>
                    <a:pt x="262" y="82"/>
                    <a:pt x="262" y="82"/>
                  </a:cubicBezTo>
                  <a:cubicBezTo>
                    <a:pt x="261" y="81"/>
                    <a:pt x="261" y="81"/>
                    <a:pt x="261" y="81"/>
                  </a:cubicBezTo>
                  <a:cubicBezTo>
                    <a:pt x="260" y="81"/>
                    <a:pt x="260" y="81"/>
                    <a:pt x="260" y="81"/>
                  </a:cubicBezTo>
                  <a:cubicBezTo>
                    <a:pt x="260" y="81"/>
                    <a:pt x="260" y="81"/>
                    <a:pt x="260" y="81"/>
                  </a:cubicBezTo>
                  <a:cubicBezTo>
                    <a:pt x="261" y="81"/>
                    <a:pt x="261" y="81"/>
                    <a:pt x="261" y="81"/>
                  </a:cubicBezTo>
                  <a:cubicBezTo>
                    <a:pt x="261" y="80"/>
                    <a:pt x="261" y="80"/>
                    <a:pt x="261" y="80"/>
                  </a:cubicBezTo>
                  <a:cubicBezTo>
                    <a:pt x="261" y="79"/>
                    <a:pt x="261" y="79"/>
                    <a:pt x="261" y="79"/>
                  </a:cubicBezTo>
                  <a:cubicBezTo>
                    <a:pt x="261" y="79"/>
                    <a:pt x="261" y="79"/>
                    <a:pt x="261" y="79"/>
                  </a:cubicBezTo>
                  <a:cubicBezTo>
                    <a:pt x="260" y="79"/>
                    <a:pt x="260" y="79"/>
                    <a:pt x="260" y="79"/>
                  </a:cubicBezTo>
                  <a:cubicBezTo>
                    <a:pt x="260" y="79"/>
                    <a:pt x="260" y="79"/>
                    <a:pt x="260" y="79"/>
                  </a:cubicBezTo>
                  <a:cubicBezTo>
                    <a:pt x="259" y="79"/>
                    <a:pt x="259" y="79"/>
                    <a:pt x="259" y="79"/>
                  </a:cubicBezTo>
                  <a:cubicBezTo>
                    <a:pt x="259" y="79"/>
                    <a:pt x="259" y="79"/>
                    <a:pt x="259" y="79"/>
                  </a:cubicBezTo>
                  <a:cubicBezTo>
                    <a:pt x="259" y="79"/>
                    <a:pt x="259" y="79"/>
                    <a:pt x="259" y="79"/>
                  </a:cubicBezTo>
                  <a:cubicBezTo>
                    <a:pt x="258" y="79"/>
                    <a:pt x="258" y="79"/>
                    <a:pt x="258" y="79"/>
                  </a:cubicBezTo>
                  <a:cubicBezTo>
                    <a:pt x="258" y="79"/>
                    <a:pt x="258" y="79"/>
                    <a:pt x="258" y="79"/>
                  </a:cubicBezTo>
                  <a:cubicBezTo>
                    <a:pt x="257" y="79"/>
                    <a:pt x="257" y="79"/>
                    <a:pt x="257" y="79"/>
                  </a:cubicBezTo>
                  <a:cubicBezTo>
                    <a:pt x="257" y="79"/>
                    <a:pt x="257" y="79"/>
                    <a:pt x="257" y="79"/>
                  </a:cubicBezTo>
                  <a:cubicBezTo>
                    <a:pt x="257" y="79"/>
                    <a:pt x="257" y="79"/>
                    <a:pt x="257" y="79"/>
                  </a:cubicBezTo>
                  <a:cubicBezTo>
                    <a:pt x="258" y="78"/>
                    <a:pt x="258" y="78"/>
                    <a:pt x="258" y="78"/>
                  </a:cubicBezTo>
                  <a:cubicBezTo>
                    <a:pt x="258" y="77"/>
                    <a:pt x="258" y="77"/>
                    <a:pt x="258" y="77"/>
                  </a:cubicBezTo>
                  <a:cubicBezTo>
                    <a:pt x="259" y="77"/>
                    <a:pt x="259" y="77"/>
                    <a:pt x="259" y="77"/>
                  </a:cubicBezTo>
                  <a:cubicBezTo>
                    <a:pt x="259" y="78"/>
                    <a:pt x="259" y="78"/>
                    <a:pt x="259" y="78"/>
                  </a:cubicBezTo>
                  <a:cubicBezTo>
                    <a:pt x="261" y="78"/>
                    <a:pt x="261" y="78"/>
                    <a:pt x="261" y="78"/>
                  </a:cubicBezTo>
                  <a:cubicBezTo>
                    <a:pt x="260" y="78"/>
                    <a:pt x="260" y="78"/>
                    <a:pt x="260" y="78"/>
                  </a:cubicBezTo>
                  <a:cubicBezTo>
                    <a:pt x="260" y="77"/>
                    <a:pt x="260" y="77"/>
                    <a:pt x="260" y="77"/>
                  </a:cubicBezTo>
                  <a:cubicBezTo>
                    <a:pt x="259" y="77"/>
                    <a:pt x="259" y="77"/>
                    <a:pt x="259" y="77"/>
                  </a:cubicBezTo>
                  <a:cubicBezTo>
                    <a:pt x="259" y="77"/>
                    <a:pt x="259" y="77"/>
                    <a:pt x="259" y="77"/>
                  </a:cubicBezTo>
                  <a:cubicBezTo>
                    <a:pt x="258" y="76"/>
                    <a:pt x="258" y="76"/>
                    <a:pt x="258" y="76"/>
                  </a:cubicBezTo>
                  <a:cubicBezTo>
                    <a:pt x="257" y="75"/>
                    <a:pt x="257" y="75"/>
                    <a:pt x="257" y="75"/>
                  </a:cubicBezTo>
                  <a:cubicBezTo>
                    <a:pt x="258" y="75"/>
                    <a:pt x="258" y="75"/>
                    <a:pt x="258" y="75"/>
                  </a:cubicBezTo>
                  <a:cubicBezTo>
                    <a:pt x="258" y="75"/>
                    <a:pt x="258" y="75"/>
                    <a:pt x="258" y="75"/>
                  </a:cubicBezTo>
                  <a:cubicBezTo>
                    <a:pt x="258" y="75"/>
                    <a:pt x="258" y="75"/>
                    <a:pt x="258" y="75"/>
                  </a:cubicBezTo>
                  <a:cubicBezTo>
                    <a:pt x="259" y="75"/>
                    <a:pt x="259" y="75"/>
                    <a:pt x="259" y="75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1" y="77"/>
                    <a:pt x="261" y="77"/>
                    <a:pt x="261" y="77"/>
                  </a:cubicBezTo>
                  <a:cubicBezTo>
                    <a:pt x="262" y="77"/>
                    <a:pt x="262" y="77"/>
                    <a:pt x="262" y="77"/>
                  </a:cubicBezTo>
                  <a:cubicBezTo>
                    <a:pt x="262" y="77"/>
                    <a:pt x="262" y="77"/>
                    <a:pt x="262" y="77"/>
                  </a:cubicBezTo>
                  <a:cubicBezTo>
                    <a:pt x="264" y="77"/>
                    <a:pt x="264" y="77"/>
                    <a:pt x="264" y="77"/>
                  </a:cubicBezTo>
                  <a:cubicBezTo>
                    <a:pt x="265" y="77"/>
                    <a:pt x="265" y="77"/>
                    <a:pt x="265" y="77"/>
                  </a:cubicBezTo>
                  <a:cubicBezTo>
                    <a:pt x="265" y="77"/>
                    <a:pt x="265" y="77"/>
                    <a:pt x="265" y="77"/>
                  </a:cubicBezTo>
                  <a:cubicBezTo>
                    <a:pt x="265" y="76"/>
                    <a:pt x="265" y="76"/>
                    <a:pt x="265" y="76"/>
                  </a:cubicBezTo>
                  <a:cubicBezTo>
                    <a:pt x="263" y="75"/>
                    <a:pt x="263" y="75"/>
                    <a:pt x="263" y="75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1" y="73"/>
                    <a:pt x="261" y="73"/>
                    <a:pt x="261" y="73"/>
                  </a:cubicBezTo>
                  <a:cubicBezTo>
                    <a:pt x="261" y="73"/>
                    <a:pt x="261" y="73"/>
                    <a:pt x="261" y="73"/>
                  </a:cubicBezTo>
                  <a:cubicBezTo>
                    <a:pt x="260" y="73"/>
                    <a:pt x="260" y="73"/>
                    <a:pt x="260" y="73"/>
                  </a:cubicBezTo>
                  <a:cubicBezTo>
                    <a:pt x="260" y="72"/>
                    <a:pt x="260" y="72"/>
                    <a:pt x="260" y="72"/>
                  </a:cubicBezTo>
                  <a:cubicBezTo>
                    <a:pt x="260" y="72"/>
                    <a:pt x="260" y="72"/>
                    <a:pt x="260" y="72"/>
                  </a:cubicBezTo>
                  <a:cubicBezTo>
                    <a:pt x="261" y="72"/>
                    <a:pt x="261" y="72"/>
                    <a:pt x="261" y="72"/>
                  </a:cubicBezTo>
                  <a:cubicBezTo>
                    <a:pt x="261" y="73"/>
                    <a:pt x="261" y="73"/>
                    <a:pt x="261" y="73"/>
                  </a:cubicBezTo>
                  <a:cubicBezTo>
                    <a:pt x="262" y="73"/>
                    <a:pt x="262" y="73"/>
                    <a:pt x="262" y="73"/>
                  </a:cubicBezTo>
                  <a:cubicBezTo>
                    <a:pt x="262" y="73"/>
                    <a:pt x="262" y="73"/>
                    <a:pt x="262" y="73"/>
                  </a:cubicBezTo>
                  <a:cubicBezTo>
                    <a:pt x="263" y="73"/>
                    <a:pt x="263" y="73"/>
                    <a:pt x="263" y="73"/>
                  </a:cubicBezTo>
                  <a:cubicBezTo>
                    <a:pt x="263" y="73"/>
                    <a:pt x="263" y="73"/>
                    <a:pt x="263" y="73"/>
                  </a:cubicBezTo>
                  <a:cubicBezTo>
                    <a:pt x="263" y="71"/>
                    <a:pt x="263" y="71"/>
                    <a:pt x="263" y="71"/>
                  </a:cubicBezTo>
                  <a:cubicBezTo>
                    <a:pt x="262" y="70"/>
                    <a:pt x="262" y="70"/>
                    <a:pt x="262" y="70"/>
                  </a:cubicBezTo>
                  <a:cubicBezTo>
                    <a:pt x="261" y="70"/>
                    <a:pt x="261" y="70"/>
                    <a:pt x="261" y="70"/>
                  </a:cubicBezTo>
                  <a:cubicBezTo>
                    <a:pt x="261" y="70"/>
                    <a:pt x="261" y="70"/>
                    <a:pt x="261" y="70"/>
                  </a:cubicBezTo>
                  <a:cubicBezTo>
                    <a:pt x="260" y="70"/>
                    <a:pt x="260" y="70"/>
                    <a:pt x="260" y="70"/>
                  </a:cubicBezTo>
                  <a:cubicBezTo>
                    <a:pt x="259" y="71"/>
                    <a:pt x="259" y="71"/>
                    <a:pt x="259" y="71"/>
                  </a:cubicBezTo>
                  <a:cubicBezTo>
                    <a:pt x="258" y="71"/>
                    <a:pt x="258" y="71"/>
                    <a:pt x="258" y="71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6" y="70"/>
                    <a:pt x="256" y="70"/>
                    <a:pt x="256" y="70"/>
                  </a:cubicBezTo>
                  <a:cubicBezTo>
                    <a:pt x="255" y="71"/>
                    <a:pt x="255" y="71"/>
                    <a:pt x="255" y="71"/>
                  </a:cubicBezTo>
                  <a:cubicBezTo>
                    <a:pt x="254" y="71"/>
                    <a:pt x="254" y="71"/>
                    <a:pt x="254" y="71"/>
                  </a:cubicBezTo>
                  <a:cubicBezTo>
                    <a:pt x="254" y="72"/>
                    <a:pt x="254" y="72"/>
                    <a:pt x="254" y="72"/>
                  </a:cubicBezTo>
                  <a:cubicBezTo>
                    <a:pt x="253" y="72"/>
                    <a:pt x="253" y="72"/>
                    <a:pt x="253" y="72"/>
                  </a:cubicBezTo>
                  <a:cubicBezTo>
                    <a:pt x="253" y="72"/>
                    <a:pt x="253" y="72"/>
                    <a:pt x="253" y="72"/>
                  </a:cubicBezTo>
                  <a:cubicBezTo>
                    <a:pt x="254" y="71"/>
                    <a:pt x="254" y="71"/>
                    <a:pt x="254" y="71"/>
                  </a:cubicBezTo>
                  <a:cubicBezTo>
                    <a:pt x="254" y="71"/>
                    <a:pt x="254" y="71"/>
                    <a:pt x="254" y="71"/>
                  </a:cubicBezTo>
                  <a:cubicBezTo>
                    <a:pt x="256" y="69"/>
                    <a:pt x="256" y="69"/>
                    <a:pt x="256" y="69"/>
                  </a:cubicBezTo>
                  <a:cubicBezTo>
                    <a:pt x="256" y="69"/>
                    <a:pt x="256" y="69"/>
                    <a:pt x="256" y="69"/>
                  </a:cubicBezTo>
                  <a:cubicBezTo>
                    <a:pt x="256" y="68"/>
                    <a:pt x="256" y="68"/>
                    <a:pt x="256" y="68"/>
                  </a:cubicBezTo>
                  <a:cubicBezTo>
                    <a:pt x="256" y="66"/>
                    <a:pt x="256" y="66"/>
                    <a:pt x="256" y="66"/>
                  </a:cubicBezTo>
                  <a:cubicBezTo>
                    <a:pt x="256" y="66"/>
                    <a:pt x="256" y="66"/>
                    <a:pt x="256" y="66"/>
                  </a:cubicBezTo>
                  <a:cubicBezTo>
                    <a:pt x="255" y="65"/>
                    <a:pt x="255" y="65"/>
                    <a:pt x="255" y="65"/>
                  </a:cubicBezTo>
                  <a:cubicBezTo>
                    <a:pt x="255" y="66"/>
                    <a:pt x="255" y="66"/>
                    <a:pt x="255" y="66"/>
                  </a:cubicBezTo>
                  <a:cubicBezTo>
                    <a:pt x="254" y="66"/>
                    <a:pt x="254" y="66"/>
                    <a:pt x="254" y="66"/>
                  </a:cubicBezTo>
                  <a:cubicBezTo>
                    <a:pt x="254" y="65"/>
                    <a:pt x="254" y="65"/>
                    <a:pt x="254" y="65"/>
                  </a:cubicBezTo>
                  <a:cubicBezTo>
                    <a:pt x="254" y="65"/>
                    <a:pt x="254" y="65"/>
                    <a:pt x="254" y="65"/>
                  </a:cubicBezTo>
                  <a:cubicBezTo>
                    <a:pt x="253" y="64"/>
                    <a:pt x="253" y="64"/>
                    <a:pt x="253" y="64"/>
                  </a:cubicBezTo>
                  <a:cubicBezTo>
                    <a:pt x="252" y="64"/>
                    <a:pt x="252" y="64"/>
                    <a:pt x="252" y="64"/>
                  </a:cubicBezTo>
                  <a:cubicBezTo>
                    <a:pt x="251" y="63"/>
                    <a:pt x="251" y="63"/>
                    <a:pt x="251" y="63"/>
                  </a:cubicBezTo>
                  <a:cubicBezTo>
                    <a:pt x="250" y="63"/>
                    <a:pt x="250" y="63"/>
                    <a:pt x="250" y="63"/>
                  </a:cubicBezTo>
                  <a:cubicBezTo>
                    <a:pt x="250" y="63"/>
                    <a:pt x="250" y="63"/>
                    <a:pt x="250" y="63"/>
                  </a:cubicBezTo>
                  <a:cubicBezTo>
                    <a:pt x="249" y="63"/>
                    <a:pt x="249" y="63"/>
                    <a:pt x="249" y="63"/>
                  </a:cubicBezTo>
                  <a:cubicBezTo>
                    <a:pt x="248" y="63"/>
                    <a:pt x="248" y="63"/>
                    <a:pt x="248" y="63"/>
                  </a:cubicBezTo>
                  <a:cubicBezTo>
                    <a:pt x="247" y="63"/>
                    <a:pt x="247" y="63"/>
                    <a:pt x="247" y="63"/>
                  </a:cubicBezTo>
                  <a:cubicBezTo>
                    <a:pt x="247" y="63"/>
                    <a:pt x="247" y="63"/>
                    <a:pt x="247" y="63"/>
                  </a:cubicBezTo>
                  <a:cubicBezTo>
                    <a:pt x="247" y="64"/>
                    <a:pt x="247" y="64"/>
                    <a:pt x="247" y="64"/>
                  </a:cubicBezTo>
                  <a:cubicBezTo>
                    <a:pt x="247" y="65"/>
                    <a:pt x="247" y="65"/>
                    <a:pt x="247" y="65"/>
                  </a:cubicBezTo>
                  <a:cubicBezTo>
                    <a:pt x="247" y="66"/>
                    <a:pt x="247" y="66"/>
                    <a:pt x="247" y="66"/>
                  </a:cubicBezTo>
                  <a:cubicBezTo>
                    <a:pt x="247" y="66"/>
                    <a:pt x="247" y="66"/>
                    <a:pt x="247" y="66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46" y="65"/>
                    <a:pt x="246" y="65"/>
                    <a:pt x="246" y="65"/>
                  </a:cubicBezTo>
                  <a:cubicBezTo>
                    <a:pt x="246" y="66"/>
                    <a:pt x="246" y="66"/>
                    <a:pt x="246" y="66"/>
                  </a:cubicBezTo>
                  <a:cubicBezTo>
                    <a:pt x="247" y="66"/>
                    <a:pt x="247" y="66"/>
                    <a:pt x="247" y="66"/>
                  </a:cubicBezTo>
                  <a:cubicBezTo>
                    <a:pt x="248" y="68"/>
                    <a:pt x="248" y="68"/>
                    <a:pt x="248" y="68"/>
                  </a:cubicBezTo>
                  <a:cubicBezTo>
                    <a:pt x="249" y="68"/>
                    <a:pt x="249" y="68"/>
                    <a:pt x="249" y="68"/>
                  </a:cubicBezTo>
                  <a:cubicBezTo>
                    <a:pt x="248" y="68"/>
                    <a:pt x="248" y="68"/>
                    <a:pt x="248" y="68"/>
                  </a:cubicBezTo>
                  <a:cubicBezTo>
                    <a:pt x="247" y="68"/>
                    <a:pt x="247" y="68"/>
                    <a:pt x="247" y="68"/>
                  </a:cubicBezTo>
                  <a:cubicBezTo>
                    <a:pt x="247" y="69"/>
                    <a:pt x="247" y="69"/>
                    <a:pt x="247" y="69"/>
                  </a:cubicBezTo>
                  <a:cubicBezTo>
                    <a:pt x="248" y="70"/>
                    <a:pt x="248" y="70"/>
                    <a:pt x="248" y="70"/>
                  </a:cubicBezTo>
                  <a:cubicBezTo>
                    <a:pt x="249" y="70"/>
                    <a:pt x="249" y="70"/>
                    <a:pt x="249" y="70"/>
                  </a:cubicBezTo>
                  <a:cubicBezTo>
                    <a:pt x="249" y="71"/>
                    <a:pt x="249" y="71"/>
                    <a:pt x="249" y="71"/>
                  </a:cubicBezTo>
                  <a:cubicBezTo>
                    <a:pt x="249" y="71"/>
                    <a:pt x="249" y="71"/>
                    <a:pt x="249" y="71"/>
                  </a:cubicBezTo>
                  <a:cubicBezTo>
                    <a:pt x="247" y="71"/>
                    <a:pt x="247" y="71"/>
                    <a:pt x="247" y="71"/>
                  </a:cubicBezTo>
                  <a:cubicBezTo>
                    <a:pt x="247" y="71"/>
                    <a:pt x="247" y="71"/>
                    <a:pt x="247" y="71"/>
                  </a:cubicBezTo>
                  <a:cubicBezTo>
                    <a:pt x="247" y="71"/>
                    <a:pt x="247" y="71"/>
                    <a:pt x="247" y="71"/>
                  </a:cubicBezTo>
                  <a:cubicBezTo>
                    <a:pt x="247" y="72"/>
                    <a:pt x="247" y="72"/>
                    <a:pt x="247" y="72"/>
                  </a:cubicBezTo>
                  <a:cubicBezTo>
                    <a:pt x="248" y="71"/>
                    <a:pt x="248" y="71"/>
                    <a:pt x="248" y="71"/>
                  </a:cubicBezTo>
                  <a:cubicBezTo>
                    <a:pt x="248" y="72"/>
                    <a:pt x="248" y="72"/>
                    <a:pt x="248" y="72"/>
                  </a:cubicBezTo>
                  <a:cubicBezTo>
                    <a:pt x="250" y="71"/>
                    <a:pt x="250" y="71"/>
                    <a:pt x="250" y="71"/>
                  </a:cubicBezTo>
                  <a:cubicBezTo>
                    <a:pt x="250" y="72"/>
                    <a:pt x="250" y="72"/>
                    <a:pt x="250" y="72"/>
                  </a:cubicBezTo>
                  <a:cubicBezTo>
                    <a:pt x="251" y="72"/>
                    <a:pt x="251" y="72"/>
                    <a:pt x="251" y="72"/>
                  </a:cubicBezTo>
                  <a:cubicBezTo>
                    <a:pt x="251" y="73"/>
                    <a:pt x="251" y="73"/>
                    <a:pt x="251" y="73"/>
                  </a:cubicBezTo>
                  <a:cubicBezTo>
                    <a:pt x="252" y="74"/>
                    <a:pt x="252" y="74"/>
                    <a:pt x="252" y="74"/>
                  </a:cubicBezTo>
                  <a:cubicBezTo>
                    <a:pt x="253" y="74"/>
                    <a:pt x="253" y="74"/>
                    <a:pt x="253" y="74"/>
                  </a:cubicBezTo>
                  <a:cubicBezTo>
                    <a:pt x="253" y="73"/>
                    <a:pt x="253" y="73"/>
                    <a:pt x="253" y="73"/>
                  </a:cubicBezTo>
                  <a:cubicBezTo>
                    <a:pt x="253" y="73"/>
                    <a:pt x="253" y="73"/>
                    <a:pt x="253" y="73"/>
                  </a:cubicBezTo>
                  <a:cubicBezTo>
                    <a:pt x="254" y="73"/>
                    <a:pt x="254" y="73"/>
                    <a:pt x="254" y="73"/>
                  </a:cubicBezTo>
                  <a:cubicBezTo>
                    <a:pt x="254" y="73"/>
                    <a:pt x="254" y="73"/>
                    <a:pt x="254" y="73"/>
                  </a:cubicBezTo>
                  <a:cubicBezTo>
                    <a:pt x="255" y="74"/>
                    <a:pt x="255" y="74"/>
                    <a:pt x="255" y="74"/>
                  </a:cubicBezTo>
                  <a:cubicBezTo>
                    <a:pt x="254" y="74"/>
                    <a:pt x="254" y="74"/>
                    <a:pt x="254" y="74"/>
                  </a:cubicBezTo>
                  <a:cubicBezTo>
                    <a:pt x="254" y="76"/>
                    <a:pt x="254" y="76"/>
                    <a:pt x="254" y="76"/>
                  </a:cubicBezTo>
                  <a:cubicBezTo>
                    <a:pt x="254" y="77"/>
                    <a:pt x="254" y="77"/>
                    <a:pt x="254" y="77"/>
                  </a:cubicBezTo>
                  <a:cubicBezTo>
                    <a:pt x="254" y="77"/>
                    <a:pt x="254" y="77"/>
                    <a:pt x="254" y="77"/>
                  </a:cubicBezTo>
                  <a:cubicBezTo>
                    <a:pt x="255" y="78"/>
                    <a:pt x="255" y="78"/>
                    <a:pt x="255" y="78"/>
                  </a:cubicBezTo>
                  <a:cubicBezTo>
                    <a:pt x="254" y="79"/>
                    <a:pt x="254" y="79"/>
                    <a:pt x="254" y="79"/>
                  </a:cubicBezTo>
                  <a:cubicBezTo>
                    <a:pt x="254" y="80"/>
                    <a:pt x="254" y="80"/>
                    <a:pt x="254" y="80"/>
                  </a:cubicBezTo>
                  <a:cubicBezTo>
                    <a:pt x="254" y="81"/>
                    <a:pt x="254" y="81"/>
                    <a:pt x="254" y="81"/>
                  </a:cubicBezTo>
                  <a:cubicBezTo>
                    <a:pt x="253" y="81"/>
                    <a:pt x="253" y="81"/>
                    <a:pt x="253" y="81"/>
                  </a:cubicBezTo>
                  <a:cubicBezTo>
                    <a:pt x="252" y="82"/>
                    <a:pt x="252" y="82"/>
                    <a:pt x="252" y="82"/>
                  </a:cubicBezTo>
                  <a:cubicBezTo>
                    <a:pt x="251" y="82"/>
                    <a:pt x="251" y="82"/>
                    <a:pt x="251" y="82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50" y="84"/>
                  </a:cubicBezTo>
                  <a:cubicBezTo>
                    <a:pt x="249" y="85"/>
                    <a:pt x="249" y="85"/>
                    <a:pt x="249" y="85"/>
                  </a:cubicBezTo>
                  <a:cubicBezTo>
                    <a:pt x="249" y="86"/>
                    <a:pt x="249" y="86"/>
                    <a:pt x="249" y="86"/>
                  </a:cubicBezTo>
                  <a:cubicBezTo>
                    <a:pt x="250" y="86"/>
                    <a:pt x="250" y="86"/>
                    <a:pt x="250" y="86"/>
                  </a:cubicBezTo>
                  <a:cubicBezTo>
                    <a:pt x="250" y="86"/>
                    <a:pt x="250" y="86"/>
                    <a:pt x="250" y="86"/>
                  </a:cubicBezTo>
                  <a:cubicBezTo>
                    <a:pt x="249" y="87"/>
                    <a:pt x="249" y="87"/>
                    <a:pt x="249" y="87"/>
                  </a:cubicBezTo>
                  <a:cubicBezTo>
                    <a:pt x="249" y="87"/>
                    <a:pt x="249" y="87"/>
                    <a:pt x="249" y="87"/>
                  </a:cubicBezTo>
                  <a:cubicBezTo>
                    <a:pt x="249" y="88"/>
                    <a:pt x="249" y="88"/>
                    <a:pt x="249" y="88"/>
                  </a:cubicBezTo>
                  <a:cubicBezTo>
                    <a:pt x="249" y="88"/>
                    <a:pt x="249" y="88"/>
                    <a:pt x="249" y="88"/>
                  </a:cubicBezTo>
                  <a:cubicBezTo>
                    <a:pt x="249" y="89"/>
                    <a:pt x="249" y="89"/>
                    <a:pt x="249" y="89"/>
                  </a:cubicBezTo>
                  <a:cubicBezTo>
                    <a:pt x="249" y="90"/>
                    <a:pt x="249" y="90"/>
                    <a:pt x="249" y="90"/>
                  </a:cubicBezTo>
                  <a:cubicBezTo>
                    <a:pt x="249" y="90"/>
                    <a:pt x="249" y="90"/>
                    <a:pt x="249" y="90"/>
                  </a:cubicBezTo>
                  <a:cubicBezTo>
                    <a:pt x="249" y="91"/>
                    <a:pt x="249" y="91"/>
                    <a:pt x="249" y="91"/>
                  </a:cubicBezTo>
                  <a:cubicBezTo>
                    <a:pt x="250" y="91"/>
                    <a:pt x="250" y="91"/>
                    <a:pt x="250" y="91"/>
                  </a:cubicBezTo>
                  <a:cubicBezTo>
                    <a:pt x="251" y="91"/>
                    <a:pt x="251" y="91"/>
                    <a:pt x="251" y="91"/>
                  </a:cubicBezTo>
                  <a:cubicBezTo>
                    <a:pt x="251" y="90"/>
                    <a:pt x="251" y="90"/>
                    <a:pt x="251" y="90"/>
                  </a:cubicBezTo>
                  <a:cubicBezTo>
                    <a:pt x="251" y="90"/>
                    <a:pt x="251" y="90"/>
                    <a:pt x="251" y="90"/>
                  </a:cubicBezTo>
                  <a:cubicBezTo>
                    <a:pt x="251" y="90"/>
                    <a:pt x="251" y="90"/>
                    <a:pt x="251" y="90"/>
                  </a:cubicBezTo>
                  <a:cubicBezTo>
                    <a:pt x="252" y="90"/>
                    <a:pt x="252" y="90"/>
                    <a:pt x="252" y="90"/>
                  </a:cubicBezTo>
                  <a:cubicBezTo>
                    <a:pt x="253" y="89"/>
                    <a:pt x="253" y="89"/>
                    <a:pt x="253" y="89"/>
                  </a:cubicBezTo>
                  <a:cubicBezTo>
                    <a:pt x="253" y="90"/>
                    <a:pt x="253" y="90"/>
                    <a:pt x="253" y="90"/>
                  </a:cubicBezTo>
                  <a:cubicBezTo>
                    <a:pt x="252" y="91"/>
                    <a:pt x="252" y="91"/>
                    <a:pt x="252" y="91"/>
                  </a:cubicBezTo>
                  <a:cubicBezTo>
                    <a:pt x="252" y="91"/>
                    <a:pt x="252" y="91"/>
                    <a:pt x="252" y="91"/>
                  </a:cubicBezTo>
                  <a:cubicBezTo>
                    <a:pt x="252" y="91"/>
                    <a:pt x="252" y="91"/>
                    <a:pt x="252" y="91"/>
                  </a:cubicBezTo>
                  <a:cubicBezTo>
                    <a:pt x="252" y="92"/>
                    <a:pt x="252" y="92"/>
                    <a:pt x="252" y="92"/>
                  </a:cubicBezTo>
                  <a:cubicBezTo>
                    <a:pt x="252" y="92"/>
                    <a:pt x="252" y="92"/>
                    <a:pt x="252" y="92"/>
                  </a:cubicBezTo>
                  <a:cubicBezTo>
                    <a:pt x="253" y="93"/>
                    <a:pt x="253" y="93"/>
                    <a:pt x="253" y="93"/>
                  </a:cubicBezTo>
                  <a:cubicBezTo>
                    <a:pt x="254" y="93"/>
                    <a:pt x="254" y="93"/>
                    <a:pt x="254" y="93"/>
                  </a:cubicBezTo>
                  <a:cubicBezTo>
                    <a:pt x="254" y="93"/>
                    <a:pt x="254" y="93"/>
                    <a:pt x="254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6" y="92"/>
                    <a:pt x="256" y="92"/>
                    <a:pt x="256" y="92"/>
                  </a:cubicBezTo>
                  <a:cubicBezTo>
                    <a:pt x="256" y="92"/>
                    <a:pt x="256" y="92"/>
                    <a:pt x="256" y="92"/>
                  </a:cubicBezTo>
                  <a:cubicBezTo>
                    <a:pt x="257" y="91"/>
                    <a:pt x="257" y="91"/>
                    <a:pt x="257" y="91"/>
                  </a:cubicBezTo>
                  <a:cubicBezTo>
                    <a:pt x="257" y="91"/>
                    <a:pt x="257" y="91"/>
                    <a:pt x="257" y="91"/>
                  </a:cubicBezTo>
                  <a:cubicBezTo>
                    <a:pt x="257" y="92"/>
                    <a:pt x="257" y="92"/>
                    <a:pt x="257" y="92"/>
                  </a:cubicBezTo>
                  <a:cubicBezTo>
                    <a:pt x="257" y="92"/>
                    <a:pt x="257" y="92"/>
                    <a:pt x="257" y="92"/>
                  </a:cubicBezTo>
                  <a:cubicBezTo>
                    <a:pt x="257" y="92"/>
                    <a:pt x="257" y="92"/>
                    <a:pt x="257" y="92"/>
                  </a:cubicBezTo>
                  <a:cubicBezTo>
                    <a:pt x="258" y="92"/>
                    <a:pt x="258" y="92"/>
                    <a:pt x="258" y="92"/>
                  </a:cubicBezTo>
                  <a:cubicBezTo>
                    <a:pt x="258" y="91"/>
                    <a:pt x="258" y="91"/>
                    <a:pt x="258" y="91"/>
                  </a:cubicBezTo>
                  <a:cubicBezTo>
                    <a:pt x="259" y="91"/>
                    <a:pt x="259" y="91"/>
                    <a:pt x="259" y="91"/>
                  </a:cubicBezTo>
                  <a:cubicBezTo>
                    <a:pt x="259" y="91"/>
                    <a:pt x="259" y="91"/>
                    <a:pt x="259" y="91"/>
                  </a:cubicBezTo>
                  <a:cubicBezTo>
                    <a:pt x="259" y="92"/>
                    <a:pt x="259" y="92"/>
                    <a:pt x="259" y="92"/>
                  </a:cubicBezTo>
                  <a:cubicBezTo>
                    <a:pt x="258" y="94"/>
                    <a:pt x="258" y="94"/>
                    <a:pt x="258" y="94"/>
                  </a:cubicBezTo>
                  <a:cubicBezTo>
                    <a:pt x="257" y="94"/>
                    <a:pt x="257" y="94"/>
                    <a:pt x="257" y="94"/>
                  </a:cubicBezTo>
                  <a:cubicBezTo>
                    <a:pt x="257" y="95"/>
                    <a:pt x="257" y="95"/>
                    <a:pt x="257" y="95"/>
                  </a:cubicBezTo>
                  <a:cubicBezTo>
                    <a:pt x="258" y="95"/>
                    <a:pt x="258" y="95"/>
                    <a:pt x="258" y="95"/>
                  </a:cubicBezTo>
                  <a:cubicBezTo>
                    <a:pt x="259" y="95"/>
                    <a:pt x="259" y="95"/>
                    <a:pt x="259" y="95"/>
                  </a:cubicBezTo>
                  <a:cubicBezTo>
                    <a:pt x="260" y="95"/>
                    <a:pt x="260" y="95"/>
                    <a:pt x="260" y="95"/>
                  </a:cubicBezTo>
                  <a:cubicBezTo>
                    <a:pt x="260" y="96"/>
                    <a:pt x="260" y="96"/>
                    <a:pt x="260" y="96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5"/>
                    <a:pt x="261" y="95"/>
                    <a:pt x="261" y="95"/>
                  </a:cubicBezTo>
                  <a:cubicBezTo>
                    <a:pt x="262" y="95"/>
                    <a:pt x="262" y="95"/>
                    <a:pt x="262" y="95"/>
                  </a:cubicBezTo>
                  <a:cubicBezTo>
                    <a:pt x="262" y="96"/>
                    <a:pt x="262" y="96"/>
                    <a:pt x="262" y="96"/>
                  </a:cubicBezTo>
                  <a:cubicBezTo>
                    <a:pt x="262" y="96"/>
                    <a:pt x="262" y="96"/>
                    <a:pt x="262" y="96"/>
                  </a:cubicBezTo>
                  <a:cubicBezTo>
                    <a:pt x="262" y="96"/>
                    <a:pt x="262" y="96"/>
                    <a:pt x="262" y="96"/>
                  </a:cubicBezTo>
                  <a:cubicBezTo>
                    <a:pt x="263" y="97"/>
                    <a:pt x="263" y="97"/>
                    <a:pt x="263" y="97"/>
                  </a:cubicBezTo>
                  <a:cubicBezTo>
                    <a:pt x="264" y="96"/>
                    <a:pt x="264" y="96"/>
                    <a:pt x="264" y="96"/>
                  </a:cubicBezTo>
                  <a:cubicBezTo>
                    <a:pt x="263" y="96"/>
                    <a:pt x="263" y="96"/>
                    <a:pt x="263" y="96"/>
                  </a:cubicBezTo>
                  <a:cubicBezTo>
                    <a:pt x="263" y="95"/>
                    <a:pt x="263" y="95"/>
                    <a:pt x="263" y="95"/>
                  </a:cubicBezTo>
                  <a:cubicBezTo>
                    <a:pt x="264" y="95"/>
                    <a:pt x="264" y="95"/>
                    <a:pt x="264" y="95"/>
                  </a:cubicBezTo>
                  <a:cubicBezTo>
                    <a:pt x="264" y="95"/>
                    <a:pt x="264" y="95"/>
                    <a:pt x="264" y="95"/>
                  </a:cubicBezTo>
                  <a:cubicBezTo>
                    <a:pt x="264" y="96"/>
                    <a:pt x="264" y="96"/>
                    <a:pt x="264" y="96"/>
                  </a:cubicBezTo>
                  <a:cubicBezTo>
                    <a:pt x="264" y="97"/>
                    <a:pt x="264" y="97"/>
                    <a:pt x="264" y="97"/>
                  </a:cubicBezTo>
                  <a:cubicBezTo>
                    <a:pt x="265" y="97"/>
                    <a:pt x="265" y="97"/>
                    <a:pt x="265" y="97"/>
                  </a:cubicBezTo>
                  <a:cubicBezTo>
                    <a:pt x="265" y="96"/>
                    <a:pt x="265" y="96"/>
                    <a:pt x="265" y="96"/>
                  </a:cubicBezTo>
                  <a:cubicBezTo>
                    <a:pt x="265" y="95"/>
                    <a:pt x="265" y="95"/>
                    <a:pt x="265" y="95"/>
                  </a:cubicBezTo>
                  <a:cubicBezTo>
                    <a:pt x="266" y="95"/>
                    <a:pt x="266" y="95"/>
                    <a:pt x="266" y="95"/>
                  </a:cubicBezTo>
                  <a:cubicBezTo>
                    <a:pt x="266" y="96"/>
                    <a:pt x="266" y="96"/>
                    <a:pt x="266" y="96"/>
                  </a:cubicBezTo>
                  <a:cubicBezTo>
                    <a:pt x="265" y="96"/>
                    <a:pt x="265" y="96"/>
                    <a:pt x="265" y="96"/>
                  </a:cubicBezTo>
                  <a:cubicBezTo>
                    <a:pt x="265" y="97"/>
                    <a:pt x="265" y="97"/>
                    <a:pt x="265" y="97"/>
                  </a:cubicBezTo>
                  <a:cubicBezTo>
                    <a:pt x="267" y="97"/>
                    <a:pt x="267" y="97"/>
                    <a:pt x="267" y="97"/>
                  </a:cubicBezTo>
                  <a:cubicBezTo>
                    <a:pt x="267" y="96"/>
                    <a:pt x="267" y="96"/>
                    <a:pt x="267" y="96"/>
                  </a:cubicBezTo>
                  <a:cubicBezTo>
                    <a:pt x="268" y="95"/>
                    <a:pt x="268" y="95"/>
                    <a:pt x="268" y="95"/>
                  </a:cubicBezTo>
                  <a:cubicBezTo>
                    <a:pt x="268" y="96"/>
                    <a:pt x="268" y="96"/>
                    <a:pt x="268" y="96"/>
                  </a:cubicBezTo>
                  <a:cubicBezTo>
                    <a:pt x="268" y="96"/>
                    <a:pt x="268" y="96"/>
                    <a:pt x="268" y="96"/>
                  </a:cubicBezTo>
                  <a:cubicBezTo>
                    <a:pt x="268" y="97"/>
                    <a:pt x="268" y="97"/>
                    <a:pt x="268" y="97"/>
                  </a:cubicBezTo>
                  <a:cubicBezTo>
                    <a:pt x="269" y="97"/>
                    <a:pt x="269" y="97"/>
                    <a:pt x="269" y="97"/>
                  </a:cubicBezTo>
                  <a:cubicBezTo>
                    <a:pt x="269" y="96"/>
                    <a:pt x="269" y="96"/>
                    <a:pt x="269" y="96"/>
                  </a:cubicBezTo>
                  <a:cubicBezTo>
                    <a:pt x="269" y="95"/>
                    <a:pt x="269" y="95"/>
                    <a:pt x="269" y="95"/>
                  </a:cubicBezTo>
                  <a:cubicBezTo>
                    <a:pt x="269" y="97"/>
                    <a:pt x="269" y="97"/>
                    <a:pt x="269" y="97"/>
                  </a:cubicBezTo>
                  <a:cubicBezTo>
                    <a:pt x="269" y="97"/>
                    <a:pt x="269" y="97"/>
                    <a:pt x="269" y="97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271" y="98"/>
                    <a:pt x="271" y="98"/>
                    <a:pt x="271" y="98"/>
                  </a:cubicBezTo>
                  <a:cubicBezTo>
                    <a:pt x="272" y="98"/>
                    <a:pt x="272" y="98"/>
                    <a:pt x="272" y="98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98"/>
                    <a:pt x="274" y="98"/>
                    <a:pt x="274" y="98"/>
                  </a:cubicBezTo>
                  <a:cubicBezTo>
                    <a:pt x="274" y="97"/>
                    <a:pt x="274" y="97"/>
                    <a:pt x="274" y="97"/>
                  </a:cubicBezTo>
                  <a:cubicBezTo>
                    <a:pt x="274" y="97"/>
                    <a:pt x="274" y="97"/>
                    <a:pt x="274" y="97"/>
                  </a:cubicBezTo>
                  <a:cubicBezTo>
                    <a:pt x="275" y="96"/>
                    <a:pt x="275" y="96"/>
                    <a:pt x="275" y="96"/>
                  </a:cubicBezTo>
                  <a:cubicBezTo>
                    <a:pt x="276" y="95"/>
                    <a:pt x="276" y="95"/>
                    <a:pt x="276" y="95"/>
                  </a:cubicBezTo>
                  <a:cubicBezTo>
                    <a:pt x="275" y="95"/>
                    <a:pt x="275" y="95"/>
                    <a:pt x="275" y="95"/>
                  </a:cubicBezTo>
                  <a:cubicBezTo>
                    <a:pt x="276" y="94"/>
                    <a:pt x="276" y="94"/>
                    <a:pt x="276" y="94"/>
                  </a:cubicBezTo>
                  <a:cubicBezTo>
                    <a:pt x="276" y="94"/>
                    <a:pt x="276" y="94"/>
                    <a:pt x="276" y="94"/>
                  </a:cubicBezTo>
                  <a:cubicBezTo>
                    <a:pt x="276" y="95"/>
                    <a:pt x="276" y="95"/>
                    <a:pt x="276" y="95"/>
                  </a:cubicBezTo>
                  <a:cubicBezTo>
                    <a:pt x="277" y="95"/>
                    <a:pt x="277" y="95"/>
                    <a:pt x="277" y="95"/>
                  </a:cubicBezTo>
                  <a:cubicBezTo>
                    <a:pt x="277" y="95"/>
                    <a:pt x="277" y="95"/>
                    <a:pt x="277" y="95"/>
                  </a:cubicBezTo>
                  <a:cubicBezTo>
                    <a:pt x="276" y="96"/>
                    <a:pt x="276" y="96"/>
                    <a:pt x="276" y="96"/>
                  </a:cubicBezTo>
                  <a:cubicBezTo>
                    <a:pt x="276" y="97"/>
                    <a:pt x="276" y="97"/>
                    <a:pt x="276" y="97"/>
                  </a:cubicBezTo>
                  <a:cubicBezTo>
                    <a:pt x="276" y="99"/>
                    <a:pt x="276" y="99"/>
                    <a:pt x="276" y="99"/>
                  </a:cubicBezTo>
                  <a:close/>
                  <a:moveTo>
                    <a:pt x="245" y="62"/>
                  </a:moveTo>
                  <a:cubicBezTo>
                    <a:pt x="246" y="62"/>
                    <a:pt x="246" y="62"/>
                    <a:pt x="246" y="62"/>
                  </a:cubicBezTo>
                  <a:cubicBezTo>
                    <a:pt x="246" y="62"/>
                    <a:pt x="246" y="62"/>
                    <a:pt x="246" y="62"/>
                  </a:cubicBezTo>
                  <a:cubicBezTo>
                    <a:pt x="245" y="62"/>
                    <a:pt x="245" y="62"/>
                    <a:pt x="245" y="62"/>
                  </a:cubicBezTo>
                  <a:cubicBezTo>
                    <a:pt x="245" y="62"/>
                    <a:pt x="245" y="62"/>
                    <a:pt x="245" y="62"/>
                  </a:cubicBezTo>
                  <a:cubicBezTo>
                    <a:pt x="245" y="62"/>
                    <a:pt x="245" y="62"/>
                    <a:pt x="245" y="62"/>
                  </a:cubicBezTo>
                  <a:close/>
                  <a:moveTo>
                    <a:pt x="244" y="67"/>
                  </a:moveTo>
                  <a:cubicBezTo>
                    <a:pt x="244" y="67"/>
                    <a:pt x="244" y="67"/>
                    <a:pt x="244" y="67"/>
                  </a:cubicBezTo>
                  <a:cubicBezTo>
                    <a:pt x="244" y="66"/>
                    <a:pt x="244" y="66"/>
                    <a:pt x="244" y="66"/>
                  </a:cubicBezTo>
                  <a:cubicBezTo>
                    <a:pt x="245" y="67"/>
                    <a:pt x="245" y="67"/>
                    <a:pt x="245" y="67"/>
                  </a:cubicBezTo>
                  <a:cubicBezTo>
                    <a:pt x="244" y="67"/>
                    <a:pt x="244" y="67"/>
                    <a:pt x="244" y="67"/>
                  </a:cubicBezTo>
                  <a:cubicBezTo>
                    <a:pt x="244" y="67"/>
                    <a:pt x="244" y="67"/>
                    <a:pt x="244" y="67"/>
                  </a:cubicBezTo>
                  <a:close/>
                  <a:moveTo>
                    <a:pt x="222" y="74"/>
                  </a:moveTo>
                  <a:cubicBezTo>
                    <a:pt x="222" y="75"/>
                    <a:pt x="222" y="75"/>
                    <a:pt x="222" y="75"/>
                  </a:cubicBezTo>
                  <a:cubicBezTo>
                    <a:pt x="223" y="75"/>
                    <a:pt x="223" y="75"/>
                    <a:pt x="223" y="75"/>
                  </a:cubicBezTo>
                  <a:cubicBezTo>
                    <a:pt x="223" y="75"/>
                    <a:pt x="223" y="75"/>
                    <a:pt x="223" y="75"/>
                  </a:cubicBezTo>
                  <a:cubicBezTo>
                    <a:pt x="222" y="74"/>
                    <a:pt x="222" y="74"/>
                    <a:pt x="222" y="74"/>
                  </a:cubicBezTo>
                  <a:close/>
                  <a:moveTo>
                    <a:pt x="236" y="62"/>
                  </a:moveTo>
                  <a:cubicBezTo>
                    <a:pt x="236" y="62"/>
                    <a:pt x="236" y="62"/>
                    <a:pt x="236" y="62"/>
                  </a:cubicBezTo>
                  <a:cubicBezTo>
                    <a:pt x="237" y="63"/>
                    <a:pt x="237" y="63"/>
                    <a:pt x="237" y="63"/>
                  </a:cubicBezTo>
                  <a:cubicBezTo>
                    <a:pt x="237" y="64"/>
                    <a:pt x="237" y="64"/>
                    <a:pt x="237" y="64"/>
                  </a:cubicBezTo>
                  <a:cubicBezTo>
                    <a:pt x="237" y="63"/>
                    <a:pt x="237" y="63"/>
                    <a:pt x="237" y="63"/>
                  </a:cubicBezTo>
                  <a:cubicBezTo>
                    <a:pt x="237" y="63"/>
                    <a:pt x="237" y="63"/>
                    <a:pt x="237" y="63"/>
                  </a:cubicBezTo>
                  <a:cubicBezTo>
                    <a:pt x="237" y="62"/>
                    <a:pt x="237" y="62"/>
                    <a:pt x="237" y="62"/>
                  </a:cubicBezTo>
                  <a:cubicBezTo>
                    <a:pt x="236" y="62"/>
                    <a:pt x="236" y="62"/>
                    <a:pt x="236" y="62"/>
                  </a:cubicBezTo>
                  <a:close/>
                  <a:moveTo>
                    <a:pt x="230" y="62"/>
                  </a:moveTo>
                  <a:cubicBezTo>
                    <a:pt x="230" y="63"/>
                    <a:pt x="230" y="63"/>
                    <a:pt x="230" y="63"/>
                  </a:cubicBezTo>
                  <a:cubicBezTo>
                    <a:pt x="230" y="63"/>
                    <a:pt x="230" y="63"/>
                    <a:pt x="230" y="63"/>
                  </a:cubicBezTo>
                  <a:cubicBezTo>
                    <a:pt x="231" y="63"/>
                    <a:pt x="231" y="63"/>
                    <a:pt x="231" y="63"/>
                  </a:cubicBezTo>
                  <a:cubicBezTo>
                    <a:pt x="231" y="63"/>
                    <a:pt x="231" y="63"/>
                    <a:pt x="231" y="63"/>
                  </a:cubicBezTo>
                  <a:cubicBezTo>
                    <a:pt x="232" y="63"/>
                    <a:pt x="232" y="63"/>
                    <a:pt x="232" y="63"/>
                  </a:cubicBezTo>
                  <a:cubicBezTo>
                    <a:pt x="233" y="62"/>
                    <a:pt x="233" y="62"/>
                    <a:pt x="233" y="62"/>
                  </a:cubicBezTo>
                  <a:cubicBezTo>
                    <a:pt x="234" y="62"/>
                    <a:pt x="234" y="62"/>
                    <a:pt x="234" y="62"/>
                  </a:cubicBezTo>
                  <a:cubicBezTo>
                    <a:pt x="235" y="62"/>
                    <a:pt x="235" y="62"/>
                    <a:pt x="235" y="62"/>
                  </a:cubicBezTo>
                  <a:cubicBezTo>
                    <a:pt x="235" y="62"/>
                    <a:pt x="235" y="62"/>
                    <a:pt x="235" y="62"/>
                  </a:cubicBezTo>
                  <a:cubicBezTo>
                    <a:pt x="233" y="61"/>
                    <a:pt x="233" y="61"/>
                    <a:pt x="233" y="61"/>
                  </a:cubicBezTo>
                  <a:cubicBezTo>
                    <a:pt x="232" y="62"/>
                    <a:pt x="232" y="62"/>
                    <a:pt x="232" y="62"/>
                  </a:cubicBezTo>
                  <a:cubicBezTo>
                    <a:pt x="232" y="62"/>
                    <a:pt x="232" y="62"/>
                    <a:pt x="232" y="62"/>
                  </a:cubicBezTo>
                  <a:cubicBezTo>
                    <a:pt x="231" y="62"/>
                    <a:pt x="231" y="62"/>
                    <a:pt x="231" y="62"/>
                  </a:cubicBezTo>
                  <a:cubicBezTo>
                    <a:pt x="230" y="62"/>
                    <a:pt x="230" y="62"/>
                    <a:pt x="230" y="62"/>
                  </a:cubicBezTo>
                  <a:cubicBezTo>
                    <a:pt x="230" y="62"/>
                    <a:pt x="230" y="62"/>
                    <a:pt x="230" y="62"/>
                  </a:cubicBezTo>
                  <a:close/>
                  <a:moveTo>
                    <a:pt x="223" y="65"/>
                  </a:moveTo>
                  <a:cubicBezTo>
                    <a:pt x="222" y="64"/>
                    <a:pt x="222" y="64"/>
                    <a:pt x="222" y="64"/>
                  </a:cubicBezTo>
                  <a:cubicBezTo>
                    <a:pt x="221" y="64"/>
                    <a:pt x="221" y="64"/>
                    <a:pt x="221" y="64"/>
                  </a:cubicBezTo>
                  <a:cubicBezTo>
                    <a:pt x="220" y="64"/>
                    <a:pt x="220" y="64"/>
                    <a:pt x="220" y="64"/>
                  </a:cubicBezTo>
                  <a:cubicBezTo>
                    <a:pt x="220" y="63"/>
                    <a:pt x="220" y="63"/>
                    <a:pt x="220" y="63"/>
                  </a:cubicBezTo>
                  <a:cubicBezTo>
                    <a:pt x="221" y="62"/>
                    <a:pt x="221" y="62"/>
                    <a:pt x="221" y="62"/>
                  </a:cubicBezTo>
                  <a:cubicBezTo>
                    <a:pt x="221" y="62"/>
                    <a:pt x="221" y="62"/>
                    <a:pt x="221" y="62"/>
                  </a:cubicBezTo>
                  <a:cubicBezTo>
                    <a:pt x="221" y="61"/>
                    <a:pt x="221" y="61"/>
                    <a:pt x="221" y="61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22" y="60"/>
                    <a:pt x="222" y="60"/>
                    <a:pt x="222" y="60"/>
                  </a:cubicBezTo>
                  <a:cubicBezTo>
                    <a:pt x="223" y="60"/>
                    <a:pt x="223" y="60"/>
                    <a:pt x="223" y="60"/>
                  </a:cubicBezTo>
                  <a:cubicBezTo>
                    <a:pt x="223" y="60"/>
                    <a:pt x="223" y="60"/>
                    <a:pt x="223" y="60"/>
                  </a:cubicBezTo>
                  <a:cubicBezTo>
                    <a:pt x="223" y="61"/>
                    <a:pt x="223" y="61"/>
                    <a:pt x="223" y="61"/>
                  </a:cubicBezTo>
                  <a:cubicBezTo>
                    <a:pt x="223" y="61"/>
                    <a:pt x="223" y="61"/>
                    <a:pt x="223" y="61"/>
                  </a:cubicBezTo>
                  <a:cubicBezTo>
                    <a:pt x="222" y="61"/>
                    <a:pt x="222" y="61"/>
                    <a:pt x="222" y="61"/>
                  </a:cubicBezTo>
                  <a:cubicBezTo>
                    <a:pt x="223" y="62"/>
                    <a:pt x="223" y="62"/>
                    <a:pt x="223" y="62"/>
                  </a:cubicBezTo>
                  <a:cubicBezTo>
                    <a:pt x="224" y="62"/>
                    <a:pt x="224" y="62"/>
                    <a:pt x="224" y="62"/>
                  </a:cubicBezTo>
                  <a:cubicBezTo>
                    <a:pt x="224" y="62"/>
                    <a:pt x="224" y="62"/>
                    <a:pt x="224" y="62"/>
                  </a:cubicBezTo>
                  <a:cubicBezTo>
                    <a:pt x="223" y="62"/>
                    <a:pt x="223" y="62"/>
                    <a:pt x="223" y="62"/>
                  </a:cubicBezTo>
                  <a:cubicBezTo>
                    <a:pt x="224" y="63"/>
                    <a:pt x="224" y="63"/>
                    <a:pt x="224" y="63"/>
                  </a:cubicBezTo>
                  <a:cubicBezTo>
                    <a:pt x="224" y="64"/>
                    <a:pt x="224" y="64"/>
                    <a:pt x="224" y="64"/>
                  </a:cubicBezTo>
                  <a:cubicBezTo>
                    <a:pt x="223" y="64"/>
                    <a:pt x="223" y="64"/>
                    <a:pt x="223" y="64"/>
                  </a:cubicBezTo>
                  <a:cubicBezTo>
                    <a:pt x="223" y="65"/>
                    <a:pt x="223" y="65"/>
                    <a:pt x="223" y="65"/>
                  </a:cubicBezTo>
                  <a:close/>
                  <a:moveTo>
                    <a:pt x="222" y="67"/>
                  </a:moveTo>
                  <a:cubicBezTo>
                    <a:pt x="223" y="68"/>
                    <a:pt x="223" y="68"/>
                    <a:pt x="223" y="68"/>
                  </a:cubicBezTo>
                  <a:cubicBezTo>
                    <a:pt x="224" y="67"/>
                    <a:pt x="224" y="67"/>
                    <a:pt x="224" y="67"/>
                  </a:cubicBezTo>
                  <a:cubicBezTo>
                    <a:pt x="225" y="66"/>
                    <a:pt x="225" y="66"/>
                    <a:pt x="225" y="66"/>
                  </a:cubicBezTo>
                  <a:cubicBezTo>
                    <a:pt x="224" y="65"/>
                    <a:pt x="224" y="65"/>
                    <a:pt x="224" y="65"/>
                  </a:cubicBezTo>
                  <a:cubicBezTo>
                    <a:pt x="223" y="65"/>
                    <a:pt x="223" y="65"/>
                    <a:pt x="223" y="65"/>
                  </a:cubicBezTo>
                  <a:cubicBezTo>
                    <a:pt x="222" y="65"/>
                    <a:pt x="222" y="65"/>
                    <a:pt x="222" y="65"/>
                  </a:cubicBezTo>
                  <a:cubicBezTo>
                    <a:pt x="221" y="65"/>
                    <a:pt x="221" y="65"/>
                    <a:pt x="221" y="65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19" y="65"/>
                    <a:pt x="219" y="65"/>
                    <a:pt x="219" y="65"/>
                  </a:cubicBezTo>
                  <a:cubicBezTo>
                    <a:pt x="219" y="65"/>
                    <a:pt x="219" y="65"/>
                    <a:pt x="219" y="65"/>
                  </a:cubicBezTo>
                  <a:cubicBezTo>
                    <a:pt x="218" y="66"/>
                    <a:pt x="218" y="66"/>
                    <a:pt x="218" y="66"/>
                  </a:cubicBezTo>
                  <a:cubicBezTo>
                    <a:pt x="219" y="66"/>
                    <a:pt x="219" y="66"/>
                    <a:pt x="219" y="66"/>
                  </a:cubicBezTo>
                  <a:cubicBezTo>
                    <a:pt x="219" y="66"/>
                    <a:pt x="219" y="66"/>
                    <a:pt x="219" y="66"/>
                  </a:cubicBezTo>
                  <a:cubicBezTo>
                    <a:pt x="219" y="67"/>
                    <a:pt x="219" y="67"/>
                    <a:pt x="219" y="67"/>
                  </a:cubicBezTo>
                  <a:cubicBezTo>
                    <a:pt x="220" y="67"/>
                    <a:pt x="220" y="67"/>
                    <a:pt x="220" y="67"/>
                  </a:cubicBezTo>
                  <a:cubicBezTo>
                    <a:pt x="221" y="67"/>
                    <a:pt x="221" y="67"/>
                    <a:pt x="221" y="67"/>
                  </a:cubicBezTo>
                  <a:cubicBezTo>
                    <a:pt x="222" y="67"/>
                    <a:pt x="222" y="67"/>
                    <a:pt x="222" y="67"/>
                  </a:cubicBezTo>
                  <a:close/>
                  <a:moveTo>
                    <a:pt x="218" y="69"/>
                  </a:moveTo>
                  <a:cubicBezTo>
                    <a:pt x="220" y="69"/>
                    <a:pt x="220" y="69"/>
                    <a:pt x="220" y="69"/>
                  </a:cubicBezTo>
                  <a:cubicBezTo>
                    <a:pt x="221" y="69"/>
                    <a:pt x="221" y="69"/>
                    <a:pt x="221" y="69"/>
                  </a:cubicBezTo>
                  <a:cubicBezTo>
                    <a:pt x="222" y="69"/>
                    <a:pt x="222" y="69"/>
                    <a:pt x="222" y="69"/>
                  </a:cubicBezTo>
                  <a:cubicBezTo>
                    <a:pt x="222" y="69"/>
                    <a:pt x="222" y="69"/>
                    <a:pt x="222" y="69"/>
                  </a:cubicBezTo>
                  <a:cubicBezTo>
                    <a:pt x="223" y="69"/>
                    <a:pt x="223" y="69"/>
                    <a:pt x="223" y="69"/>
                  </a:cubicBezTo>
                  <a:cubicBezTo>
                    <a:pt x="224" y="69"/>
                    <a:pt x="224" y="69"/>
                    <a:pt x="224" y="69"/>
                  </a:cubicBezTo>
                  <a:cubicBezTo>
                    <a:pt x="224" y="68"/>
                    <a:pt x="224" y="68"/>
                    <a:pt x="224" y="68"/>
                  </a:cubicBezTo>
                  <a:cubicBezTo>
                    <a:pt x="223" y="68"/>
                    <a:pt x="223" y="68"/>
                    <a:pt x="223" y="68"/>
                  </a:cubicBezTo>
                  <a:cubicBezTo>
                    <a:pt x="221" y="68"/>
                    <a:pt x="221" y="68"/>
                    <a:pt x="221" y="68"/>
                  </a:cubicBezTo>
                  <a:cubicBezTo>
                    <a:pt x="220" y="68"/>
                    <a:pt x="220" y="68"/>
                    <a:pt x="220" y="68"/>
                  </a:cubicBezTo>
                  <a:cubicBezTo>
                    <a:pt x="220" y="68"/>
                    <a:pt x="220" y="68"/>
                    <a:pt x="220" y="68"/>
                  </a:cubicBezTo>
                  <a:cubicBezTo>
                    <a:pt x="219" y="68"/>
                    <a:pt x="219" y="68"/>
                    <a:pt x="219" y="68"/>
                  </a:cubicBezTo>
                  <a:cubicBezTo>
                    <a:pt x="218" y="68"/>
                    <a:pt x="218" y="68"/>
                    <a:pt x="218" y="68"/>
                  </a:cubicBezTo>
                  <a:cubicBezTo>
                    <a:pt x="218" y="69"/>
                    <a:pt x="218" y="69"/>
                    <a:pt x="218" y="69"/>
                  </a:cubicBezTo>
                  <a:close/>
                  <a:moveTo>
                    <a:pt x="218" y="71"/>
                  </a:moveTo>
                  <a:cubicBezTo>
                    <a:pt x="219" y="70"/>
                    <a:pt x="219" y="70"/>
                    <a:pt x="219" y="70"/>
                  </a:cubicBezTo>
                  <a:cubicBezTo>
                    <a:pt x="219" y="70"/>
                    <a:pt x="219" y="70"/>
                    <a:pt x="219" y="70"/>
                  </a:cubicBezTo>
                  <a:cubicBezTo>
                    <a:pt x="220" y="70"/>
                    <a:pt x="220" y="70"/>
                    <a:pt x="220" y="70"/>
                  </a:cubicBezTo>
                  <a:cubicBezTo>
                    <a:pt x="222" y="69"/>
                    <a:pt x="222" y="69"/>
                    <a:pt x="222" y="69"/>
                  </a:cubicBezTo>
                  <a:cubicBezTo>
                    <a:pt x="223" y="70"/>
                    <a:pt x="223" y="70"/>
                    <a:pt x="223" y="70"/>
                  </a:cubicBezTo>
                  <a:cubicBezTo>
                    <a:pt x="223" y="69"/>
                    <a:pt x="223" y="69"/>
                    <a:pt x="223" y="69"/>
                  </a:cubicBezTo>
                  <a:cubicBezTo>
                    <a:pt x="224" y="69"/>
                    <a:pt x="224" y="69"/>
                    <a:pt x="224" y="69"/>
                  </a:cubicBezTo>
                  <a:cubicBezTo>
                    <a:pt x="224" y="70"/>
                    <a:pt x="224" y="70"/>
                    <a:pt x="224" y="70"/>
                  </a:cubicBezTo>
                  <a:cubicBezTo>
                    <a:pt x="223" y="70"/>
                    <a:pt x="223" y="70"/>
                    <a:pt x="223" y="70"/>
                  </a:cubicBezTo>
                  <a:cubicBezTo>
                    <a:pt x="222" y="70"/>
                    <a:pt x="222" y="70"/>
                    <a:pt x="222" y="70"/>
                  </a:cubicBezTo>
                  <a:cubicBezTo>
                    <a:pt x="221" y="70"/>
                    <a:pt x="221" y="70"/>
                    <a:pt x="221" y="70"/>
                  </a:cubicBezTo>
                  <a:cubicBezTo>
                    <a:pt x="221" y="71"/>
                    <a:pt x="221" y="71"/>
                    <a:pt x="221" y="71"/>
                  </a:cubicBezTo>
                  <a:cubicBezTo>
                    <a:pt x="220" y="71"/>
                    <a:pt x="220" y="71"/>
                    <a:pt x="220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8" y="71"/>
                    <a:pt x="218" y="71"/>
                    <a:pt x="218" y="71"/>
                  </a:cubicBezTo>
                  <a:cubicBezTo>
                    <a:pt x="218" y="71"/>
                    <a:pt x="218" y="71"/>
                    <a:pt x="218" y="71"/>
                  </a:cubicBezTo>
                  <a:cubicBezTo>
                    <a:pt x="218" y="71"/>
                    <a:pt x="218" y="71"/>
                    <a:pt x="218" y="71"/>
                  </a:cubicBezTo>
                  <a:close/>
                  <a:moveTo>
                    <a:pt x="197" y="47"/>
                  </a:moveTo>
                  <a:cubicBezTo>
                    <a:pt x="197" y="46"/>
                    <a:pt x="197" y="46"/>
                    <a:pt x="197" y="46"/>
                  </a:cubicBezTo>
                  <a:cubicBezTo>
                    <a:pt x="197" y="46"/>
                    <a:pt x="197" y="46"/>
                    <a:pt x="197" y="46"/>
                  </a:cubicBezTo>
                  <a:cubicBezTo>
                    <a:pt x="198" y="46"/>
                    <a:pt x="198" y="46"/>
                    <a:pt x="198" y="46"/>
                  </a:cubicBezTo>
                  <a:cubicBezTo>
                    <a:pt x="198" y="46"/>
                    <a:pt x="198" y="46"/>
                    <a:pt x="198" y="46"/>
                  </a:cubicBezTo>
                  <a:cubicBezTo>
                    <a:pt x="197" y="47"/>
                    <a:pt x="197" y="47"/>
                    <a:pt x="197" y="47"/>
                  </a:cubicBezTo>
                  <a:close/>
                  <a:moveTo>
                    <a:pt x="191" y="49"/>
                  </a:moveTo>
                  <a:cubicBezTo>
                    <a:pt x="192" y="49"/>
                    <a:pt x="192" y="49"/>
                    <a:pt x="192" y="49"/>
                  </a:cubicBezTo>
                  <a:cubicBezTo>
                    <a:pt x="192" y="48"/>
                    <a:pt x="192" y="48"/>
                    <a:pt x="192" y="48"/>
                  </a:cubicBezTo>
                  <a:cubicBezTo>
                    <a:pt x="194" y="49"/>
                    <a:pt x="194" y="49"/>
                    <a:pt x="194" y="49"/>
                  </a:cubicBezTo>
                  <a:cubicBezTo>
                    <a:pt x="194" y="49"/>
                    <a:pt x="194" y="49"/>
                    <a:pt x="194" y="49"/>
                  </a:cubicBezTo>
                  <a:cubicBezTo>
                    <a:pt x="195" y="49"/>
                    <a:pt x="195" y="49"/>
                    <a:pt x="195" y="49"/>
                  </a:cubicBezTo>
                  <a:cubicBezTo>
                    <a:pt x="195" y="50"/>
                    <a:pt x="195" y="50"/>
                    <a:pt x="195" y="50"/>
                  </a:cubicBezTo>
                  <a:cubicBezTo>
                    <a:pt x="195" y="50"/>
                    <a:pt x="195" y="50"/>
                    <a:pt x="195" y="50"/>
                  </a:cubicBezTo>
                  <a:cubicBezTo>
                    <a:pt x="195" y="51"/>
                    <a:pt x="195" y="51"/>
                    <a:pt x="195" y="51"/>
                  </a:cubicBezTo>
                  <a:cubicBezTo>
                    <a:pt x="194" y="51"/>
                    <a:pt x="194" y="51"/>
                    <a:pt x="194" y="51"/>
                  </a:cubicBezTo>
                  <a:cubicBezTo>
                    <a:pt x="193" y="51"/>
                    <a:pt x="193" y="51"/>
                    <a:pt x="193" y="51"/>
                  </a:cubicBezTo>
                  <a:cubicBezTo>
                    <a:pt x="193" y="51"/>
                    <a:pt x="193" y="51"/>
                    <a:pt x="193" y="51"/>
                  </a:cubicBezTo>
                  <a:cubicBezTo>
                    <a:pt x="192" y="50"/>
                    <a:pt x="192" y="50"/>
                    <a:pt x="192" y="50"/>
                  </a:cubicBezTo>
                  <a:cubicBezTo>
                    <a:pt x="192" y="49"/>
                    <a:pt x="192" y="49"/>
                    <a:pt x="192" y="49"/>
                  </a:cubicBezTo>
                  <a:cubicBezTo>
                    <a:pt x="191" y="49"/>
                    <a:pt x="191" y="49"/>
                    <a:pt x="191" y="49"/>
                  </a:cubicBezTo>
                  <a:cubicBezTo>
                    <a:pt x="191" y="49"/>
                    <a:pt x="191" y="49"/>
                    <a:pt x="191" y="49"/>
                  </a:cubicBezTo>
                  <a:close/>
                  <a:moveTo>
                    <a:pt x="160" y="50"/>
                  </a:moveTo>
                  <a:cubicBezTo>
                    <a:pt x="159" y="50"/>
                    <a:pt x="159" y="50"/>
                    <a:pt x="159" y="50"/>
                  </a:cubicBezTo>
                  <a:cubicBezTo>
                    <a:pt x="159" y="50"/>
                    <a:pt x="159" y="50"/>
                    <a:pt x="159" y="50"/>
                  </a:cubicBezTo>
                  <a:cubicBezTo>
                    <a:pt x="159" y="50"/>
                    <a:pt x="159" y="50"/>
                    <a:pt x="159" y="50"/>
                  </a:cubicBezTo>
                  <a:cubicBezTo>
                    <a:pt x="160" y="50"/>
                    <a:pt x="160" y="50"/>
                    <a:pt x="160" y="50"/>
                  </a:cubicBezTo>
                  <a:cubicBezTo>
                    <a:pt x="160" y="50"/>
                    <a:pt x="160" y="50"/>
                    <a:pt x="160" y="50"/>
                  </a:cubicBezTo>
                  <a:cubicBezTo>
                    <a:pt x="160" y="50"/>
                    <a:pt x="160" y="50"/>
                    <a:pt x="160" y="50"/>
                  </a:cubicBezTo>
                  <a:close/>
                  <a:moveTo>
                    <a:pt x="163" y="54"/>
                  </a:moveTo>
                  <a:cubicBezTo>
                    <a:pt x="164" y="54"/>
                    <a:pt x="164" y="54"/>
                    <a:pt x="164" y="54"/>
                  </a:cubicBezTo>
                  <a:cubicBezTo>
                    <a:pt x="164" y="54"/>
                    <a:pt x="164" y="54"/>
                    <a:pt x="164" y="54"/>
                  </a:cubicBezTo>
                  <a:cubicBezTo>
                    <a:pt x="163" y="55"/>
                    <a:pt x="163" y="55"/>
                    <a:pt x="163" y="55"/>
                  </a:cubicBezTo>
                  <a:cubicBezTo>
                    <a:pt x="163" y="55"/>
                    <a:pt x="163" y="54"/>
                    <a:pt x="163" y="54"/>
                  </a:cubicBezTo>
                  <a:close/>
                  <a:moveTo>
                    <a:pt x="165" y="53"/>
                  </a:moveTo>
                  <a:cubicBezTo>
                    <a:pt x="165" y="53"/>
                    <a:pt x="165" y="53"/>
                    <a:pt x="165" y="53"/>
                  </a:cubicBezTo>
                  <a:cubicBezTo>
                    <a:pt x="165" y="52"/>
                    <a:pt x="165" y="52"/>
                    <a:pt x="165" y="52"/>
                  </a:cubicBezTo>
                  <a:cubicBezTo>
                    <a:pt x="166" y="52"/>
                    <a:pt x="166" y="52"/>
                    <a:pt x="166" y="52"/>
                  </a:cubicBezTo>
                  <a:cubicBezTo>
                    <a:pt x="166" y="51"/>
                    <a:pt x="166" y="51"/>
                    <a:pt x="166" y="51"/>
                  </a:cubicBezTo>
                  <a:cubicBezTo>
                    <a:pt x="167" y="51"/>
                    <a:pt x="167" y="51"/>
                    <a:pt x="167" y="51"/>
                  </a:cubicBezTo>
                  <a:cubicBezTo>
                    <a:pt x="168" y="50"/>
                    <a:pt x="168" y="50"/>
                    <a:pt x="168" y="50"/>
                  </a:cubicBezTo>
                  <a:cubicBezTo>
                    <a:pt x="168" y="51"/>
                    <a:pt x="168" y="51"/>
                    <a:pt x="168" y="51"/>
                  </a:cubicBezTo>
                  <a:cubicBezTo>
                    <a:pt x="168" y="51"/>
                    <a:pt x="168" y="51"/>
                    <a:pt x="168" y="51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7" y="53"/>
                    <a:pt x="167" y="53"/>
                    <a:pt x="167" y="53"/>
                  </a:cubicBezTo>
                  <a:cubicBezTo>
                    <a:pt x="167" y="53"/>
                    <a:pt x="167" y="53"/>
                    <a:pt x="167" y="53"/>
                  </a:cubicBezTo>
                  <a:cubicBezTo>
                    <a:pt x="166" y="54"/>
                    <a:pt x="166" y="54"/>
                    <a:pt x="166" y="54"/>
                  </a:cubicBezTo>
                  <a:cubicBezTo>
                    <a:pt x="166" y="54"/>
                    <a:pt x="166" y="54"/>
                    <a:pt x="166" y="54"/>
                  </a:cubicBezTo>
                  <a:cubicBezTo>
                    <a:pt x="167" y="55"/>
                    <a:pt x="167" y="55"/>
                    <a:pt x="167" y="55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8" y="55"/>
                    <a:pt x="168" y="55"/>
                    <a:pt x="168" y="55"/>
                  </a:cubicBezTo>
                  <a:cubicBezTo>
                    <a:pt x="168" y="55"/>
                    <a:pt x="168" y="55"/>
                    <a:pt x="168" y="55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70" y="54"/>
                    <a:pt x="170" y="54"/>
                    <a:pt x="170" y="54"/>
                  </a:cubicBezTo>
                  <a:cubicBezTo>
                    <a:pt x="170" y="54"/>
                    <a:pt x="170" y="54"/>
                    <a:pt x="170" y="54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2"/>
                    <a:pt x="171" y="52"/>
                    <a:pt x="171" y="52"/>
                  </a:cubicBezTo>
                  <a:cubicBezTo>
                    <a:pt x="171" y="52"/>
                    <a:pt x="171" y="52"/>
                    <a:pt x="171" y="52"/>
                  </a:cubicBezTo>
                  <a:cubicBezTo>
                    <a:pt x="172" y="51"/>
                    <a:pt x="172" y="51"/>
                    <a:pt x="172" y="51"/>
                  </a:cubicBezTo>
                  <a:cubicBezTo>
                    <a:pt x="172" y="50"/>
                    <a:pt x="172" y="50"/>
                    <a:pt x="172" y="50"/>
                  </a:cubicBezTo>
                  <a:cubicBezTo>
                    <a:pt x="172" y="50"/>
                    <a:pt x="172" y="50"/>
                    <a:pt x="172" y="50"/>
                  </a:cubicBezTo>
                  <a:cubicBezTo>
                    <a:pt x="173" y="50"/>
                    <a:pt x="173" y="50"/>
                    <a:pt x="173" y="50"/>
                  </a:cubicBezTo>
                  <a:cubicBezTo>
                    <a:pt x="173" y="51"/>
                    <a:pt x="173" y="51"/>
                    <a:pt x="173" y="51"/>
                  </a:cubicBezTo>
                  <a:cubicBezTo>
                    <a:pt x="173" y="52"/>
                    <a:pt x="173" y="52"/>
                    <a:pt x="173" y="52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5" y="51"/>
                    <a:pt x="175" y="51"/>
                    <a:pt x="175" y="51"/>
                  </a:cubicBezTo>
                  <a:cubicBezTo>
                    <a:pt x="176" y="50"/>
                    <a:pt x="176" y="50"/>
                    <a:pt x="176" y="50"/>
                  </a:cubicBezTo>
                  <a:cubicBezTo>
                    <a:pt x="176" y="49"/>
                    <a:pt x="176" y="49"/>
                    <a:pt x="176" y="49"/>
                  </a:cubicBezTo>
                  <a:cubicBezTo>
                    <a:pt x="176" y="48"/>
                    <a:pt x="176" y="48"/>
                    <a:pt x="176" y="48"/>
                  </a:cubicBezTo>
                  <a:cubicBezTo>
                    <a:pt x="176" y="48"/>
                    <a:pt x="176" y="48"/>
                    <a:pt x="176" y="48"/>
                  </a:cubicBezTo>
                  <a:cubicBezTo>
                    <a:pt x="177" y="48"/>
                    <a:pt x="177" y="48"/>
                    <a:pt x="177" y="48"/>
                  </a:cubicBezTo>
                  <a:cubicBezTo>
                    <a:pt x="178" y="48"/>
                    <a:pt x="178" y="48"/>
                    <a:pt x="178" y="48"/>
                  </a:cubicBezTo>
                  <a:cubicBezTo>
                    <a:pt x="179" y="47"/>
                    <a:pt x="179" y="47"/>
                    <a:pt x="179" y="47"/>
                  </a:cubicBezTo>
                  <a:cubicBezTo>
                    <a:pt x="179" y="46"/>
                    <a:pt x="179" y="46"/>
                    <a:pt x="179" y="46"/>
                  </a:cubicBezTo>
                  <a:cubicBezTo>
                    <a:pt x="180" y="46"/>
                    <a:pt x="180" y="46"/>
                    <a:pt x="180" y="46"/>
                  </a:cubicBezTo>
                  <a:cubicBezTo>
                    <a:pt x="180" y="45"/>
                    <a:pt x="180" y="45"/>
                    <a:pt x="180" y="45"/>
                  </a:cubicBezTo>
                  <a:cubicBezTo>
                    <a:pt x="181" y="46"/>
                    <a:pt x="181" y="46"/>
                    <a:pt x="181" y="46"/>
                  </a:cubicBezTo>
                  <a:cubicBezTo>
                    <a:pt x="181" y="45"/>
                    <a:pt x="181" y="45"/>
                    <a:pt x="181" y="45"/>
                  </a:cubicBezTo>
                  <a:cubicBezTo>
                    <a:pt x="182" y="45"/>
                    <a:pt x="182" y="45"/>
                    <a:pt x="182" y="45"/>
                  </a:cubicBezTo>
                  <a:cubicBezTo>
                    <a:pt x="181" y="47"/>
                    <a:pt x="181" y="47"/>
                    <a:pt x="181" y="47"/>
                  </a:cubicBezTo>
                  <a:cubicBezTo>
                    <a:pt x="180" y="48"/>
                    <a:pt x="180" y="48"/>
                    <a:pt x="180" y="48"/>
                  </a:cubicBezTo>
                  <a:cubicBezTo>
                    <a:pt x="180" y="49"/>
                    <a:pt x="180" y="49"/>
                    <a:pt x="180" y="49"/>
                  </a:cubicBezTo>
                  <a:cubicBezTo>
                    <a:pt x="180" y="49"/>
                    <a:pt x="180" y="49"/>
                    <a:pt x="180" y="49"/>
                  </a:cubicBezTo>
                  <a:cubicBezTo>
                    <a:pt x="180" y="50"/>
                    <a:pt x="180" y="50"/>
                    <a:pt x="180" y="50"/>
                  </a:cubicBezTo>
                  <a:cubicBezTo>
                    <a:pt x="179" y="50"/>
                    <a:pt x="179" y="50"/>
                    <a:pt x="179" y="50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78" y="52"/>
                    <a:pt x="178" y="52"/>
                    <a:pt x="178" y="52"/>
                  </a:cubicBezTo>
                  <a:cubicBezTo>
                    <a:pt x="178" y="53"/>
                    <a:pt x="178" y="53"/>
                    <a:pt x="178" y="53"/>
                  </a:cubicBezTo>
                  <a:cubicBezTo>
                    <a:pt x="178" y="53"/>
                    <a:pt x="178" y="53"/>
                    <a:pt x="178" y="53"/>
                  </a:cubicBezTo>
                  <a:cubicBezTo>
                    <a:pt x="179" y="54"/>
                    <a:pt x="179" y="54"/>
                    <a:pt x="179" y="54"/>
                  </a:cubicBezTo>
                  <a:cubicBezTo>
                    <a:pt x="179" y="54"/>
                    <a:pt x="179" y="54"/>
                    <a:pt x="179" y="54"/>
                  </a:cubicBezTo>
                  <a:cubicBezTo>
                    <a:pt x="180" y="53"/>
                    <a:pt x="180" y="53"/>
                    <a:pt x="180" y="53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1" y="52"/>
                    <a:pt x="181" y="52"/>
                    <a:pt x="181" y="52"/>
                  </a:cubicBezTo>
                  <a:cubicBezTo>
                    <a:pt x="181" y="52"/>
                    <a:pt x="181" y="52"/>
                    <a:pt x="181" y="52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0"/>
                    <a:pt x="182" y="50"/>
                    <a:pt x="182" y="50"/>
                  </a:cubicBezTo>
                  <a:cubicBezTo>
                    <a:pt x="183" y="50"/>
                    <a:pt x="183" y="50"/>
                    <a:pt x="183" y="50"/>
                  </a:cubicBezTo>
                  <a:cubicBezTo>
                    <a:pt x="183" y="50"/>
                    <a:pt x="183" y="50"/>
                    <a:pt x="183" y="50"/>
                  </a:cubicBezTo>
                  <a:cubicBezTo>
                    <a:pt x="183" y="51"/>
                    <a:pt x="183" y="51"/>
                    <a:pt x="183" y="51"/>
                  </a:cubicBezTo>
                  <a:cubicBezTo>
                    <a:pt x="184" y="51"/>
                    <a:pt x="184" y="51"/>
                    <a:pt x="184" y="51"/>
                  </a:cubicBezTo>
                  <a:cubicBezTo>
                    <a:pt x="185" y="50"/>
                    <a:pt x="185" y="50"/>
                    <a:pt x="185" y="50"/>
                  </a:cubicBezTo>
                  <a:cubicBezTo>
                    <a:pt x="186" y="50"/>
                    <a:pt x="186" y="50"/>
                    <a:pt x="186" y="50"/>
                  </a:cubicBezTo>
                  <a:cubicBezTo>
                    <a:pt x="187" y="49"/>
                    <a:pt x="187" y="49"/>
                    <a:pt x="187" y="49"/>
                  </a:cubicBezTo>
                  <a:cubicBezTo>
                    <a:pt x="187" y="48"/>
                    <a:pt x="187" y="48"/>
                    <a:pt x="187" y="48"/>
                  </a:cubicBezTo>
                  <a:cubicBezTo>
                    <a:pt x="188" y="47"/>
                    <a:pt x="188" y="47"/>
                    <a:pt x="188" y="47"/>
                  </a:cubicBezTo>
                  <a:cubicBezTo>
                    <a:pt x="188" y="46"/>
                    <a:pt x="188" y="46"/>
                    <a:pt x="188" y="46"/>
                  </a:cubicBezTo>
                  <a:cubicBezTo>
                    <a:pt x="188" y="46"/>
                    <a:pt x="188" y="46"/>
                    <a:pt x="188" y="46"/>
                  </a:cubicBezTo>
                  <a:cubicBezTo>
                    <a:pt x="189" y="47"/>
                    <a:pt x="189" y="47"/>
                    <a:pt x="189" y="47"/>
                  </a:cubicBezTo>
                  <a:cubicBezTo>
                    <a:pt x="190" y="47"/>
                    <a:pt x="190" y="47"/>
                    <a:pt x="190" y="47"/>
                  </a:cubicBezTo>
                  <a:cubicBezTo>
                    <a:pt x="190" y="46"/>
                    <a:pt x="190" y="46"/>
                    <a:pt x="190" y="46"/>
                  </a:cubicBezTo>
                  <a:cubicBezTo>
                    <a:pt x="190" y="46"/>
                    <a:pt x="190" y="46"/>
                    <a:pt x="190" y="46"/>
                  </a:cubicBezTo>
                  <a:cubicBezTo>
                    <a:pt x="189" y="45"/>
                    <a:pt x="189" y="45"/>
                    <a:pt x="189" y="45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90" y="44"/>
                    <a:pt x="190" y="44"/>
                    <a:pt x="190" y="44"/>
                  </a:cubicBezTo>
                  <a:cubicBezTo>
                    <a:pt x="191" y="43"/>
                    <a:pt x="191" y="43"/>
                    <a:pt x="191" y="43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3" y="43"/>
                    <a:pt x="193" y="43"/>
                    <a:pt x="193" y="43"/>
                  </a:cubicBezTo>
                  <a:cubicBezTo>
                    <a:pt x="194" y="42"/>
                    <a:pt x="194" y="42"/>
                    <a:pt x="194" y="42"/>
                  </a:cubicBezTo>
                  <a:cubicBezTo>
                    <a:pt x="193" y="42"/>
                    <a:pt x="193" y="42"/>
                    <a:pt x="193" y="42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3" y="39"/>
                    <a:pt x="193" y="39"/>
                    <a:pt x="193" y="39"/>
                  </a:cubicBezTo>
                  <a:cubicBezTo>
                    <a:pt x="193" y="38"/>
                    <a:pt x="193" y="38"/>
                    <a:pt x="193" y="38"/>
                  </a:cubicBezTo>
                  <a:cubicBezTo>
                    <a:pt x="193" y="38"/>
                    <a:pt x="193" y="38"/>
                    <a:pt x="193" y="38"/>
                  </a:cubicBezTo>
                  <a:cubicBezTo>
                    <a:pt x="192" y="38"/>
                    <a:pt x="192" y="38"/>
                    <a:pt x="192" y="38"/>
                  </a:cubicBezTo>
                  <a:cubicBezTo>
                    <a:pt x="191" y="39"/>
                    <a:pt x="191" y="39"/>
                    <a:pt x="191" y="39"/>
                  </a:cubicBezTo>
                  <a:cubicBezTo>
                    <a:pt x="191" y="40"/>
                    <a:pt x="191" y="40"/>
                    <a:pt x="191" y="40"/>
                  </a:cubicBezTo>
                  <a:cubicBezTo>
                    <a:pt x="191" y="40"/>
                    <a:pt x="191" y="40"/>
                    <a:pt x="191" y="40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0" y="40"/>
                    <a:pt x="190" y="40"/>
                    <a:pt x="190" y="40"/>
                  </a:cubicBezTo>
                  <a:cubicBezTo>
                    <a:pt x="190" y="40"/>
                    <a:pt x="190" y="40"/>
                    <a:pt x="190" y="40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89" y="41"/>
                    <a:pt x="189" y="41"/>
                    <a:pt x="189" y="41"/>
                  </a:cubicBezTo>
                  <a:cubicBezTo>
                    <a:pt x="189" y="41"/>
                    <a:pt x="189" y="41"/>
                    <a:pt x="189" y="41"/>
                  </a:cubicBezTo>
                  <a:cubicBezTo>
                    <a:pt x="189" y="39"/>
                    <a:pt x="189" y="39"/>
                    <a:pt x="189" y="39"/>
                  </a:cubicBezTo>
                  <a:cubicBezTo>
                    <a:pt x="188" y="39"/>
                    <a:pt x="188" y="39"/>
                    <a:pt x="188" y="39"/>
                  </a:cubicBezTo>
                  <a:cubicBezTo>
                    <a:pt x="187" y="39"/>
                    <a:pt x="187" y="39"/>
                    <a:pt x="187" y="39"/>
                  </a:cubicBezTo>
                  <a:cubicBezTo>
                    <a:pt x="187" y="39"/>
                    <a:pt x="187" y="39"/>
                    <a:pt x="187" y="39"/>
                  </a:cubicBezTo>
                  <a:cubicBezTo>
                    <a:pt x="186" y="39"/>
                    <a:pt x="186" y="39"/>
                    <a:pt x="186" y="39"/>
                  </a:cubicBezTo>
                  <a:cubicBezTo>
                    <a:pt x="185" y="39"/>
                    <a:pt x="185" y="39"/>
                    <a:pt x="185" y="39"/>
                  </a:cubicBezTo>
                  <a:cubicBezTo>
                    <a:pt x="185" y="39"/>
                    <a:pt x="185" y="39"/>
                    <a:pt x="185" y="39"/>
                  </a:cubicBezTo>
                  <a:cubicBezTo>
                    <a:pt x="183" y="39"/>
                    <a:pt x="183" y="39"/>
                    <a:pt x="183" y="39"/>
                  </a:cubicBezTo>
                  <a:cubicBezTo>
                    <a:pt x="182" y="39"/>
                    <a:pt x="182" y="39"/>
                    <a:pt x="182" y="39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1" y="40"/>
                    <a:pt x="181" y="40"/>
                    <a:pt x="181" y="40"/>
                  </a:cubicBezTo>
                  <a:cubicBezTo>
                    <a:pt x="180" y="40"/>
                    <a:pt x="180" y="40"/>
                    <a:pt x="180" y="40"/>
                  </a:cubicBezTo>
                  <a:cubicBezTo>
                    <a:pt x="178" y="42"/>
                    <a:pt x="178" y="42"/>
                    <a:pt x="178" y="42"/>
                  </a:cubicBezTo>
                  <a:cubicBezTo>
                    <a:pt x="177" y="42"/>
                    <a:pt x="177" y="42"/>
                    <a:pt x="177" y="42"/>
                  </a:cubicBezTo>
                  <a:cubicBezTo>
                    <a:pt x="177" y="42"/>
                    <a:pt x="177" y="42"/>
                    <a:pt x="177" y="42"/>
                  </a:cubicBezTo>
                  <a:cubicBezTo>
                    <a:pt x="176" y="43"/>
                    <a:pt x="176" y="43"/>
                    <a:pt x="176" y="43"/>
                  </a:cubicBezTo>
                  <a:cubicBezTo>
                    <a:pt x="175" y="43"/>
                    <a:pt x="175" y="43"/>
                    <a:pt x="175" y="43"/>
                  </a:cubicBezTo>
                  <a:cubicBezTo>
                    <a:pt x="174" y="44"/>
                    <a:pt x="174" y="44"/>
                    <a:pt x="174" y="44"/>
                  </a:cubicBezTo>
                  <a:cubicBezTo>
                    <a:pt x="174" y="44"/>
                    <a:pt x="174" y="44"/>
                    <a:pt x="174" y="44"/>
                  </a:cubicBezTo>
                  <a:cubicBezTo>
                    <a:pt x="172" y="44"/>
                    <a:pt x="172" y="44"/>
                    <a:pt x="172" y="44"/>
                  </a:cubicBezTo>
                  <a:cubicBezTo>
                    <a:pt x="172" y="44"/>
                    <a:pt x="172" y="44"/>
                    <a:pt x="172" y="44"/>
                  </a:cubicBezTo>
                  <a:cubicBezTo>
                    <a:pt x="171" y="44"/>
                    <a:pt x="171" y="44"/>
                    <a:pt x="171" y="44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70" y="45"/>
                    <a:pt x="170" y="45"/>
                    <a:pt x="170" y="45"/>
                  </a:cubicBezTo>
                  <a:cubicBezTo>
                    <a:pt x="169" y="46"/>
                    <a:pt x="169" y="46"/>
                    <a:pt x="169" y="46"/>
                  </a:cubicBezTo>
                  <a:cubicBezTo>
                    <a:pt x="168" y="46"/>
                    <a:pt x="168" y="46"/>
                    <a:pt x="168" y="46"/>
                  </a:cubicBezTo>
                  <a:cubicBezTo>
                    <a:pt x="167" y="46"/>
                    <a:pt x="167" y="46"/>
                    <a:pt x="167" y="46"/>
                  </a:cubicBezTo>
                  <a:cubicBezTo>
                    <a:pt x="166" y="46"/>
                    <a:pt x="166" y="46"/>
                    <a:pt x="166" y="46"/>
                  </a:cubicBezTo>
                  <a:cubicBezTo>
                    <a:pt x="164" y="46"/>
                    <a:pt x="164" y="46"/>
                    <a:pt x="164" y="46"/>
                  </a:cubicBezTo>
                  <a:cubicBezTo>
                    <a:pt x="163" y="48"/>
                    <a:pt x="163" y="48"/>
                    <a:pt x="163" y="48"/>
                  </a:cubicBezTo>
                  <a:cubicBezTo>
                    <a:pt x="162" y="48"/>
                    <a:pt x="162" y="48"/>
                    <a:pt x="162" y="48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62" y="49"/>
                    <a:pt x="162" y="49"/>
                    <a:pt x="162" y="49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61" y="50"/>
                    <a:pt x="161" y="50"/>
                    <a:pt x="161" y="50"/>
                  </a:cubicBezTo>
                  <a:cubicBezTo>
                    <a:pt x="161" y="50"/>
                    <a:pt x="161" y="50"/>
                    <a:pt x="161" y="50"/>
                  </a:cubicBezTo>
                  <a:cubicBezTo>
                    <a:pt x="161" y="51"/>
                    <a:pt x="161" y="51"/>
                    <a:pt x="161" y="51"/>
                  </a:cubicBezTo>
                  <a:cubicBezTo>
                    <a:pt x="160" y="51"/>
                    <a:pt x="160" y="51"/>
                    <a:pt x="160" y="51"/>
                  </a:cubicBezTo>
                  <a:cubicBezTo>
                    <a:pt x="160" y="51"/>
                    <a:pt x="160" y="51"/>
                    <a:pt x="160" y="51"/>
                  </a:cubicBezTo>
                  <a:cubicBezTo>
                    <a:pt x="161" y="52"/>
                    <a:pt x="161" y="52"/>
                    <a:pt x="161" y="52"/>
                  </a:cubicBezTo>
                  <a:cubicBezTo>
                    <a:pt x="162" y="51"/>
                    <a:pt x="162" y="51"/>
                    <a:pt x="162" y="51"/>
                  </a:cubicBezTo>
                  <a:cubicBezTo>
                    <a:pt x="162" y="51"/>
                    <a:pt x="162" y="51"/>
                    <a:pt x="162" y="51"/>
                  </a:cubicBezTo>
                  <a:cubicBezTo>
                    <a:pt x="163" y="51"/>
                    <a:pt x="163" y="51"/>
                    <a:pt x="163" y="51"/>
                  </a:cubicBezTo>
                  <a:cubicBezTo>
                    <a:pt x="164" y="51"/>
                    <a:pt x="164" y="51"/>
                    <a:pt x="164" y="51"/>
                  </a:cubicBezTo>
                  <a:cubicBezTo>
                    <a:pt x="164" y="52"/>
                    <a:pt x="164" y="52"/>
                    <a:pt x="164" y="52"/>
                  </a:cubicBezTo>
                  <a:cubicBezTo>
                    <a:pt x="164" y="53"/>
                    <a:pt x="164" y="53"/>
                    <a:pt x="164" y="53"/>
                  </a:cubicBezTo>
                  <a:cubicBezTo>
                    <a:pt x="165" y="53"/>
                    <a:pt x="165" y="53"/>
                    <a:pt x="165" y="53"/>
                  </a:cubicBezTo>
                  <a:close/>
                  <a:moveTo>
                    <a:pt x="250" y="98"/>
                  </a:moveTo>
                  <a:cubicBezTo>
                    <a:pt x="250" y="98"/>
                    <a:pt x="250" y="98"/>
                    <a:pt x="250" y="98"/>
                  </a:cubicBezTo>
                  <a:cubicBezTo>
                    <a:pt x="251" y="98"/>
                    <a:pt x="251" y="98"/>
                    <a:pt x="251" y="98"/>
                  </a:cubicBezTo>
                  <a:cubicBezTo>
                    <a:pt x="251" y="98"/>
                    <a:pt x="251" y="98"/>
                    <a:pt x="251" y="98"/>
                  </a:cubicBezTo>
                  <a:cubicBezTo>
                    <a:pt x="250" y="99"/>
                    <a:pt x="250" y="99"/>
                    <a:pt x="250" y="99"/>
                  </a:cubicBezTo>
                  <a:cubicBezTo>
                    <a:pt x="250" y="99"/>
                    <a:pt x="250" y="99"/>
                    <a:pt x="250" y="99"/>
                  </a:cubicBezTo>
                  <a:cubicBezTo>
                    <a:pt x="250" y="98"/>
                    <a:pt x="250" y="98"/>
                    <a:pt x="250" y="98"/>
                  </a:cubicBezTo>
                  <a:close/>
                  <a:moveTo>
                    <a:pt x="240" y="81"/>
                  </a:moveTo>
                  <a:cubicBezTo>
                    <a:pt x="239" y="80"/>
                    <a:pt x="239" y="80"/>
                    <a:pt x="239" y="80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9" y="80"/>
                    <a:pt x="239" y="80"/>
                    <a:pt x="239" y="80"/>
                  </a:cubicBezTo>
                  <a:cubicBezTo>
                    <a:pt x="239" y="81"/>
                    <a:pt x="239" y="81"/>
                    <a:pt x="239" y="81"/>
                  </a:cubicBezTo>
                  <a:cubicBezTo>
                    <a:pt x="239" y="81"/>
                    <a:pt x="239" y="81"/>
                    <a:pt x="239" y="81"/>
                  </a:cubicBezTo>
                  <a:cubicBezTo>
                    <a:pt x="238" y="81"/>
                    <a:pt x="238" y="81"/>
                    <a:pt x="238" y="81"/>
                  </a:cubicBezTo>
                  <a:cubicBezTo>
                    <a:pt x="237" y="81"/>
                    <a:pt x="237" y="81"/>
                    <a:pt x="237" y="81"/>
                  </a:cubicBezTo>
                  <a:cubicBezTo>
                    <a:pt x="238" y="82"/>
                    <a:pt x="238" y="82"/>
                    <a:pt x="238" y="82"/>
                  </a:cubicBezTo>
                  <a:cubicBezTo>
                    <a:pt x="238" y="82"/>
                    <a:pt x="238" y="82"/>
                    <a:pt x="238" y="82"/>
                  </a:cubicBezTo>
                  <a:cubicBezTo>
                    <a:pt x="238" y="83"/>
                    <a:pt x="238" y="83"/>
                    <a:pt x="238" y="83"/>
                  </a:cubicBezTo>
                  <a:cubicBezTo>
                    <a:pt x="237" y="82"/>
                    <a:pt x="237" y="82"/>
                    <a:pt x="237" y="82"/>
                  </a:cubicBezTo>
                  <a:cubicBezTo>
                    <a:pt x="236" y="83"/>
                    <a:pt x="236" y="83"/>
                    <a:pt x="236" y="83"/>
                  </a:cubicBezTo>
                  <a:cubicBezTo>
                    <a:pt x="235" y="83"/>
                    <a:pt x="235" y="83"/>
                    <a:pt x="235" y="83"/>
                  </a:cubicBezTo>
                  <a:cubicBezTo>
                    <a:pt x="235" y="84"/>
                    <a:pt x="235" y="84"/>
                    <a:pt x="235" y="84"/>
                  </a:cubicBezTo>
                  <a:cubicBezTo>
                    <a:pt x="235" y="84"/>
                    <a:pt x="235" y="84"/>
                    <a:pt x="235" y="84"/>
                  </a:cubicBezTo>
                  <a:cubicBezTo>
                    <a:pt x="235" y="84"/>
                    <a:pt x="235" y="84"/>
                    <a:pt x="235" y="84"/>
                  </a:cubicBezTo>
                  <a:cubicBezTo>
                    <a:pt x="235" y="84"/>
                    <a:pt x="235" y="84"/>
                    <a:pt x="235" y="84"/>
                  </a:cubicBezTo>
                  <a:cubicBezTo>
                    <a:pt x="235" y="85"/>
                    <a:pt x="235" y="85"/>
                    <a:pt x="235" y="85"/>
                  </a:cubicBezTo>
                  <a:cubicBezTo>
                    <a:pt x="235" y="85"/>
                    <a:pt x="235" y="85"/>
                    <a:pt x="235" y="85"/>
                  </a:cubicBezTo>
                  <a:cubicBezTo>
                    <a:pt x="235" y="85"/>
                    <a:pt x="235" y="85"/>
                    <a:pt x="235" y="85"/>
                  </a:cubicBezTo>
                  <a:cubicBezTo>
                    <a:pt x="236" y="85"/>
                    <a:pt x="236" y="85"/>
                    <a:pt x="236" y="85"/>
                  </a:cubicBezTo>
                  <a:cubicBezTo>
                    <a:pt x="236" y="85"/>
                    <a:pt x="236" y="85"/>
                    <a:pt x="236" y="85"/>
                  </a:cubicBezTo>
                  <a:cubicBezTo>
                    <a:pt x="236" y="86"/>
                    <a:pt x="236" y="86"/>
                    <a:pt x="236" y="86"/>
                  </a:cubicBezTo>
                  <a:cubicBezTo>
                    <a:pt x="236" y="86"/>
                    <a:pt x="236" y="86"/>
                    <a:pt x="236" y="86"/>
                  </a:cubicBezTo>
                  <a:cubicBezTo>
                    <a:pt x="236" y="86"/>
                    <a:pt x="236" y="86"/>
                    <a:pt x="236" y="86"/>
                  </a:cubicBezTo>
                  <a:cubicBezTo>
                    <a:pt x="237" y="86"/>
                    <a:pt x="237" y="86"/>
                    <a:pt x="237" y="86"/>
                  </a:cubicBezTo>
                  <a:cubicBezTo>
                    <a:pt x="237" y="86"/>
                    <a:pt x="237" y="86"/>
                    <a:pt x="237" y="86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37" y="87"/>
                    <a:pt x="237" y="87"/>
                    <a:pt x="237" y="87"/>
                  </a:cubicBezTo>
                  <a:cubicBezTo>
                    <a:pt x="238" y="87"/>
                    <a:pt x="238" y="87"/>
                    <a:pt x="238" y="87"/>
                  </a:cubicBezTo>
                  <a:cubicBezTo>
                    <a:pt x="238" y="87"/>
                    <a:pt x="238" y="87"/>
                    <a:pt x="238" y="87"/>
                  </a:cubicBezTo>
                  <a:cubicBezTo>
                    <a:pt x="238" y="88"/>
                    <a:pt x="238" y="88"/>
                    <a:pt x="238" y="88"/>
                  </a:cubicBezTo>
                  <a:cubicBezTo>
                    <a:pt x="238" y="88"/>
                    <a:pt x="238" y="88"/>
                    <a:pt x="238" y="88"/>
                  </a:cubicBezTo>
                  <a:cubicBezTo>
                    <a:pt x="239" y="88"/>
                    <a:pt x="239" y="88"/>
                    <a:pt x="239" y="88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ubicBezTo>
                    <a:pt x="241" y="89"/>
                    <a:pt x="241" y="89"/>
                    <a:pt x="241" y="89"/>
                  </a:cubicBezTo>
                  <a:cubicBezTo>
                    <a:pt x="242" y="89"/>
                    <a:pt x="242" y="89"/>
                    <a:pt x="242" y="89"/>
                  </a:cubicBezTo>
                  <a:cubicBezTo>
                    <a:pt x="242" y="90"/>
                    <a:pt x="242" y="90"/>
                    <a:pt x="242" y="90"/>
                  </a:cubicBezTo>
                  <a:cubicBezTo>
                    <a:pt x="243" y="89"/>
                    <a:pt x="243" y="89"/>
                    <a:pt x="243" y="89"/>
                  </a:cubicBezTo>
                  <a:cubicBezTo>
                    <a:pt x="242" y="89"/>
                    <a:pt x="242" y="89"/>
                    <a:pt x="242" y="89"/>
                  </a:cubicBezTo>
                  <a:cubicBezTo>
                    <a:pt x="243" y="89"/>
                    <a:pt x="243" y="89"/>
                    <a:pt x="243" y="89"/>
                  </a:cubicBezTo>
                  <a:cubicBezTo>
                    <a:pt x="244" y="88"/>
                    <a:pt x="244" y="88"/>
                    <a:pt x="244" y="88"/>
                  </a:cubicBezTo>
                  <a:cubicBezTo>
                    <a:pt x="243" y="87"/>
                    <a:pt x="243" y="87"/>
                    <a:pt x="243" y="87"/>
                  </a:cubicBezTo>
                  <a:cubicBezTo>
                    <a:pt x="244" y="86"/>
                    <a:pt x="244" y="86"/>
                    <a:pt x="244" y="86"/>
                  </a:cubicBezTo>
                  <a:cubicBezTo>
                    <a:pt x="244" y="85"/>
                    <a:pt x="244" y="85"/>
                    <a:pt x="244" y="85"/>
                  </a:cubicBezTo>
                  <a:cubicBezTo>
                    <a:pt x="245" y="84"/>
                    <a:pt x="245" y="84"/>
                    <a:pt x="245" y="84"/>
                  </a:cubicBezTo>
                  <a:cubicBezTo>
                    <a:pt x="245" y="83"/>
                    <a:pt x="245" y="83"/>
                    <a:pt x="245" y="83"/>
                  </a:cubicBezTo>
                  <a:cubicBezTo>
                    <a:pt x="245" y="83"/>
                    <a:pt x="245" y="83"/>
                    <a:pt x="245" y="83"/>
                  </a:cubicBezTo>
                  <a:cubicBezTo>
                    <a:pt x="245" y="82"/>
                    <a:pt x="245" y="82"/>
                    <a:pt x="245" y="82"/>
                  </a:cubicBezTo>
                  <a:cubicBezTo>
                    <a:pt x="244" y="81"/>
                    <a:pt x="244" y="81"/>
                    <a:pt x="244" y="81"/>
                  </a:cubicBezTo>
                  <a:cubicBezTo>
                    <a:pt x="244" y="81"/>
                    <a:pt x="244" y="81"/>
                    <a:pt x="244" y="81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3" y="79"/>
                    <a:pt x="243" y="79"/>
                    <a:pt x="243" y="79"/>
                  </a:cubicBezTo>
                  <a:cubicBezTo>
                    <a:pt x="242" y="79"/>
                    <a:pt x="242" y="79"/>
                    <a:pt x="242" y="79"/>
                  </a:cubicBezTo>
                  <a:cubicBezTo>
                    <a:pt x="241" y="79"/>
                    <a:pt x="241" y="79"/>
                    <a:pt x="241" y="79"/>
                  </a:cubicBezTo>
                  <a:cubicBezTo>
                    <a:pt x="240" y="79"/>
                    <a:pt x="240" y="79"/>
                    <a:pt x="240" y="79"/>
                  </a:cubicBezTo>
                  <a:cubicBezTo>
                    <a:pt x="240" y="80"/>
                    <a:pt x="240" y="80"/>
                    <a:pt x="240" y="80"/>
                  </a:cubicBezTo>
                  <a:cubicBezTo>
                    <a:pt x="240" y="80"/>
                    <a:pt x="240" y="80"/>
                    <a:pt x="240" y="80"/>
                  </a:cubicBezTo>
                  <a:cubicBezTo>
                    <a:pt x="240" y="81"/>
                    <a:pt x="240" y="81"/>
                    <a:pt x="240" y="81"/>
                  </a:cubicBezTo>
                  <a:cubicBezTo>
                    <a:pt x="240" y="81"/>
                    <a:pt x="240" y="81"/>
                    <a:pt x="240" y="81"/>
                  </a:cubicBezTo>
                  <a:close/>
                  <a:moveTo>
                    <a:pt x="245" y="74"/>
                  </a:moveTo>
                  <a:cubicBezTo>
                    <a:pt x="245" y="74"/>
                    <a:pt x="245" y="74"/>
                    <a:pt x="245" y="74"/>
                  </a:cubicBezTo>
                  <a:cubicBezTo>
                    <a:pt x="245" y="74"/>
                    <a:pt x="245" y="74"/>
                    <a:pt x="245" y="74"/>
                  </a:cubicBezTo>
                  <a:cubicBezTo>
                    <a:pt x="246" y="74"/>
                    <a:pt x="246" y="74"/>
                    <a:pt x="246" y="74"/>
                  </a:cubicBezTo>
                  <a:cubicBezTo>
                    <a:pt x="246" y="74"/>
                    <a:pt x="246" y="74"/>
                    <a:pt x="245" y="74"/>
                  </a:cubicBezTo>
                  <a:close/>
                  <a:moveTo>
                    <a:pt x="244" y="78"/>
                  </a:moveTo>
                  <a:cubicBezTo>
                    <a:pt x="244" y="78"/>
                    <a:pt x="244" y="78"/>
                    <a:pt x="244" y="78"/>
                  </a:cubicBezTo>
                  <a:cubicBezTo>
                    <a:pt x="244" y="78"/>
                    <a:pt x="244" y="78"/>
                    <a:pt x="244" y="78"/>
                  </a:cubicBezTo>
                  <a:cubicBezTo>
                    <a:pt x="244" y="77"/>
                    <a:pt x="244" y="77"/>
                    <a:pt x="244" y="77"/>
                  </a:cubicBezTo>
                  <a:cubicBezTo>
                    <a:pt x="244" y="77"/>
                    <a:pt x="244" y="77"/>
                    <a:pt x="244" y="77"/>
                  </a:cubicBezTo>
                  <a:cubicBezTo>
                    <a:pt x="244" y="76"/>
                    <a:pt x="244" y="76"/>
                    <a:pt x="244" y="76"/>
                  </a:cubicBezTo>
                  <a:cubicBezTo>
                    <a:pt x="244" y="76"/>
                    <a:pt x="244" y="76"/>
                    <a:pt x="244" y="76"/>
                  </a:cubicBezTo>
                  <a:cubicBezTo>
                    <a:pt x="246" y="76"/>
                    <a:pt x="246" y="76"/>
                    <a:pt x="246" y="76"/>
                  </a:cubicBezTo>
                  <a:cubicBezTo>
                    <a:pt x="245" y="77"/>
                    <a:pt x="245" y="77"/>
                    <a:pt x="245" y="77"/>
                  </a:cubicBezTo>
                  <a:cubicBezTo>
                    <a:pt x="245" y="78"/>
                    <a:pt x="245" y="78"/>
                    <a:pt x="245" y="78"/>
                  </a:cubicBezTo>
                  <a:cubicBezTo>
                    <a:pt x="245" y="78"/>
                    <a:pt x="244" y="78"/>
                    <a:pt x="244" y="78"/>
                  </a:cubicBezTo>
                  <a:close/>
                  <a:moveTo>
                    <a:pt x="238" y="77"/>
                  </a:moveTo>
                  <a:cubicBezTo>
                    <a:pt x="238" y="76"/>
                    <a:pt x="238" y="76"/>
                    <a:pt x="238" y="76"/>
                  </a:cubicBezTo>
                  <a:cubicBezTo>
                    <a:pt x="238" y="76"/>
                    <a:pt x="238" y="76"/>
                    <a:pt x="238" y="76"/>
                  </a:cubicBezTo>
                  <a:cubicBezTo>
                    <a:pt x="239" y="76"/>
                    <a:pt x="239" y="76"/>
                    <a:pt x="239" y="76"/>
                  </a:cubicBezTo>
                  <a:cubicBezTo>
                    <a:pt x="239" y="76"/>
                    <a:pt x="239" y="76"/>
                    <a:pt x="239" y="76"/>
                  </a:cubicBezTo>
                  <a:cubicBezTo>
                    <a:pt x="239" y="76"/>
                    <a:pt x="239" y="76"/>
                    <a:pt x="239" y="76"/>
                  </a:cubicBezTo>
                  <a:cubicBezTo>
                    <a:pt x="239" y="77"/>
                    <a:pt x="239" y="77"/>
                    <a:pt x="239" y="77"/>
                  </a:cubicBezTo>
                  <a:cubicBezTo>
                    <a:pt x="238" y="77"/>
                    <a:pt x="238" y="77"/>
                    <a:pt x="238" y="77"/>
                  </a:cubicBezTo>
                  <a:close/>
                  <a:moveTo>
                    <a:pt x="237" y="78"/>
                  </a:moveTo>
                  <a:cubicBezTo>
                    <a:pt x="237" y="77"/>
                    <a:pt x="237" y="77"/>
                    <a:pt x="237" y="77"/>
                  </a:cubicBezTo>
                  <a:cubicBezTo>
                    <a:pt x="237" y="77"/>
                    <a:pt x="237" y="77"/>
                    <a:pt x="237" y="77"/>
                  </a:cubicBezTo>
                  <a:cubicBezTo>
                    <a:pt x="237" y="77"/>
                    <a:pt x="237" y="77"/>
                    <a:pt x="237" y="77"/>
                  </a:cubicBezTo>
                  <a:cubicBezTo>
                    <a:pt x="237" y="77"/>
                    <a:pt x="237" y="77"/>
                    <a:pt x="237" y="77"/>
                  </a:cubicBezTo>
                  <a:cubicBezTo>
                    <a:pt x="237" y="78"/>
                    <a:pt x="237" y="78"/>
                    <a:pt x="237" y="78"/>
                  </a:cubicBezTo>
                  <a:close/>
                  <a:moveTo>
                    <a:pt x="238" y="79"/>
                  </a:moveTo>
                  <a:cubicBezTo>
                    <a:pt x="238" y="79"/>
                    <a:pt x="238" y="79"/>
                    <a:pt x="238" y="79"/>
                  </a:cubicBezTo>
                  <a:cubicBezTo>
                    <a:pt x="238" y="79"/>
                    <a:pt x="238" y="79"/>
                    <a:pt x="238" y="79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9" y="78"/>
                    <a:pt x="239" y="78"/>
                    <a:pt x="239" y="78"/>
                  </a:cubicBezTo>
                  <a:cubicBezTo>
                    <a:pt x="239" y="79"/>
                    <a:pt x="239" y="79"/>
                    <a:pt x="239" y="79"/>
                  </a:cubicBezTo>
                  <a:cubicBezTo>
                    <a:pt x="238" y="79"/>
                    <a:pt x="238" y="79"/>
                    <a:pt x="238" y="79"/>
                  </a:cubicBezTo>
                  <a:cubicBezTo>
                    <a:pt x="238" y="79"/>
                    <a:pt x="238" y="79"/>
                    <a:pt x="238" y="79"/>
                  </a:cubicBezTo>
                  <a:close/>
                  <a:moveTo>
                    <a:pt x="236" y="80"/>
                  </a:moveTo>
                  <a:cubicBezTo>
                    <a:pt x="236" y="80"/>
                    <a:pt x="236" y="80"/>
                    <a:pt x="236" y="80"/>
                  </a:cubicBezTo>
                  <a:cubicBezTo>
                    <a:pt x="235" y="79"/>
                    <a:pt x="235" y="79"/>
                    <a:pt x="235" y="79"/>
                  </a:cubicBezTo>
                  <a:cubicBezTo>
                    <a:pt x="236" y="79"/>
                    <a:pt x="236" y="79"/>
                    <a:pt x="236" y="79"/>
                  </a:cubicBezTo>
                  <a:cubicBezTo>
                    <a:pt x="236" y="78"/>
                    <a:pt x="236" y="78"/>
                    <a:pt x="236" y="78"/>
                  </a:cubicBezTo>
                  <a:cubicBezTo>
                    <a:pt x="237" y="78"/>
                    <a:pt x="237" y="78"/>
                    <a:pt x="237" y="78"/>
                  </a:cubicBezTo>
                  <a:cubicBezTo>
                    <a:pt x="237" y="78"/>
                    <a:pt x="237" y="78"/>
                    <a:pt x="237" y="78"/>
                  </a:cubicBezTo>
                  <a:cubicBezTo>
                    <a:pt x="237" y="79"/>
                    <a:pt x="237" y="79"/>
                    <a:pt x="237" y="79"/>
                  </a:cubicBezTo>
                  <a:cubicBezTo>
                    <a:pt x="237" y="79"/>
                    <a:pt x="237" y="79"/>
                    <a:pt x="237" y="79"/>
                  </a:cubicBezTo>
                  <a:cubicBezTo>
                    <a:pt x="237" y="80"/>
                    <a:pt x="237" y="80"/>
                    <a:pt x="237" y="80"/>
                  </a:cubicBezTo>
                  <a:cubicBezTo>
                    <a:pt x="237" y="80"/>
                    <a:pt x="237" y="80"/>
                    <a:pt x="237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lose/>
                  <a:moveTo>
                    <a:pt x="234" y="81"/>
                  </a:moveTo>
                  <a:cubicBezTo>
                    <a:pt x="234" y="80"/>
                    <a:pt x="234" y="80"/>
                    <a:pt x="234" y="80"/>
                  </a:cubicBezTo>
                  <a:cubicBezTo>
                    <a:pt x="234" y="80"/>
                    <a:pt x="234" y="80"/>
                    <a:pt x="234" y="80"/>
                  </a:cubicBezTo>
                  <a:cubicBezTo>
                    <a:pt x="234" y="80"/>
                    <a:pt x="234" y="80"/>
                    <a:pt x="234" y="80"/>
                  </a:cubicBezTo>
                  <a:cubicBezTo>
                    <a:pt x="234" y="80"/>
                    <a:pt x="234" y="80"/>
                    <a:pt x="234" y="80"/>
                  </a:cubicBezTo>
                  <a:cubicBezTo>
                    <a:pt x="234" y="81"/>
                    <a:pt x="234" y="81"/>
                    <a:pt x="234" y="81"/>
                  </a:cubicBezTo>
                  <a:close/>
                  <a:moveTo>
                    <a:pt x="225" y="82"/>
                  </a:moveTo>
                  <a:cubicBezTo>
                    <a:pt x="224" y="81"/>
                    <a:pt x="224" y="81"/>
                    <a:pt x="224" y="81"/>
                  </a:cubicBezTo>
                  <a:cubicBezTo>
                    <a:pt x="223" y="81"/>
                    <a:pt x="223" y="81"/>
                    <a:pt x="223" y="81"/>
                  </a:cubicBezTo>
                  <a:cubicBezTo>
                    <a:pt x="223" y="81"/>
                    <a:pt x="223" y="81"/>
                    <a:pt x="223" y="81"/>
                  </a:cubicBezTo>
                  <a:cubicBezTo>
                    <a:pt x="223" y="80"/>
                    <a:pt x="223" y="80"/>
                    <a:pt x="223" y="80"/>
                  </a:cubicBezTo>
                  <a:cubicBezTo>
                    <a:pt x="223" y="80"/>
                    <a:pt x="223" y="80"/>
                    <a:pt x="223" y="80"/>
                  </a:cubicBezTo>
                  <a:cubicBezTo>
                    <a:pt x="223" y="79"/>
                    <a:pt x="223" y="79"/>
                    <a:pt x="223" y="79"/>
                  </a:cubicBezTo>
                  <a:cubicBezTo>
                    <a:pt x="224" y="78"/>
                    <a:pt x="224" y="78"/>
                    <a:pt x="224" y="78"/>
                  </a:cubicBezTo>
                  <a:cubicBezTo>
                    <a:pt x="224" y="79"/>
                    <a:pt x="224" y="79"/>
                    <a:pt x="224" y="79"/>
                  </a:cubicBezTo>
                  <a:cubicBezTo>
                    <a:pt x="224" y="79"/>
                    <a:pt x="224" y="79"/>
                    <a:pt x="224" y="79"/>
                  </a:cubicBezTo>
                  <a:cubicBezTo>
                    <a:pt x="225" y="79"/>
                    <a:pt x="225" y="79"/>
                    <a:pt x="225" y="79"/>
                  </a:cubicBezTo>
                  <a:cubicBezTo>
                    <a:pt x="224" y="78"/>
                    <a:pt x="224" y="78"/>
                    <a:pt x="224" y="78"/>
                  </a:cubicBezTo>
                  <a:cubicBezTo>
                    <a:pt x="224" y="78"/>
                    <a:pt x="224" y="78"/>
                    <a:pt x="224" y="78"/>
                  </a:cubicBezTo>
                  <a:cubicBezTo>
                    <a:pt x="224" y="78"/>
                    <a:pt x="224" y="78"/>
                    <a:pt x="224" y="78"/>
                  </a:cubicBezTo>
                  <a:cubicBezTo>
                    <a:pt x="223" y="77"/>
                    <a:pt x="223" y="77"/>
                    <a:pt x="223" y="77"/>
                  </a:cubicBezTo>
                  <a:cubicBezTo>
                    <a:pt x="223" y="77"/>
                    <a:pt x="223" y="77"/>
                    <a:pt x="223" y="77"/>
                  </a:cubicBezTo>
                  <a:cubicBezTo>
                    <a:pt x="223" y="77"/>
                    <a:pt x="223" y="77"/>
                    <a:pt x="223" y="77"/>
                  </a:cubicBezTo>
                  <a:cubicBezTo>
                    <a:pt x="223" y="77"/>
                    <a:pt x="223" y="77"/>
                    <a:pt x="223" y="77"/>
                  </a:cubicBezTo>
                  <a:cubicBezTo>
                    <a:pt x="224" y="77"/>
                    <a:pt x="224" y="77"/>
                    <a:pt x="224" y="77"/>
                  </a:cubicBezTo>
                  <a:cubicBezTo>
                    <a:pt x="224" y="77"/>
                    <a:pt x="224" y="77"/>
                    <a:pt x="224" y="77"/>
                  </a:cubicBezTo>
                  <a:cubicBezTo>
                    <a:pt x="224" y="76"/>
                    <a:pt x="224" y="76"/>
                    <a:pt x="224" y="76"/>
                  </a:cubicBezTo>
                  <a:cubicBezTo>
                    <a:pt x="225" y="76"/>
                    <a:pt x="225" y="76"/>
                    <a:pt x="225" y="76"/>
                  </a:cubicBezTo>
                  <a:cubicBezTo>
                    <a:pt x="225" y="76"/>
                    <a:pt x="225" y="76"/>
                    <a:pt x="225" y="76"/>
                  </a:cubicBezTo>
                  <a:cubicBezTo>
                    <a:pt x="227" y="77"/>
                    <a:pt x="227" y="77"/>
                    <a:pt x="227" y="77"/>
                  </a:cubicBezTo>
                  <a:cubicBezTo>
                    <a:pt x="227" y="76"/>
                    <a:pt x="227" y="76"/>
                    <a:pt x="227" y="76"/>
                  </a:cubicBezTo>
                  <a:cubicBezTo>
                    <a:pt x="227" y="76"/>
                    <a:pt x="227" y="76"/>
                    <a:pt x="227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8" y="76"/>
                    <a:pt x="228" y="76"/>
                    <a:pt x="228" y="76"/>
                  </a:cubicBezTo>
                  <a:cubicBezTo>
                    <a:pt x="228" y="75"/>
                    <a:pt x="228" y="75"/>
                    <a:pt x="228" y="75"/>
                  </a:cubicBezTo>
                  <a:cubicBezTo>
                    <a:pt x="230" y="75"/>
                    <a:pt x="230" y="75"/>
                    <a:pt x="230" y="75"/>
                  </a:cubicBezTo>
                  <a:cubicBezTo>
                    <a:pt x="230" y="75"/>
                    <a:pt x="230" y="75"/>
                    <a:pt x="230" y="75"/>
                  </a:cubicBezTo>
                  <a:cubicBezTo>
                    <a:pt x="231" y="75"/>
                    <a:pt x="231" y="75"/>
                    <a:pt x="231" y="75"/>
                  </a:cubicBezTo>
                  <a:cubicBezTo>
                    <a:pt x="231" y="75"/>
                    <a:pt x="231" y="75"/>
                    <a:pt x="231" y="75"/>
                  </a:cubicBezTo>
                  <a:cubicBezTo>
                    <a:pt x="227" y="74"/>
                    <a:pt x="227" y="74"/>
                    <a:pt x="227" y="74"/>
                  </a:cubicBezTo>
                  <a:cubicBezTo>
                    <a:pt x="226" y="74"/>
                    <a:pt x="226" y="74"/>
                    <a:pt x="226" y="74"/>
                  </a:cubicBezTo>
                  <a:cubicBezTo>
                    <a:pt x="226" y="74"/>
                    <a:pt x="226" y="74"/>
                    <a:pt x="226" y="74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23" y="74"/>
                    <a:pt x="223" y="74"/>
                    <a:pt x="223" y="74"/>
                  </a:cubicBezTo>
                  <a:cubicBezTo>
                    <a:pt x="223" y="74"/>
                    <a:pt x="223" y="74"/>
                    <a:pt x="223" y="74"/>
                  </a:cubicBezTo>
                  <a:cubicBezTo>
                    <a:pt x="222" y="73"/>
                    <a:pt x="222" y="73"/>
                    <a:pt x="222" y="73"/>
                  </a:cubicBezTo>
                  <a:cubicBezTo>
                    <a:pt x="221" y="73"/>
                    <a:pt x="221" y="73"/>
                    <a:pt x="221" y="73"/>
                  </a:cubicBezTo>
                  <a:cubicBezTo>
                    <a:pt x="221" y="74"/>
                    <a:pt x="221" y="74"/>
                    <a:pt x="221" y="74"/>
                  </a:cubicBezTo>
                  <a:cubicBezTo>
                    <a:pt x="221" y="74"/>
                    <a:pt x="221" y="74"/>
                    <a:pt x="221" y="74"/>
                  </a:cubicBezTo>
                  <a:cubicBezTo>
                    <a:pt x="220" y="74"/>
                    <a:pt x="220" y="74"/>
                    <a:pt x="220" y="74"/>
                  </a:cubicBezTo>
                  <a:cubicBezTo>
                    <a:pt x="220" y="73"/>
                    <a:pt x="220" y="73"/>
                    <a:pt x="220" y="73"/>
                  </a:cubicBezTo>
                  <a:cubicBezTo>
                    <a:pt x="220" y="72"/>
                    <a:pt x="220" y="72"/>
                    <a:pt x="220" y="72"/>
                  </a:cubicBezTo>
                  <a:cubicBezTo>
                    <a:pt x="220" y="73"/>
                    <a:pt x="220" y="73"/>
                    <a:pt x="220" y="73"/>
                  </a:cubicBezTo>
                  <a:cubicBezTo>
                    <a:pt x="221" y="72"/>
                    <a:pt x="221" y="72"/>
                    <a:pt x="221" y="72"/>
                  </a:cubicBezTo>
                  <a:cubicBezTo>
                    <a:pt x="221" y="72"/>
                    <a:pt x="221" y="72"/>
                    <a:pt x="221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1"/>
                    <a:pt x="222" y="71"/>
                    <a:pt x="222" y="71"/>
                  </a:cubicBezTo>
                  <a:cubicBezTo>
                    <a:pt x="222" y="71"/>
                    <a:pt x="222" y="71"/>
                    <a:pt x="222" y="71"/>
                  </a:cubicBezTo>
                  <a:cubicBezTo>
                    <a:pt x="223" y="71"/>
                    <a:pt x="223" y="71"/>
                    <a:pt x="223" y="71"/>
                  </a:cubicBezTo>
                  <a:cubicBezTo>
                    <a:pt x="224" y="71"/>
                    <a:pt x="224" y="71"/>
                    <a:pt x="224" y="71"/>
                  </a:cubicBezTo>
                  <a:cubicBezTo>
                    <a:pt x="224" y="71"/>
                    <a:pt x="224" y="71"/>
                    <a:pt x="224" y="71"/>
                  </a:cubicBezTo>
                  <a:cubicBezTo>
                    <a:pt x="224" y="72"/>
                    <a:pt x="224" y="72"/>
                    <a:pt x="224" y="72"/>
                  </a:cubicBezTo>
                  <a:cubicBezTo>
                    <a:pt x="224" y="73"/>
                    <a:pt x="224" y="73"/>
                    <a:pt x="224" y="73"/>
                  </a:cubicBezTo>
                  <a:cubicBezTo>
                    <a:pt x="225" y="73"/>
                    <a:pt x="225" y="73"/>
                    <a:pt x="225" y="73"/>
                  </a:cubicBezTo>
                  <a:cubicBezTo>
                    <a:pt x="225" y="72"/>
                    <a:pt x="225" y="72"/>
                    <a:pt x="225" y="72"/>
                  </a:cubicBezTo>
                  <a:cubicBezTo>
                    <a:pt x="225" y="72"/>
                    <a:pt x="225" y="72"/>
                    <a:pt x="225" y="72"/>
                  </a:cubicBezTo>
                  <a:cubicBezTo>
                    <a:pt x="224" y="71"/>
                    <a:pt x="224" y="71"/>
                    <a:pt x="224" y="71"/>
                  </a:cubicBezTo>
                  <a:cubicBezTo>
                    <a:pt x="225" y="70"/>
                    <a:pt x="225" y="70"/>
                    <a:pt x="225" y="70"/>
                  </a:cubicBezTo>
                  <a:cubicBezTo>
                    <a:pt x="226" y="70"/>
                    <a:pt x="226" y="70"/>
                    <a:pt x="226" y="70"/>
                  </a:cubicBezTo>
                  <a:cubicBezTo>
                    <a:pt x="226" y="70"/>
                    <a:pt x="226" y="70"/>
                    <a:pt x="226" y="70"/>
                  </a:cubicBezTo>
                  <a:cubicBezTo>
                    <a:pt x="225" y="69"/>
                    <a:pt x="225" y="69"/>
                    <a:pt x="225" y="69"/>
                  </a:cubicBezTo>
                  <a:cubicBezTo>
                    <a:pt x="225" y="68"/>
                    <a:pt x="225" y="68"/>
                    <a:pt x="225" y="68"/>
                  </a:cubicBezTo>
                  <a:cubicBezTo>
                    <a:pt x="226" y="68"/>
                    <a:pt x="226" y="68"/>
                    <a:pt x="226" y="68"/>
                  </a:cubicBezTo>
                  <a:cubicBezTo>
                    <a:pt x="226" y="68"/>
                    <a:pt x="226" y="68"/>
                    <a:pt x="226" y="68"/>
                  </a:cubicBezTo>
                  <a:cubicBezTo>
                    <a:pt x="227" y="67"/>
                    <a:pt x="227" y="67"/>
                    <a:pt x="227" y="67"/>
                  </a:cubicBezTo>
                  <a:cubicBezTo>
                    <a:pt x="227" y="67"/>
                    <a:pt x="227" y="67"/>
                    <a:pt x="227" y="67"/>
                  </a:cubicBezTo>
                  <a:cubicBezTo>
                    <a:pt x="226" y="67"/>
                    <a:pt x="226" y="67"/>
                    <a:pt x="226" y="67"/>
                  </a:cubicBezTo>
                  <a:cubicBezTo>
                    <a:pt x="226" y="67"/>
                    <a:pt x="226" y="67"/>
                    <a:pt x="226" y="67"/>
                  </a:cubicBezTo>
                  <a:cubicBezTo>
                    <a:pt x="226" y="66"/>
                    <a:pt x="226" y="66"/>
                    <a:pt x="226" y="66"/>
                  </a:cubicBezTo>
                  <a:cubicBezTo>
                    <a:pt x="227" y="66"/>
                    <a:pt x="227" y="66"/>
                    <a:pt x="227" y="66"/>
                  </a:cubicBezTo>
                  <a:cubicBezTo>
                    <a:pt x="227" y="65"/>
                    <a:pt x="227" y="65"/>
                    <a:pt x="227" y="65"/>
                  </a:cubicBezTo>
                  <a:cubicBezTo>
                    <a:pt x="228" y="65"/>
                    <a:pt x="228" y="65"/>
                    <a:pt x="228" y="65"/>
                  </a:cubicBezTo>
                  <a:cubicBezTo>
                    <a:pt x="228" y="65"/>
                    <a:pt x="228" y="65"/>
                    <a:pt x="228" y="65"/>
                  </a:cubicBezTo>
                  <a:cubicBezTo>
                    <a:pt x="228" y="66"/>
                    <a:pt x="228" y="66"/>
                    <a:pt x="228" y="66"/>
                  </a:cubicBezTo>
                  <a:cubicBezTo>
                    <a:pt x="229" y="66"/>
                    <a:pt x="229" y="66"/>
                    <a:pt x="229" y="66"/>
                  </a:cubicBezTo>
                  <a:cubicBezTo>
                    <a:pt x="229" y="67"/>
                    <a:pt x="229" y="67"/>
                    <a:pt x="229" y="67"/>
                  </a:cubicBezTo>
                  <a:cubicBezTo>
                    <a:pt x="229" y="67"/>
                    <a:pt x="229" y="67"/>
                    <a:pt x="229" y="67"/>
                  </a:cubicBezTo>
                  <a:cubicBezTo>
                    <a:pt x="229" y="68"/>
                    <a:pt x="229" y="68"/>
                    <a:pt x="229" y="68"/>
                  </a:cubicBezTo>
                  <a:cubicBezTo>
                    <a:pt x="229" y="68"/>
                    <a:pt x="229" y="68"/>
                    <a:pt x="229" y="68"/>
                  </a:cubicBezTo>
                  <a:cubicBezTo>
                    <a:pt x="230" y="71"/>
                    <a:pt x="230" y="71"/>
                    <a:pt x="230" y="71"/>
                  </a:cubicBezTo>
                  <a:cubicBezTo>
                    <a:pt x="229" y="71"/>
                    <a:pt x="229" y="71"/>
                    <a:pt x="229" y="71"/>
                  </a:cubicBezTo>
                  <a:cubicBezTo>
                    <a:pt x="229" y="72"/>
                    <a:pt x="229" y="72"/>
                    <a:pt x="229" y="72"/>
                  </a:cubicBezTo>
                  <a:cubicBezTo>
                    <a:pt x="230" y="72"/>
                    <a:pt x="230" y="72"/>
                    <a:pt x="230" y="72"/>
                  </a:cubicBezTo>
                  <a:cubicBezTo>
                    <a:pt x="231" y="72"/>
                    <a:pt x="231" y="72"/>
                    <a:pt x="231" y="72"/>
                  </a:cubicBezTo>
                  <a:cubicBezTo>
                    <a:pt x="231" y="71"/>
                    <a:pt x="231" y="71"/>
                    <a:pt x="231" y="71"/>
                  </a:cubicBezTo>
                  <a:cubicBezTo>
                    <a:pt x="231" y="70"/>
                    <a:pt x="231" y="70"/>
                    <a:pt x="231" y="70"/>
                  </a:cubicBezTo>
                  <a:cubicBezTo>
                    <a:pt x="232" y="70"/>
                    <a:pt x="232" y="70"/>
                    <a:pt x="232" y="70"/>
                  </a:cubicBezTo>
                  <a:cubicBezTo>
                    <a:pt x="232" y="69"/>
                    <a:pt x="232" y="69"/>
                    <a:pt x="232" y="69"/>
                  </a:cubicBezTo>
                  <a:cubicBezTo>
                    <a:pt x="230" y="68"/>
                    <a:pt x="230" y="68"/>
                    <a:pt x="230" y="68"/>
                  </a:cubicBezTo>
                  <a:cubicBezTo>
                    <a:pt x="230" y="68"/>
                    <a:pt x="230" y="68"/>
                    <a:pt x="230" y="68"/>
                  </a:cubicBezTo>
                  <a:cubicBezTo>
                    <a:pt x="231" y="68"/>
                    <a:pt x="231" y="68"/>
                    <a:pt x="231" y="68"/>
                  </a:cubicBezTo>
                  <a:cubicBezTo>
                    <a:pt x="232" y="68"/>
                    <a:pt x="232" y="68"/>
                    <a:pt x="232" y="68"/>
                  </a:cubicBezTo>
                  <a:cubicBezTo>
                    <a:pt x="232" y="68"/>
                    <a:pt x="232" y="68"/>
                    <a:pt x="232" y="68"/>
                  </a:cubicBezTo>
                  <a:cubicBezTo>
                    <a:pt x="231" y="67"/>
                    <a:pt x="231" y="67"/>
                    <a:pt x="231" y="67"/>
                  </a:cubicBezTo>
                  <a:cubicBezTo>
                    <a:pt x="231" y="66"/>
                    <a:pt x="231" y="66"/>
                    <a:pt x="231" y="66"/>
                  </a:cubicBezTo>
                  <a:cubicBezTo>
                    <a:pt x="231" y="65"/>
                    <a:pt x="231" y="65"/>
                    <a:pt x="231" y="65"/>
                  </a:cubicBezTo>
                  <a:cubicBezTo>
                    <a:pt x="231" y="64"/>
                    <a:pt x="231" y="64"/>
                    <a:pt x="231" y="64"/>
                  </a:cubicBezTo>
                  <a:cubicBezTo>
                    <a:pt x="232" y="64"/>
                    <a:pt x="232" y="64"/>
                    <a:pt x="232" y="64"/>
                  </a:cubicBezTo>
                  <a:cubicBezTo>
                    <a:pt x="232" y="64"/>
                    <a:pt x="232" y="64"/>
                    <a:pt x="232" y="64"/>
                  </a:cubicBezTo>
                  <a:cubicBezTo>
                    <a:pt x="233" y="64"/>
                    <a:pt x="233" y="64"/>
                    <a:pt x="233" y="64"/>
                  </a:cubicBezTo>
                  <a:cubicBezTo>
                    <a:pt x="233" y="64"/>
                    <a:pt x="233" y="64"/>
                    <a:pt x="233" y="64"/>
                  </a:cubicBezTo>
                  <a:cubicBezTo>
                    <a:pt x="233" y="64"/>
                    <a:pt x="234" y="63"/>
                    <a:pt x="234" y="63"/>
                  </a:cubicBezTo>
                  <a:cubicBezTo>
                    <a:pt x="234" y="63"/>
                    <a:pt x="235" y="63"/>
                    <a:pt x="235" y="63"/>
                  </a:cubicBezTo>
                  <a:cubicBezTo>
                    <a:pt x="235" y="64"/>
                    <a:pt x="235" y="64"/>
                    <a:pt x="235" y="64"/>
                  </a:cubicBezTo>
                  <a:cubicBezTo>
                    <a:pt x="236" y="64"/>
                    <a:pt x="236" y="64"/>
                    <a:pt x="236" y="64"/>
                  </a:cubicBezTo>
                  <a:cubicBezTo>
                    <a:pt x="236" y="64"/>
                    <a:pt x="236" y="64"/>
                    <a:pt x="236" y="64"/>
                  </a:cubicBezTo>
                  <a:cubicBezTo>
                    <a:pt x="237" y="64"/>
                    <a:pt x="237" y="64"/>
                    <a:pt x="237" y="64"/>
                  </a:cubicBezTo>
                  <a:cubicBezTo>
                    <a:pt x="237" y="66"/>
                    <a:pt x="237" y="66"/>
                    <a:pt x="237" y="66"/>
                  </a:cubicBezTo>
                  <a:cubicBezTo>
                    <a:pt x="236" y="67"/>
                    <a:pt x="236" y="67"/>
                    <a:pt x="236" y="67"/>
                  </a:cubicBezTo>
                  <a:cubicBezTo>
                    <a:pt x="236" y="67"/>
                    <a:pt x="236" y="67"/>
                    <a:pt x="236" y="67"/>
                  </a:cubicBezTo>
                  <a:cubicBezTo>
                    <a:pt x="237" y="67"/>
                    <a:pt x="237" y="67"/>
                    <a:pt x="237" y="67"/>
                  </a:cubicBezTo>
                  <a:cubicBezTo>
                    <a:pt x="237" y="67"/>
                    <a:pt x="237" y="67"/>
                    <a:pt x="237" y="67"/>
                  </a:cubicBezTo>
                  <a:cubicBezTo>
                    <a:pt x="237" y="67"/>
                    <a:pt x="237" y="67"/>
                    <a:pt x="237" y="67"/>
                  </a:cubicBezTo>
                  <a:cubicBezTo>
                    <a:pt x="238" y="66"/>
                    <a:pt x="238" y="66"/>
                    <a:pt x="238" y="66"/>
                  </a:cubicBezTo>
                  <a:cubicBezTo>
                    <a:pt x="238" y="65"/>
                    <a:pt x="238" y="65"/>
                    <a:pt x="238" y="65"/>
                  </a:cubicBezTo>
                  <a:cubicBezTo>
                    <a:pt x="238" y="65"/>
                    <a:pt x="238" y="65"/>
                    <a:pt x="238" y="65"/>
                  </a:cubicBezTo>
                  <a:cubicBezTo>
                    <a:pt x="239" y="65"/>
                    <a:pt x="239" y="65"/>
                    <a:pt x="239" y="65"/>
                  </a:cubicBezTo>
                  <a:cubicBezTo>
                    <a:pt x="240" y="65"/>
                    <a:pt x="240" y="65"/>
                    <a:pt x="240" y="65"/>
                  </a:cubicBezTo>
                  <a:cubicBezTo>
                    <a:pt x="240" y="64"/>
                    <a:pt x="240" y="64"/>
                    <a:pt x="240" y="64"/>
                  </a:cubicBezTo>
                  <a:cubicBezTo>
                    <a:pt x="239" y="64"/>
                    <a:pt x="239" y="64"/>
                    <a:pt x="239" y="64"/>
                  </a:cubicBezTo>
                  <a:cubicBezTo>
                    <a:pt x="240" y="64"/>
                    <a:pt x="240" y="64"/>
                    <a:pt x="240" y="64"/>
                  </a:cubicBezTo>
                  <a:cubicBezTo>
                    <a:pt x="240" y="65"/>
                    <a:pt x="240" y="65"/>
                    <a:pt x="240" y="65"/>
                  </a:cubicBezTo>
                  <a:cubicBezTo>
                    <a:pt x="240" y="65"/>
                    <a:pt x="240" y="65"/>
                    <a:pt x="240" y="65"/>
                  </a:cubicBezTo>
                  <a:cubicBezTo>
                    <a:pt x="240" y="65"/>
                    <a:pt x="240" y="65"/>
                    <a:pt x="240" y="65"/>
                  </a:cubicBezTo>
                  <a:cubicBezTo>
                    <a:pt x="240" y="66"/>
                    <a:pt x="240" y="66"/>
                    <a:pt x="240" y="66"/>
                  </a:cubicBezTo>
                  <a:cubicBezTo>
                    <a:pt x="240" y="66"/>
                    <a:pt x="240" y="66"/>
                    <a:pt x="240" y="66"/>
                  </a:cubicBezTo>
                  <a:cubicBezTo>
                    <a:pt x="240" y="66"/>
                    <a:pt x="240" y="66"/>
                    <a:pt x="240" y="66"/>
                  </a:cubicBezTo>
                  <a:cubicBezTo>
                    <a:pt x="241" y="67"/>
                    <a:pt x="241" y="67"/>
                    <a:pt x="241" y="67"/>
                  </a:cubicBezTo>
                  <a:cubicBezTo>
                    <a:pt x="241" y="67"/>
                    <a:pt x="241" y="67"/>
                    <a:pt x="241" y="67"/>
                  </a:cubicBezTo>
                  <a:cubicBezTo>
                    <a:pt x="241" y="68"/>
                    <a:pt x="241" y="68"/>
                    <a:pt x="241" y="68"/>
                  </a:cubicBezTo>
                  <a:cubicBezTo>
                    <a:pt x="240" y="69"/>
                    <a:pt x="240" y="69"/>
                    <a:pt x="240" y="69"/>
                  </a:cubicBezTo>
                  <a:cubicBezTo>
                    <a:pt x="240" y="70"/>
                    <a:pt x="240" y="70"/>
                    <a:pt x="240" y="70"/>
                  </a:cubicBezTo>
                  <a:cubicBezTo>
                    <a:pt x="240" y="71"/>
                    <a:pt x="240" y="71"/>
                    <a:pt x="240" y="71"/>
                  </a:cubicBezTo>
                  <a:cubicBezTo>
                    <a:pt x="239" y="71"/>
                    <a:pt x="239" y="71"/>
                    <a:pt x="239" y="71"/>
                  </a:cubicBezTo>
                  <a:cubicBezTo>
                    <a:pt x="239" y="72"/>
                    <a:pt x="239" y="72"/>
                    <a:pt x="239" y="72"/>
                  </a:cubicBezTo>
                  <a:cubicBezTo>
                    <a:pt x="238" y="73"/>
                    <a:pt x="238" y="73"/>
                    <a:pt x="238" y="73"/>
                  </a:cubicBezTo>
                  <a:cubicBezTo>
                    <a:pt x="237" y="73"/>
                    <a:pt x="237" y="73"/>
                    <a:pt x="237" y="73"/>
                  </a:cubicBezTo>
                  <a:cubicBezTo>
                    <a:pt x="237" y="74"/>
                    <a:pt x="237" y="74"/>
                    <a:pt x="237" y="74"/>
                  </a:cubicBezTo>
                  <a:cubicBezTo>
                    <a:pt x="237" y="74"/>
                    <a:pt x="237" y="74"/>
                    <a:pt x="237" y="74"/>
                  </a:cubicBezTo>
                  <a:cubicBezTo>
                    <a:pt x="236" y="75"/>
                    <a:pt x="236" y="75"/>
                    <a:pt x="236" y="75"/>
                  </a:cubicBezTo>
                  <a:cubicBezTo>
                    <a:pt x="236" y="75"/>
                    <a:pt x="236" y="75"/>
                    <a:pt x="236" y="75"/>
                  </a:cubicBezTo>
                  <a:cubicBezTo>
                    <a:pt x="235" y="75"/>
                    <a:pt x="235" y="75"/>
                    <a:pt x="235" y="75"/>
                  </a:cubicBezTo>
                  <a:cubicBezTo>
                    <a:pt x="235" y="75"/>
                    <a:pt x="235" y="75"/>
                    <a:pt x="235" y="75"/>
                  </a:cubicBezTo>
                  <a:cubicBezTo>
                    <a:pt x="235" y="76"/>
                    <a:pt x="235" y="76"/>
                    <a:pt x="235" y="76"/>
                  </a:cubicBezTo>
                  <a:cubicBezTo>
                    <a:pt x="236" y="76"/>
                    <a:pt x="236" y="76"/>
                    <a:pt x="236" y="76"/>
                  </a:cubicBezTo>
                  <a:cubicBezTo>
                    <a:pt x="236" y="77"/>
                    <a:pt x="236" y="77"/>
                    <a:pt x="236" y="77"/>
                  </a:cubicBezTo>
                  <a:cubicBezTo>
                    <a:pt x="235" y="78"/>
                    <a:pt x="235" y="78"/>
                    <a:pt x="235" y="78"/>
                  </a:cubicBezTo>
                  <a:cubicBezTo>
                    <a:pt x="234" y="78"/>
                    <a:pt x="234" y="78"/>
                    <a:pt x="234" y="78"/>
                  </a:cubicBezTo>
                  <a:cubicBezTo>
                    <a:pt x="234" y="78"/>
                    <a:pt x="234" y="78"/>
                    <a:pt x="234" y="78"/>
                  </a:cubicBezTo>
                  <a:cubicBezTo>
                    <a:pt x="234" y="77"/>
                    <a:pt x="234" y="77"/>
                    <a:pt x="234" y="77"/>
                  </a:cubicBezTo>
                  <a:cubicBezTo>
                    <a:pt x="234" y="77"/>
                    <a:pt x="234" y="77"/>
                    <a:pt x="234" y="77"/>
                  </a:cubicBezTo>
                  <a:cubicBezTo>
                    <a:pt x="233" y="77"/>
                    <a:pt x="233" y="77"/>
                    <a:pt x="233" y="77"/>
                  </a:cubicBezTo>
                  <a:cubicBezTo>
                    <a:pt x="233" y="78"/>
                    <a:pt x="233" y="78"/>
                    <a:pt x="233" y="78"/>
                  </a:cubicBezTo>
                  <a:cubicBezTo>
                    <a:pt x="233" y="78"/>
                    <a:pt x="233" y="78"/>
                    <a:pt x="233" y="78"/>
                  </a:cubicBezTo>
                  <a:cubicBezTo>
                    <a:pt x="232" y="79"/>
                    <a:pt x="232" y="79"/>
                    <a:pt x="232" y="79"/>
                  </a:cubicBezTo>
                  <a:cubicBezTo>
                    <a:pt x="231" y="79"/>
                    <a:pt x="231" y="79"/>
                    <a:pt x="231" y="79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2" y="80"/>
                    <a:pt x="232" y="80"/>
                    <a:pt x="232" y="80"/>
                  </a:cubicBezTo>
                  <a:cubicBezTo>
                    <a:pt x="232" y="80"/>
                    <a:pt x="232" y="80"/>
                    <a:pt x="232" y="80"/>
                  </a:cubicBezTo>
                  <a:cubicBezTo>
                    <a:pt x="232" y="80"/>
                    <a:pt x="232" y="80"/>
                    <a:pt x="232" y="80"/>
                  </a:cubicBezTo>
                  <a:cubicBezTo>
                    <a:pt x="232" y="81"/>
                    <a:pt x="232" y="81"/>
                    <a:pt x="232" y="81"/>
                  </a:cubicBezTo>
                  <a:cubicBezTo>
                    <a:pt x="232" y="81"/>
                    <a:pt x="232" y="81"/>
                    <a:pt x="232" y="81"/>
                  </a:cubicBezTo>
                  <a:cubicBezTo>
                    <a:pt x="232" y="82"/>
                    <a:pt x="232" y="82"/>
                    <a:pt x="232" y="82"/>
                  </a:cubicBezTo>
                  <a:cubicBezTo>
                    <a:pt x="232" y="82"/>
                    <a:pt x="232" y="82"/>
                    <a:pt x="232" y="82"/>
                  </a:cubicBezTo>
                  <a:cubicBezTo>
                    <a:pt x="231" y="81"/>
                    <a:pt x="231" y="81"/>
                    <a:pt x="231" y="81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0" y="80"/>
                    <a:pt x="230" y="80"/>
                    <a:pt x="230" y="80"/>
                  </a:cubicBezTo>
                  <a:cubicBezTo>
                    <a:pt x="230" y="81"/>
                    <a:pt x="230" y="81"/>
                    <a:pt x="230" y="81"/>
                  </a:cubicBezTo>
                  <a:cubicBezTo>
                    <a:pt x="231" y="82"/>
                    <a:pt x="231" y="82"/>
                    <a:pt x="231" y="82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7" y="82"/>
                    <a:pt x="227" y="82"/>
                    <a:pt x="227" y="82"/>
                  </a:cubicBezTo>
                  <a:cubicBezTo>
                    <a:pt x="227" y="81"/>
                    <a:pt x="227" y="81"/>
                    <a:pt x="227" y="81"/>
                  </a:cubicBezTo>
                  <a:cubicBezTo>
                    <a:pt x="227" y="82"/>
                    <a:pt x="227" y="82"/>
                    <a:pt x="227" y="82"/>
                  </a:cubicBezTo>
                  <a:cubicBezTo>
                    <a:pt x="226" y="82"/>
                    <a:pt x="226" y="82"/>
                    <a:pt x="226" y="82"/>
                  </a:cubicBezTo>
                  <a:cubicBezTo>
                    <a:pt x="226" y="81"/>
                    <a:pt x="226" y="81"/>
                    <a:pt x="226" y="81"/>
                  </a:cubicBezTo>
                  <a:cubicBezTo>
                    <a:pt x="226" y="80"/>
                    <a:pt x="226" y="80"/>
                    <a:pt x="226" y="80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25" y="82"/>
                    <a:pt x="225" y="82"/>
                    <a:pt x="225" y="82"/>
                  </a:cubicBezTo>
                  <a:close/>
                  <a:moveTo>
                    <a:pt x="167" y="60"/>
                  </a:moveTo>
                  <a:cubicBezTo>
                    <a:pt x="167" y="59"/>
                    <a:pt x="167" y="59"/>
                    <a:pt x="167" y="59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9" y="57"/>
                    <a:pt x="169" y="57"/>
                    <a:pt x="169" y="57"/>
                  </a:cubicBezTo>
                  <a:cubicBezTo>
                    <a:pt x="170" y="57"/>
                    <a:pt x="170" y="57"/>
                    <a:pt x="170" y="57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4" y="55"/>
                    <a:pt x="174" y="55"/>
                    <a:pt x="174" y="55"/>
                  </a:cubicBezTo>
                  <a:cubicBezTo>
                    <a:pt x="175" y="55"/>
                    <a:pt x="175" y="55"/>
                    <a:pt x="175" y="55"/>
                  </a:cubicBezTo>
                  <a:cubicBezTo>
                    <a:pt x="175" y="55"/>
                    <a:pt x="175" y="55"/>
                    <a:pt x="175" y="55"/>
                  </a:cubicBezTo>
                  <a:cubicBezTo>
                    <a:pt x="177" y="55"/>
                    <a:pt x="177" y="55"/>
                    <a:pt x="177" y="55"/>
                  </a:cubicBezTo>
                  <a:cubicBezTo>
                    <a:pt x="177" y="55"/>
                    <a:pt x="177" y="55"/>
                    <a:pt x="177" y="55"/>
                  </a:cubicBezTo>
                  <a:cubicBezTo>
                    <a:pt x="177" y="55"/>
                    <a:pt x="177" y="55"/>
                    <a:pt x="177" y="55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4" y="57"/>
                    <a:pt x="174" y="57"/>
                    <a:pt x="174" y="57"/>
                  </a:cubicBezTo>
                  <a:cubicBezTo>
                    <a:pt x="171" y="59"/>
                    <a:pt x="171" y="59"/>
                    <a:pt x="171" y="59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9" y="60"/>
                    <a:pt x="169" y="60"/>
                    <a:pt x="169" y="60"/>
                  </a:cubicBezTo>
                  <a:cubicBezTo>
                    <a:pt x="169" y="60"/>
                    <a:pt x="169" y="60"/>
                    <a:pt x="169" y="60"/>
                  </a:cubicBezTo>
                  <a:cubicBezTo>
                    <a:pt x="168" y="61"/>
                    <a:pt x="168" y="61"/>
                    <a:pt x="168" y="61"/>
                  </a:cubicBezTo>
                  <a:cubicBezTo>
                    <a:pt x="168" y="60"/>
                    <a:pt x="168" y="60"/>
                    <a:pt x="168" y="60"/>
                  </a:cubicBezTo>
                  <a:cubicBezTo>
                    <a:pt x="168" y="60"/>
                    <a:pt x="168" y="60"/>
                    <a:pt x="168" y="60"/>
                  </a:cubicBezTo>
                  <a:cubicBezTo>
                    <a:pt x="167" y="60"/>
                    <a:pt x="167" y="60"/>
                    <a:pt x="167" y="60"/>
                  </a:cubicBezTo>
                  <a:close/>
                  <a:moveTo>
                    <a:pt x="210" y="76"/>
                  </a:moveTo>
                  <a:cubicBezTo>
                    <a:pt x="210" y="76"/>
                    <a:pt x="210" y="76"/>
                    <a:pt x="210" y="76"/>
                  </a:cubicBezTo>
                  <a:cubicBezTo>
                    <a:pt x="210" y="75"/>
                    <a:pt x="210" y="75"/>
                    <a:pt x="210" y="75"/>
                  </a:cubicBezTo>
                  <a:cubicBezTo>
                    <a:pt x="211" y="75"/>
                    <a:pt x="211" y="75"/>
                    <a:pt x="211" y="75"/>
                  </a:cubicBezTo>
                  <a:cubicBezTo>
                    <a:pt x="211" y="75"/>
                    <a:pt x="211" y="75"/>
                    <a:pt x="211" y="75"/>
                  </a:cubicBezTo>
                  <a:cubicBezTo>
                    <a:pt x="211" y="74"/>
                    <a:pt x="211" y="74"/>
                    <a:pt x="211" y="74"/>
                  </a:cubicBezTo>
                  <a:cubicBezTo>
                    <a:pt x="212" y="74"/>
                    <a:pt x="212" y="74"/>
                    <a:pt x="212" y="74"/>
                  </a:cubicBezTo>
                  <a:cubicBezTo>
                    <a:pt x="213" y="73"/>
                    <a:pt x="213" y="73"/>
                    <a:pt x="213" y="73"/>
                  </a:cubicBezTo>
                  <a:cubicBezTo>
                    <a:pt x="213" y="73"/>
                    <a:pt x="213" y="73"/>
                    <a:pt x="213" y="73"/>
                  </a:cubicBezTo>
                  <a:cubicBezTo>
                    <a:pt x="213" y="74"/>
                    <a:pt x="213" y="74"/>
                    <a:pt x="213" y="74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14" y="75"/>
                    <a:pt x="214" y="75"/>
                    <a:pt x="214" y="75"/>
                  </a:cubicBezTo>
                  <a:cubicBezTo>
                    <a:pt x="213" y="76"/>
                    <a:pt x="213" y="76"/>
                    <a:pt x="213" y="76"/>
                  </a:cubicBezTo>
                  <a:cubicBezTo>
                    <a:pt x="213" y="77"/>
                    <a:pt x="213" y="77"/>
                    <a:pt x="213" y="77"/>
                  </a:cubicBezTo>
                  <a:cubicBezTo>
                    <a:pt x="212" y="77"/>
                    <a:pt x="212" y="77"/>
                    <a:pt x="212" y="77"/>
                  </a:cubicBezTo>
                  <a:cubicBezTo>
                    <a:pt x="211" y="77"/>
                    <a:pt x="211" y="77"/>
                    <a:pt x="211" y="77"/>
                  </a:cubicBezTo>
                  <a:cubicBezTo>
                    <a:pt x="211" y="77"/>
                    <a:pt x="211" y="77"/>
                    <a:pt x="211" y="77"/>
                  </a:cubicBezTo>
                  <a:cubicBezTo>
                    <a:pt x="210" y="76"/>
                    <a:pt x="210" y="76"/>
                    <a:pt x="210" y="76"/>
                  </a:cubicBezTo>
                  <a:cubicBezTo>
                    <a:pt x="210" y="76"/>
                    <a:pt x="210" y="76"/>
                    <a:pt x="210" y="76"/>
                  </a:cubicBezTo>
                  <a:close/>
                  <a:moveTo>
                    <a:pt x="176" y="75"/>
                  </a:moveTo>
                  <a:cubicBezTo>
                    <a:pt x="176" y="74"/>
                    <a:pt x="176" y="74"/>
                    <a:pt x="176" y="74"/>
                  </a:cubicBezTo>
                  <a:cubicBezTo>
                    <a:pt x="176" y="73"/>
                    <a:pt x="176" y="73"/>
                    <a:pt x="176" y="73"/>
                  </a:cubicBezTo>
                  <a:cubicBezTo>
                    <a:pt x="176" y="72"/>
                    <a:pt x="176" y="72"/>
                    <a:pt x="176" y="72"/>
                  </a:cubicBezTo>
                  <a:cubicBezTo>
                    <a:pt x="177" y="72"/>
                    <a:pt x="177" y="72"/>
                    <a:pt x="177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80" y="72"/>
                    <a:pt x="180" y="72"/>
                    <a:pt x="180" y="72"/>
                  </a:cubicBezTo>
                  <a:cubicBezTo>
                    <a:pt x="181" y="72"/>
                    <a:pt x="181" y="72"/>
                    <a:pt x="181" y="72"/>
                  </a:cubicBezTo>
                  <a:cubicBezTo>
                    <a:pt x="182" y="71"/>
                    <a:pt x="182" y="71"/>
                    <a:pt x="182" y="71"/>
                  </a:cubicBezTo>
                  <a:cubicBezTo>
                    <a:pt x="184" y="71"/>
                    <a:pt x="184" y="71"/>
                    <a:pt x="184" y="71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86" y="72"/>
                    <a:pt x="186" y="72"/>
                    <a:pt x="186" y="72"/>
                  </a:cubicBezTo>
                  <a:cubicBezTo>
                    <a:pt x="187" y="72"/>
                    <a:pt x="187" y="72"/>
                    <a:pt x="187" y="72"/>
                  </a:cubicBezTo>
                  <a:cubicBezTo>
                    <a:pt x="187" y="71"/>
                    <a:pt x="187" y="71"/>
                    <a:pt x="187" y="71"/>
                  </a:cubicBezTo>
                  <a:cubicBezTo>
                    <a:pt x="189" y="71"/>
                    <a:pt x="189" y="71"/>
                    <a:pt x="189" y="71"/>
                  </a:cubicBezTo>
                  <a:cubicBezTo>
                    <a:pt x="190" y="71"/>
                    <a:pt x="190" y="71"/>
                    <a:pt x="190" y="71"/>
                  </a:cubicBezTo>
                  <a:cubicBezTo>
                    <a:pt x="190" y="70"/>
                    <a:pt x="190" y="70"/>
                    <a:pt x="190" y="70"/>
                  </a:cubicBezTo>
                  <a:cubicBezTo>
                    <a:pt x="190" y="70"/>
                    <a:pt x="190" y="70"/>
                    <a:pt x="190" y="70"/>
                  </a:cubicBezTo>
                  <a:cubicBezTo>
                    <a:pt x="189" y="71"/>
                    <a:pt x="189" y="71"/>
                    <a:pt x="189" y="71"/>
                  </a:cubicBezTo>
                  <a:cubicBezTo>
                    <a:pt x="188" y="71"/>
                    <a:pt x="188" y="71"/>
                    <a:pt x="188" y="71"/>
                  </a:cubicBezTo>
                  <a:cubicBezTo>
                    <a:pt x="188" y="70"/>
                    <a:pt x="188" y="70"/>
                    <a:pt x="188" y="70"/>
                  </a:cubicBezTo>
                  <a:cubicBezTo>
                    <a:pt x="187" y="71"/>
                    <a:pt x="187" y="71"/>
                    <a:pt x="187" y="71"/>
                  </a:cubicBezTo>
                  <a:cubicBezTo>
                    <a:pt x="186" y="71"/>
                    <a:pt x="186" y="71"/>
                    <a:pt x="186" y="71"/>
                  </a:cubicBezTo>
                  <a:cubicBezTo>
                    <a:pt x="186" y="70"/>
                    <a:pt x="186" y="70"/>
                    <a:pt x="186" y="70"/>
                  </a:cubicBezTo>
                  <a:cubicBezTo>
                    <a:pt x="185" y="70"/>
                    <a:pt x="185" y="70"/>
                    <a:pt x="185" y="70"/>
                  </a:cubicBezTo>
                  <a:cubicBezTo>
                    <a:pt x="184" y="70"/>
                    <a:pt x="184" y="70"/>
                    <a:pt x="184" y="70"/>
                  </a:cubicBezTo>
                  <a:cubicBezTo>
                    <a:pt x="183" y="70"/>
                    <a:pt x="183" y="70"/>
                    <a:pt x="183" y="70"/>
                  </a:cubicBezTo>
                  <a:cubicBezTo>
                    <a:pt x="183" y="70"/>
                    <a:pt x="183" y="70"/>
                    <a:pt x="183" y="70"/>
                  </a:cubicBezTo>
                  <a:cubicBezTo>
                    <a:pt x="182" y="70"/>
                    <a:pt x="182" y="70"/>
                    <a:pt x="182" y="70"/>
                  </a:cubicBezTo>
                  <a:cubicBezTo>
                    <a:pt x="181" y="70"/>
                    <a:pt x="181" y="70"/>
                    <a:pt x="181" y="70"/>
                  </a:cubicBezTo>
                  <a:cubicBezTo>
                    <a:pt x="180" y="70"/>
                    <a:pt x="180" y="70"/>
                    <a:pt x="180" y="70"/>
                  </a:cubicBezTo>
                  <a:cubicBezTo>
                    <a:pt x="180" y="69"/>
                    <a:pt x="180" y="69"/>
                    <a:pt x="180" y="69"/>
                  </a:cubicBezTo>
                  <a:cubicBezTo>
                    <a:pt x="181" y="69"/>
                    <a:pt x="181" y="69"/>
                    <a:pt x="181" y="69"/>
                  </a:cubicBezTo>
                  <a:cubicBezTo>
                    <a:pt x="182" y="68"/>
                    <a:pt x="182" y="68"/>
                    <a:pt x="182" y="68"/>
                  </a:cubicBezTo>
                  <a:cubicBezTo>
                    <a:pt x="182" y="68"/>
                    <a:pt x="182" y="68"/>
                    <a:pt x="182" y="68"/>
                  </a:cubicBezTo>
                  <a:cubicBezTo>
                    <a:pt x="181" y="68"/>
                    <a:pt x="181" y="68"/>
                    <a:pt x="181" y="68"/>
                  </a:cubicBezTo>
                  <a:cubicBezTo>
                    <a:pt x="180" y="69"/>
                    <a:pt x="180" y="69"/>
                    <a:pt x="180" y="69"/>
                  </a:cubicBezTo>
                  <a:cubicBezTo>
                    <a:pt x="180" y="68"/>
                    <a:pt x="180" y="68"/>
                    <a:pt x="180" y="68"/>
                  </a:cubicBezTo>
                  <a:cubicBezTo>
                    <a:pt x="179" y="68"/>
                    <a:pt x="179" y="68"/>
                    <a:pt x="179" y="68"/>
                  </a:cubicBezTo>
                  <a:cubicBezTo>
                    <a:pt x="179" y="69"/>
                    <a:pt x="179" y="69"/>
                    <a:pt x="179" y="69"/>
                  </a:cubicBezTo>
                  <a:cubicBezTo>
                    <a:pt x="178" y="70"/>
                    <a:pt x="178" y="70"/>
                    <a:pt x="178" y="70"/>
                  </a:cubicBezTo>
                  <a:cubicBezTo>
                    <a:pt x="178" y="70"/>
                    <a:pt x="178" y="70"/>
                    <a:pt x="178" y="70"/>
                  </a:cubicBezTo>
                  <a:cubicBezTo>
                    <a:pt x="177" y="70"/>
                    <a:pt x="177" y="70"/>
                    <a:pt x="177" y="70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176" y="69"/>
                    <a:pt x="176" y="69"/>
                    <a:pt x="176" y="69"/>
                  </a:cubicBezTo>
                  <a:cubicBezTo>
                    <a:pt x="176" y="69"/>
                    <a:pt x="176" y="69"/>
                    <a:pt x="176" y="69"/>
                  </a:cubicBezTo>
                  <a:cubicBezTo>
                    <a:pt x="176" y="69"/>
                    <a:pt x="176" y="69"/>
                    <a:pt x="176" y="69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70"/>
                    <a:pt x="175" y="70"/>
                    <a:pt x="175" y="70"/>
                  </a:cubicBezTo>
                  <a:cubicBezTo>
                    <a:pt x="174" y="69"/>
                    <a:pt x="174" y="69"/>
                    <a:pt x="174" y="69"/>
                  </a:cubicBezTo>
                  <a:cubicBezTo>
                    <a:pt x="174" y="68"/>
                    <a:pt x="174" y="68"/>
                    <a:pt x="174" y="68"/>
                  </a:cubicBezTo>
                  <a:cubicBezTo>
                    <a:pt x="173" y="68"/>
                    <a:pt x="173" y="68"/>
                    <a:pt x="173" y="68"/>
                  </a:cubicBezTo>
                  <a:cubicBezTo>
                    <a:pt x="173" y="67"/>
                    <a:pt x="173" y="67"/>
                    <a:pt x="173" y="67"/>
                  </a:cubicBezTo>
                  <a:cubicBezTo>
                    <a:pt x="173" y="67"/>
                    <a:pt x="173" y="67"/>
                    <a:pt x="173" y="67"/>
                  </a:cubicBezTo>
                  <a:cubicBezTo>
                    <a:pt x="172" y="68"/>
                    <a:pt x="172" y="68"/>
                    <a:pt x="172" y="68"/>
                  </a:cubicBezTo>
                  <a:cubicBezTo>
                    <a:pt x="172" y="68"/>
                    <a:pt x="172" y="68"/>
                    <a:pt x="172" y="68"/>
                  </a:cubicBezTo>
                  <a:cubicBezTo>
                    <a:pt x="171" y="67"/>
                    <a:pt x="171" y="67"/>
                    <a:pt x="171" y="67"/>
                  </a:cubicBezTo>
                  <a:cubicBezTo>
                    <a:pt x="169" y="66"/>
                    <a:pt x="169" y="66"/>
                    <a:pt x="169" y="66"/>
                  </a:cubicBezTo>
                  <a:cubicBezTo>
                    <a:pt x="169" y="65"/>
                    <a:pt x="169" y="65"/>
                    <a:pt x="169" y="65"/>
                  </a:cubicBezTo>
                  <a:cubicBezTo>
                    <a:pt x="170" y="65"/>
                    <a:pt x="170" y="65"/>
                    <a:pt x="170" y="65"/>
                  </a:cubicBezTo>
                  <a:cubicBezTo>
                    <a:pt x="170" y="65"/>
                    <a:pt x="170" y="65"/>
                    <a:pt x="170" y="65"/>
                  </a:cubicBezTo>
                  <a:cubicBezTo>
                    <a:pt x="170" y="64"/>
                    <a:pt x="170" y="64"/>
                    <a:pt x="170" y="64"/>
                  </a:cubicBezTo>
                  <a:cubicBezTo>
                    <a:pt x="172" y="63"/>
                    <a:pt x="172" y="63"/>
                    <a:pt x="172" y="63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5" y="63"/>
                    <a:pt x="175" y="63"/>
                    <a:pt x="175" y="63"/>
                  </a:cubicBezTo>
                  <a:cubicBezTo>
                    <a:pt x="176" y="64"/>
                    <a:pt x="176" y="64"/>
                    <a:pt x="176" y="64"/>
                  </a:cubicBezTo>
                  <a:cubicBezTo>
                    <a:pt x="177" y="64"/>
                    <a:pt x="177" y="64"/>
                    <a:pt x="177" y="64"/>
                  </a:cubicBezTo>
                  <a:cubicBezTo>
                    <a:pt x="178" y="63"/>
                    <a:pt x="178" y="63"/>
                    <a:pt x="178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80" y="63"/>
                    <a:pt x="180" y="63"/>
                    <a:pt x="180" y="63"/>
                  </a:cubicBezTo>
                  <a:cubicBezTo>
                    <a:pt x="179" y="62"/>
                    <a:pt x="179" y="62"/>
                    <a:pt x="179" y="62"/>
                  </a:cubicBezTo>
                  <a:cubicBezTo>
                    <a:pt x="179" y="62"/>
                    <a:pt x="179" y="62"/>
                    <a:pt x="179" y="62"/>
                  </a:cubicBezTo>
                  <a:cubicBezTo>
                    <a:pt x="178" y="62"/>
                    <a:pt x="178" y="62"/>
                    <a:pt x="178" y="62"/>
                  </a:cubicBezTo>
                  <a:cubicBezTo>
                    <a:pt x="177" y="62"/>
                    <a:pt x="177" y="62"/>
                    <a:pt x="177" y="62"/>
                  </a:cubicBezTo>
                  <a:cubicBezTo>
                    <a:pt x="175" y="62"/>
                    <a:pt x="175" y="62"/>
                    <a:pt x="175" y="62"/>
                  </a:cubicBezTo>
                  <a:cubicBezTo>
                    <a:pt x="174" y="62"/>
                    <a:pt x="174" y="62"/>
                    <a:pt x="174" y="62"/>
                  </a:cubicBezTo>
                  <a:cubicBezTo>
                    <a:pt x="174" y="61"/>
                    <a:pt x="174" y="61"/>
                    <a:pt x="174" y="61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6" y="59"/>
                    <a:pt x="176" y="59"/>
                    <a:pt x="176" y="59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78" y="59"/>
                    <a:pt x="178" y="59"/>
                    <a:pt x="178" y="59"/>
                  </a:cubicBezTo>
                  <a:cubicBezTo>
                    <a:pt x="180" y="59"/>
                    <a:pt x="180" y="59"/>
                    <a:pt x="180" y="59"/>
                  </a:cubicBezTo>
                  <a:cubicBezTo>
                    <a:pt x="181" y="59"/>
                    <a:pt x="181" y="59"/>
                    <a:pt x="181" y="59"/>
                  </a:cubicBezTo>
                  <a:cubicBezTo>
                    <a:pt x="183" y="59"/>
                    <a:pt x="183" y="59"/>
                    <a:pt x="183" y="59"/>
                  </a:cubicBezTo>
                  <a:cubicBezTo>
                    <a:pt x="183" y="59"/>
                    <a:pt x="183" y="59"/>
                    <a:pt x="183" y="59"/>
                  </a:cubicBezTo>
                  <a:cubicBezTo>
                    <a:pt x="183" y="59"/>
                    <a:pt x="183" y="59"/>
                    <a:pt x="183" y="59"/>
                  </a:cubicBezTo>
                  <a:cubicBezTo>
                    <a:pt x="182" y="59"/>
                    <a:pt x="182" y="59"/>
                    <a:pt x="182" y="59"/>
                  </a:cubicBezTo>
                  <a:cubicBezTo>
                    <a:pt x="181" y="58"/>
                    <a:pt x="181" y="58"/>
                    <a:pt x="181" y="58"/>
                  </a:cubicBezTo>
                  <a:cubicBezTo>
                    <a:pt x="180" y="58"/>
                    <a:pt x="180" y="58"/>
                    <a:pt x="180" y="58"/>
                  </a:cubicBezTo>
                  <a:cubicBezTo>
                    <a:pt x="179" y="58"/>
                    <a:pt x="179" y="58"/>
                    <a:pt x="179" y="58"/>
                  </a:cubicBezTo>
                  <a:cubicBezTo>
                    <a:pt x="178" y="57"/>
                    <a:pt x="178" y="57"/>
                    <a:pt x="178" y="57"/>
                  </a:cubicBezTo>
                  <a:cubicBezTo>
                    <a:pt x="179" y="56"/>
                    <a:pt x="179" y="56"/>
                    <a:pt x="179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5"/>
                    <a:pt x="180" y="55"/>
                    <a:pt x="180" y="55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2" y="55"/>
                    <a:pt x="182" y="55"/>
                    <a:pt x="182" y="55"/>
                  </a:cubicBezTo>
                  <a:cubicBezTo>
                    <a:pt x="183" y="55"/>
                    <a:pt x="183" y="55"/>
                    <a:pt x="183" y="55"/>
                  </a:cubicBezTo>
                  <a:cubicBezTo>
                    <a:pt x="183" y="55"/>
                    <a:pt x="183" y="55"/>
                    <a:pt x="183" y="55"/>
                  </a:cubicBezTo>
                  <a:cubicBezTo>
                    <a:pt x="184" y="55"/>
                    <a:pt x="184" y="55"/>
                    <a:pt x="184" y="55"/>
                  </a:cubicBezTo>
                  <a:cubicBezTo>
                    <a:pt x="185" y="56"/>
                    <a:pt x="185" y="56"/>
                    <a:pt x="185" y="56"/>
                  </a:cubicBezTo>
                  <a:cubicBezTo>
                    <a:pt x="185" y="56"/>
                    <a:pt x="185" y="56"/>
                    <a:pt x="185" y="56"/>
                  </a:cubicBezTo>
                  <a:cubicBezTo>
                    <a:pt x="185" y="55"/>
                    <a:pt x="185" y="55"/>
                    <a:pt x="185" y="55"/>
                  </a:cubicBezTo>
                  <a:cubicBezTo>
                    <a:pt x="184" y="55"/>
                    <a:pt x="184" y="55"/>
                    <a:pt x="184" y="55"/>
                  </a:cubicBezTo>
                  <a:cubicBezTo>
                    <a:pt x="184" y="54"/>
                    <a:pt x="184" y="54"/>
                    <a:pt x="184" y="54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184" y="53"/>
                    <a:pt x="184" y="53"/>
                    <a:pt x="184" y="53"/>
                  </a:cubicBezTo>
                  <a:cubicBezTo>
                    <a:pt x="186" y="53"/>
                    <a:pt x="186" y="53"/>
                    <a:pt x="186" y="53"/>
                  </a:cubicBezTo>
                  <a:cubicBezTo>
                    <a:pt x="187" y="53"/>
                    <a:pt x="187" y="53"/>
                    <a:pt x="187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9" y="54"/>
                    <a:pt x="189" y="54"/>
                    <a:pt x="189" y="54"/>
                  </a:cubicBezTo>
                  <a:cubicBezTo>
                    <a:pt x="190" y="55"/>
                    <a:pt x="190" y="55"/>
                    <a:pt x="190" y="55"/>
                  </a:cubicBezTo>
                  <a:cubicBezTo>
                    <a:pt x="189" y="55"/>
                    <a:pt x="189" y="55"/>
                    <a:pt x="189" y="55"/>
                  </a:cubicBezTo>
                  <a:cubicBezTo>
                    <a:pt x="188" y="56"/>
                    <a:pt x="188" y="56"/>
                    <a:pt x="188" y="56"/>
                  </a:cubicBezTo>
                  <a:cubicBezTo>
                    <a:pt x="189" y="57"/>
                    <a:pt x="189" y="57"/>
                    <a:pt x="189" y="57"/>
                  </a:cubicBezTo>
                  <a:cubicBezTo>
                    <a:pt x="190" y="57"/>
                    <a:pt x="190" y="57"/>
                    <a:pt x="190" y="57"/>
                  </a:cubicBezTo>
                  <a:cubicBezTo>
                    <a:pt x="191" y="57"/>
                    <a:pt x="191" y="57"/>
                    <a:pt x="191" y="57"/>
                  </a:cubicBezTo>
                  <a:cubicBezTo>
                    <a:pt x="191" y="57"/>
                    <a:pt x="191" y="57"/>
                    <a:pt x="191" y="57"/>
                  </a:cubicBezTo>
                  <a:cubicBezTo>
                    <a:pt x="192" y="57"/>
                    <a:pt x="192" y="57"/>
                    <a:pt x="192" y="57"/>
                  </a:cubicBezTo>
                  <a:cubicBezTo>
                    <a:pt x="192" y="57"/>
                    <a:pt x="192" y="57"/>
                    <a:pt x="192" y="57"/>
                  </a:cubicBezTo>
                  <a:cubicBezTo>
                    <a:pt x="192" y="58"/>
                    <a:pt x="192" y="58"/>
                    <a:pt x="192" y="58"/>
                  </a:cubicBezTo>
                  <a:cubicBezTo>
                    <a:pt x="193" y="58"/>
                    <a:pt x="193" y="58"/>
                    <a:pt x="193" y="58"/>
                  </a:cubicBezTo>
                  <a:cubicBezTo>
                    <a:pt x="193" y="59"/>
                    <a:pt x="193" y="59"/>
                    <a:pt x="193" y="59"/>
                  </a:cubicBezTo>
                  <a:cubicBezTo>
                    <a:pt x="192" y="59"/>
                    <a:pt x="192" y="59"/>
                    <a:pt x="192" y="59"/>
                  </a:cubicBezTo>
                  <a:cubicBezTo>
                    <a:pt x="192" y="60"/>
                    <a:pt x="192" y="60"/>
                    <a:pt x="192" y="60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3" y="62"/>
                    <a:pt x="193" y="62"/>
                    <a:pt x="193" y="62"/>
                  </a:cubicBezTo>
                  <a:cubicBezTo>
                    <a:pt x="192" y="63"/>
                    <a:pt x="192" y="63"/>
                    <a:pt x="192" y="63"/>
                  </a:cubicBezTo>
                  <a:cubicBezTo>
                    <a:pt x="192" y="62"/>
                    <a:pt x="192" y="62"/>
                    <a:pt x="192" y="62"/>
                  </a:cubicBezTo>
                  <a:cubicBezTo>
                    <a:pt x="191" y="63"/>
                    <a:pt x="191" y="63"/>
                    <a:pt x="191" y="63"/>
                  </a:cubicBezTo>
                  <a:cubicBezTo>
                    <a:pt x="191" y="63"/>
                    <a:pt x="191" y="63"/>
                    <a:pt x="191" y="63"/>
                  </a:cubicBezTo>
                  <a:cubicBezTo>
                    <a:pt x="192" y="63"/>
                    <a:pt x="192" y="63"/>
                    <a:pt x="192" y="63"/>
                  </a:cubicBezTo>
                  <a:cubicBezTo>
                    <a:pt x="193" y="63"/>
                    <a:pt x="193" y="63"/>
                    <a:pt x="193" y="63"/>
                  </a:cubicBezTo>
                  <a:cubicBezTo>
                    <a:pt x="193" y="63"/>
                    <a:pt x="193" y="63"/>
                    <a:pt x="193" y="63"/>
                  </a:cubicBezTo>
                  <a:cubicBezTo>
                    <a:pt x="193" y="65"/>
                    <a:pt x="193" y="65"/>
                    <a:pt x="193" y="65"/>
                  </a:cubicBezTo>
                  <a:cubicBezTo>
                    <a:pt x="192" y="66"/>
                    <a:pt x="192" y="66"/>
                    <a:pt x="192" y="66"/>
                  </a:cubicBezTo>
                  <a:cubicBezTo>
                    <a:pt x="192" y="67"/>
                    <a:pt x="192" y="67"/>
                    <a:pt x="192" y="67"/>
                  </a:cubicBezTo>
                  <a:cubicBezTo>
                    <a:pt x="192" y="67"/>
                    <a:pt x="192" y="67"/>
                    <a:pt x="192" y="67"/>
                  </a:cubicBezTo>
                  <a:cubicBezTo>
                    <a:pt x="193" y="67"/>
                    <a:pt x="193" y="67"/>
                    <a:pt x="193" y="67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5" y="67"/>
                    <a:pt x="195" y="67"/>
                    <a:pt x="195" y="67"/>
                  </a:cubicBezTo>
                  <a:cubicBezTo>
                    <a:pt x="196" y="68"/>
                    <a:pt x="196" y="68"/>
                    <a:pt x="196" y="68"/>
                  </a:cubicBezTo>
                  <a:cubicBezTo>
                    <a:pt x="196" y="67"/>
                    <a:pt x="196" y="67"/>
                    <a:pt x="196" y="67"/>
                  </a:cubicBezTo>
                  <a:cubicBezTo>
                    <a:pt x="198" y="68"/>
                    <a:pt x="198" y="68"/>
                    <a:pt x="198" y="68"/>
                  </a:cubicBezTo>
                  <a:cubicBezTo>
                    <a:pt x="198" y="69"/>
                    <a:pt x="198" y="69"/>
                    <a:pt x="198" y="69"/>
                  </a:cubicBezTo>
                  <a:cubicBezTo>
                    <a:pt x="199" y="69"/>
                    <a:pt x="199" y="69"/>
                    <a:pt x="199" y="69"/>
                  </a:cubicBezTo>
                  <a:cubicBezTo>
                    <a:pt x="199" y="68"/>
                    <a:pt x="199" y="68"/>
                    <a:pt x="199" y="68"/>
                  </a:cubicBezTo>
                  <a:cubicBezTo>
                    <a:pt x="198" y="68"/>
                    <a:pt x="198" y="68"/>
                    <a:pt x="198" y="68"/>
                  </a:cubicBezTo>
                  <a:cubicBezTo>
                    <a:pt x="200" y="67"/>
                    <a:pt x="200" y="67"/>
                    <a:pt x="200" y="67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199" y="65"/>
                    <a:pt x="199" y="65"/>
                    <a:pt x="199" y="65"/>
                  </a:cubicBezTo>
                  <a:cubicBezTo>
                    <a:pt x="199" y="65"/>
                    <a:pt x="199" y="65"/>
                    <a:pt x="199" y="65"/>
                  </a:cubicBezTo>
                  <a:cubicBezTo>
                    <a:pt x="198" y="64"/>
                    <a:pt x="198" y="64"/>
                    <a:pt x="198" y="64"/>
                  </a:cubicBezTo>
                  <a:cubicBezTo>
                    <a:pt x="199" y="63"/>
                    <a:pt x="199" y="63"/>
                    <a:pt x="199" y="63"/>
                  </a:cubicBezTo>
                  <a:cubicBezTo>
                    <a:pt x="199" y="63"/>
                    <a:pt x="199" y="63"/>
                    <a:pt x="199" y="63"/>
                  </a:cubicBezTo>
                  <a:cubicBezTo>
                    <a:pt x="200" y="63"/>
                    <a:pt x="200" y="63"/>
                    <a:pt x="200" y="63"/>
                  </a:cubicBezTo>
                  <a:cubicBezTo>
                    <a:pt x="201" y="63"/>
                    <a:pt x="201" y="63"/>
                    <a:pt x="201" y="63"/>
                  </a:cubicBezTo>
                  <a:cubicBezTo>
                    <a:pt x="202" y="62"/>
                    <a:pt x="202" y="62"/>
                    <a:pt x="202" y="62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201" y="60"/>
                    <a:pt x="201" y="60"/>
                    <a:pt x="201" y="60"/>
                  </a:cubicBezTo>
                  <a:cubicBezTo>
                    <a:pt x="201" y="59"/>
                    <a:pt x="201" y="59"/>
                    <a:pt x="201" y="59"/>
                  </a:cubicBezTo>
                  <a:cubicBezTo>
                    <a:pt x="200" y="58"/>
                    <a:pt x="200" y="58"/>
                    <a:pt x="200" y="58"/>
                  </a:cubicBezTo>
                  <a:cubicBezTo>
                    <a:pt x="201" y="57"/>
                    <a:pt x="201" y="57"/>
                    <a:pt x="201" y="57"/>
                  </a:cubicBezTo>
                  <a:cubicBezTo>
                    <a:pt x="202" y="57"/>
                    <a:pt x="202" y="57"/>
                    <a:pt x="202" y="57"/>
                  </a:cubicBezTo>
                  <a:cubicBezTo>
                    <a:pt x="202" y="57"/>
                    <a:pt x="202" y="57"/>
                    <a:pt x="202" y="57"/>
                  </a:cubicBezTo>
                  <a:cubicBezTo>
                    <a:pt x="203" y="57"/>
                    <a:pt x="203" y="57"/>
                    <a:pt x="203" y="57"/>
                  </a:cubicBezTo>
                  <a:cubicBezTo>
                    <a:pt x="203" y="57"/>
                    <a:pt x="203" y="57"/>
                    <a:pt x="203" y="57"/>
                  </a:cubicBezTo>
                  <a:cubicBezTo>
                    <a:pt x="203" y="56"/>
                    <a:pt x="203" y="56"/>
                    <a:pt x="203" y="56"/>
                  </a:cubicBezTo>
                  <a:cubicBezTo>
                    <a:pt x="204" y="56"/>
                    <a:pt x="204" y="56"/>
                    <a:pt x="204" y="56"/>
                  </a:cubicBezTo>
                  <a:cubicBezTo>
                    <a:pt x="206" y="54"/>
                    <a:pt x="206" y="54"/>
                    <a:pt x="206" y="54"/>
                  </a:cubicBezTo>
                  <a:cubicBezTo>
                    <a:pt x="207" y="54"/>
                    <a:pt x="207" y="54"/>
                    <a:pt x="207" y="54"/>
                  </a:cubicBezTo>
                  <a:cubicBezTo>
                    <a:pt x="208" y="55"/>
                    <a:pt x="208" y="55"/>
                    <a:pt x="208" y="55"/>
                  </a:cubicBezTo>
                  <a:cubicBezTo>
                    <a:pt x="208" y="55"/>
                    <a:pt x="208" y="55"/>
                    <a:pt x="208" y="55"/>
                  </a:cubicBezTo>
                  <a:cubicBezTo>
                    <a:pt x="208" y="56"/>
                    <a:pt x="208" y="56"/>
                    <a:pt x="208" y="56"/>
                  </a:cubicBezTo>
                  <a:cubicBezTo>
                    <a:pt x="208" y="56"/>
                    <a:pt x="208" y="56"/>
                    <a:pt x="208" y="56"/>
                  </a:cubicBezTo>
                  <a:cubicBezTo>
                    <a:pt x="207" y="56"/>
                    <a:pt x="207" y="56"/>
                    <a:pt x="207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207" y="58"/>
                    <a:pt x="207" y="58"/>
                    <a:pt x="207" y="58"/>
                  </a:cubicBezTo>
                  <a:cubicBezTo>
                    <a:pt x="207" y="59"/>
                    <a:pt x="207" y="59"/>
                    <a:pt x="207" y="59"/>
                  </a:cubicBezTo>
                  <a:cubicBezTo>
                    <a:pt x="207" y="59"/>
                    <a:pt x="207" y="59"/>
                    <a:pt x="207" y="59"/>
                  </a:cubicBezTo>
                  <a:cubicBezTo>
                    <a:pt x="207" y="61"/>
                    <a:pt x="207" y="61"/>
                    <a:pt x="207" y="61"/>
                  </a:cubicBezTo>
                  <a:cubicBezTo>
                    <a:pt x="206" y="62"/>
                    <a:pt x="206" y="62"/>
                    <a:pt x="206" y="62"/>
                  </a:cubicBezTo>
                  <a:cubicBezTo>
                    <a:pt x="206" y="62"/>
                    <a:pt x="206" y="62"/>
                    <a:pt x="206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4" y="63"/>
                    <a:pt x="204" y="63"/>
                    <a:pt x="204" y="63"/>
                  </a:cubicBezTo>
                  <a:cubicBezTo>
                    <a:pt x="204" y="64"/>
                    <a:pt x="204" y="64"/>
                    <a:pt x="204" y="64"/>
                  </a:cubicBezTo>
                  <a:cubicBezTo>
                    <a:pt x="205" y="64"/>
                    <a:pt x="205" y="64"/>
                    <a:pt x="205" y="64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7" y="63"/>
                    <a:pt x="207" y="63"/>
                    <a:pt x="207" y="63"/>
                  </a:cubicBezTo>
                  <a:cubicBezTo>
                    <a:pt x="207" y="64"/>
                    <a:pt x="207" y="64"/>
                    <a:pt x="207" y="64"/>
                  </a:cubicBezTo>
                  <a:cubicBezTo>
                    <a:pt x="206" y="65"/>
                    <a:pt x="206" y="65"/>
                    <a:pt x="206" y="65"/>
                  </a:cubicBezTo>
                  <a:cubicBezTo>
                    <a:pt x="205" y="65"/>
                    <a:pt x="205" y="65"/>
                    <a:pt x="205" y="65"/>
                  </a:cubicBezTo>
                  <a:cubicBezTo>
                    <a:pt x="204" y="66"/>
                    <a:pt x="204" y="66"/>
                    <a:pt x="204" y="66"/>
                  </a:cubicBezTo>
                  <a:cubicBezTo>
                    <a:pt x="203" y="67"/>
                    <a:pt x="203" y="67"/>
                    <a:pt x="203" y="67"/>
                  </a:cubicBezTo>
                  <a:cubicBezTo>
                    <a:pt x="204" y="68"/>
                    <a:pt x="204" y="68"/>
                    <a:pt x="204" y="68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6" y="66"/>
                    <a:pt x="206" y="66"/>
                    <a:pt x="206" y="66"/>
                  </a:cubicBezTo>
                  <a:cubicBezTo>
                    <a:pt x="206" y="66"/>
                    <a:pt x="206" y="66"/>
                    <a:pt x="206" y="66"/>
                  </a:cubicBezTo>
                  <a:cubicBezTo>
                    <a:pt x="207" y="65"/>
                    <a:pt x="207" y="65"/>
                    <a:pt x="207" y="65"/>
                  </a:cubicBezTo>
                  <a:cubicBezTo>
                    <a:pt x="208" y="66"/>
                    <a:pt x="208" y="66"/>
                    <a:pt x="208" y="66"/>
                  </a:cubicBezTo>
                  <a:cubicBezTo>
                    <a:pt x="208" y="67"/>
                    <a:pt x="208" y="67"/>
                    <a:pt x="208" y="67"/>
                  </a:cubicBezTo>
                  <a:cubicBezTo>
                    <a:pt x="207" y="68"/>
                    <a:pt x="207" y="68"/>
                    <a:pt x="207" y="68"/>
                  </a:cubicBezTo>
                  <a:cubicBezTo>
                    <a:pt x="207" y="69"/>
                    <a:pt x="207" y="69"/>
                    <a:pt x="207" y="69"/>
                  </a:cubicBezTo>
                  <a:cubicBezTo>
                    <a:pt x="208" y="68"/>
                    <a:pt x="208" y="68"/>
                    <a:pt x="208" y="68"/>
                  </a:cubicBezTo>
                  <a:cubicBezTo>
                    <a:pt x="209" y="68"/>
                    <a:pt x="209" y="68"/>
                    <a:pt x="209" y="68"/>
                  </a:cubicBezTo>
                  <a:cubicBezTo>
                    <a:pt x="209" y="67"/>
                    <a:pt x="209" y="67"/>
                    <a:pt x="209" y="67"/>
                  </a:cubicBezTo>
                  <a:cubicBezTo>
                    <a:pt x="209" y="67"/>
                    <a:pt x="209" y="67"/>
                    <a:pt x="209" y="67"/>
                  </a:cubicBezTo>
                  <a:cubicBezTo>
                    <a:pt x="209" y="66"/>
                    <a:pt x="209" y="66"/>
                    <a:pt x="209" y="66"/>
                  </a:cubicBezTo>
                  <a:cubicBezTo>
                    <a:pt x="209" y="66"/>
                    <a:pt x="209" y="66"/>
                    <a:pt x="209" y="66"/>
                  </a:cubicBezTo>
                  <a:cubicBezTo>
                    <a:pt x="211" y="65"/>
                    <a:pt x="211" y="65"/>
                    <a:pt x="211" y="65"/>
                  </a:cubicBezTo>
                  <a:cubicBezTo>
                    <a:pt x="211" y="65"/>
                    <a:pt x="211" y="65"/>
                    <a:pt x="211" y="65"/>
                  </a:cubicBezTo>
                  <a:cubicBezTo>
                    <a:pt x="212" y="65"/>
                    <a:pt x="212" y="65"/>
                    <a:pt x="212" y="65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8"/>
                    <a:pt x="213" y="68"/>
                    <a:pt x="213" y="68"/>
                  </a:cubicBezTo>
                  <a:cubicBezTo>
                    <a:pt x="212" y="70"/>
                    <a:pt x="212" y="70"/>
                    <a:pt x="212" y="70"/>
                  </a:cubicBezTo>
                  <a:cubicBezTo>
                    <a:pt x="211" y="71"/>
                    <a:pt x="211" y="71"/>
                    <a:pt x="211" y="71"/>
                  </a:cubicBezTo>
                  <a:cubicBezTo>
                    <a:pt x="210" y="71"/>
                    <a:pt x="210" y="71"/>
                    <a:pt x="210" y="71"/>
                  </a:cubicBezTo>
                  <a:cubicBezTo>
                    <a:pt x="209" y="71"/>
                    <a:pt x="209" y="71"/>
                    <a:pt x="209" y="71"/>
                  </a:cubicBezTo>
                  <a:cubicBezTo>
                    <a:pt x="209" y="72"/>
                    <a:pt x="209" y="72"/>
                    <a:pt x="209" y="72"/>
                  </a:cubicBezTo>
                  <a:cubicBezTo>
                    <a:pt x="209" y="72"/>
                    <a:pt x="209" y="72"/>
                    <a:pt x="209" y="72"/>
                  </a:cubicBezTo>
                  <a:cubicBezTo>
                    <a:pt x="208" y="74"/>
                    <a:pt x="208" y="74"/>
                    <a:pt x="208" y="74"/>
                  </a:cubicBezTo>
                  <a:cubicBezTo>
                    <a:pt x="208" y="74"/>
                    <a:pt x="208" y="74"/>
                    <a:pt x="208" y="74"/>
                  </a:cubicBezTo>
                  <a:cubicBezTo>
                    <a:pt x="207" y="74"/>
                    <a:pt x="207" y="74"/>
                    <a:pt x="207" y="74"/>
                  </a:cubicBezTo>
                  <a:cubicBezTo>
                    <a:pt x="207" y="75"/>
                    <a:pt x="207" y="75"/>
                    <a:pt x="207" y="75"/>
                  </a:cubicBezTo>
                  <a:cubicBezTo>
                    <a:pt x="207" y="75"/>
                    <a:pt x="207" y="75"/>
                    <a:pt x="207" y="75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76"/>
                    <a:pt x="206" y="76"/>
                    <a:pt x="206" y="76"/>
                  </a:cubicBezTo>
                  <a:cubicBezTo>
                    <a:pt x="205" y="76"/>
                    <a:pt x="205" y="76"/>
                    <a:pt x="205" y="76"/>
                  </a:cubicBezTo>
                  <a:cubicBezTo>
                    <a:pt x="205" y="76"/>
                    <a:pt x="205" y="76"/>
                    <a:pt x="205" y="76"/>
                  </a:cubicBezTo>
                  <a:cubicBezTo>
                    <a:pt x="204" y="76"/>
                    <a:pt x="204" y="76"/>
                    <a:pt x="204" y="76"/>
                  </a:cubicBezTo>
                  <a:cubicBezTo>
                    <a:pt x="203" y="76"/>
                    <a:pt x="203" y="76"/>
                    <a:pt x="203" y="76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199" y="76"/>
                    <a:pt x="199" y="76"/>
                    <a:pt x="199" y="76"/>
                  </a:cubicBezTo>
                  <a:cubicBezTo>
                    <a:pt x="199" y="76"/>
                    <a:pt x="199" y="76"/>
                    <a:pt x="199" y="76"/>
                  </a:cubicBezTo>
                  <a:cubicBezTo>
                    <a:pt x="200" y="75"/>
                    <a:pt x="200" y="75"/>
                    <a:pt x="200" y="75"/>
                  </a:cubicBezTo>
                  <a:cubicBezTo>
                    <a:pt x="200" y="75"/>
                    <a:pt x="200" y="75"/>
                    <a:pt x="200" y="75"/>
                  </a:cubicBezTo>
                  <a:cubicBezTo>
                    <a:pt x="199" y="74"/>
                    <a:pt x="199" y="74"/>
                    <a:pt x="199" y="74"/>
                  </a:cubicBezTo>
                  <a:cubicBezTo>
                    <a:pt x="198" y="75"/>
                    <a:pt x="198" y="75"/>
                    <a:pt x="198" y="75"/>
                  </a:cubicBezTo>
                  <a:cubicBezTo>
                    <a:pt x="198" y="75"/>
                    <a:pt x="198" y="75"/>
                    <a:pt x="198" y="75"/>
                  </a:cubicBezTo>
                  <a:cubicBezTo>
                    <a:pt x="198" y="76"/>
                    <a:pt x="198" y="76"/>
                    <a:pt x="198" y="76"/>
                  </a:cubicBezTo>
                  <a:cubicBezTo>
                    <a:pt x="196" y="75"/>
                    <a:pt x="196" y="75"/>
                    <a:pt x="196" y="75"/>
                  </a:cubicBezTo>
                  <a:cubicBezTo>
                    <a:pt x="196" y="75"/>
                    <a:pt x="196" y="75"/>
                    <a:pt x="196" y="75"/>
                  </a:cubicBezTo>
                  <a:cubicBezTo>
                    <a:pt x="197" y="74"/>
                    <a:pt x="197" y="74"/>
                    <a:pt x="197" y="74"/>
                  </a:cubicBezTo>
                  <a:cubicBezTo>
                    <a:pt x="197" y="74"/>
                    <a:pt x="197" y="74"/>
                    <a:pt x="197" y="74"/>
                  </a:cubicBezTo>
                  <a:cubicBezTo>
                    <a:pt x="196" y="74"/>
                    <a:pt x="196" y="74"/>
                    <a:pt x="196" y="74"/>
                  </a:cubicBezTo>
                  <a:cubicBezTo>
                    <a:pt x="196" y="74"/>
                    <a:pt x="196" y="74"/>
                    <a:pt x="196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3" y="75"/>
                    <a:pt x="193" y="75"/>
                    <a:pt x="193" y="75"/>
                  </a:cubicBezTo>
                  <a:cubicBezTo>
                    <a:pt x="193" y="75"/>
                    <a:pt x="193" y="75"/>
                    <a:pt x="193" y="75"/>
                  </a:cubicBezTo>
                  <a:cubicBezTo>
                    <a:pt x="192" y="75"/>
                    <a:pt x="192" y="75"/>
                    <a:pt x="192" y="75"/>
                  </a:cubicBezTo>
                  <a:cubicBezTo>
                    <a:pt x="192" y="75"/>
                    <a:pt x="192" y="75"/>
                    <a:pt x="192" y="75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90" y="75"/>
                    <a:pt x="190" y="75"/>
                    <a:pt x="190" y="75"/>
                  </a:cubicBezTo>
                  <a:cubicBezTo>
                    <a:pt x="190" y="75"/>
                    <a:pt x="190" y="75"/>
                    <a:pt x="190" y="75"/>
                  </a:cubicBezTo>
                  <a:cubicBezTo>
                    <a:pt x="189" y="75"/>
                    <a:pt x="189" y="75"/>
                    <a:pt x="189" y="75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8" y="76"/>
                    <a:pt x="188" y="76"/>
                    <a:pt x="188" y="76"/>
                  </a:cubicBezTo>
                  <a:cubicBezTo>
                    <a:pt x="188" y="76"/>
                    <a:pt x="188" y="76"/>
                    <a:pt x="188" y="76"/>
                  </a:cubicBezTo>
                  <a:cubicBezTo>
                    <a:pt x="187" y="76"/>
                    <a:pt x="187" y="76"/>
                    <a:pt x="187" y="76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6" y="77"/>
                    <a:pt x="186" y="77"/>
                    <a:pt x="186" y="77"/>
                  </a:cubicBezTo>
                  <a:cubicBezTo>
                    <a:pt x="185" y="77"/>
                    <a:pt x="185" y="77"/>
                    <a:pt x="185" y="77"/>
                  </a:cubicBezTo>
                  <a:cubicBezTo>
                    <a:pt x="184" y="77"/>
                    <a:pt x="184" y="77"/>
                    <a:pt x="184" y="77"/>
                  </a:cubicBezTo>
                  <a:cubicBezTo>
                    <a:pt x="183" y="77"/>
                    <a:pt x="183" y="77"/>
                    <a:pt x="183" y="77"/>
                  </a:cubicBezTo>
                  <a:cubicBezTo>
                    <a:pt x="183" y="77"/>
                    <a:pt x="183" y="77"/>
                    <a:pt x="183" y="77"/>
                  </a:cubicBezTo>
                  <a:cubicBezTo>
                    <a:pt x="182" y="77"/>
                    <a:pt x="182" y="77"/>
                    <a:pt x="182" y="77"/>
                  </a:cubicBezTo>
                  <a:cubicBezTo>
                    <a:pt x="181" y="77"/>
                    <a:pt x="181" y="77"/>
                    <a:pt x="181" y="77"/>
                  </a:cubicBezTo>
                  <a:cubicBezTo>
                    <a:pt x="179" y="77"/>
                    <a:pt x="179" y="77"/>
                    <a:pt x="179" y="77"/>
                  </a:cubicBezTo>
                  <a:cubicBezTo>
                    <a:pt x="178" y="77"/>
                    <a:pt x="178" y="77"/>
                    <a:pt x="178" y="77"/>
                  </a:cubicBezTo>
                  <a:cubicBezTo>
                    <a:pt x="177" y="76"/>
                    <a:pt x="177" y="76"/>
                    <a:pt x="177" y="76"/>
                  </a:cubicBezTo>
                  <a:cubicBezTo>
                    <a:pt x="176" y="76"/>
                    <a:pt x="176" y="76"/>
                    <a:pt x="176" y="76"/>
                  </a:cubicBezTo>
                  <a:cubicBezTo>
                    <a:pt x="176" y="75"/>
                    <a:pt x="176" y="75"/>
                    <a:pt x="176" y="75"/>
                  </a:cubicBezTo>
                  <a:close/>
                  <a:moveTo>
                    <a:pt x="123" y="100"/>
                  </a:moveTo>
                  <a:cubicBezTo>
                    <a:pt x="123" y="98"/>
                    <a:pt x="123" y="98"/>
                    <a:pt x="123" y="98"/>
                  </a:cubicBezTo>
                  <a:cubicBezTo>
                    <a:pt x="124" y="97"/>
                    <a:pt x="124" y="97"/>
                    <a:pt x="124" y="97"/>
                  </a:cubicBezTo>
                  <a:cubicBezTo>
                    <a:pt x="123" y="96"/>
                    <a:pt x="123" y="96"/>
                    <a:pt x="123" y="96"/>
                  </a:cubicBezTo>
                  <a:cubicBezTo>
                    <a:pt x="124" y="95"/>
                    <a:pt x="124" y="95"/>
                    <a:pt x="124" y="95"/>
                  </a:cubicBezTo>
                  <a:cubicBezTo>
                    <a:pt x="124" y="94"/>
                    <a:pt x="124" y="94"/>
                    <a:pt x="124" y="94"/>
                  </a:cubicBezTo>
                  <a:cubicBezTo>
                    <a:pt x="123" y="94"/>
                    <a:pt x="123" y="94"/>
                    <a:pt x="123" y="94"/>
                  </a:cubicBezTo>
                  <a:cubicBezTo>
                    <a:pt x="122" y="92"/>
                    <a:pt x="122" y="92"/>
                    <a:pt x="122" y="92"/>
                  </a:cubicBezTo>
                  <a:cubicBezTo>
                    <a:pt x="123" y="92"/>
                    <a:pt x="123" y="92"/>
                    <a:pt x="123" y="92"/>
                  </a:cubicBezTo>
                  <a:cubicBezTo>
                    <a:pt x="123" y="91"/>
                    <a:pt x="123" y="91"/>
                    <a:pt x="123" y="91"/>
                  </a:cubicBezTo>
                  <a:cubicBezTo>
                    <a:pt x="122" y="91"/>
                    <a:pt x="122" y="91"/>
                    <a:pt x="122" y="91"/>
                  </a:cubicBezTo>
                  <a:cubicBezTo>
                    <a:pt x="120" y="91"/>
                    <a:pt x="120" y="91"/>
                    <a:pt x="120" y="91"/>
                  </a:cubicBezTo>
                  <a:cubicBezTo>
                    <a:pt x="120" y="90"/>
                    <a:pt x="120" y="90"/>
                    <a:pt x="120" y="90"/>
                  </a:cubicBezTo>
                  <a:cubicBezTo>
                    <a:pt x="121" y="90"/>
                    <a:pt x="121" y="90"/>
                    <a:pt x="121" y="90"/>
                  </a:cubicBezTo>
                  <a:cubicBezTo>
                    <a:pt x="122" y="90"/>
                    <a:pt x="122" y="90"/>
                    <a:pt x="122" y="90"/>
                  </a:cubicBezTo>
                  <a:cubicBezTo>
                    <a:pt x="123" y="89"/>
                    <a:pt x="123" y="89"/>
                    <a:pt x="123" y="89"/>
                  </a:cubicBezTo>
                  <a:cubicBezTo>
                    <a:pt x="123" y="88"/>
                    <a:pt x="123" y="88"/>
                    <a:pt x="123" y="88"/>
                  </a:cubicBezTo>
                  <a:cubicBezTo>
                    <a:pt x="124" y="88"/>
                    <a:pt x="124" y="88"/>
                    <a:pt x="124" y="88"/>
                  </a:cubicBezTo>
                  <a:cubicBezTo>
                    <a:pt x="124" y="88"/>
                    <a:pt x="124" y="88"/>
                    <a:pt x="124" y="88"/>
                  </a:cubicBezTo>
                  <a:cubicBezTo>
                    <a:pt x="125" y="88"/>
                    <a:pt x="125" y="88"/>
                    <a:pt x="125" y="88"/>
                  </a:cubicBezTo>
                  <a:cubicBezTo>
                    <a:pt x="126" y="86"/>
                    <a:pt x="126" y="86"/>
                    <a:pt x="126" y="86"/>
                  </a:cubicBezTo>
                  <a:cubicBezTo>
                    <a:pt x="127" y="86"/>
                    <a:pt x="127" y="86"/>
                    <a:pt x="127" y="86"/>
                  </a:cubicBezTo>
                  <a:cubicBezTo>
                    <a:pt x="127" y="86"/>
                    <a:pt x="127" y="86"/>
                    <a:pt x="127" y="86"/>
                  </a:cubicBezTo>
                  <a:cubicBezTo>
                    <a:pt x="128" y="85"/>
                    <a:pt x="128" y="85"/>
                    <a:pt x="128" y="85"/>
                  </a:cubicBezTo>
                  <a:cubicBezTo>
                    <a:pt x="129" y="84"/>
                    <a:pt x="129" y="84"/>
                    <a:pt x="129" y="84"/>
                  </a:cubicBezTo>
                  <a:cubicBezTo>
                    <a:pt x="129" y="83"/>
                    <a:pt x="129" y="83"/>
                    <a:pt x="129" y="83"/>
                  </a:cubicBezTo>
                  <a:cubicBezTo>
                    <a:pt x="129" y="84"/>
                    <a:pt x="129" y="84"/>
                    <a:pt x="129" y="84"/>
                  </a:cubicBezTo>
                  <a:cubicBezTo>
                    <a:pt x="132" y="84"/>
                    <a:pt x="132" y="84"/>
                    <a:pt x="132" y="84"/>
                  </a:cubicBezTo>
                  <a:cubicBezTo>
                    <a:pt x="132" y="83"/>
                    <a:pt x="132" y="83"/>
                    <a:pt x="132" y="83"/>
                  </a:cubicBezTo>
                  <a:cubicBezTo>
                    <a:pt x="131" y="82"/>
                    <a:pt x="131" y="82"/>
                    <a:pt x="131" y="82"/>
                  </a:cubicBezTo>
                  <a:cubicBezTo>
                    <a:pt x="131" y="81"/>
                    <a:pt x="131" y="81"/>
                    <a:pt x="131" y="81"/>
                  </a:cubicBezTo>
                  <a:cubicBezTo>
                    <a:pt x="132" y="81"/>
                    <a:pt x="132" y="81"/>
                    <a:pt x="132" y="81"/>
                  </a:cubicBezTo>
                  <a:cubicBezTo>
                    <a:pt x="134" y="79"/>
                    <a:pt x="134" y="79"/>
                    <a:pt x="134" y="79"/>
                  </a:cubicBezTo>
                  <a:cubicBezTo>
                    <a:pt x="135" y="78"/>
                    <a:pt x="135" y="78"/>
                    <a:pt x="135" y="78"/>
                  </a:cubicBezTo>
                  <a:cubicBezTo>
                    <a:pt x="137" y="78"/>
                    <a:pt x="137" y="78"/>
                    <a:pt x="137" y="78"/>
                  </a:cubicBezTo>
                  <a:cubicBezTo>
                    <a:pt x="137" y="77"/>
                    <a:pt x="137" y="77"/>
                    <a:pt x="137" y="77"/>
                  </a:cubicBezTo>
                  <a:cubicBezTo>
                    <a:pt x="138" y="76"/>
                    <a:pt x="138" y="76"/>
                    <a:pt x="138" y="76"/>
                  </a:cubicBezTo>
                  <a:cubicBezTo>
                    <a:pt x="139" y="76"/>
                    <a:pt x="139" y="76"/>
                    <a:pt x="139" y="76"/>
                  </a:cubicBezTo>
                  <a:cubicBezTo>
                    <a:pt x="140" y="75"/>
                    <a:pt x="140" y="75"/>
                    <a:pt x="140" y="75"/>
                  </a:cubicBezTo>
                  <a:cubicBezTo>
                    <a:pt x="139" y="75"/>
                    <a:pt x="139" y="75"/>
                    <a:pt x="139" y="75"/>
                  </a:cubicBezTo>
                  <a:cubicBezTo>
                    <a:pt x="139" y="73"/>
                    <a:pt x="139" y="73"/>
                    <a:pt x="139" y="73"/>
                  </a:cubicBezTo>
                  <a:cubicBezTo>
                    <a:pt x="139" y="72"/>
                    <a:pt x="139" y="72"/>
                    <a:pt x="139" y="72"/>
                  </a:cubicBezTo>
                  <a:cubicBezTo>
                    <a:pt x="140" y="71"/>
                    <a:pt x="140" y="71"/>
                    <a:pt x="140" y="71"/>
                  </a:cubicBezTo>
                  <a:cubicBezTo>
                    <a:pt x="140" y="71"/>
                    <a:pt x="140" y="71"/>
                    <a:pt x="140" y="71"/>
                  </a:cubicBezTo>
                  <a:cubicBezTo>
                    <a:pt x="140" y="70"/>
                    <a:pt x="140" y="70"/>
                    <a:pt x="140" y="70"/>
                  </a:cubicBezTo>
                  <a:cubicBezTo>
                    <a:pt x="141" y="70"/>
                    <a:pt x="141" y="70"/>
                    <a:pt x="141" y="70"/>
                  </a:cubicBezTo>
                  <a:cubicBezTo>
                    <a:pt x="142" y="70"/>
                    <a:pt x="142" y="70"/>
                    <a:pt x="142" y="70"/>
                  </a:cubicBezTo>
                  <a:cubicBezTo>
                    <a:pt x="145" y="70"/>
                    <a:pt x="145" y="70"/>
                    <a:pt x="145" y="70"/>
                  </a:cubicBezTo>
                  <a:cubicBezTo>
                    <a:pt x="145" y="70"/>
                    <a:pt x="145" y="70"/>
                    <a:pt x="145" y="70"/>
                  </a:cubicBezTo>
                  <a:cubicBezTo>
                    <a:pt x="148" y="70"/>
                    <a:pt x="148" y="70"/>
                    <a:pt x="148" y="70"/>
                  </a:cubicBezTo>
                  <a:cubicBezTo>
                    <a:pt x="150" y="69"/>
                    <a:pt x="150" y="69"/>
                    <a:pt x="150" y="69"/>
                  </a:cubicBezTo>
                  <a:cubicBezTo>
                    <a:pt x="153" y="70"/>
                    <a:pt x="153" y="70"/>
                    <a:pt x="153" y="70"/>
                  </a:cubicBezTo>
                  <a:cubicBezTo>
                    <a:pt x="152" y="71"/>
                    <a:pt x="152" y="71"/>
                    <a:pt x="152" y="71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55" y="74"/>
                    <a:pt x="155" y="74"/>
                    <a:pt x="155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57" y="74"/>
                    <a:pt x="157" y="74"/>
                    <a:pt x="157" y="74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56" y="77"/>
                    <a:pt x="156" y="77"/>
                    <a:pt x="156" y="77"/>
                  </a:cubicBezTo>
                  <a:cubicBezTo>
                    <a:pt x="158" y="76"/>
                    <a:pt x="158" y="76"/>
                    <a:pt x="158" y="76"/>
                  </a:cubicBezTo>
                  <a:cubicBezTo>
                    <a:pt x="158" y="75"/>
                    <a:pt x="158" y="75"/>
                    <a:pt x="158" y="75"/>
                  </a:cubicBezTo>
                  <a:cubicBezTo>
                    <a:pt x="159" y="74"/>
                    <a:pt x="159" y="74"/>
                    <a:pt x="159" y="74"/>
                  </a:cubicBezTo>
                  <a:cubicBezTo>
                    <a:pt x="160" y="75"/>
                    <a:pt x="160" y="75"/>
                    <a:pt x="160" y="75"/>
                  </a:cubicBezTo>
                  <a:cubicBezTo>
                    <a:pt x="161" y="74"/>
                    <a:pt x="161" y="74"/>
                    <a:pt x="161" y="74"/>
                  </a:cubicBezTo>
                  <a:cubicBezTo>
                    <a:pt x="162" y="74"/>
                    <a:pt x="162" y="74"/>
                    <a:pt x="162" y="74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3" y="77"/>
                    <a:pt x="163" y="77"/>
                    <a:pt x="163" y="77"/>
                  </a:cubicBezTo>
                  <a:cubicBezTo>
                    <a:pt x="164" y="79"/>
                    <a:pt x="164" y="79"/>
                    <a:pt x="164" y="79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4" y="81"/>
                    <a:pt x="164" y="81"/>
                    <a:pt x="164" y="81"/>
                  </a:cubicBezTo>
                  <a:cubicBezTo>
                    <a:pt x="164" y="82"/>
                    <a:pt x="164" y="82"/>
                    <a:pt x="164" y="82"/>
                  </a:cubicBezTo>
                  <a:cubicBezTo>
                    <a:pt x="164" y="82"/>
                    <a:pt x="164" y="82"/>
                    <a:pt x="164" y="82"/>
                  </a:cubicBezTo>
                  <a:cubicBezTo>
                    <a:pt x="164" y="83"/>
                    <a:pt x="164" y="83"/>
                    <a:pt x="164" y="83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1" y="86"/>
                    <a:pt x="161" y="86"/>
                    <a:pt x="161" y="86"/>
                  </a:cubicBezTo>
                  <a:cubicBezTo>
                    <a:pt x="159" y="86"/>
                    <a:pt x="159" y="86"/>
                    <a:pt x="159" y="86"/>
                  </a:cubicBezTo>
                  <a:cubicBezTo>
                    <a:pt x="158" y="86"/>
                    <a:pt x="158" y="86"/>
                    <a:pt x="158" y="86"/>
                  </a:cubicBezTo>
                  <a:cubicBezTo>
                    <a:pt x="155" y="87"/>
                    <a:pt x="155" y="87"/>
                    <a:pt x="155" y="87"/>
                  </a:cubicBezTo>
                  <a:cubicBezTo>
                    <a:pt x="154" y="87"/>
                    <a:pt x="154" y="87"/>
                    <a:pt x="154" y="87"/>
                  </a:cubicBezTo>
                  <a:cubicBezTo>
                    <a:pt x="152" y="88"/>
                    <a:pt x="152" y="88"/>
                    <a:pt x="152" y="88"/>
                  </a:cubicBezTo>
                  <a:cubicBezTo>
                    <a:pt x="151" y="88"/>
                    <a:pt x="151" y="88"/>
                    <a:pt x="151" y="88"/>
                  </a:cubicBezTo>
                  <a:cubicBezTo>
                    <a:pt x="150" y="89"/>
                    <a:pt x="150" y="89"/>
                    <a:pt x="150" y="89"/>
                  </a:cubicBezTo>
                  <a:cubicBezTo>
                    <a:pt x="149" y="89"/>
                    <a:pt x="149" y="89"/>
                    <a:pt x="149" y="89"/>
                  </a:cubicBezTo>
                  <a:cubicBezTo>
                    <a:pt x="148" y="89"/>
                    <a:pt x="148" y="89"/>
                    <a:pt x="148" y="89"/>
                  </a:cubicBezTo>
                  <a:cubicBezTo>
                    <a:pt x="148" y="89"/>
                    <a:pt x="148" y="89"/>
                    <a:pt x="148" y="89"/>
                  </a:cubicBezTo>
                  <a:cubicBezTo>
                    <a:pt x="147" y="89"/>
                    <a:pt x="147" y="89"/>
                    <a:pt x="147" y="89"/>
                  </a:cubicBezTo>
                  <a:cubicBezTo>
                    <a:pt x="146" y="89"/>
                    <a:pt x="146" y="89"/>
                    <a:pt x="146" y="89"/>
                  </a:cubicBezTo>
                  <a:cubicBezTo>
                    <a:pt x="145" y="90"/>
                    <a:pt x="145" y="90"/>
                    <a:pt x="145" y="90"/>
                  </a:cubicBezTo>
                  <a:cubicBezTo>
                    <a:pt x="144" y="91"/>
                    <a:pt x="144" y="91"/>
                    <a:pt x="144" y="91"/>
                  </a:cubicBezTo>
                  <a:cubicBezTo>
                    <a:pt x="144" y="91"/>
                    <a:pt x="144" y="91"/>
                    <a:pt x="144" y="91"/>
                  </a:cubicBezTo>
                  <a:cubicBezTo>
                    <a:pt x="144" y="92"/>
                    <a:pt x="144" y="92"/>
                    <a:pt x="144" y="92"/>
                  </a:cubicBezTo>
                  <a:cubicBezTo>
                    <a:pt x="142" y="92"/>
                    <a:pt x="142" y="92"/>
                    <a:pt x="142" y="92"/>
                  </a:cubicBezTo>
                  <a:cubicBezTo>
                    <a:pt x="141" y="93"/>
                    <a:pt x="141" y="93"/>
                    <a:pt x="141" y="93"/>
                  </a:cubicBezTo>
                  <a:cubicBezTo>
                    <a:pt x="140" y="93"/>
                    <a:pt x="140" y="93"/>
                    <a:pt x="140" y="93"/>
                  </a:cubicBezTo>
                  <a:cubicBezTo>
                    <a:pt x="139" y="92"/>
                    <a:pt x="139" y="92"/>
                    <a:pt x="139" y="92"/>
                  </a:cubicBezTo>
                  <a:cubicBezTo>
                    <a:pt x="139" y="93"/>
                    <a:pt x="139" y="93"/>
                    <a:pt x="139" y="93"/>
                  </a:cubicBezTo>
                  <a:cubicBezTo>
                    <a:pt x="139" y="94"/>
                    <a:pt x="139" y="94"/>
                    <a:pt x="139" y="94"/>
                  </a:cubicBezTo>
                  <a:cubicBezTo>
                    <a:pt x="138" y="94"/>
                    <a:pt x="138" y="94"/>
                    <a:pt x="138" y="94"/>
                  </a:cubicBezTo>
                  <a:cubicBezTo>
                    <a:pt x="137" y="95"/>
                    <a:pt x="137" y="95"/>
                    <a:pt x="137" y="95"/>
                  </a:cubicBezTo>
                  <a:cubicBezTo>
                    <a:pt x="136" y="96"/>
                    <a:pt x="136" y="96"/>
                    <a:pt x="136" y="96"/>
                  </a:cubicBezTo>
                  <a:cubicBezTo>
                    <a:pt x="135" y="97"/>
                    <a:pt x="135" y="97"/>
                    <a:pt x="135" y="97"/>
                  </a:cubicBezTo>
                  <a:cubicBezTo>
                    <a:pt x="136" y="97"/>
                    <a:pt x="136" y="97"/>
                    <a:pt x="136" y="97"/>
                  </a:cubicBezTo>
                  <a:cubicBezTo>
                    <a:pt x="134" y="99"/>
                    <a:pt x="134" y="99"/>
                    <a:pt x="134" y="99"/>
                  </a:cubicBezTo>
                  <a:cubicBezTo>
                    <a:pt x="134" y="99"/>
                    <a:pt x="134" y="99"/>
                    <a:pt x="134" y="99"/>
                  </a:cubicBezTo>
                  <a:cubicBezTo>
                    <a:pt x="132" y="99"/>
                    <a:pt x="132" y="99"/>
                    <a:pt x="132" y="99"/>
                  </a:cubicBezTo>
                  <a:cubicBezTo>
                    <a:pt x="131" y="100"/>
                    <a:pt x="131" y="100"/>
                    <a:pt x="131" y="100"/>
                  </a:cubicBezTo>
                  <a:cubicBezTo>
                    <a:pt x="130" y="100"/>
                    <a:pt x="130" y="100"/>
                    <a:pt x="130" y="100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30" y="98"/>
                    <a:pt x="130" y="98"/>
                    <a:pt x="130" y="98"/>
                  </a:cubicBezTo>
                  <a:cubicBezTo>
                    <a:pt x="130" y="97"/>
                    <a:pt x="130" y="97"/>
                    <a:pt x="130" y="97"/>
                  </a:cubicBezTo>
                  <a:cubicBezTo>
                    <a:pt x="129" y="98"/>
                    <a:pt x="129" y="98"/>
                    <a:pt x="129" y="98"/>
                  </a:cubicBezTo>
                  <a:cubicBezTo>
                    <a:pt x="129" y="98"/>
                    <a:pt x="129" y="98"/>
                    <a:pt x="129" y="98"/>
                  </a:cubicBezTo>
                  <a:cubicBezTo>
                    <a:pt x="129" y="98"/>
                    <a:pt x="129" y="98"/>
                    <a:pt x="129" y="98"/>
                  </a:cubicBezTo>
                  <a:cubicBezTo>
                    <a:pt x="127" y="100"/>
                    <a:pt x="127" y="100"/>
                    <a:pt x="127" y="100"/>
                  </a:cubicBezTo>
                  <a:cubicBezTo>
                    <a:pt x="126" y="100"/>
                    <a:pt x="126" y="100"/>
                    <a:pt x="126" y="100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4" y="100"/>
                    <a:pt x="124" y="100"/>
                    <a:pt x="124" y="100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23" y="100"/>
                    <a:pt x="123" y="100"/>
                    <a:pt x="123" y="100"/>
                  </a:cubicBezTo>
                  <a:close/>
                  <a:moveTo>
                    <a:pt x="236" y="88"/>
                  </a:moveTo>
                  <a:cubicBezTo>
                    <a:pt x="236" y="88"/>
                    <a:pt x="236" y="88"/>
                    <a:pt x="236" y="88"/>
                  </a:cubicBezTo>
                  <a:cubicBezTo>
                    <a:pt x="236" y="89"/>
                    <a:pt x="236" y="89"/>
                    <a:pt x="236" y="89"/>
                  </a:cubicBezTo>
                  <a:cubicBezTo>
                    <a:pt x="236" y="89"/>
                    <a:pt x="236" y="89"/>
                    <a:pt x="236" y="89"/>
                  </a:cubicBezTo>
                  <a:cubicBezTo>
                    <a:pt x="236" y="90"/>
                    <a:pt x="236" y="90"/>
                    <a:pt x="236" y="90"/>
                  </a:cubicBezTo>
                  <a:cubicBezTo>
                    <a:pt x="235" y="89"/>
                    <a:pt x="235" y="89"/>
                    <a:pt x="235" y="89"/>
                  </a:cubicBezTo>
                  <a:cubicBezTo>
                    <a:pt x="235" y="88"/>
                    <a:pt x="235" y="88"/>
                    <a:pt x="235" y="88"/>
                  </a:cubicBezTo>
                  <a:cubicBezTo>
                    <a:pt x="236" y="88"/>
                    <a:pt x="236" y="88"/>
                    <a:pt x="236" y="88"/>
                  </a:cubicBezTo>
                  <a:close/>
                  <a:moveTo>
                    <a:pt x="227" y="88"/>
                  </a:moveTo>
                  <a:cubicBezTo>
                    <a:pt x="227" y="87"/>
                    <a:pt x="227" y="87"/>
                    <a:pt x="227" y="87"/>
                  </a:cubicBezTo>
                  <a:cubicBezTo>
                    <a:pt x="229" y="87"/>
                    <a:pt x="229" y="87"/>
                    <a:pt x="229" y="87"/>
                  </a:cubicBezTo>
                  <a:cubicBezTo>
                    <a:pt x="229" y="87"/>
                    <a:pt x="229" y="87"/>
                    <a:pt x="229" y="87"/>
                  </a:cubicBezTo>
                  <a:cubicBezTo>
                    <a:pt x="229" y="88"/>
                    <a:pt x="229" y="88"/>
                    <a:pt x="229" y="88"/>
                  </a:cubicBezTo>
                  <a:cubicBezTo>
                    <a:pt x="228" y="88"/>
                    <a:pt x="228" y="88"/>
                    <a:pt x="228" y="88"/>
                  </a:cubicBezTo>
                  <a:cubicBezTo>
                    <a:pt x="228" y="88"/>
                    <a:pt x="228" y="88"/>
                    <a:pt x="228" y="88"/>
                  </a:cubicBezTo>
                  <a:cubicBezTo>
                    <a:pt x="227" y="88"/>
                    <a:pt x="227" y="88"/>
                    <a:pt x="227" y="88"/>
                  </a:cubicBezTo>
                  <a:close/>
                  <a:moveTo>
                    <a:pt x="218" y="92"/>
                  </a:moveTo>
                  <a:cubicBezTo>
                    <a:pt x="219" y="93"/>
                    <a:pt x="219" y="93"/>
                    <a:pt x="219" y="93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21" y="94"/>
                    <a:pt x="221" y="94"/>
                    <a:pt x="221" y="94"/>
                  </a:cubicBezTo>
                  <a:cubicBezTo>
                    <a:pt x="221" y="94"/>
                    <a:pt x="221" y="94"/>
                    <a:pt x="221" y="94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23" y="93"/>
                    <a:pt x="223" y="93"/>
                    <a:pt x="223" y="93"/>
                  </a:cubicBezTo>
                  <a:cubicBezTo>
                    <a:pt x="224" y="94"/>
                    <a:pt x="224" y="94"/>
                    <a:pt x="224" y="94"/>
                  </a:cubicBezTo>
                  <a:cubicBezTo>
                    <a:pt x="225" y="93"/>
                    <a:pt x="225" y="93"/>
                    <a:pt x="225" y="93"/>
                  </a:cubicBezTo>
                  <a:cubicBezTo>
                    <a:pt x="225" y="93"/>
                    <a:pt x="225" y="93"/>
                    <a:pt x="225" y="93"/>
                  </a:cubicBezTo>
                  <a:cubicBezTo>
                    <a:pt x="226" y="93"/>
                    <a:pt x="226" y="93"/>
                    <a:pt x="226" y="93"/>
                  </a:cubicBezTo>
                  <a:cubicBezTo>
                    <a:pt x="226" y="92"/>
                    <a:pt x="226" y="92"/>
                    <a:pt x="226" y="92"/>
                  </a:cubicBezTo>
                  <a:cubicBezTo>
                    <a:pt x="225" y="92"/>
                    <a:pt x="225" y="92"/>
                    <a:pt x="225" y="92"/>
                  </a:cubicBezTo>
                  <a:cubicBezTo>
                    <a:pt x="224" y="92"/>
                    <a:pt x="224" y="92"/>
                    <a:pt x="224" y="92"/>
                  </a:cubicBezTo>
                  <a:cubicBezTo>
                    <a:pt x="223" y="92"/>
                    <a:pt x="223" y="92"/>
                    <a:pt x="223" y="92"/>
                  </a:cubicBezTo>
                  <a:cubicBezTo>
                    <a:pt x="223" y="92"/>
                    <a:pt x="223" y="92"/>
                    <a:pt x="223" y="92"/>
                  </a:cubicBezTo>
                  <a:cubicBezTo>
                    <a:pt x="222" y="92"/>
                    <a:pt x="222" y="92"/>
                    <a:pt x="222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0" y="92"/>
                    <a:pt x="220" y="92"/>
                    <a:pt x="220" y="92"/>
                  </a:cubicBezTo>
                  <a:cubicBezTo>
                    <a:pt x="219" y="92"/>
                    <a:pt x="219" y="92"/>
                    <a:pt x="219" y="92"/>
                  </a:cubicBezTo>
                  <a:cubicBezTo>
                    <a:pt x="218" y="92"/>
                    <a:pt x="218" y="92"/>
                    <a:pt x="218" y="92"/>
                  </a:cubicBezTo>
                  <a:close/>
                  <a:moveTo>
                    <a:pt x="214" y="120"/>
                  </a:moveTo>
                  <a:cubicBezTo>
                    <a:pt x="213" y="120"/>
                    <a:pt x="213" y="120"/>
                    <a:pt x="213" y="120"/>
                  </a:cubicBezTo>
                  <a:cubicBezTo>
                    <a:pt x="213" y="120"/>
                    <a:pt x="213" y="120"/>
                    <a:pt x="213" y="120"/>
                  </a:cubicBezTo>
                  <a:cubicBezTo>
                    <a:pt x="214" y="120"/>
                    <a:pt x="214" y="120"/>
                    <a:pt x="214" y="120"/>
                  </a:cubicBezTo>
                  <a:cubicBezTo>
                    <a:pt x="214" y="120"/>
                    <a:pt x="214" y="120"/>
                    <a:pt x="214" y="120"/>
                  </a:cubicBezTo>
                  <a:cubicBezTo>
                    <a:pt x="214" y="120"/>
                    <a:pt x="214" y="120"/>
                    <a:pt x="214" y="120"/>
                  </a:cubicBezTo>
                  <a:close/>
                  <a:moveTo>
                    <a:pt x="208" y="120"/>
                  </a:moveTo>
                  <a:cubicBezTo>
                    <a:pt x="208" y="119"/>
                    <a:pt x="208" y="119"/>
                    <a:pt x="208" y="119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7" y="118"/>
                    <a:pt x="207" y="118"/>
                    <a:pt x="207" y="118"/>
                  </a:cubicBezTo>
                  <a:cubicBezTo>
                    <a:pt x="207" y="118"/>
                    <a:pt x="207" y="118"/>
                    <a:pt x="207" y="118"/>
                  </a:cubicBezTo>
                  <a:cubicBezTo>
                    <a:pt x="207" y="118"/>
                    <a:pt x="207" y="118"/>
                    <a:pt x="207" y="118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7" y="116"/>
                    <a:pt x="207" y="116"/>
                    <a:pt x="207" y="116"/>
                  </a:cubicBezTo>
                  <a:cubicBezTo>
                    <a:pt x="206" y="116"/>
                    <a:pt x="206" y="116"/>
                    <a:pt x="206" y="116"/>
                  </a:cubicBezTo>
                  <a:cubicBezTo>
                    <a:pt x="207" y="115"/>
                    <a:pt x="207" y="115"/>
                    <a:pt x="207" y="115"/>
                  </a:cubicBezTo>
                  <a:cubicBezTo>
                    <a:pt x="206" y="114"/>
                    <a:pt x="206" y="114"/>
                    <a:pt x="206" y="114"/>
                  </a:cubicBezTo>
                  <a:cubicBezTo>
                    <a:pt x="207" y="113"/>
                    <a:pt x="207" y="113"/>
                    <a:pt x="207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2"/>
                    <a:pt x="206" y="112"/>
                    <a:pt x="206" y="112"/>
                  </a:cubicBezTo>
                  <a:cubicBezTo>
                    <a:pt x="206" y="112"/>
                    <a:pt x="206" y="112"/>
                    <a:pt x="206" y="112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0"/>
                    <a:pt x="205" y="110"/>
                    <a:pt x="205" y="110"/>
                  </a:cubicBezTo>
                  <a:cubicBezTo>
                    <a:pt x="204" y="109"/>
                    <a:pt x="204" y="109"/>
                    <a:pt x="204" y="109"/>
                  </a:cubicBezTo>
                  <a:cubicBezTo>
                    <a:pt x="204" y="109"/>
                    <a:pt x="204" y="109"/>
                    <a:pt x="204" y="10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4" y="107"/>
                    <a:pt x="204" y="107"/>
                    <a:pt x="204" y="107"/>
                  </a:cubicBezTo>
                  <a:cubicBezTo>
                    <a:pt x="203" y="107"/>
                    <a:pt x="203" y="107"/>
                    <a:pt x="203" y="107"/>
                  </a:cubicBezTo>
                  <a:cubicBezTo>
                    <a:pt x="203" y="107"/>
                    <a:pt x="203" y="107"/>
                    <a:pt x="203" y="107"/>
                  </a:cubicBezTo>
                  <a:cubicBezTo>
                    <a:pt x="202" y="107"/>
                    <a:pt x="202" y="107"/>
                    <a:pt x="202" y="107"/>
                  </a:cubicBezTo>
                  <a:cubicBezTo>
                    <a:pt x="202" y="107"/>
                    <a:pt x="202" y="107"/>
                    <a:pt x="202" y="107"/>
                  </a:cubicBezTo>
                  <a:cubicBezTo>
                    <a:pt x="201" y="107"/>
                    <a:pt x="201" y="107"/>
                    <a:pt x="201" y="107"/>
                  </a:cubicBezTo>
                  <a:cubicBezTo>
                    <a:pt x="201" y="106"/>
                    <a:pt x="201" y="106"/>
                    <a:pt x="201" y="106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2" y="104"/>
                    <a:pt x="202" y="104"/>
                    <a:pt x="202" y="104"/>
                  </a:cubicBezTo>
                  <a:cubicBezTo>
                    <a:pt x="202" y="104"/>
                    <a:pt x="202" y="104"/>
                    <a:pt x="202" y="104"/>
                  </a:cubicBezTo>
                  <a:cubicBezTo>
                    <a:pt x="202" y="103"/>
                    <a:pt x="202" y="103"/>
                    <a:pt x="202" y="103"/>
                  </a:cubicBezTo>
                  <a:cubicBezTo>
                    <a:pt x="202" y="102"/>
                    <a:pt x="202" y="102"/>
                    <a:pt x="202" y="102"/>
                  </a:cubicBezTo>
                  <a:cubicBezTo>
                    <a:pt x="202" y="102"/>
                    <a:pt x="202" y="102"/>
                    <a:pt x="202" y="102"/>
                  </a:cubicBezTo>
                  <a:cubicBezTo>
                    <a:pt x="203" y="100"/>
                    <a:pt x="203" y="100"/>
                    <a:pt x="203" y="100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4" y="99"/>
                    <a:pt x="204" y="99"/>
                    <a:pt x="204" y="99"/>
                  </a:cubicBezTo>
                  <a:cubicBezTo>
                    <a:pt x="205" y="100"/>
                    <a:pt x="205" y="100"/>
                    <a:pt x="205" y="100"/>
                  </a:cubicBezTo>
                  <a:cubicBezTo>
                    <a:pt x="206" y="99"/>
                    <a:pt x="206" y="99"/>
                    <a:pt x="206" y="99"/>
                  </a:cubicBezTo>
                  <a:cubicBezTo>
                    <a:pt x="207" y="100"/>
                    <a:pt x="207" y="100"/>
                    <a:pt x="207" y="100"/>
                  </a:cubicBezTo>
                  <a:cubicBezTo>
                    <a:pt x="207" y="100"/>
                    <a:pt x="207" y="100"/>
                    <a:pt x="207" y="100"/>
                  </a:cubicBezTo>
                  <a:cubicBezTo>
                    <a:pt x="207" y="100"/>
                    <a:pt x="207" y="100"/>
                    <a:pt x="207" y="100"/>
                  </a:cubicBezTo>
                  <a:cubicBezTo>
                    <a:pt x="206" y="101"/>
                    <a:pt x="206" y="101"/>
                    <a:pt x="206" y="101"/>
                  </a:cubicBezTo>
                  <a:cubicBezTo>
                    <a:pt x="206" y="101"/>
                    <a:pt x="206" y="101"/>
                    <a:pt x="206" y="101"/>
                  </a:cubicBezTo>
                  <a:cubicBezTo>
                    <a:pt x="207" y="101"/>
                    <a:pt x="207" y="101"/>
                    <a:pt x="207" y="101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8" y="103"/>
                    <a:pt x="208" y="103"/>
                    <a:pt x="208" y="103"/>
                  </a:cubicBezTo>
                  <a:cubicBezTo>
                    <a:pt x="208" y="104"/>
                    <a:pt x="208" y="104"/>
                    <a:pt x="208" y="104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10" y="105"/>
                    <a:pt x="210" y="105"/>
                    <a:pt x="210" y="105"/>
                  </a:cubicBezTo>
                  <a:cubicBezTo>
                    <a:pt x="210" y="104"/>
                    <a:pt x="210" y="104"/>
                    <a:pt x="210" y="104"/>
                  </a:cubicBezTo>
                  <a:cubicBezTo>
                    <a:pt x="210" y="104"/>
                    <a:pt x="210" y="104"/>
                    <a:pt x="210" y="104"/>
                  </a:cubicBezTo>
                  <a:cubicBezTo>
                    <a:pt x="210" y="104"/>
                    <a:pt x="210" y="104"/>
                    <a:pt x="210" y="104"/>
                  </a:cubicBezTo>
                  <a:cubicBezTo>
                    <a:pt x="211" y="103"/>
                    <a:pt x="211" y="103"/>
                    <a:pt x="211" y="103"/>
                  </a:cubicBezTo>
                  <a:cubicBezTo>
                    <a:pt x="211" y="102"/>
                    <a:pt x="211" y="102"/>
                    <a:pt x="211" y="102"/>
                  </a:cubicBezTo>
                  <a:cubicBezTo>
                    <a:pt x="211" y="102"/>
                    <a:pt x="211" y="102"/>
                    <a:pt x="211" y="102"/>
                  </a:cubicBezTo>
                  <a:cubicBezTo>
                    <a:pt x="211" y="101"/>
                    <a:pt x="211" y="101"/>
                    <a:pt x="211" y="101"/>
                  </a:cubicBezTo>
                  <a:cubicBezTo>
                    <a:pt x="211" y="100"/>
                    <a:pt x="211" y="100"/>
                    <a:pt x="211" y="100"/>
                  </a:cubicBezTo>
                  <a:cubicBezTo>
                    <a:pt x="211" y="100"/>
                    <a:pt x="211" y="100"/>
                    <a:pt x="211" y="100"/>
                  </a:cubicBezTo>
                  <a:cubicBezTo>
                    <a:pt x="212" y="100"/>
                    <a:pt x="212" y="100"/>
                    <a:pt x="212" y="100"/>
                  </a:cubicBezTo>
                  <a:cubicBezTo>
                    <a:pt x="213" y="100"/>
                    <a:pt x="213" y="100"/>
                    <a:pt x="213" y="100"/>
                  </a:cubicBezTo>
                  <a:cubicBezTo>
                    <a:pt x="213" y="101"/>
                    <a:pt x="213" y="101"/>
                    <a:pt x="213" y="101"/>
                  </a:cubicBezTo>
                  <a:cubicBezTo>
                    <a:pt x="214" y="101"/>
                    <a:pt x="214" y="101"/>
                    <a:pt x="214" y="101"/>
                  </a:cubicBezTo>
                  <a:cubicBezTo>
                    <a:pt x="214" y="100"/>
                    <a:pt x="214" y="100"/>
                    <a:pt x="214" y="100"/>
                  </a:cubicBezTo>
                  <a:cubicBezTo>
                    <a:pt x="213" y="99"/>
                    <a:pt x="213" y="99"/>
                    <a:pt x="213" y="99"/>
                  </a:cubicBezTo>
                  <a:cubicBezTo>
                    <a:pt x="213" y="99"/>
                    <a:pt x="213" y="99"/>
                    <a:pt x="213" y="99"/>
                  </a:cubicBezTo>
                  <a:cubicBezTo>
                    <a:pt x="213" y="99"/>
                    <a:pt x="213" y="99"/>
                    <a:pt x="213" y="99"/>
                  </a:cubicBezTo>
                  <a:cubicBezTo>
                    <a:pt x="212" y="99"/>
                    <a:pt x="212" y="99"/>
                    <a:pt x="212" y="99"/>
                  </a:cubicBezTo>
                  <a:cubicBezTo>
                    <a:pt x="211" y="99"/>
                    <a:pt x="211" y="99"/>
                    <a:pt x="211" y="99"/>
                  </a:cubicBezTo>
                  <a:cubicBezTo>
                    <a:pt x="210" y="98"/>
                    <a:pt x="210" y="98"/>
                    <a:pt x="210" y="98"/>
                  </a:cubicBezTo>
                  <a:cubicBezTo>
                    <a:pt x="210" y="98"/>
                    <a:pt x="210" y="98"/>
                    <a:pt x="210" y="98"/>
                  </a:cubicBezTo>
                  <a:cubicBezTo>
                    <a:pt x="210" y="97"/>
                    <a:pt x="210" y="97"/>
                    <a:pt x="210" y="97"/>
                  </a:cubicBezTo>
                  <a:cubicBezTo>
                    <a:pt x="210" y="96"/>
                    <a:pt x="210" y="96"/>
                    <a:pt x="210" y="96"/>
                  </a:cubicBezTo>
                  <a:cubicBezTo>
                    <a:pt x="210" y="96"/>
                    <a:pt x="210" y="96"/>
                    <a:pt x="210" y="96"/>
                  </a:cubicBezTo>
                  <a:cubicBezTo>
                    <a:pt x="211" y="96"/>
                    <a:pt x="211" y="96"/>
                    <a:pt x="211" y="96"/>
                  </a:cubicBezTo>
                  <a:cubicBezTo>
                    <a:pt x="211" y="95"/>
                    <a:pt x="211" y="95"/>
                    <a:pt x="211" y="95"/>
                  </a:cubicBezTo>
                  <a:cubicBezTo>
                    <a:pt x="212" y="96"/>
                    <a:pt x="212" y="96"/>
                    <a:pt x="212" y="96"/>
                  </a:cubicBezTo>
                  <a:cubicBezTo>
                    <a:pt x="212" y="96"/>
                    <a:pt x="212" y="96"/>
                    <a:pt x="212" y="96"/>
                  </a:cubicBezTo>
                  <a:cubicBezTo>
                    <a:pt x="213" y="98"/>
                    <a:pt x="213" y="98"/>
                    <a:pt x="213" y="98"/>
                  </a:cubicBezTo>
                  <a:cubicBezTo>
                    <a:pt x="213" y="98"/>
                    <a:pt x="213" y="98"/>
                    <a:pt x="213" y="98"/>
                  </a:cubicBezTo>
                  <a:cubicBezTo>
                    <a:pt x="213" y="97"/>
                    <a:pt x="213" y="97"/>
                    <a:pt x="213" y="97"/>
                  </a:cubicBezTo>
                  <a:cubicBezTo>
                    <a:pt x="213" y="97"/>
                    <a:pt x="213" y="97"/>
                    <a:pt x="213" y="97"/>
                  </a:cubicBezTo>
                  <a:cubicBezTo>
                    <a:pt x="213" y="96"/>
                    <a:pt x="213" y="96"/>
                    <a:pt x="213" y="96"/>
                  </a:cubicBezTo>
                  <a:cubicBezTo>
                    <a:pt x="213" y="95"/>
                    <a:pt x="213" y="95"/>
                    <a:pt x="213" y="95"/>
                  </a:cubicBezTo>
                  <a:cubicBezTo>
                    <a:pt x="212" y="95"/>
                    <a:pt x="212" y="95"/>
                    <a:pt x="212" y="95"/>
                  </a:cubicBezTo>
                  <a:cubicBezTo>
                    <a:pt x="212" y="94"/>
                    <a:pt x="212" y="94"/>
                    <a:pt x="212" y="94"/>
                  </a:cubicBezTo>
                  <a:cubicBezTo>
                    <a:pt x="213" y="94"/>
                    <a:pt x="213" y="94"/>
                    <a:pt x="213" y="94"/>
                  </a:cubicBezTo>
                  <a:cubicBezTo>
                    <a:pt x="213" y="93"/>
                    <a:pt x="213" y="93"/>
                    <a:pt x="213" y="93"/>
                  </a:cubicBezTo>
                  <a:cubicBezTo>
                    <a:pt x="214" y="93"/>
                    <a:pt x="214" y="93"/>
                    <a:pt x="214" y="93"/>
                  </a:cubicBezTo>
                  <a:cubicBezTo>
                    <a:pt x="214" y="93"/>
                    <a:pt x="214" y="93"/>
                    <a:pt x="214" y="93"/>
                  </a:cubicBezTo>
                  <a:cubicBezTo>
                    <a:pt x="215" y="93"/>
                    <a:pt x="215" y="93"/>
                    <a:pt x="215" y="93"/>
                  </a:cubicBezTo>
                  <a:cubicBezTo>
                    <a:pt x="215" y="94"/>
                    <a:pt x="215" y="94"/>
                    <a:pt x="215" y="94"/>
                  </a:cubicBezTo>
                  <a:cubicBezTo>
                    <a:pt x="216" y="94"/>
                    <a:pt x="216" y="94"/>
                    <a:pt x="216" y="94"/>
                  </a:cubicBezTo>
                  <a:cubicBezTo>
                    <a:pt x="217" y="93"/>
                    <a:pt x="217" y="93"/>
                    <a:pt x="217" y="93"/>
                  </a:cubicBezTo>
                  <a:cubicBezTo>
                    <a:pt x="216" y="93"/>
                    <a:pt x="216" y="93"/>
                    <a:pt x="216" y="93"/>
                  </a:cubicBezTo>
                  <a:cubicBezTo>
                    <a:pt x="215" y="93"/>
                    <a:pt x="215" y="93"/>
                    <a:pt x="215" y="93"/>
                  </a:cubicBezTo>
                  <a:cubicBezTo>
                    <a:pt x="216" y="92"/>
                    <a:pt x="216" y="92"/>
                    <a:pt x="216" y="92"/>
                  </a:cubicBezTo>
                  <a:cubicBezTo>
                    <a:pt x="217" y="92"/>
                    <a:pt x="217" y="92"/>
                    <a:pt x="217" y="92"/>
                  </a:cubicBezTo>
                  <a:cubicBezTo>
                    <a:pt x="218" y="92"/>
                    <a:pt x="218" y="92"/>
                    <a:pt x="218" y="92"/>
                  </a:cubicBezTo>
                  <a:cubicBezTo>
                    <a:pt x="218" y="93"/>
                    <a:pt x="218" y="93"/>
                    <a:pt x="218" y="93"/>
                  </a:cubicBezTo>
                  <a:cubicBezTo>
                    <a:pt x="218" y="93"/>
                    <a:pt x="218" y="93"/>
                    <a:pt x="218" y="93"/>
                  </a:cubicBezTo>
                  <a:cubicBezTo>
                    <a:pt x="218" y="93"/>
                    <a:pt x="218" y="93"/>
                    <a:pt x="218" y="93"/>
                  </a:cubicBezTo>
                  <a:cubicBezTo>
                    <a:pt x="218" y="94"/>
                    <a:pt x="218" y="94"/>
                    <a:pt x="218" y="94"/>
                  </a:cubicBezTo>
                  <a:cubicBezTo>
                    <a:pt x="219" y="95"/>
                    <a:pt x="219" y="95"/>
                    <a:pt x="219" y="95"/>
                  </a:cubicBezTo>
                  <a:cubicBezTo>
                    <a:pt x="219" y="94"/>
                    <a:pt x="219" y="94"/>
                    <a:pt x="219" y="94"/>
                  </a:cubicBezTo>
                  <a:cubicBezTo>
                    <a:pt x="220" y="95"/>
                    <a:pt x="220" y="95"/>
                    <a:pt x="220" y="95"/>
                  </a:cubicBezTo>
                  <a:cubicBezTo>
                    <a:pt x="221" y="95"/>
                    <a:pt x="221" y="95"/>
                    <a:pt x="221" y="95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23" y="94"/>
                    <a:pt x="223" y="94"/>
                    <a:pt x="223" y="94"/>
                  </a:cubicBezTo>
                  <a:cubicBezTo>
                    <a:pt x="225" y="94"/>
                    <a:pt x="225" y="94"/>
                    <a:pt x="225" y="94"/>
                  </a:cubicBezTo>
                  <a:cubicBezTo>
                    <a:pt x="225" y="95"/>
                    <a:pt x="225" y="95"/>
                    <a:pt x="225" y="95"/>
                  </a:cubicBezTo>
                  <a:cubicBezTo>
                    <a:pt x="226" y="95"/>
                    <a:pt x="226" y="95"/>
                    <a:pt x="226" y="95"/>
                  </a:cubicBezTo>
                  <a:cubicBezTo>
                    <a:pt x="226" y="95"/>
                    <a:pt x="226" y="95"/>
                    <a:pt x="226" y="95"/>
                  </a:cubicBezTo>
                  <a:cubicBezTo>
                    <a:pt x="226" y="96"/>
                    <a:pt x="226" y="96"/>
                    <a:pt x="226" y="96"/>
                  </a:cubicBezTo>
                  <a:cubicBezTo>
                    <a:pt x="226" y="96"/>
                    <a:pt x="226" y="96"/>
                    <a:pt x="226" y="96"/>
                  </a:cubicBezTo>
                  <a:cubicBezTo>
                    <a:pt x="226" y="97"/>
                    <a:pt x="226" y="97"/>
                    <a:pt x="226" y="97"/>
                  </a:cubicBezTo>
                  <a:cubicBezTo>
                    <a:pt x="225" y="98"/>
                    <a:pt x="225" y="98"/>
                    <a:pt x="225" y="98"/>
                  </a:cubicBezTo>
                  <a:cubicBezTo>
                    <a:pt x="224" y="97"/>
                    <a:pt x="224" y="97"/>
                    <a:pt x="224" y="97"/>
                  </a:cubicBezTo>
                  <a:cubicBezTo>
                    <a:pt x="224" y="97"/>
                    <a:pt x="224" y="97"/>
                    <a:pt x="224" y="97"/>
                  </a:cubicBezTo>
                  <a:cubicBezTo>
                    <a:pt x="223" y="98"/>
                    <a:pt x="223" y="98"/>
                    <a:pt x="223" y="98"/>
                  </a:cubicBezTo>
                  <a:cubicBezTo>
                    <a:pt x="223" y="98"/>
                    <a:pt x="223" y="98"/>
                    <a:pt x="223" y="98"/>
                  </a:cubicBezTo>
                  <a:cubicBezTo>
                    <a:pt x="223" y="98"/>
                    <a:pt x="223" y="98"/>
                    <a:pt x="223" y="98"/>
                  </a:cubicBezTo>
                  <a:cubicBezTo>
                    <a:pt x="224" y="99"/>
                    <a:pt x="224" y="99"/>
                    <a:pt x="224" y="99"/>
                  </a:cubicBezTo>
                  <a:cubicBezTo>
                    <a:pt x="224" y="99"/>
                    <a:pt x="224" y="99"/>
                    <a:pt x="224" y="99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3" y="100"/>
                    <a:pt x="223" y="100"/>
                    <a:pt x="223" y="100"/>
                  </a:cubicBezTo>
                  <a:cubicBezTo>
                    <a:pt x="222" y="100"/>
                    <a:pt x="222" y="100"/>
                    <a:pt x="222" y="100"/>
                  </a:cubicBezTo>
                  <a:cubicBezTo>
                    <a:pt x="221" y="100"/>
                    <a:pt x="221" y="100"/>
                    <a:pt x="221" y="100"/>
                  </a:cubicBezTo>
                  <a:cubicBezTo>
                    <a:pt x="221" y="101"/>
                    <a:pt x="221" y="101"/>
                    <a:pt x="221" y="101"/>
                  </a:cubicBezTo>
                  <a:cubicBezTo>
                    <a:pt x="219" y="101"/>
                    <a:pt x="219" y="101"/>
                    <a:pt x="219" y="101"/>
                  </a:cubicBezTo>
                  <a:cubicBezTo>
                    <a:pt x="218" y="102"/>
                    <a:pt x="218" y="102"/>
                    <a:pt x="218" y="102"/>
                  </a:cubicBezTo>
                  <a:cubicBezTo>
                    <a:pt x="218" y="102"/>
                    <a:pt x="218" y="102"/>
                    <a:pt x="218" y="102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8" y="103"/>
                    <a:pt x="218" y="103"/>
                    <a:pt x="218" y="103"/>
                  </a:cubicBezTo>
                  <a:cubicBezTo>
                    <a:pt x="219" y="103"/>
                    <a:pt x="219" y="103"/>
                    <a:pt x="219" y="103"/>
                  </a:cubicBezTo>
                  <a:cubicBezTo>
                    <a:pt x="219" y="103"/>
                    <a:pt x="219" y="103"/>
                    <a:pt x="219" y="103"/>
                  </a:cubicBezTo>
                  <a:cubicBezTo>
                    <a:pt x="221" y="103"/>
                    <a:pt x="221" y="103"/>
                    <a:pt x="221" y="103"/>
                  </a:cubicBezTo>
                  <a:cubicBezTo>
                    <a:pt x="221" y="104"/>
                    <a:pt x="221" y="104"/>
                    <a:pt x="221" y="104"/>
                  </a:cubicBezTo>
                  <a:cubicBezTo>
                    <a:pt x="221" y="104"/>
                    <a:pt x="221" y="104"/>
                    <a:pt x="221" y="104"/>
                  </a:cubicBezTo>
                  <a:cubicBezTo>
                    <a:pt x="220" y="104"/>
                    <a:pt x="220" y="104"/>
                    <a:pt x="220" y="104"/>
                  </a:cubicBezTo>
                  <a:cubicBezTo>
                    <a:pt x="221" y="105"/>
                    <a:pt x="221" y="105"/>
                    <a:pt x="221" y="105"/>
                  </a:cubicBezTo>
                  <a:cubicBezTo>
                    <a:pt x="221" y="105"/>
                    <a:pt x="221" y="105"/>
                    <a:pt x="221" y="105"/>
                  </a:cubicBezTo>
                  <a:cubicBezTo>
                    <a:pt x="221" y="106"/>
                    <a:pt x="221" y="106"/>
                    <a:pt x="221" y="106"/>
                  </a:cubicBezTo>
                  <a:cubicBezTo>
                    <a:pt x="220" y="106"/>
                    <a:pt x="220" y="106"/>
                    <a:pt x="220" y="106"/>
                  </a:cubicBezTo>
                  <a:cubicBezTo>
                    <a:pt x="220" y="107"/>
                    <a:pt x="220" y="107"/>
                    <a:pt x="220" y="107"/>
                  </a:cubicBezTo>
                  <a:cubicBezTo>
                    <a:pt x="220" y="108"/>
                    <a:pt x="220" y="108"/>
                    <a:pt x="220" y="108"/>
                  </a:cubicBezTo>
                  <a:cubicBezTo>
                    <a:pt x="221" y="107"/>
                    <a:pt x="221" y="107"/>
                    <a:pt x="221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6"/>
                    <a:pt x="223" y="106"/>
                    <a:pt x="223" y="106"/>
                  </a:cubicBezTo>
                  <a:cubicBezTo>
                    <a:pt x="222" y="107"/>
                    <a:pt x="222" y="107"/>
                    <a:pt x="222" y="107"/>
                  </a:cubicBezTo>
                  <a:cubicBezTo>
                    <a:pt x="222" y="108"/>
                    <a:pt x="222" y="108"/>
                    <a:pt x="222" y="108"/>
                  </a:cubicBezTo>
                  <a:cubicBezTo>
                    <a:pt x="222" y="109"/>
                    <a:pt x="222" y="109"/>
                    <a:pt x="222" y="109"/>
                  </a:cubicBezTo>
                  <a:cubicBezTo>
                    <a:pt x="222" y="110"/>
                    <a:pt x="222" y="110"/>
                    <a:pt x="222" y="110"/>
                  </a:cubicBezTo>
                  <a:cubicBezTo>
                    <a:pt x="220" y="110"/>
                    <a:pt x="220" y="110"/>
                    <a:pt x="220" y="110"/>
                  </a:cubicBezTo>
                  <a:cubicBezTo>
                    <a:pt x="220" y="111"/>
                    <a:pt x="220" y="111"/>
                    <a:pt x="220" y="111"/>
                  </a:cubicBezTo>
                  <a:cubicBezTo>
                    <a:pt x="219" y="111"/>
                    <a:pt x="219" y="111"/>
                    <a:pt x="219" y="111"/>
                  </a:cubicBezTo>
                  <a:cubicBezTo>
                    <a:pt x="220" y="111"/>
                    <a:pt x="220" y="111"/>
                    <a:pt x="220" y="111"/>
                  </a:cubicBezTo>
                  <a:cubicBezTo>
                    <a:pt x="219" y="112"/>
                    <a:pt x="219" y="112"/>
                    <a:pt x="219" y="112"/>
                  </a:cubicBezTo>
                  <a:cubicBezTo>
                    <a:pt x="219" y="112"/>
                    <a:pt x="219" y="112"/>
                    <a:pt x="219" y="112"/>
                  </a:cubicBezTo>
                  <a:cubicBezTo>
                    <a:pt x="219" y="112"/>
                    <a:pt x="219" y="112"/>
                    <a:pt x="219" y="112"/>
                  </a:cubicBezTo>
                  <a:cubicBezTo>
                    <a:pt x="218" y="112"/>
                    <a:pt x="218" y="112"/>
                    <a:pt x="218" y="112"/>
                  </a:cubicBezTo>
                  <a:cubicBezTo>
                    <a:pt x="218" y="113"/>
                    <a:pt x="218" y="113"/>
                    <a:pt x="218" y="113"/>
                  </a:cubicBezTo>
                  <a:cubicBezTo>
                    <a:pt x="219" y="113"/>
                    <a:pt x="219" y="113"/>
                    <a:pt x="219" y="113"/>
                  </a:cubicBezTo>
                  <a:cubicBezTo>
                    <a:pt x="219" y="114"/>
                    <a:pt x="219" y="114"/>
                    <a:pt x="219" y="114"/>
                  </a:cubicBezTo>
                  <a:cubicBezTo>
                    <a:pt x="218" y="114"/>
                    <a:pt x="218" y="114"/>
                    <a:pt x="218" y="114"/>
                  </a:cubicBezTo>
                  <a:cubicBezTo>
                    <a:pt x="219" y="115"/>
                    <a:pt x="219" y="115"/>
                    <a:pt x="219" y="115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17" y="115"/>
                    <a:pt x="217" y="115"/>
                    <a:pt x="217" y="115"/>
                  </a:cubicBezTo>
                  <a:cubicBezTo>
                    <a:pt x="217" y="115"/>
                    <a:pt x="217" y="115"/>
                    <a:pt x="217" y="115"/>
                  </a:cubicBezTo>
                  <a:cubicBezTo>
                    <a:pt x="216" y="115"/>
                    <a:pt x="216" y="115"/>
                    <a:pt x="216" y="115"/>
                  </a:cubicBezTo>
                  <a:cubicBezTo>
                    <a:pt x="215" y="116"/>
                    <a:pt x="215" y="116"/>
                    <a:pt x="215" y="116"/>
                  </a:cubicBezTo>
                  <a:cubicBezTo>
                    <a:pt x="215" y="116"/>
                    <a:pt x="215" y="116"/>
                    <a:pt x="215" y="116"/>
                  </a:cubicBezTo>
                  <a:cubicBezTo>
                    <a:pt x="214" y="117"/>
                    <a:pt x="214" y="117"/>
                    <a:pt x="214" y="117"/>
                  </a:cubicBezTo>
                  <a:cubicBezTo>
                    <a:pt x="213" y="116"/>
                    <a:pt x="213" y="116"/>
                    <a:pt x="213" y="116"/>
                  </a:cubicBezTo>
                  <a:cubicBezTo>
                    <a:pt x="212" y="117"/>
                    <a:pt x="212" y="117"/>
                    <a:pt x="212" y="117"/>
                  </a:cubicBezTo>
                  <a:cubicBezTo>
                    <a:pt x="211" y="116"/>
                    <a:pt x="211" y="116"/>
                    <a:pt x="211" y="116"/>
                  </a:cubicBezTo>
                  <a:cubicBezTo>
                    <a:pt x="211" y="115"/>
                    <a:pt x="211" y="115"/>
                    <a:pt x="211" y="115"/>
                  </a:cubicBezTo>
                  <a:cubicBezTo>
                    <a:pt x="212" y="114"/>
                    <a:pt x="212" y="114"/>
                    <a:pt x="212" y="114"/>
                  </a:cubicBezTo>
                  <a:cubicBezTo>
                    <a:pt x="212" y="113"/>
                    <a:pt x="212" y="113"/>
                    <a:pt x="212" y="113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5"/>
                    <a:pt x="210" y="115"/>
                    <a:pt x="210" y="115"/>
                  </a:cubicBezTo>
                  <a:cubicBezTo>
                    <a:pt x="211" y="117"/>
                    <a:pt x="211" y="117"/>
                    <a:pt x="211" y="117"/>
                  </a:cubicBezTo>
                  <a:cubicBezTo>
                    <a:pt x="211" y="117"/>
                    <a:pt x="211" y="117"/>
                    <a:pt x="211" y="117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0" y="118"/>
                    <a:pt x="210" y="118"/>
                    <a:pt x="210" y="118"/>
                  </a:cubicBezTo>
                  <a:cubicBezTo>
                    <a:pt x="209" y="119"/>
                    <a:pt x="209" y="119"/>
                    <a:pt x="209" y="119"/>
                  </a:cubicBezTo>
                  <a:cubicBezTo>
                    <a:pt x="209" y="119"/>
                    <a:pt x="208" y="120"/>
                    <a:pt x="208" y="120"/>
                  </a:cubicBezTo>
                  <a:close/>
                  <a:moveTo>
                    <a:pt x="223" y="101"/>
                  </a:moveTo>
                  <a:cubicBezTo>
                    <a:pt x="223" y="101"/>
                    <a:pt x="223" y="101"/>
                    <a:pt x="223" y="101"/>
                  </a:cubicBezTo>
                  <a:cubicBezTo>
                    <a:pt x="223" y="101"/>
                    <a:pt x="223" y="101"/>
                    <a:pt x="223" y="101"/>
                  </a:cubicBezTo>
                  <a:cubicBezTo>
                    <a:pt x="224" y="101"/>
                    <a:pt x="224" y="101"/>
                    <a:pt x="224" y="101"/>
                  </a:cubicBezTo>
                  <a:cubicBezTo>
                    <a:pt x="223" y="101"/>
                    <a:pt x="223" y="101"/>
                    <a:pt x="223" y="101"/>
                  </a:cubicBezTo>
                  <a:close/>
                  <a:moveTo>
                    <a:pt x="222" y="104"/>
                  </a:moveTo>
                  <a:cubicBezTo>
                    <a:pt x="223" y="104"/>
                    <a:pt x="223" y="104"/>
                    <a:pt x="223" y="10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3" y="102"/>
                    <a:pt x="223" y="102"/>
                    <a:pt x="223" y="102"/>
                  </a:cubicBezTo>
                  <a:cubicBezTo>
                    <a:pt x="223" y="102"/>
                    <a:pt x="223" y="102"/>
                    <a:pt x="223" y="102"/>
                  </a:cubicBezTo>
                  <a:cubicBezTo>
                    <a:pt x="223" y="102"/>
                    <a:pt x="223" y="102"/>
                    <a:pt x="223" y="102"/>
                  </a:cubicBezTo>
                  <a:cubicBezTo>
                    <a:pt x="222" y="103"/>
                    <a:pt x="222" y="103"/>
                    <a:pt x="222" y="103"/>
                  </a:cubicBezTo>
                  <a:cubicBezTo>
                    <a:pt x="222" y="103"/>
                    <a:pt x="222" y="103"/>
                    <a:pt x="222" y="103"/>
                  </a:cubicBezTo>
                  <a:cubicBezTo>
                    <a:pt x="222" y="104"/>
                    <a:pt x="222" y="104"/>
                    <a:pt x="222" y="104"/>
                  </a:cubicBezTo>
                  <a:cubicBezTo>
                    <a:pt x="222" y="104"/>
                    <a:pt x="222" y="104"/>
                    <a:pt x="222" y="104"/>
                  </a:cubicBezTo>
                  <a:close/>
                  <a:moveTo>
                    <a:pt x="222" y="106"/>
                  </a:move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5"/>
                  </a:cubicBezTo>
                  <a:cubicBezTo>
                    <a:pt x="222" y="105"/>
                    <a:pt x="222" y="105"/>
                    <a:pt x="222" y="105"/>
                  </a:cubicBezTo>
                  <a:cubicBezTo>
                    <a:pt x="221" y="105"/>
                    <a:pt x="221" y="105"/>
                    <a:pt x="221" y="105"/>
                  </a:cubicBezTo>
                  <a:cubicBezTo>
                    <a:pt x="221" y="106"/>
                    <a:pt x="221" y="106"/>
                    <a:pt x="221" y="106"/>
                  </a:cubicBezTo>
                  <a:cubicBezTo>
                    <a:pt x="222" y="106"/>
                    <a:pt x="222" y="106"/>
                    <a:pt x="222" y="106"/>
                  </a:cubicBezTo>
                  <a:close/>
                  <a:moveTo>
                    <a:pt x="188" y="89"/>
                  </a:moveTo>
                  <a:cubicBezTo>
                    <a:pt x="188" y="89"/>
                    <a:pt x="188" y="89"/>
                    <a:pt x="188" y="89"/>
                  </a:cubicBezTo>
                  <a:cubicBezTo>
                    <a:pt x="188" y="90"/>
                    <a:pt x="188" y="90"/>
                    <a:pt x="188" y="90"/>
                  </a:cubicBezTo>
                  <a:cubicBezTo>
                    <a:pt x="189" y="89"/>
                    <a:pt x="189" y="89"/>
                    <a:pt x="189" y="89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90" y="89"/>
                    <a:pt x="190" y="89"/>
                    <a:pt x="190" y="89"/>
                  </a:cubicBezTo>
                  <a:cubicBezTo>
                    <a:pt x="189" y="89"/>
                    <a:pt x="189" y="89"/>
                    <a:pt x="189" y="89"/>
                  </a:cubicBezTo>
                  <a:cubicBezTo>
                    <a:pt x="188" y="89"/>
                    <a:pt x="188" y="89"/>
                    <a:pt x="188" y="89"/>
                  </a:cubicBezTo>
                  <a:cubicBezTo>
                    <a:pt x="188" y="89"/>
                    <a:pt x="188" y="89"/>
                    <a:pt x="188" y="89"/>
                  </a:cubicBezTo>
                  <a:close/>
                  <a:moveTo>
                    <a:pt x="194" y="99"/>
                  </a:moveTo>
                  <a:cubicBezTo>
                    <a:pt x="193" y="98"/>
                    <a:pt x="193" y="98"/>
                    <a:pt x="193" y="98"/>
                  </a:cubicBezTo>
                  <a:cubicBezTo>
                    <a:pt x="193" y="96"/>
                    <a:pt x="193" y="96"/>
                    <a:pt x="193" y="96"/>
                  </a:cubicBezTo>
                  <a:cubicBezTo>
                    <a:pt x="193" y="96"/>
                    <a:pt x="193" y="96"/>
                    <a:pt x="193" y="96"/>
                  </a:cubicBezTo>
                  <a:cubicBezTo>
                    <a:pt x="193" y="95"/>
                    <a:pt x="193" y="95"/>
                    <a:pt x="193" y="95"/>
                  </a:cubicBezTo>
                  <a:cubicBezTo>
                    <a:pt x="193" y="95"/>
                    <a:pt x="193" y="95"/>
                    <a:pt x="193" y="95"/>
                  </a:cubicBezTo>
                  <a:cubicBezTo>
                    <a:pt x="192" y="94"/>
                    <a:pt x="192" y="94"/>
                    <a:pt x="192" y="94"/>
                  </a:cubicBezTo>
                  <a:cubicBezTo>
                    <a:pt x="192" y="93"/>
                    <a:pt x="192" y="93"/>
                    <a:pt x="192" y="93"/>
                  </a:cubicBezTo>
                  <a:cubicBezTo>
                    <a:pt x="192" y="92"/>
                    <a:pt x="192" y="92"/>
                    <a:pt x="192" y="92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2" y="90"/>
                    <a:pt x="192" y="90"/>
                    <a:pt x="192" y="90"/>
                  </a:cubicBezTo>
                  <a:cubicBezTo>
                    <a:pt x="193" y="90"/>
                    <a:pt x="193" y="90"/>
                    <a:pt x="193" y="90"/>
                  </a:cubicBezTo>
                  <a:cubicBezTo>
                    <a:pt x="194" y="89"/>
                    <a:pt x="194" y="89"/>
                    <a:pt x="194" y="89"/>
                  </a:cubicBezTo>
                  <a:cubicBezTo>
                    <a:pt x="195" y="89"/>
                    <a:pt x="195" y="89"/>
                    <a:pt x="195" y="8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90"/>
                    <a:pt x="197" y="90"/>
                    <a:pt x="197" y="90"/>
                  </a:cubicBezTo>
                  <a:cubicBezTo>
                    <a:pt x="198" y="90"/>
                    <a:pt x="198" y="90"/>
                    <a:pt x="198" y="90"/>
                  </a:cubicBezTo>
                  <a:cubicBezTo>
                    <a:pt x="198" y="90"/>
                    <a:pt x="198" y="90"/>
                    <a:pt x="198" y="90"/>
                  </a:cubicBezTo>
                  <a:cubicBezTo>
                    <a:pt x="199" y="90"/>
                    <a:pt x="199" y="90"/>
                    <a:pt x="199" y="90"/>
                  </a:cubicBezTo>
                  <a:cubicBezTo>
                    <a:pt x="200" y="90"/>
                    <a:pt x="200" y="90"/>
                    <a:pt x="200" y="90"/>
                  </a:cubicBezTo>
                  <a:cubicBezTo>
                    <a:pt x="200" y="91"/>
                    <a:pt x="200" y="91"/>
                    <a:pt x="200" y="91"/>
                  </a:cubicBezTo>
                  <a:cubicBezTo>
                    <a:pt x="200" y="91"/>
                    <a:pt x="200" y="91"/>
                    <a:pt x="200" y="91"/>
                  </a:cubicBezTo>
                  <a:cubicBezTo>
                    <a:pt x="200" y="92"/>
                    <a:pt x="200" y="92"/>
                    <a:pt x="200" y="92"/>
                  </a:cubicBezTo>
                  <a:cubicBezTo>
                    <a:pt x="201" y="92"/>
                    <a:pt x="201" y="92"/>
                    <a:pt x="201" y="92"/>
                  </a:cubicBezTo>
                  <a:cubicBezTo>
                    <a:pt x="201" y="93"/>
                    <a:pt x="201" y="93"/>
                    <a:pt x="201" y="93"/>
                  </a:cubicBezTo>
                  <a:cubicBezTo>
                    <a:pt x="200" y="93"/>
                    <a:pt x="200" y="93"/>
                    <a:pt x="200" y="93"/>
                  </a:cubicBezTo>
                  <a:cubicBezTo>
                    <a:pt x="200" y="94"/>
                    <a:pt x="200" y="94"/>
                    <a:pt x="200" y="94"/>
                  </a:cubicBezTo>
                  <a:cubicBezTo>
                    <a:pt x="199" y="95"/>
                    <a:pt x="199" y="95"/>
                    <a:pt x="199" y="95"/>
                  </a:cubicBezTo>
                  <a:cubicBezTo>
                    <a:pt x="199" y="95"/>
                    <a:pt x="199" y="95"/>
                    <a:pt x="199" y="95"/>
                  </a:cubicBezTo>
                  <a:cubicBezTo>
                    <a:pt x="198" y="96"/>
                    <a:pt x="198" y="96"/>
                    <a:pt x="198" y="96"/>
                  </a:cubicBezTo>
                  <a:cubicBezTo>
                    <a:pt x="196" y="97"/>
                    <a:pt x="196" y="97"/>
                    <a:pt x="196" y="97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194" y="98"/>
                    <a:pt x="194" y="98"/>
                    <a:pt x="194" y="98"/>
                  </a:cubicBezTo>
                  <a:cubicBezTo>
                    <a:pt x="194" y="99"/>
                    <a:pt x="194" y="99"/>
                    <a:pt x="194" y="99"/>
                  </a:cubicBezTo>
                  <a:cubicBezTo>
                    <a:pt x="194" y="99"/>
                    <a:pt x="194" y="99"/>
                    <a:pt x="194" y="99"/>
                  </a:cubicBezTo>
                  <a:close/>
                  <a:moveTo>
                    <a:pt x="226" y="115"/>
                  </a:moveTo>
                  <a:cubicBezTo>
                    <a:pt x="224" y="114"/>
                    <a:pt x="224" y="114"/>
                    <a:pt x="224" y="114"/>
                  </a:cubicBezTo>
                  <a:cubicBezTo>
                    <a:pt x="224" y="114"/>
                    <a:pt x="224" y="114"/>
                    <a:pt x="224" y="114"/>
                  </a:cubicBezTo>
                  <a:cubicBezTo>
                    <a:pt x="222" y="114"/>
                    <a:pt x="222" y="114"/>
                    <a:pt x="222" y="114"/>
                  </a:cubicBezTo>
                  <a:cubicBezTo>
                    <a:pt x="223" y="113"/>
                    <a:pt x="223" y="113"/>
                    <a:pt x="223" y="113"/>
                  </a:cubicBezTo>
                  <a:cubicBezTo>
                    <a:pt x="223" y="113"/>
                    <a:pt x="223" y="113"/>
                    <a:pt x="223" y="113"/>
                  </a:cubicBezTo>
                  <a:cubicBezTo>
                    <a:pt x="224" y="113"/>
                    <a:pt x="224" y="113"/>
                    <a:pt x="224" y="113"/>
                  </a:cubicBezTo>
                  <a:cubicBezTo>
                    <a:pt x="224" y="113"/>
                    <a:pt x="224" y="113"/>
                    <a:pt x="224" y="113"/>
                  </a:cubicBezTo>
                  <a:cubicBezTo>
                    <a:pt x="224" y="113"/>
                    <a:pt x="224" y="113"/>
                    <a:pt x="224" y="113"/>
                  </a:cubicBezTo>
                  <a:cubicBezTo>
                    <a:pt x="223" y="113"/>
                    <a:pt x="223" y="113"/>
                    <a:pt x="223" y="113"/>
                  </a:cubicBezTo>
                  <a:cubicBezTo>
                    <a:pt x="223" y="112"/>
                    <a:pt x="223" y="112"/>
                    <a:pt x="223" y="112"/>
                  </a:cubicBezTo>
                  <a:cubicBezTo>
                    <a:pt x="224" y="111"/>
                    <a:pt x="224" y="111"/>
                    <a:pt x="224" y="111"/>
                  </a:cubicBezTo>
                  <a:cubicBezTo>
                    <a:pt x="225" y="110"/>
                    <a:pt x="225" y="110"/>
                    <a:pt x="225" y="110"/>
                  </a:cubicBezTo>
                  <a:cubicBezTo>
                    <a:pt x="225" y="109"/>
                    <a:pt x="225" y="109"/>
                    <a:pt x="225" y="109"/>
                  </a:cubicBezTo>
                  <a:cubicBezTo>
                    <a:pt x="225" y="109"/>
                    <a:pt x="225" y="109"/>
                    <a:pt x="225" y="109"/>
                  </a:cubicBezTo>
                  <a:cubicBezTo>
                    <a:pt x="225" y="108"/>
                    <a:pt x="225" y="108"/>
                    <a:pt x="225" y="108"/>
                  </a:cubicBezTo>
                  <a:cubicBezTo>
                    <a:pt x="224" y="108"/>
                    <a:pt x="224" y="108"/>
                    <a:pt x="224" y="108"/>
                  </a:cubicBezTo>
                  <a:cubicBezTo>
                    <a:pt x="225" y="107"/>
                    <a:pt x="225" y="107"/>
                    <a:pt x="225" y="107"/>
                  </a:cubicBezTo>
                  <a:cubicBezTo>
                    <a:pt x="225" y="106"/>
                    <a:pt x="225" y="106"/>
                    <a:pt x="225" y="106"/>
                  </a:cubicBezTo>
                  <a:cubicBezTo>
                    <a:pt x="226" y="105"/>
                    <a:pt x="226" y="105"/>
                    <a:pt x="226" y="105"/>
                  </a:cubicBezTo>
                  <a:cubicBezTo>
                    <a:pt x="226" y="104"/>
                    <a:pt x="226" y="104"/>
                    <a:pt x="226" y="104"/>
                  </a:cubicBezTo>
                  <a:cubicBezTo>
                    <a:pt x="226" y="104"/>
                    <a:pt x="226" y="104"/>
                    <a:pt x="226" y="104"/>
                  </a:cubicBezTo>
                  <a:cubicBezTo>
                    <a:pt x="227" y="103"/>
                    <a:pt x="227" y="103"/>
                    <a:pt x="227" y="103"/>
                  </a:cubicBezTo>
                  <a:cubicBezTo>
                    <a:pt x="227" y="102"/>
                    <a:pt x="227" y="102"/>
                    <a:pt x="227" y="102"/>
                  </a:cubicBezTo>
                  <a:cubicBezTo>
                    <a:pt x="228" y="102"/>
                    <a:pt x="228" y="102"/>
                    <a:pt x="228" y="102"/>
                  </a:cubicBezTo>
                  <a:cubicBezTo>
                    <a:pt x="228" y="101"/>
                    <a:pt x="228" y="101"/>
                    <a:pt x="228" y="101"/>
                  </a:cubicBezTo>
                  <a:cubicBezTo>
                    <a:pt x="229" y="100"/>
                    <a:pt x="229" y="100"/>
                    <a:pt x="229" y="100"/>
                  </a:cubicBezTo>
                  <a:cubicBezTo>
                    <a:pt x="229" y="99"/>
                    <a:pt x="229" y="99"/>
                    <a:pt x="229" y="99"/>
                  </a:cubicBezTo>
                  <a:cubicBezTo>
                    <a:pt x="230" y="99"/>
                    <a:pt x="230" y="99"/>
                    <a:pt x="230" y="99"/>
                  </a:cubicBezTo>
                  <a:cubicBezTo>
                    <a:pt x="230" y="98"/>
                    <a:pt x="230" y="98"/>
                    <a:pt x="230" y="98"/>
                  </a:cubicBezTo>
                  <a:cubicBezTo>
                    <a:pt x="230" y="98"/>
                    <a:pt x="230" y="98"/>
                    <a:pt x="230" y="98"/>
                  </a:cubicBezTo>
                  <a:cubicBezTo>
                    <a:pt x="230" y="97"/>
                    <a:pt x="230" y="97"/>
                    <a:pt x="230" y="97"/>
                  </a:cubicBezTo>
                  <a:cubicBezTo>
                    <a:pt x="231" y="97"/>
                    <a:pt x="231" y="97"/>
                    <a:pt x="231" y="97"/>
                  </a:cubicBezTo>
                  <a:cubicBezTo>
                    <a:pt x="232" y="98"/>
                    <a:pt x="232" y="98"/>
                    <a:pt x="232" y="98"/>
                  </a:cubicBezTo>
                  <a:cubicBezTo>
                    <a:pt x="232" y="99"/>
                    <a:pt x="232" y="99"/>
                    <a:pt x="232" y="99"/>
                  </a:cubicBezTo>
                  <a:cubicBezTo>
                    <a:pt x="233" y="99"/>
                    <a:pt x="233" y="99"/>
                    <a:pt x="233" y="99"/>
                  </a:cubicBezTo>
                  <a:cubicBezTo>
                    <a:pt x="233" y="98"/>
                    <a:pt x="233" y="98"/>
                    <a:pt x="233" y="98"/>
                  </a:cubicBezTo>
                  <a:cubicBezTo>
                    <a:pt x="232" y="97"/>
                    <a:pt x="232" y="97"/>
                    <a:pt x="232" y="97"/>
                  </a:cubicBezTo>
                  <a:cubicBezTo>
                    <a:pt x="232" y="97"/>
                    <a:pt x="232" y="97"/>
                    <a:pt x="232" y="97"/>
                  </a:cubicBezTo>
                  <a:cubicBezTo>
                    <a:pt x="233" y="97"/>
                    <a:pt x="233" y="97"/>
                    <a:pt x="233" y="97"/>
                  </a:cubicBezTo>
                  <a:cubicBezTo>
                    <a:pt x="232" y="96"/>
                    <a:pt x="232" y="96"/>
                    <a:pt x="232" y="96"/>
                  </a:cubicBezTo>
                  <a:cubicBezTo>
                    <a:pt x="233" y="95"/>
                    <a:pt x="233" y="95"/>
                    <a:pt x="233" y="95"/>
                  </a:cubicBezTo>
                  <a:cubicBezTo>
                    <a:pt x="235" y="94"/>
                    <a:pt x="235" y="94"/>
                    <a:pt x="235" y="94"/>
                  </a:cubicBezTo>
                  <a:cubicBezTo>
                    <a:pt x="236" y="94"/>
                    <a:pt x="236" y="94"/>
                    <a:pt x="236" y="94"/>
                  </a:cubicBezTo>
                  <a:cubicBezTo>
                    <a:pt x="237" y="94"/>
                    <a:pt x="237" y="94"/>
                    <a:pt x="237" y="94"/>
                  </a:cubicBezTo>
                  <a:cubicBezTo>
                    <a:pt x="237" y="95"/>
                    <a:pt x="237" y="95"/>
                    <a:pt x="237" y="95"/>
                  </a:cubicBezTo>
                  <a:cubicBezTo>
                    <a:pt x="238" y="94"/>
                    <a:pt x="238" y="94"/>
                    <a:pt x="238" y="94"/>
                  </a:cubicBezTo>
                  <a:cubicBezTo>
                    <a:pt x="238" y="95"/>
                    <a:pt x="238" y="95"/>
                    <a:pt x="238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40" y="95"/>
                    <a:pt x="240" y="95"/>
                    <a:pt x="240" y="95"/>
                  </a:cubicBezTo>
                  <a:cubicBezTo>
                    <a:pt x="241" y="95"/>
                    <a:pt x="241" y="95"/>
                    <a:pt x="241" y="95"/>
                  </a:cubicBezTo>
                  <a:cubicBezTo>
                    <a:pt x="241" y="96"/>
                    <a:pt x="241" y="96"/>
                    <a:pt x="241" y="96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3" y="97"/>
                    <a:pt x="243" y="97"/>
                    <a:pt x="243" y="97"/>
                  </a:cubicBezTo>
                  <a:cubicBezTo>
                    <a:pt x="242" y="97"/>
                    <a:pt x="242" y="97"/>
                    <a:pt x="242" y="97"/>
                  </a:cubicBezTo>
                  <a:cubicBezTo>
                    <a:pt x="243" y="98"/>
                    <a:pt x="243" y="98"/>
                    <a:pt x="243" y="98"/>
                  </a:cubicBezTo>
                  <a:cubicBezTo>
                    <a:pt x="243" y="97"/>
                    <a:pt x="243" y="97"/>
                    <a:pt x="243" y="97"/>
                  </a:cubicBezTo>
                  <a:cubicBezTo>
                    <a:pt x="245" y="97"/>
                    <a:pt x="245" y="97"/>
                    <a:pt x="245" y="97"/>
                  </a:cubicBezTo>
                  <a:cubicBezTo>
                    <a:pt x="247" y="98"/>
                    <a:pt x="247" y="98"/>
                    <a:pt x="247" y="98"/>
                  </a:cubicBezTo>
                  <a:cubicBezTo>
                    <a:pt x="248" y="98"/>
                    <a:pt x="248" y="98"/>
                    <a:pt x="248" y="98"/>
                  </a:cubicBezTo>
                  <a:cubicBezTo>
                    <a:pt x="248" y="99"/>
                    <a:pt x="248" y="99"/>
                    <a:pt x="248" y="99"/>
                  </a:cubicBezTo>
                  <a:cubicBezTo>
                    <a:pt x="248" y="99"/>
                    <a:pt x="248" y="99"/>
                    <a:pt x="248" y="99"/>
                  </a:cubicBezTo>
                  <a:cubicBezTo>
                    <a:pt x="249" y="100"/>
                    <a:pt x="249" y="100"/>
                    <a:pt x="249" y="100"/>
                  </a:cubicBezTo>
                  <a:cubicBezTo>
                    <a:pt x="248" y="100"/>
                    <a:pt x="248" y="100"/>
                    <a:pt x="248" y="100"/>
                  </a:cubicBezTo>
                  <a:cubicBezTo>
                    <a:pt x="248" y="100"/>
                    <a:pt x="248" y="100"/>
                    <a:pt x="248" y="100"/>
                  </a:cubicBezTo>
                  <a:cubicBezTo>
                    <a:pt x="247" y="101"/>
                    <a:pt x="247" y="101"/>
                    <a:pt x="247" y="101"/>
                  </a:cubicBezTo>
                  <a:cubicBezTo>
                    <a:pt x="246" y="102"/>
                    <a:pt x="246" y="102"/>
                    <a:pt x="246" y="102"/>
                  </a:cubicBezTo>
                  <a:cubicBezTo>
                    <a:pt x="246" y="103"/>
                    <a:pt x="246" y="103"/>
                    <a:pt x="246" y="103"/>
                  </a:cubicBezTo>
                  <a:cubicBezTo>
                    <a:pt x="245" y="103"/>
                    <a:pt x="245" y="103"/>
                    <a:pt x="245" y="103"/>
                  </a:cubicBezTo>
                  <a:cubicBezTo>
                    <a:pt x="245" y="103"/>
                    <a:pt x="245" y="103"/>
                    <a:pt x="245" y="103"/>
                  </a:cubicBezTo>
                  <a:cubicBezTo>
                    <a:pt x="243" y="104"/>
                    <a:pt x="243" y="104"/>
                    <a:pt x="243" y="104"/>
                  </a:cubicBezTo>
                  <a:cubicBezTo>
                    <a:pt x="242" y="106"/>
                    <a:pt x="242" y="106"/>
                    <a:pt x="242" y="106"/>
                  </a:cubicBezTo>
                  <a:cubicBezTo>
                    <a:pt x="241" y="106"/>
                    <a:pt x="241" y="106"/>
                    <a:pt x="241" y="106"/>
                  </a:cubicBezTo>
                  <a:cubicBezTo>
                    <a:pt x="241" y="106"/>
                    <a:pt x="241" y="106"/>
                    <a:pt x="241" y="106"/>
                  </a:cubicBezTo>
                  <a:cubicBezTo>
                    <a:pt x="241" y="106"/>
                    <a:pt x="241" y="106"/>
                    <a:pt x="241" y="106"/>
                  </a:cubicBezTo>
                  <a:cubicBezTo>
                    <a:pt x="241" y="107"/>
                    <a:pt x="241" y="107"/>
                    <a:pt x="241" y="107"/>
                  </a:cubicBezTo>
                  <a:cubicBezTo>
                    <a:pt x="239" y="108"/>
                    <a:pt x="239" y="108"/>
                    <a:pt x="239" y="108"/>
                  </a:cubicBezTo>
                  <a:cubicBezTo>
                    <a:pt x="238" y="109"/>
                    <a:pt x="238" y="109"/>
                    <a:pt x="238" y="109"/>
                  </a:cubicBezTo>
                  <a:cubicBezTo>
                    <a:pt x="237" y="110"/>
                    <a:pt x="237" y="110"/>
                    <a:pt x="237" y="110"/>
                  </a:cubicBezTo>
                  <a:cubicBezTo>
                    <a:pt x="236" y="110"/>
                    <a:pt x="236" y="110"/>
                    <a:pt x="236" y="110"/>
                  </a:cubicBezTo>
                  <a:cubicBezTo>
                    <a:pt x="235" y="110"/>
                    <a:pt x="235" y="110"/>
                    <a:pt x="235" y="110"/>
                  </a:cubicBezTo>
                  <a:cubicBezTo>
                    <a:pt x="235" y="109"/>
                    <a:pt x="235" y="109"/>
                    <a:pt x="235" y="109"/>
                  </a:cubicBezTo>
                  <a:cubicBezTo>
                    <a:pt x="234" y="110"/>
                    <a:pt x="234" y="110"/>
                    <a:pt x="234" y="110"/>
                  </a:cubicBezTo>
                  <a:cubicBezTo>
                    <a:pt x="233" y="109"/>
                    <a:pt x="233" y="109"/>
                    <a:pt x="233" y="109"/>
                  </a:cubicBezTo>
                  <a:cubicBezTo>
                    <a:pt x="233" y="108"/>
                    <a:pt x="233" y="108"/>
                    <a:pt x="233" y="108"/>
                  </a:cubicBezTo>
                  <a:cubicBezTo>
                    <a:pt x="233" y="108"/>
                    <a:pt x="233" y="108"/>
                    <a:pt x="233" y="108"/>
                  </a:cubicBezTo>
                  <a:cubicBezTo>
                    <a:pt x="232" y="108"/>
                    <a:pt x="232" y="108"/>
                    <a:pt x="232" y="108"/>
                  </a:cubicBezTo>
                  <a:cubicBezTo>
                    <a:pt x="231" y="108"/>
                    <a:pt x="231" y="108"/>
                    <a:pt x="231" y="108"/>
                  </a:cubicBezTo>
                  <a:cubicBezTo>
                    <a:pt x="230" y="108"/>
                    <a:pt x="230" y="108"/>
                    <a:pt x="230" y="108"/>
                  </a:cubicBezTo>
                  <a:cubicBezTo>
                    <a:pt x="230" y="108"/>
                    <a:pt x="230" y="108"/>
                    <a:pt x="230" y="108"/>
                  </a:cubicBezTo>
                  <a:cubicBezTo>
                    <a:pt x="229" y="108"/>
                    <a:pt x="229" y="108"/>
                    <a:pt x="229" y="108"/>
                  </a:cubicBezTo>
                  <a:cubicBezTo>
                    <a:pt x="229" y="108"/>
                    <a:pt x="229" y="108"/>
                    <a:pt x="229" y="108"/>
                  </a:cubicBezTo>
                  <a:cubicBezTo>
                    <a:pt x="229" y="108"/>
                    <a:pt x="229" y="108"/>
                    <a:pt x="229" y="108"/>
                  </a:cubicBezTo>
                  <a:cubicBezTo>
                    <a:pt x="231" y="108"/>
                    <a:pt x="231" y="108"/>
                    <a:pt x="231" y="108"/>
                  </a:cubicBezTo>
                  <a:cubicBezTo>
                    <a:pt x="231" y="109"/>
                    <a:pt x="231" y="109"/>
                    <a:pt x="231" y="109"/>
                  </a:cubicBezTo>
                  <a:cubicBezTo>
                    <a:pt x="230" y="110"/>
                    <a:pt x="230" y="110"/>
                    <a:pt x="230" y="110"/>
                  </a:cubicBezTo>
                  <a:cubicBezTo>
                    <a:pt x="231" y="110"/>
                    <a:pt x="231" y="110"/>
                    <a:pt x="231" y="110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0" y="112"/>
                    <a:pt x="230" y="112"/>
                    <a:pt x="230" y="112"/>
                  </a:cubicBezTo>
                  <a:cubicBezTo>
                    <a:pt x="230" y="112"/>
                    <a:pt x="230" y="112"/>
                    <a:pt x="230" y="112"/>
                  </a:cubicBezTo>
                  <a:cubicBezTo>
                    <a:pt x="229" y="113"/>
                    <a:pt x="229" y="113"/>
                    <a:pt x="229" y="113"/>
                  </a:cubicBezTo>
                  <a:cubicBezTo>
                    <a:pt x="228" y="113"/>
                    <a:pt x="228" y="113"/>
                    <a:pt x="228" y="113"/>
                  </a:cubicBezTo>
                  <a:cubicBezTo>
                    <a:pt x="228" y="113"/>
                    <a:pt x="228" y="113"/>
                    <a:pt x="228" y="113"/>
                  </a:cubicBezTo>
                  <a:cubicBezTo>
                    <a:pt x="227" y="114"/>
                    <a:pt x="227" y="114"/>
                    <a:pt x="227" y="114"/>
                  </a:cubicBezTo>
                  <a:cubicBezTo>
                    <a:pt x="227" y="114"/>
                    <a:pt x="227" y="114"/>
                    <a:pt x="227" y="114"/>
                  </a:cubicBezTo>
                  <a:cubicBezTo>
                    <a:pt x="226" y="114"/>
                    <a:pt x="226" y="114"/>
                    <a:pt x="226" y="114"/>
                  </a:cubicBezTo>
                  <a:cubicBezTo>
                    <a:pt x="226" y="115"/>
                    <a:pt x="226" y="115"/>
                    <a:pt x="226" y="115"/>
                  </a:cubicBezTo>
                  <a:cubicBezTo>
                    <a:pt x="226" y="115"/>
                    <a:pt x="226" y="115"/>
                    <a:pt x="226" y="115"/>
                  </a:cubicBezTo>
                  <a:close/>
                  <a:moveTo>
                    <a:pt x="280" y="119"/>
                  </a:moveTo>
                  <a:cubicBezTo>
                    <a:pt x="279" y="118"/>
                    <a:pt x="279" y="118"/>
                    <a:pt x="279" y="118"/>
                  </a:cubicBezTo>
                  <a:cubicBezTo>
                    <a:pt x="278" y="118"/>
                    <a:pt x="278" y="118"/>
                    <a:pt x="278" y="118"/>
                  </a:cubicBezTo>
                  <a:cubicBezTo>
                    <a:pt x="278" y="117"/>
                    <a:pt x="278" y="117"/>
                    <a:pt x="278" y="117"/>
                  </a:cubicBezTo>
                  <a:cubicBezTo>
                    <a:pt x="277" y="117"/>
                    <a:pt x="277" y="117"/>
                    <a:pt x="277" y="117"/>
                  </a:cubicBezTo>
                  <a:cubicBezTo>
                    <a:pt x="277" y="116"/>
                    <a:pt x="277" y="116"/>
                    <a:pt x="277" y="116"/>
                  </a:cubicBezTo>
                  <a:cubicBezTo>
                    <a:pt x="277" y="115"/>
                    <a:pt x="277" y="115"/>
                    <a:pt x="277" y="115"/>
                  </a:cubicBezTo>
                  <a:cubicBezTo>
                    <a:pt x="278" y="114"/>
                    <a:pt x="278" y="114"/>
                    <a:pt x="278" y="114"/>
                  </a:cubicBezTo>
                  <a:cubicBezTo>
                    <a:pt x="278" y="114"/>
                    <a:pt x="278" y="114"/>
                    <a:pt x="278" y="114"/>
                  </a:cubicBezTo>
                  <a:cubicBezTo>
                    <a:pt x="278" y="113"/>
                    <a:pt x="278" y="113"/>
                    <a:pt x="278" y="113"/>
                  </a:cubicBezTo>
                  <a:cubicBezTo>
                    <a:pt x="278" y="113"/>
                    <a:pt x="278" y="113"/>
                    <a:pt x="278" y="113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0"/>
                    <a:pt x="277" y="110"/>
                    <a:pt x="277" y="110"/>
                  </a:cubicBezTo>
                  <a:cubicBezTo>
                    <a:pt x="278" y="110"/>
                    <a:pt x="278" y="110"/>
                    <a:pt x="278" y="110"/>
                  </a:cubicBezTo>
                  <a:cubicBezTo>
                    <a:pt x="278" y="110"/>
                    <a:pt x="278" y="110"/>
                    <a:pt x="278" y="110"/>
                  </a:cubicBezTo>
                  <a:cubicBezTo>
                    <a:pt x="278" y="109"/>
                    <a:pt x="278" y="109"/>
                    <a:pt x="278" y="109"/>
                  </a:cubicBezTo>
                  <a:cubicBezTo>
                    <a:pt x="279" y="108"/>
                    <a:pt x="279" y="108"/>
                    <a:pt x="279" y="108"/>
                  </a:cubicBezTo>
                  <a:cubicBezTo>
                    <a:pt x="279" y="107"/>
                    <a:pt x="279" y="107"/>
                    <a:pt x="279" y="107"/>
                  </a:cubicBezTo>
                  <a:cubicBezTo>
                    <a:pt x="280" y="107"/>
                    <a:pt x="280" y="107"/>
                    <a:pt x="280" y="107"/>
                  </a:cubicBezTo>
                  <a:cubicBezTo>
                    <a:pt x="280" y="108"/>
                    <a:pt x="280" y="108"/>
                    <a:pt x="280" y="108"/>
                  </a:cubicBezTo>
                  <a:cubicBezTo>
                    <a:pt x="280" y="108"/>
                    <a:pt x="280" y="108"/>
                    <a:pt x="280" y="108"/>
                  </a:cubicBezTo>
                  <a:cubicBezTo>
                    <a:pt x="282" y="109"/>
                    <a:pt x="282" y="109"/>
                    <a:pt x="282" y="109"/>
                  </a:cubicBezTo>
                  <a:cubicBezTo>
                    <a:pt x="283" y="109"/>
                    <a:pt x="283" y="109"/>
                    <a:pt x="283" y="109"/>
                  </a:cubicBezTo>
                  <a:cubicBezTo>
                    <a:pt x="284" y="110"/>
                    <a:pt x="284" y="110"/>
                    <a:pt x="284" y="110"/>
                  </a:cubicBezTo>
                  <a:cubicBezTo>
                    <a:pt x="284" y="109"/>
                    <a:pt x="284" y="109"/>
                    <a:pt x="284" y="109"/>
                  </a:cubicBezTo>
                  <a:cubicBezTo>
                    <a:pt x="286" y="110"/>
                    <a:pt x="286" y="110"/>
                    <a:pt x="286" y="110"/>
                  </a:cubicBezTo>
                  <a:cubicBezTo>
                    <a:pt x="287" y="110"/>
                    <a:pt x="287" y="110"/>
                    <a:pt x="287" y="110"/>
                  </a:cubicBezTo>
                  <a:cubicBezTo>
                    <a:pt x="287" y="110"/>
                    <a:pt x="287" y="110"/>
                    <a:pt x="287" y="110"/>
                  </a:cubicBezTo>
                  <a:cubicBezTo>
                    <a:pt x="288" y="111"/>
                    <a:pt x="288" y="111"/>
                    <a:pt x="288" y="111"/>
                  </a:cubicBezTo>
                  <a:cubicBezTo>
                    <a:pt x="289" y="112"/>
                    <a:pt x="289" y="112"/>
                    <a:pt x="289" y="112"/>
                  </a:cubicBezTo>
                  <a:cubicBezTo>
                    <a:pt x="289" y="112"/>
                    <a:pt x="289" y="112"/>
                    <a:pt x="289" y="112"/>
                  </a:cubicBezTo>
                  <a:cubicBezTo>
                    <a:pt x="289" y="113"/>
                    <a:pt x="289" y="113"/>
                    <a:pt x="289" y="113"/>
                  </a:cubicBezTo>
                  <a:cubicBezTo>
                    <a:pt x="289" y="114"/>
                    <a:pt x="289" y="114"/>
                    <a:pt x="289" y="114"/>
                  </a:cubicBezTo>
                  <a:cubicBezTo>
                    <a:pt x="290" y="114"/>
                    <a:pt x="290" y="114"/>
                    <a:pt x="290" y="114"/>
                  </a:cubicBezTo>
                  <a:cubicBezTo>
                    <a:pt x="290" y="115"/>
                    <a:pt x="290" y="115"/>
                    <a:pt x="290" y="115"/>
                  </a:cubicBezTo>
                  <a:cubicBezTo>
                    <a:pt x="290" y="115"/>
                    <a:pt x="290" y="115"/>
                    <a:pt x="290" y="115"/>
                  </a:cubicBezTo>
                  <a:cubicBezTo>
                    <a:pt x="290" y="116"/>
                    <a:pt x="290" y="116"/>
                    <a:pt x="290" y="116"/>
                  </a:cubicBezTo>
                  <a:cubicBezTo>
                    <a:pt x="290" y="117"/>
                    <a:pt x="290" y="117"/>
                    <a:pt x="290" y="117"/>
                  </a:cubicBezTo>
                  <a:cubicBezTo>
                    <a:pt x="290" y="117"/>
                    <a:pt x="290" y="117"/>
                    <a:pt x="290" y="117"/>
                  </a:cubicBezTo>
                  <a:cubicBezTo>
                    <a:pt x="290" y="118"/>
                    <a:pt x="290" y="118"/>
                    <a:pt x="290" y="118"/>
                  </a:cubicBezTo>
                  <a:cubicBezTo>
                    <a:pt x="291" y="118"/>
                    <a:pt x="291" y="118"/>
                    <a:pt x="291" y="118"/>
                  </a:cubicBezTo>
                  <a:cubicBezTo>
                    <a:pt x="291" y="119"/>
                    <a:pt x="291" y="119"/>
                    <a:pt x="291" y="119"/>
                  </a:cubicBezTo>
                  <a:cubicBezTo>
                    <a:pt x="290" y="119"/>
                    <a:pt x="290" y="119"/>
                    <a:pt x="290" y="119"/>
                  </a:cubicBezTo>
                  <a:cubicBezTo>
                    <a:pt x="290" y="119"/>
                    <a:pt x="290" y="119"/>
                    <a:pt x="290" y="119"/>
                  </a:cubicBezTo>
                  <a:cubicBezTo>
                    <a:pt x="288" y="119"/>
                    <a:pt x="288" y="119"/>
                    <a:pt x="288" y="119"/>
                  </a:cubicBezTo>
                  <a:cubicBezTo>
                    <a:pt x="288" y="119"/>
                    <a:pt x="288" y="119"/>
                    <a:pt x="288" y="119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5" y="118"/>
                    <a:pt x="285" y="118"/>
                    <a:pt x="285" y="118"/>
                  </a:cubicBezTo>
                  <a:cubicBezTo>
                    <a:pt x="284" y="118"/>
                    <a:pt x="284" y="118"/>
                    <a:pt x="284" y="118"/>
                  </a:cubicBezTo>
                  <a:cubicBezTo>
                    <a:pt x="284" y="117"/>
                    <a:pt x="284" y="117"/>
                    <a:pt x="284" y="117"/>
                  </a:cubicBezTo>
                  <a:cubicBezTo>
                    <a:pt x="282" y="118"/>
                    <a:pt x="282" y="118"/>
                    <a:pt x="282" y="118"/>
                  </a:cubicBezTo>
                  <a:cubicBezTo>
                    <a:pt x="282" y="118"/>
                    <a:pt x="282" y="118"/>
                    <a:pt x="282" y="118"/>
                  </a:cubicBezTo>
                  <a:cubicBezTo>
                    <a:pt x="281" y="119"/>
                    <a:pt x="281" y="119"/>
                    <a:pt x="281" y="119"/>
                  </a:cubicBezTo>
                  <a:cubicBezTo>
                    <a:pt x="280" y="119"/>
                    <a:pt x="280" y="119"/>
                    <a:pt x="280" y="119"/>
                  </a:cubicBezTo>
                  <a:close/>
                  <a:moveTo>
                    <a:pt x="275" y="120"/>
                  </a:moveTo>
                  <a:cubicBezTo>
                    <a:pt x="275" y="119"/>
                    <a:pt x="275" y="119"/>
                    <a:pt x="275" y="119"/>
                  </a:cubicBezTo>
                  <a:cubicBezTo>
                    <a:pt x="275" y="119"/>
                    <a:pt x="275" y="119"/>
                    <a:pt x="275" y="119"/>
                  </a:cubicBezTo>
                  <a:cubicBezTo>
                    <a:pt x="276" y="119"/>
                    <a:pt x="276" y="119"/>
                    <a:pt x="276" y="119"/>
                  </a:cubicBezTo>
                  <a:cubicBezTo>
                    <a:pt x="276" y="119"/>
                    <a:pt x="276" y="119"/>
                    <a:pt x="276" y="119"/>
                  </a:cubicBezTo>
                  <a:cubicBezTo>
                    <a:pt x="275" y="120"/>
                    <a:pt x="275" y="120"/>
                    <a:pt x="275" y="120"/>
                  </a:cubicBezTo>
                  <a:close/>
                  <a:moveTo>
                    <a:pt x="276" y="121"/>
                  </a:moveTo>
                  <a:cubicBezTo>
                    <a:pt x="276" y="120"/>
                    <a:pt x="276" y="120"/>
                    <a:pt x="276" y="120"/>
                  </a:cubicBezTo>
                  <a:cubicBezTo>
                    <a:pt x="276" y="120"/>
                    <a:pt x="276" y="120"/>
                    <a:pt x="276" y="120"/>
                  </a:cubicBezTo>
                  <a:cubicBezTo>
                    <a:pt x="277" y="120"/>
                    <a:pt x="277" y="120"/>
                    <a:pt x="277" y="120"/>
                  </a:cubicBezTo>
                  <a:cubicBezTo>
                    <a:pt x="277" y="120"/>
                    <a:pt x="277" y="120"/>
                    <a:pt x="277" y="120"/>
                  </a:cubicBezTo>
                  <a:cubicBezTo>
                    <a:pt x="276" y="121"/>
                    <a:pt x="276" y="121"/>
                    <a:pt x="276" y="121"/>
                  </a:cubicBezTo>
                  <a:close/>
                  <a:moveTo>
                    <a:pt x="279" y="121"/>
                  </a:moveTo>
                  <a:cubicBezTo>
                    <a:pt x="278" y="120"/>
                    <a:pt x="278" y="120"/>
                    <a:pt x="278" y="120"/>
                  </a:cubicBezTo>
                  <a:cubicBezTo>
                    <a:pt x="278" y="120"/>
                    <a:pt x="278" y="120"/>
                    <a:pt x="278" y="120"/>
                  </a:cubicBezTo>
                  <a:cubicBezTo>
                    <a:pt x="278" y="120"/>
                    <a:pt x="278" y="120"/>
                    <a:pt x="278" y="120"/>
                  </a:cubicBezTo>
                  <a:cubicBezTo>
                    <a:pt x="279" y="120"/>
                    <a:pt x="279" y="120"/>
                    <a:pt x="279" y="120"/>
                  </a:cubicBezTo>
                  <a:cubicBezTo>
                    <a:pt x="279" y="121"/>
                    <a:pt x="279" y="121"/>
                    <a:pt x="279" y="121"/>
                  </a:cubicBezTo>
                  <a:close/>
                  <a:moveTo>
                    <a:pt x="224" y="138"/>
                  </a:moveTo>
                  <a:cubicBezTo>
                    <a:pt x="224" y="137"/>
                    <a:pt x="224" y="137"/>
                    <a:pt x="224" y="137"/>
                  </a:cubicBezTo>
                  <a:cubicBezTo>
                    <a:pt x="224" y="137"/>
                    <a:pt x="224" y="137"/>
                    <a:pt x="224" y="137"/>
                  </a:cubicBezTo>
                  <a:cubicBezTo>
                    <a:pt x="224" y="137"/>
                    <a:pt x="224" y="137"/>
                    <a:pt x="224" y="137"/>
                  </a:cubicBezTo>
                  <a:cubicBezTo>
                    <a:pt x="225" y="137"/>
                    <a:pt x="225" y="137"/>
                    <a:pt x="225" y="137"/>
                  </a:cubicBezTo>
                  <a:cubicBezTo>
                    <a:pt x="225" y="137"/>
                    <a:pt x="225" y="137"/>
                    <a:pt x="225" y="137"/>
                  </a:cubicBezTo>
                  <a:cubicBezTo>
                    <a:pt x="224" y="137"/>
                    <a:pt x="224" y="137"/>
                    <a:pt x="224" y="137"/>
                  </a:cubicBezTo>
                  <a:cubicBezTo>
                    <a:pt x="224" y="138"/>
                    <a:pt x="224" y="138"/>
                    <a:pt x="224" y="138"/>
                  </a:cubicBezTo>
                  <a:close/>
                  <a:moveTo>
                    <a:pt x="226" y="142"/>
                  </a:moveTo>
                  <a:cubicBezTo>
                    <a:pt x="226" y="143"/>
                    <a:pt x="226" y="143"/>
                    <a:pt x="226" y="143"/>
                  </a:cubicBezTo>
                  <a:cubicBezTo>
                    <a:pt x="227" y="142"/>
                    <a:pt x="227" y="142"/>
                    <a:pt x="227" y="142"/>
                  </a:cubicBezTo>
                  <a:cubicBezTo>
                    <a:pt x="227" y="142"/>
                    <a:pt x="227" y="142"/>
                    <a:pt x="227" y="142"/>
                  </a:cubicBezTo>
                  <a:cubicBezTo>
                    <a:pt x="227" y="141"/>
                    <a:pt x="227" y="141"/>
                    <a:pt x="227" y="141"/>
                  </a:cubicBezTo>
                  <a:cubicBezTo>
                    <a:pt x="227" y="141"/>
                    <a:pt x="227" y="141"/>
                    <a:pt x="227" y="141"/>
                  </a:cubicBezTo>
                  <a:cubicBezTo>
                    <a:pt x="226" y="142"/>
                    <a:pt x="226" y="142"/>
                    <a:pt x="226" y="142"/>
                  </a:cubicBezTo>
                  <a:close/>
                  <a:moveTo>
                    <a:pt x="226" y="142"/>
                  </a:moveTo>
                  <a:cubicBezTo>
                    <a:pt x="225" y="142"/>
                    <a:pt x="225" y="142"/>
                    <a:pt x="225" y="142"/>
                  </a:cubicBezTo>
                  <a:cubicBezTo>
                    <a:pt x="226" y="143"/>
                    <a:pt x="226" y="143"/>
                    <a:pt x="226" y="143"/>
                  </a:cubicBezTo>
                  <a:cubicBezTo>
                    <a:pt x="226" y="143"/>
                    <a:pt x="226" y="143"/>
                    <a:pt x="226" y="143"/>
                  </a:cubicBezTo>
                  <a:cubicBezTo>
                    <a:pt x="226" y="143"/>
                    <a:pt x="226" y="143"/>
                    <a:pt x="226" y="143"/>
                  </a:cubicBezTo>
                  <a:cubicBezTo>
                    <a:pt x="226" y="143"/>
                    <a:pt x="226" y="143"/>
                    <a:pt x="226" y="143"/>
                  </a:cubicBezTo>
                  <a:cubicBezTo>
                    <a:pt x="226" y="142"/>
                    <a:pt x="226" y="142"/>
                    <a:pt x="226" y="142"/>
                  </a:cubicBezTo>
                  <a:cubicBezTo>
                    <a:pt x="226" y="141"/>
                    <a:pt x="226" y="141"/>
                    <a:pt x="226" y="141"/>
                  </a:cubicBezTo>
                  <a:cubicBezTo>
                    <a:pt x="226" y="142"/>
                    <a:pt x="226" y="142"/>
                    <a:pt x="226" y="142"/>
                  </a:cubicBezTo>
                  <a:close/>
                  <a:moveTo>
                    <a:pt x="243" y="139"/>
                  </a:moveTo>
                  <a:cubicBezTo>
                    <a:pt x="242" y="139"/>
                    <a:pt x="242" y="139"/>
                    <a:pt x="242" y="139"/>
                  </a:cubicBezTo>
                  <a:cubicBezTo>
                    <a:pt x="242" y="138"/>
                    <a:pt x="242" y="138"/>
                    <a:pt x="242" y="138"/>
                  </a:cubicBezTo>
                  <a:cubicBezTo>
                    <a:pt x="241" y="138"/>
                    <a:pt x="241" y="138"/>
                    <a:pt x="241" y="138"/>
                  </a:cubicBezTo>
                  <a:cubicBezTo>
                    <a:pt x="241" y="138"/>
                    <a:pt x="241" y="138"/>
                    <a:pt x="241" y="138"/>
                  </a:cubicBezTo>
                  <a:cubicBezTo>
                    <a:pt x="241" y="138"/>
                    <a:pt x="241" y="138"/>
                    <a:pt x="241" y="138"/>
                  </a:cubicBezTo>
                  <a:cubicBezTo>
                    <a:pt x="240" y="138"/>
                    <a:pt x="240" y="138"/>
                    <a:pt x="240" y="138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43" y="138"/>
                    <a:pt x="243" y="138"/>
                    <a:pt x="243" y="138"/>
                  </a:cubicBezTo>
                  <a:cubicBezTo>
                    <a:pt x="243" y="138"/>
                    <a:pt x="243" y="138"/>
                    <a:pt x="243" y="138"/>
                  </a:cubicBezTo>
                  <a:cubicBezTo>
                    <a:pt x="243" y="139"/>
                    <a:pt x="243" y="139"/>
                    <a:pt x="243" y="139"/>
                  </a:cubicBezTo>
                  <a:cubicBezTo>
                    <a:pt x="243" y="139"/>
                    <a:pt x="243" y="139"/>
                    <a:pt x="243" y="139"/>
                  </a:cubicBezTo>
                  <a:close/>
                  <a:moveTo>
                    <a:pt x="252" y="142"/>
                  </a:moveTo>
                  <a:cubicBezTo>
                    <a:pt x="252" y="142"/>
                    <a:pt x="252" y="142"/>
                    <a:pt x="252" y="142"/>
                  </a:cubicBezTo>
                  <a:cubicBezTo>
                    <a:pt x="251" y="142"/>
                    <a:pt x="251" y="142"/>
                    <a:pt x="251" y="142"/>
                  </a:cubicBezTo>
                  <a:cubicBezTo>
                    <a:pt x="252" y="142"/>
                    <a:pt x="252" y="142"/>
                    <a:pt x="252" y="142"/>
                  </a:cubicBezTo>
                  <a:cubicBezTo>
                    <a:pt x="252" y="142"/>
                    <a:pt x="252" y="142"/>
                    <a:pt x="252" y="142"/>
                  </a:cubicBezTo>
                  <a:cubicBezTo>
                    <a:pt x="253" y="142"/>
                    <a:pt x="253" y="142"/>
                    <a:pt x="253" y="142"/>
                  </a:cubicBezTo>
                  <a:cubicBezTo>
                    <a:pt x="252" y="142"/>
                    <a:pt x="252" y="142"/>
                    <a:pt x="252" y="142"/>
                  </a:cubicBezTo>
                  <a:close/>
                  <a:moveTo>
                    <a:pt x="253" y="142"/>
                  </a:moveTo>
                  <a:cubicBezTo>
                    <a:pt x="254" y="143"/>
                    <a:pt x="254" y="143"/>
                    <a:pt x="254" y="143"/>
                  </a:cubicBezTo>
                  <a:cubicBezTo>
                    <a:pt x="254" y="142"/>
                    <a:pt x="254" y="142"/>
                    <a:pt x="254" y="142"/>
                  </a:cubicBezTo>
                  <a:cubicBezTo>
                    <a:pt x="253" y="142"/>
                    <a:pt x="253" y="142"/>
                    <a:pt x="253" y="142"/>
                  </a:cubicBezTo>
                  <a:close/>
                  <a:moveTo>
                    <a:pt x="255" y="143"/>
                  </a:moveTo>
                  <a:cubicBezTo>
                    <a:pt x="255" y="143"/>
                    <a:pt x="255" y="143"/>
                    <a:pt x="255" y="143"/>
                  </a:cubicBezTo>
                  <a:cubicBezTo>
                    <a:pt x="256" y="143"/>
                    <a:pt x="256" y="143"/>
                    <a:pt x="256" y="143"/>
                  </a:cubicBezTo>
                  <a:cubicBezTo>
                    <a:pt x="256" y="143"/>
                    <a:pt x="256" y="143"/>
                    <a:pt x="256" y="143"/>
                  </a:cubicBezTo>
                  <a:cubicBezTo>
                    <a:pt x="256" y="143"/>
                    <a:pt x="256" y="143"/>
                    <a:pt x="256" y="143"/>
                  </a:cubicBezTo>
                  <a:cubicBezTo>
                    <a:pt x="255" y="143"/>
                    <a:pt x="255" y="143"/>
                    <a:pt x="255" y="143"/>
                  </a:cubicBezTo>
                  <a:cubicBezTo>
                    <a:pt x="255" y="142"/>
                    <a:pt x="255" y="142"/>
                    <a:pt x="255" y="142"/>
                  </a:cubicBezTo>
                  <a:cubicBezTo>
                    <a:pt x="255" y="142"/>
                    <a:pt x="255" y="142"/>
                    <a:pt x="255" y="142"/>
                  </a:cubicBezTo>
                  <a:cubicBezTo>
                    <a:pt x="254" y="143"/>
                    <a:pt x="254" y="143"/>
                    <a:pt x="254" y="143"/>
                  </a:cubicBezTo>
                  <a:cubicBezTo>
                    <a:pt x="255" y="143"/>
                    <a:pt x="255" y="143"/>
                    <a:pt x="255" y="143"/>
                  </a:cubicBezTo>
                  <a:close/>
                  <a:moveTo>
                    <a:pt x="265" y="155"/>
                  </a:moveTo>
                  <a:cubicBezTo>
                    <a:pt x="265" y="155"/>
                    <a:pt x="265" y="155"/>
                    <a:pt x="265" y="155"/>
                  </a:cubicBezTo>
                  <a:cubicBezTo>
                    <a:pt x="265" y="155"/>
                    <a:pt x="265" y="155"/>
                    <a:pt x="265" y="155"/>
                  </a:cubicBezTo>
                  <a:cubicBezTo>
                    <a:pt x="265" y="154"/>
                    <a:pt x="265" y="154"/>
                    <a:pt x="265" y="154"/>
                  </a:cubicBezTo>
                  <a:cubicBezTo>
                    <a:pt x="265" y="154"/>
                    <a:pt x="265" y="154"/>
                    <a:pt x="265" y="154"/>
                  </a:cubicBezTo>
                  <a:cubicBezTo>
                    <a:pt x="266" y="154"/>
                    <a:pt x="266" y="154"/>
                    <a:pt x="266" y="154"/>
                  </a:cubicBezTo>
                  <a:cubicBezTo>
                    <a:pt x="266" y="155"/>
                    <a:pt x="266" y="155"/>
                    <a:pt x="266" y="155"/>
                  </a:cubicBezTo>
                  <a:cubicBezTo>
                    <a:pt x="266" y="155"/>
                    <a:pt x="266" y="155"/>
                    <a:pt x="266" y="155"/>
                  </a:cubicBezTo>
                  <a:cubicBezTo>
                    <a:pt x="265" y="155"/>
                    <a:pt x="265" y="155"/>
                    <a:pt x="265" y="155"/>
                  </a:cubicBezTo>
                  <a:close/>
                  <a:moveTo>
                    <a:pt x="264" y="158"/>
                  </a:moveTo>
                  <a:cubicBezTo>
                    <a:pt x="264" y="157"/>
                    <a:pt x="264" y="157"/>
                    <a:pt x="264" y="157"/>
                  </a:cubicBezTo>
                  <a:cubicBezTo>
                    <a:pt x="264" y="156"/>
                    <a:pt x="264" y="156"/>
                    <a:pt x="264" y="156"/>
                  </a:cubicBezTo>
                  <a:cubicBezTo>
                    <a:pt x="264" y="156"/>
                    <a:pt x="264" y="156"/>
                    <a:pt x="264" y="156"/>
                  </a:cubicBezTo>
                  <a:cubicBezTo>
                    <a:pt x="265" y="156"/>
                    <a:pt x="265" y="156"/>
                    <a:pt x="265" y="156"/>
                  </a:cubicBezTo>
                  <a:cubicBezTo>
                    <a:pt x="265" y="157"/>
                    <a:pt x="265" y="157"/>
                    <a:pt x="265" y="157"/>
                  </a:cubicBezTo>
                  <a:cubicBezTo>
                    <a:pt x="265" y="157"/>
                    <a:pt x="265" y="157"/>
                    <a:pt x="265" y="157"/>
                  </a:cubicBezTo>
                  <a:cubicBezTo>
                    <a:pt x="264" y="158"/>
                    <a:pt x="264" y="158"/>
                    <a:pt x="264" y="158"/>
                  </a:cubicBezTo>
                  <a:cubicBezTo>
                    <a:pt x="264" y="158"/>
                    <a:pt x="264" y="158"/>
                    <a:pt x="264" y="158"/>
                  </a:cubicBezTo>
                  <a:close/>
                  <a:moveTo>
                    <a:pt x="258" y="146"/>
                  </a:moveTo>
                  <a:cubicBezTo>
                    <a:pt x="258" y="145"/>
                    <a:pt x="258" y="145"/>
                    <a:pt x="258" y="145"/>
                  </a:cubicBezTo>
                  <a:cubicBezTo>
                    <a:pt x="258" y="145"/>
                    <a:pt x="258" y="145"/>
                    <a:pt x="258" y="145"/>
                  </a:cubicBezTo>
                  <a:cubicBezTo>
                    <a:pt x="258" y="146"/>
                    <a:pt x="258" y="146"/>
                    <a:pt x="258" y="146"/>
                  </a:cubicBezTo>
                  <a:close/>
                  <a:moveTo>
                    <a:pt x="257" y="146"/>
                  </a:moveTo>
                  <a:cubicBezTo>
                    <a:pt x="256" y="145"/>
                    <a:pt x="256" y="145"/>
                    <a:pt x="256" y="145"/>
                  </a:cubicBezTo>
                  <a:cubicBezTo>
                    <a:pt x="257" y="145"/>
                    <a:pt x="257" y="145"/>
                    <a:pt x="257" y="145"/>
                  </a:cubicBezTo>
                  <a:cubicBezTo>
                    <a:pt x="257" y="146"/>
                    <a:pt x="257" y="146"/>
                    <a:pt x="257" y="146"/>
                  </a:cubicBezTo>
                  <a:cubicBezTo>
                    <a:pt x="257" y="146"/>
                    <a:pt x="257" y="146"/>
                    <a:pt x="257" y="146"/>
                  </a:cubicBezTo>
                  <a:close/>
                  <a:moveTo>
                    <a:pt x="257" y="146"/>
                  </a:moveTo>
                  <a:cubicBezTo>
                    <a:pt x="257" y="147"/>
                    <a:pt x="257" y="147"/>
                    <a:pt x="257" y="147"/>
                  </a:cubicBezTo>
                  <a:cubicBezTo>
                    <a:pt x="258" y="147"/>
                    <a:pt x="258" y="147"/>
                    <a:pt x="258" y="147"/>
                  </a:cubicBezTo>
                  <a:cubicBezTo>
                    <a:pt x="258" y="147"/>
                    <a:pt x="258" y="147"/>
                    <a:pt x="258" y="147"/>
                  </a:cubicBezTo>
                  <a:cubicBezTo>
                    <a:pt x="258" y="146"/>
                    <a:pt x="258" y="146"/>
                    <a:pt x="258" y="146"/>
                  </a:cubicBezTo>
                  <a:cubicBezTo>
                    <a:pt x="258" y="146"/>
                    <a:pt x="258" y="146"/>
                    <a:pt x="258" y="146"/>
                  </a:cubicBezTo>
                  <a:cubicBezTo>
                    <a:pt x="257" y="146"/>
                    <a:pt x="257" y="146"/>
                    <a:pt x="257" y="146"/>
                  </a:cubicBezTo>
                  <a:cubicBezTo>
                    <a:pt x="257" y="146"/>
                    <a:pt x="257" y="146"/>
                    <a:pt x="257" y="146"/>
                  </a:cubicBezTo>
                  <a:close/>
                  <a:moveTo>
                    <a:pt x="263" y="144"/>
                  </a:moveTo>
                  <a:cubicBezTo>
                    <a:pt x="263" y="144"/>
                    <a:pt x="263" y="144"/>
                    <a:pt x="263" y="144"/>
                  </a:cubicBezTo>
                  <a:cubicBezTo>
                    <a:pt x="264" y="145"/>
                    <a:pt x="264" y="145"/>
                    <a:pt x="264" y="145"/>
                  </a:cubicBezTo>
                  <a:cubicBezTo>
                    <a:pt x="264" y="145"/>
                    <a:pt x="264" y="145"/>
                    <a:pt x="264" y="145"/>
                  </a:cubicBezTo>
                  <a:cubicBezTo>
                    <a:pt x="264" y="145"/>
                    <a:pt x="264" y="145"/>
                    <a:pt x="264" y="145"/>
                  </a:cubicBezTo>
                  <a:cubicBezTo>
                    <a:pt x="264" y="146"/>
                    <a:pt x="264" y="146"/>
                    <a:pt x="264" y="146"/>
                  </a:cubicBezTo>
                  <a:cubicBezTo>
                    <a:pt x="264" y="146"/>
                    <a:pt x="264" y="146"/>
                    <a:pt x="264" y="146"/>
                  </a:cubicBezTo>
                  <a:cubicBezTo>
                    <a:pt x="264" y="145"/>
                    <a:pt x="264" y="145"/>
                    <a:pt x="264" y="145"/>
                  </a:cubicBezTo>
                  <a:cubicBezTo>
                    <a:pt x="265" y="145"/>
                    <a:pt x="265" y="145"/>
                    <a:pt x="265" y="145"/>
                  </a:cubicBezTo>
                  <a:cubicBezTo>
                    <a:pt x="266" y="145"/>
                    <a:pt x="266" y="145"/>
                    <a:pt x="266" y="145"/>
                  </a:cubicBezTo>
                  <a:cubicBezTo>
                    <a:pt x="266" y="145"/>
                    <a:pt x="266" y="145"/>
                    <a:pt x="266" y="145"/>
                  </a:cubicBezTo>
                  <a:cubicBezTo>
                    <a:pt x="266" y="145"/>
                    <a:pt x="266" y="145"/>
                    <a:pt x="266" y="145"/>
                  </a:cubicBezTo>
                  <a:cubicBezTo>
                    <a:pt x="266" y="144"/>
                    <a:pt x="266" y="144"/>
                    <a:pt x="266" y="144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4" y="144"/>
                    <a:pt x="264" y="144"/>
                    <a:pt x="264" y="144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3" y="144"/>
                    <a:pt x="263" y="144"/>
                    <a:pt x="263" y="144"/>
                  </a:cubicBezTo>
                  <a:cubicBezTo>
                    <a:pt x="263" y="144"/>
                    <a:pt x="263" y="144"/>
                    <a:pt x="263" y="144"/>
                  </a:cubicBezTo>
                  <a:close/>
                  <a:moveTo>
                    <a:pt x="273" y="144"/>
                  </a:moveTo>
                  <a:cubicBezTo>
                    <a:pt x="273" y="143"/>
                    <a:pt x="273" y="143"/>
                    <a:pt x="273" y="143"/>
                  </a:cubicBezTo>
                  <a:cubicBezTo>
                    <a:pt x="273" y="143"/>
                    <a:pt x="273" y="143"/>
                    <a:pt x="273" y="143"/>
                  </a:cubicBezTo>
                  <a:cubicBezTo>
                    <a:pt x="273" y="144"/>
                    <a:pt x="273" y="144"/>
                    <a:pt x="273" y="144"/>
                  </a:cubicBezTo>
                  <a:cubicBezTo>
                    <a:pt x="273" y="144"/>
                    <a:pt x="273" y="144"/>
                    <a:pt x="273" y="144"/>
                  </a:cubicBezTo>
                  <a:close/>
                  <a:moveTo>
                    <a:pt x="269" y="147"/>
                  </a:moveTo>
                  <a:cubicBezTo>
                    <a:pt x="270" y="147"/>
                    <a:pt x="270" y="147"/>
                    <a:pt x="270" y="147"/>
                  </a:cubicBezTo>
                  <a:cubicBezTo>
                    <a:pt x="270" y="146"/>
                    <a:pt x="270" y="146"/>
                    <a:pt x="270" y="146"/>
                  </a:cubicBezTo>
                  <a:cubicBezTo>
                    <a:pt x="271" y="146"/>
                    <a:pt x="271" y="146"/>
                    <a:pt x="271" y="146"/>
                  </a:cubicBezTo>
                  <a:cubicBezTo>
                    <a:pt x="271" y="146"/>
                    <a:pt x="271" y="146"/>
                    <a:pt x="271" y="146"/>
                  </a:cubicBezTo>
                  <a:cubicBezTo>
                    <a:pt x="272" y="146"/>
                    <a:pt x="272" y="146"/>
                    <a:pt x="272" y="146"/>
                  </a:cubicBezTo>
                  <a:cubicBezTo>
                    <a:pt x="272" y="146"/>
                    <a:pt x="272" y="146"/>
                    <a:pt x="272" y="146"/>
                  </a:cubicBezTo>
                  <a:cubicBezTo>
                    <a:pt x="272" y="146"/>
                    <a:pt x="272" y="146"/>
                    <a:pt x="272" y="146"/>
                  </a:cubicBezTo>
                  <a:cubicBezTo>
                    <a:pt x="271" y="147"/>
                    <a:pt x="271" y="147"/>
                    <a:pt x="271" y="147"/>
                  </a:cubicBezTo>
                  <a:cubicBezTo>
                    <a:pt x="270" y="147"/>
                    <a:pt x="270" y="147"/>
                    <a:pt x="270" y="147"/>
                  </a:cubicBezTo>
                  <a:cubicBezTo>
                    <a:pt x="270" y="147"/>
                    <a:pt x="270" y="147"/>
                    <a:pt x="270" y="147"/>
                  </a:cubicBezTo>
                  <a:cubicBezTo>
                    <a:pt x="269" y="147"/>
                    <a:pt x="269" y="147"/>
                    <a:pt x="269" y="147"/>
                  </a:cubicBezTo>
                  <a:close/>
                  <a:moveTo>
                    <a:pt x="266" y="152"/>
                  </a:moveTo>
                  <a:cubicBezTo>
                    <a:pt x="268" y="151"/>
                    <a:pt x="268" y="151"/>
                    <a:pt x="268" y="151"/>
                  </a:cubicBezTo>
                  <a:cubicBezTo>
                    <a:pt x="268" y="150"/>
                    <a:pt x="268" y="150"/>
                    <a:pt x="268" y="150"/>
                  </a:cubicBezTo>
                  <a:cubicBezTo>
                    <a:pt x="268" y="150"/>
                    <a:pt x="268" y="150"/>
                    <a:pt x="268" y="150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9"/>
                    <a:pt x="270" y="149"/>
                    <a:pt x="270" y="149"/>
                  </a:cubicBezTo>
                  <a:cubicBezTo>
                    <a:pt x="270" y="148"/>
                    <a:pt x="270" y="148"/>
                    <a:pt x="270" y="148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69" y="149"/>
                    <a:pt x="269" y="149"/>
                    <a:pt x="269" y="149"/>
                  </a:cubicBezTo>
                  <a:cubicBezTo>
                    <a:pt x="268" y="149"/>
                    <a:pt x="268" y="149"/>
                    <a:pt x="268" y="149"/>
                  </a:cubicBezTo>
                  <a:cubicBezTo>
                    <a:pt x="267" y="150"/>
                    <a:pt x="267" y="150"/>
                    <a:pt x="267" y="150"/>
                  </a:cubicBezTo>
                  <a:cubicBezTo>
                    <a:pt x="267" y="150"/>
                    <a:pt x="267" y="150"/>
                    <a:pt x="267" y="150"/>
                  </a:cubicBezTo>
                  <a:cubicBezTo>
                    <a:pt x="266" y="150"/>
                    <a:pt x="266" y="150"/>
                    <a:pt x="266" y="150"/>
                  </a:cubicBezTo>
                  <a:cubicBezTo>
                    <a:pt x="265" y="150"/>
                    <a:pt x="265" y="150"/>
                    <a:pt x="265" y="150"/>
                  </a:cubicBezTo>
                  <a:cubicBezTo>
                    <a:pt x="265" y="151"/>
                    <a:pt x="265" y="151"/>
                    <a:pt x="265" y="151"/>
                  </a:cubicBezTo>
                  <a:cubicBezTo>
                    <a:pt x="264" y="151"/>
                    <a:pt x="264" y="151"/>
                    <a:pt x="264" y="151"/>
                  </a:cubicBezTo>
                  <a:cubicBezTo>
                    <a:pt x="264" y="152"/>
                    <a:pt x="264" y="152"/>
                    <a:pt x="264" y="152"/>
                  </a:cubicBezTo>
                  <a:cubicBezTo>
                    <a:pt x="265" y="152"/>
                    <a:pt x="265" y="152"/>
                    <a:pt x="265" y="152"/>
                  </a:cubicBezTo>
                  <a:cubicBezTo>
                    <a:pt x="265" y="152"/>
                    <a:pt x="265" y="152"/>
                    <a:pt x="265" y="152"/>
                  </a:cubicBezTo>
                  <a:cubicBezTo>
                    <a:pt x="266" y="152"/>
                    <a:pt x="266" y="152"/>
                    <a:pt x="266" y="152"/>
                  </a:cubicBezTo>
                  <a:close/>
                  <a:moveTo>
                    <a:pt x="273" y="152"/>
                  </a:moveTo>
                  <a:cubicBezTo>
                    <a:pt x="273" y="150"/>
                    <a:pt x="273" y="150"/>
                    <a:pt x="273" y="150"/>
                  </a:cubicBezTo>
                  <a:cubicBezTo>
                    <a:pt x="273" y="150"/>
                    <a:pt x="273" y="150"/>
                    <a:pt x="273" y="150"/>
                  </a:cubicBezTo>
                  <a:cubicBezTo>
                    <a:pt x="274" y="149"/>
                    <a:pt x="274" y="149"/>
                    <a:pt x="274" y="149"/>
                  </a:cubicBezTo>
                  <a:cubicBezTo>
                    <a:pt x="274" y="149"/>
                    <a:pt x="274" y="149"/>
                    <a:pt x="274" y="149"/>
                  </a:cubicBezTo>
                  <a:cubicBezTo>
                    <a:pt x="275" y="149"/>
                    <a:pt x="275" y="149"/>
                    <a:pt x="275" y="149"/>
                  </a:cubicBezTo>
                  <a:cubicBezTo>
                    <a:pt x="275" y="150"/>
                    <a:pt x="275" y="150"/>
                    <a:pt x="275" y="150"/>
                  </a:cubicBezTo>
                  <a:cubicBezTo>
                    <a:pt x="275" y="151"/>
                    <a:pt x="275" y="151"/>
                    <a:pt x="275" y="151"/>
                  </a:cubicBezTo>
                  <a:cubicBezTo>
                    <a:pt x="274" y="151"/>
                    <a:pt x="274" y="151"/>
                    <a:pt x="274" y="151"/>
                  </a:cubicBezTo>
                  <a:cubicBezTo>
                    <a:pt x="274" y="152"/>
                    <a:pt x="274" y="152"/>
                    <a:pt x="274" y="152"/>
                  </a:cubicBezTo>
                  <a:cubicBezTo>
                    <a:pt x="273" y="152"/>
                    <a:pt x="273" y="152"/>
                    <a:pt x="273" y="152"/>
                  </a:cubicBezTo>
                  <a:close/>
                  <a:moveTo>
                    <a:pt x="279" y="158"/>
                  </a:moveTo>
                  <a:cubicBezTo>
                    <a:pt x="279" y="157"/>
                    <a:pt x="279" y="157"/>
                    <a:pt x="279" y="157"/>
                  </a:cubicBezTo>
                  <a:cubicBezTo>
                    <a:pt x="279" y="156"/>
                    <a:pt x="279" y="156"/>
                    <a:pt x="279" y="156"/>
                  </a:cubicBezTo>
                  <a:cubicBezTo>
                    <a:pt x="278" y="155"/>
                    <a:pt x="278" y="155"/>
                    <a:pt x="278" y="155"/>
                  </a:cubicBezTo>
                  <a:cubicBezTo>
                    <a:pt x="278" y="155"/>
                    <a:pt x="278" y="155"/>
                    <a:pt x="278" y="155"/>
                  </a:cubicBezTo>
                  <a:cubicBezTo>
                    <a:pt x="278" y="156"/>
                    <a:pt x="278" y="156"/>
                    <a:pt x="278" y="156"/>
                  </a:cubicBezTo>
                  <a:cubicBezTo>
                    <a:pt x="278" y="157"/>
                    <a:pt x="278" y="157"/>
                    <a:pt x="278" y="157"/>
                  </a:cubicBezTo>
                  <a:cubicBezTo>
                    <a:pt x="278" y="158"/>
                    <a:pt x="278" y="158"/>
                    <a:pt x="278" y="158"/>
                  </a:cubicBezTo>
                  <a:cubicBezTo>
                    <a:pt x="278" y="158"/>
                    <a:pt x="278" y="158"/>
                    <a:pt x="278" y="158"/>
                  </a:cubicBezTo>
                  <a:cubicBezTo>
                    <a:pt x="278" y="158"/>
                    <a:pt x="278" y="158"/>
                    <a:pt x="278" y="158"/>
                  </a:cubicBezTo>
                  <a:cubicBezTo>
                    <a:pt x="279" y="158"/>
                    <a:pt x="279" y="158"/>
                    <a:pt x="279" y="158"/>
                  </a:cubicBezTo>
                  <a:cubicBezTo>
                    <a:pt x="279" y="158"/>
                    <a:pt x="279" y="158"/>
                    <a:pt x="279" y="158"/>
                  </a:cubicBezTo>
                  <a:close/>
                  <a:moveTo>
                    <a:pt x="280" y="157"/>
                  </a:moveTo>
                  <a:cubicBezTo>
                    <a:pt x="279" y="157"/>
                    <a:pt x="279" y="157"/>
                    <a:pt x="279" y="157"/>
                  </a:cubicBezTo>
                  <a:cubicBezTo>
                    <a:pt x="280" y="156"/>
                    <a:pt x="280" y="156"/>
                    <a:pt x="280" y="156"/>
                  </a:cubicBezTo>
                  <a:cubicBezTo>
                    <a:pt x="280" y="157"/>
                    <a:pt x="280" y="157"/>
                    <a:pt x="280" y="157"/>
                  </a:cubicBezTo>
                  <a:cubicBezTo>
                    <a:pt x="280" y="157"/>
                    <a:pt x="280" y="157"/>
                    <a:pt x="280" y="157"/>
                  </a:cubicBezTo>
                  <a:cubicBezTo>
                    <a:pt x="280" y="158"/>
                    <a:pt x="280" y="158"/>
                    <a:pt x="280" y="158"/>
                  </a:cubicBezTo>
                  <a:cubicBezTo>
                    <a:pt x="280" y="157"/>
                    <a:pt x="280" y="157"/>
                    <a:pt x="280" y="157"/>
                  </a:cubicBezTo>
                  <a:close/>
                  <a:moveTo>
                    <a:pt x="281" y="159"/>
                  </a:moveTo>
                  <a:cubicBezTo>
                    <a:pt x="280" y="159"/>
                    <a:pt x="280" y="159"/>
                    <a:pt x="280" y="159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281" y="159"/>
                    <a:pt x="281" y="159"/>
                    <a:pt x="281" y="159"/>
                  </a:cubicBezTo>
                  <a:cubicBezTo>
                    <a:pt x="281" y="159"/>
                    <a:pt x="281" y="159"/>
                    <a:pt x="281" y="159"/>
                  </a:cubicBezTo>
                  <a:close/>
                  <a:moveTo>
                    <a:pt x="278" y="161"/>
                  </a:moveTo>
                  <a:cubicBezTo>
                    <a:pt x="278" y="161"/>
                    <a:pt x="278" y="161"/>
                    <a:pt x="278" y="161"/>
                  </a:cubicBezTo>
                  <a:cubicBezTo>
                    <a:pt x="278" y="162"/>
                    <a:pt x="278" y="162"/>
                    <a:pt x="278" y="162"/>
                  </a:cubicBezTo>
                  <a:cubicBezTo>
                    <a:pt x="278" y="163"/>
                    <a:pt x="278" y="163"/>
                    <a:pt x="278" y="163"/>
                  </a:cubicBezTo>
                  <a:cubicBezTo>
                    <a:pt x="278" y="163"/>
                    <a:pt x="278" y="163"/>
                    <a:pt x="278" y="163"/>
                  </a:cubicBezTo>
                  <a:cubicBezTo>
                    <a:pt x="279" y="163"/>
                    <a:pt x="279" y="163"/>
                    <a:pt x="279" y="163"/>
                  </a:cubicBezTo>
                  <a:cubicBezTo>
                    <a:pt x="280" y="163"/>
                    <a:pt x="280" y="163"/>
                    <a:pt x="280" y="163"/>
                  </a:cubicBezTo>
                  <a:cubicBezTo>
                    <a:pt x="280" y="163"/>
                    <a:pt x="280" y="163"/>
                    <a:pt x="280" y="163"/>
                  </a:cubicBezTo>
                  <a:cubicBezTo>
                    <a:pt x="281" y="163"/>
                    <a:pt x="281" y="163"/>
                    <a:pt x="281" y="163"/>
                  </a:cubicBezTo>
                  <a:cubicBezTo>
                    <a:pt x="282" y="163"/>
                    <a:pt x="282" y="163"/>
                    <a:pt x="282" y="163"/>
                  </a:cubicBezTo>
                  <a:cubicBezTo>
                    <a:pt x="282" y="163"/>
                    <a:pt x="282" y="163"/>
                    <a:pt x="282" y="163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1" y="161"/>
                    <a:pt x="281" y="161"/>
                    <a:pt x="281" y="161"/>
                  </a:cubicBezTo>
                  <a:cubicBezTo>
                    <a:pt x="281" y="161"/>
                    <a:pt x="281" y="161"/>
                    <a:pt x="281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280" y="160"/>
                    <a:pt x="280" y="160"/>
                    <a:pt x="280" y="160"/>
                  </a:cubicBezTo>
                  <a:cubicBezTo>
                    <a:pt x="279" y="160"/>
                    <a:pt x="279" y="160"/>
                    <a:pt x="279" y="160"/>
                  </a:cubicBezTo>
                  <a:cubicBezTo>
                    <a:pt x="279" y="161"/>
                    <a:pt x="279" y="161"/>
                    <a:pt x="279" y="161"/>
                  </a:cubicBezTo>
                  <a:cubicBezTo>
                    <a:pt x="278" y="161"/>
                    <a:pt x="278" y="161"/>
                    <a:pt x="278" y="161"/>
                  </a:cubicBezTo>
                  <a:cubicBezTo>
                    <a:pt x="278" y="161"/>
                    <a:pt x="278" y="161"/>
                    <a:pt x="278" y="161"/>
                  </a:cubicBezTo>
                  <a:close/>
                  <a:moveTo>
                    <a:pt x="255" y="190"/>
                  </a:moveTo>
                  <a:cubicBezTo>
                    <a:pt x="256" y="190"/>
                    <a:pt x="256" y="190"/>
                    <a:pt x="256" y="190"/>
                  </a:cubicBezTo>
                  <a:cubicBezTo>
                    <a:pt x="256" y="190"/>
                    <a:pt x="256" y="190"/>
                    <a:pt x="256" y="190"/>
                  </a:cubicBezTo>
                  <a:cubicBezTo>
                    <a:pt x="256" y="190"/>
                    <a:pt x="256" y="190"/>
                    <a:pt x="256" y="190"/>
                  </a:cubicBezTo>
                  <a:cubicBezTo>
                    <a:pt x="255" y="190"/>
                    <a:pt x="255" y="190"/>
                    <a:pt x="255" y="190"/>
                  </a:cubicBezTo>
                  <a:cubicBezTo>
                    <a:pt x="255" y="190"/>
                    <a:pt x="255" y="190"/>
                    <a:pt x="255" y="190"/>
                  </a:cubicBezTo>
                  <a:close/>
                  <a:moveTo>
                    <a:pt x="242" y="171"/>
                  </a:moveTo>
                  <a:cubicBezTo>
                    <a:pt x="242" y="171"/>
                    <a:pt x="242" y="171"/>
                    <a:pt x="242" y="171"/>
                  </a:cubicBezTo>
                  <a:cubicBezTo>
                    <a:pt x="243" y="171"/>
                    <a:pt x="243" y="171"/>
                    <a:pt x="243" y="171"/>
                  </a:cubicBezTo>
                  <a:cubicBezTo>
                    <a:pt x="243" y="171"/>
                    <a:pt x="243" y="171"/>
                    <a:pt x="243" y="171"/>
                  </a:cubicBezTo>
                  <a:cubicBezTo>
                    <a:pt x="242" y="171"/>
                    <a:pt x="242" y="171"/>
                    <a:pt x="242" y="171"/>
                  </a:cubicBezTo>
                  <a:cubicBezTo>
                    <a:pt x="242" y="171"/>
                    <a:pt x="242" y="171"/>
                    <a:pt x="242" y="171"/>
                  </a:cubicBezTo>
                  <a:cubicBezTo>
                    <a:pt x="242" y="171"/>
                    <a:pt x="242" y="171"/>
                    <a:pt x="242" y="171"/>
                  </a:cubicBezTo>
                  <a:close/>
                  <a:moveTo>
                    <a:pt x="239" y="175"/>
                  </a:moveTo>
                  <a:cubicBezTo>
                    <a:pt x="239" y="175"/>
                    <a:pt x="239" y="175"/>
                    <a:pt x="239" y="175"/>
                  </a:cubicBezTo>
                  <a:cubicBezTo>
                    <a:pt x="238" y="174"/>
                    <a:pt x="238" y="174"/>
                    <a:pt x="238" y="174"/>
                  </a:cubicBezTo>
                  <a:cubicBezTo>
                    <a:pt x="237" y="174"/>
                    <a:pt x="237" y="174"/>
                    <a:pt x="237" y="174"/>
                  </a:cubicBezTo>
                  <a:cubicBezTo>
                    <a:pt x="238" y="173"/>
                    <a:pt x="238" y="173"/>
                    <a:pt x="238" y="173"/>
                  </a:cubicBezTo>
                  <a:cubicBezTo>
                    <a:pt x="237" y="173"/>
                    <a:pt x="237" y="173"/>
                    <a:pt x="237" y="173"/>
                  </a:cubicBezTo>
                  <a:cubicBezTo>
                    <a:pt x="237" y="172"/>
                    <a:pt x="237" y="172"/>
                    <a:pt x="237" y="172"/>
                  </a:cubicBezTo>
                  <a:cubicBezTo>
                    <a:pt x="237" y="171"/>
                    <a:pt x="237" y="171"/>
                    <a:pt x="237" y="171"/>
                  </a:cubicBezTo>
                  <a:cubicBezTo>
                    <a:pt x="237" y="171"/>
                    <a:pt x="237" y="171"/>
                    <a:pt x="237" y="171"/>
                  </a:cubicBezTo>
                  <a:cubicBezTo>
                    <a:pt x="237" y="172"/>
                    <a:pt x="237" y="172"/>
                    <a:pt x="237" y="172"/>
                  </a:cubicBezTo>
                  <a:cubicBezTo>
                    <a:pt x="238" y="172"/>
                    <a:pt x="238" y="172"/>
                    <a:pt x="238" y="172"/>
                  </a:cubicBezTo>
                  <a:cubicBezTo>
                    <a:pt x="238" y="172"/>
                    <a:pt x="238" y="172"/>
                    <a:pt x="238" y="172"/>
                  </a:cubicBezTo>
                  <a:cubicBezTo>
                    <a:pt x="239" y="173"/>
                    <a:pt x="239" y="173"/>
                    <a:pt x="239" y="173"/>
                  </a:cubicBezTo>
                  <a:cubicBezTo>
                    <a:pt x="239" y="174"/>
                    <a:pt x="239" y="174"/>
                    <a:pt x="239" y="174"/>
                  </a:cubicBezTo>
                  <a:cubicBezTo>
                    <a:pt x="240" y="174"/>
                    <a:pt x="240" y="174"/>
                    <a:pt x="240" y="174"/>
                  </a:cubicBezTo>
                  <a:cubicBezTo>
                    <a:pt x="240" y="174"/>
                    <a:pt x="240" y="174"/>
                    <a:pt x="240" y="174"/>
                  </a:cubicBezTo>
                  <a:cubicBezTo>
                    <a:pt x="240" y="175"/>
                    <a:pt x="240" y="175"/>
                    <a:pt x="240" y="175"/>
                  </a:cubicBezTo>
                  <a:cubicBezTo>
                    <a:pt x="239" y="175"/>
                    <a:pt x="239" y="175"/>
                    <a:pt x="239" y="175"/>
                  </a:cubicBezTo>
                  <a:cubicBezTo>
                    <a:pt x="239" y="175"/>
                    <a:pt x="239" y="175"/>
                    <a:pt x="239" y="175"/>
                  </a:cubicBezTo>
                  <a:close/>
                  <a:moveTo>
                    <a:pt x="234" y="175"/>
                  </a:moveTo>
                  <a:cubicBezTo>
                    <a:pt x="234" y="174"/>
                    <a:pt x="234" y="174"/>
                    <a:pt x="234" y="174"/>
                  </a:cubicBezTo>
                  <a:cubicBezTo>
                    <a:pt x="234" y="174"/>
                    <a:pt x="234" y="174"/>
                    <a:pt x="234" y="174"/>
                  </a:cubicBezTo>
                  <a:cubicBezTo>
                    <a:pt x="234" y="173"/>
                    <a:pt x="234" y="173"/>
                    <a:pt x="234" y="173"/>
                  </a:cubicBezTo>
                  <a:cubicBezTo>
                    <a:pt x="234" y="172"/>
                    <a:pt x="234" y="172"/>
                    <a:pt x="234" y="172"/>
                  </a:cubicBezTo>
                  <a:cubicBezTo>
                    <a:pt x="234" y="171"/>
                    <a:pt x="234" y="171"/>
                    <a:pt x="234" y="171"/>
                  </a:cubicBezTo>
                  <a:cubicBezTo>
                    <a:pt x="234" y="171"/>
                    <a:pt x="234" y="171"/>
                    <a:pt x="234" y="171"/>
                  </a:cubicBezTo>
                  <a:cubicBezTo>
                    <a:pt x="235" y="172"/>
                    <a:pt x="235" y="172"/>
                    <a:pt x="235" y="172"/>
                  </a:cubicBezTo>
                  <a:cubicBezTo>
                    <a:pt x="234" y="172"/>
                    <a:pt x="234" y="172"/>
                    <a:pt x="234" y="172"/>
                  </a:cubicBezTo>
                  <a:cubicBezTo>
                    <a:pt x="234" y="173"/>
                    <a:pt x="234" y="173"/>
                    <a:pt x="234" y="173"/>
                  </a:cubicBezTo>
                  <a:cubicBezTo>
                    <a:pt x="235" y="173"/>
                    <a:pt x="235" y="173"/>
                    <a:pt x="235" y="173"/>
                  </a:cubicBezTo>
                  <a:cubicBezTo>
                    <a:pt x="234" y="175"/>
                    <a:pt x="234" y="175"/>
                    <a:pt x="234" y="175"/>
                  </a:cubicBezTo>
                  <a:cubicBezTo>
                    <a:pt x="234" y="175"/>
                    <a:pt x="234" y="175"/>
                    <a:pt x="234" y="175"/>
                  </a:cubicBezTo>
                  <a:close/>
                  <a:moveTo>
                    <a:pt x="233" y="156"/>
                  </a:moveTo>
                  <a:cubicBezTo>
                    <a:pt x="233" y="157"/>
                    <a:pt x="233" y="157"/>
                    <a:pt x="233" y="157"/>
                  </a:cubicBezTo>
                  <a:cubicBezTo>
                    <a:pt x="233" y="157"/>
                    <a:pt x="233" y="157"/>
                    <a:pt x="233" y="157"/>
                  </a:cubicBezTo>
                  <a:cubicBezTo>
                    <a:pt x="234" y="157"/>
                    <a:pt x="234" y="157"/>
                    <a:pt x="234" y="157"/>
                  </a:cubicBezTo>
                  <a:cubicBezTo>
                    <a:pt x="235" y="156"/>
                    <a:pt x="235" y="156"/>
                    <a:pt x="235" y="156"/>
                  </a:cubicBezTo>
                  <a:cubicBezTo>
                    <a:pt x="235" y="156"/>
                    <a:pt x="235" y="156"/>
                    <a:pt x="235" y="156"/>
                  </a:cubicBezTo>
                  <a:cubicBezTo>
                    <a:pt x="234" y="156"/>
                    <a:pt x="234" y="156"/>
                    <a:pt x="234" y="156"/>
                  </a:cubicBezTo>
                  <a:cubicBezTo>
                    <a:pt x="233" y="156"/>
                    <a:pt x="233" y="156"/>
                    <a:pt x="233" y="156"/>
                  </a:cubicBezTo>
                  <a:close/>
                  <a:moveTo>
                    <a:pt x="233" y="156"/>
                  </a:moveTo>
                  <a:cubicBezTo>
                    <a:pt x="234" y="155"/>
                    <a:pt x="234" y="155"/>
                    <a:pt x="234" y="155"/>
                  </a:cubicBezTo>
                  <a:cubicBezTo>
                    <a:pt x="234" y="154"/>
                    <a:pt x="234" y="154"/>
                    <a:pt x="234" y="154"/>
                  </a:cubicBezTo>
                  <a:cubicBezTo>
                    <a:pt x="235" y="153"/>
                    <a:pt x="235" y="153"/>
                    <a:pt x="235" y="153"/>
                  </a:cubicBezTo>
                  <a:cubicBezTo>
                    <a:pt x="235" y="153"/>
                    <a:pt x="235" y="153"/>
                    <a:pt x="235" y="153"/>
                  </a:cubicBezTo>
                  <a:cubicBezTo>
                    <a:pt x="236" y="153"/>
                    <a:pt x="236" y="153"/>
                    <a:pt x="236" y="153"/>
                  </a:cubicBezTo>
                  <a:cubicBezTo>
                    <a:pt x="236" y="154"/>
                    <a:pt x="236" y="154"/>
                    <a:pt x="236" y="154"/>
                  </a:cubicBezTo>
                  <a:cubicBezTo>
                    <a:pt x="235" y="155"/>
                    <a:pt x="235" y="155"/>
                    <a:pt x="235" y="155"/>
                  </a:cubicBezTo>
                  <a:cubicBezTo>
                    <a:pt x="235" y="155"/>
                    <a:pt x="235" y="155"/>
                    <a:pt x="235" y="155"/>
                  </a:cubicBezTo>
                  <a:cubicBezTo>
                    <a:pt x="235" y="156"/>
                    <a:pt x="235" y="156"/>
                    <a:pt x="235" y="156"/>
                  </a:cubicBezTo>
                  <a:cubicBezTo>
                    <a:pt x="233" y="156"/>
                    <a:pt x="233" y="156"/>
                    <a:pt x="233" y="156"/>
                  </a:cubicBezTo>
                  <a:close/>
                  <a:moveTo>
                    <a:pt x="191" y="148"/>
                  </a:moveTo>
                  <a:cubicBezTo>
                    <a:pt x="191" y="147"/>
                    <a:pt x="191" y="147"/>
                    <a:pt x="191" y="147"/>
                  </a:cubicBezTo>
                  <a:cubicBezTo>
                    <a:pt x="191" y="147"/>
                    <a:pt x="191" y="147"/>
                    <a:pt x="191" y="147"/>
                  </a:cubicBezTo>
                  <a:cubicBezTo>
                    <a:pt x="191" y="147"/>
                    <a:pt x="191" y="147"/>
                    <a:pt x="191" y="147"/>
                  </a:cubicBezTo>
                  <a:cubicBezTo>
                    <a:pt x="191" y="147"/>
                    <a:pt x="191" y="147"/>
                    <a:pt x="191" y="147"/>
                  </a:cubicBezTo>
                  <a:cubicBezTo>
                    <a:pt x="191" y="148"/>
                    <a:pt x="191" y="148"/>
                    <a:pt x="191" y="148"/>
                  </a:cubicBezTo>
                  <a:close/>
                  <a:moveTo>
                    <a:pt x="155" y="138"/>
                  </a:moveTo>
                  <a:cubicBezTo>
                    <a:pt x="155" y="138"/>
                    <a:pt x="155" y="138"/>
                    <a:pt x="155" y="138"/>
                  </a:cubicBezTo>
                  <a:cubicBezTo>
                    <a:pt x="156" y="138"/>
                    <a:pt x="156" y="138"/>
                    <a:pt x="156" y="138"/>
                  </a:cubicBezTo>
                  <a:cubicBezTo>
                    <a:pt x="155" y="138"/>
                    <a:pt x="155" y="138"/>
                    <a:pt x="155" y="138"/>
                  </a:cubicBezTo>
                  <a:cubicBezTo>
                    <a:pt x="155" y="138"/>
                    <a:pt x="155" y="138"/>
                    <a:pt x="155" y="138"/>
                  </a:cubicBezTo>
                  <a:close/>
                  <a:moveTo>
                    <a:pt x="152" y="140"/>
                  </a:moveTo>
                  <a:cubicBezTo>
                    <a:pt x="153" y="140"/>
                    <a:pt x="153" y="140"/>
                    <a:pt x="153" y="140"/>
                  </a:cubicBezTo>
                  <a:cubicBezTo>
                    <a:pt x="152" y="139"/>
                    <a:pt x="152" y="139"/>
                    <a:pt x="152" y="139"/>
                  </a:cubicBezTo>
                  <a:cubicBezTo>
                    <a:pt x="152" y="139"/>
                    <a:pt x="152" y="139"/>
                    <a:pt x="152" y="139"/>
                  </a:cubicBezTo>
                  <a:cubicBezTo>
                    <a:pt x="152" y="140"/>
                    <a:pt x="152" y="140"/>
                    <a:pt x="152" y="140"/>
                  </a:cubicBezTo>
                  <a:close/>
                  <a:moveTo>
                    <a:pt x="153" y="142"/>
                  </a:moveTo>
                  <a:cubicBezTo>
                    <a:pt x="153" y="142"/>
                    <a:pt x="153" y="142"/>
                    <a:pt x="153" y="142"/>
                  </a:cubicBezTo>
                  <a:cubicBezTo>
                    <a:pt x="153" y="142"/>
                    <a:pt x="153" y="142"/>
                    <a:pt x="153" y="142"/>
                  </a:cubicBezTo>
                  <a:cubicBezTo>
                    <a:pt x="153" y="142"/>
                    <a:pt x="153" y="142"/>
                    <a:pt x="153" y="142"/>
                  </a:cubicBezTo>
                  <a:cubicBezTo>
                    <a:pt x="153" y="142"/>
                    <a:pt x="153" y="142"/>
                    <a:pt x="153" y="142"/>
                  </a:cubicBezTo>
                  <a:close/>
                  <a:moveTo>
                    <a:pt x="153" y="143"/>
                  </a:moveTo>
                  <a:cubicBezTo>
                    <a:pt x="152" y="142"/>
                    <a:pt x="152" y="142"/>
                    <a:pt x="152" y="142"/>
                  </a:cubicBezTo>
                  <a:cubicBezTo>
                    <a:pt x="152" y="142"/>
                    <a:pt x="152" y="142"/>
                    <a:pt x="152" y="142"/>
                  </a:cubicBezTo>
                  <a:cubicBezTo>
                    <a:pt x="152" y="143"/>
                    <a:pt x="152" y="143"/>
                    <a:pt x="152" y="143"/>
                  </a:cubicBezTo>
                  <a:cubicBezTo>
                    <a:pt x="153" y="143"/>
                    <a:pt x="153" y="143"/>
                    <a:pt x="153" y="143"/>
                  </a:cubicBezTo>
                  <a:close/>
                  <a:moveTo>
                    <a:pt x="154" y="145"/>
                  </a:moveTo>
                  <a:cubicBezTo>
                    <a:pt x="155" y="146"/>
                    <a:pt x="155" y="146"/>
                    <a:pt x="155" y="146"/>
                  </a:cubicBezTo>
                  <a:cubicBezTo>
                    <a:pt x="155" y="146"/>
                    <a:pt x="155" y="146"/>
                    <a:pt x="155" y="146"/>
                  </a:cubicBezTo>
                  <a:cubicBezTo>
                    <a:pt x="156" y="145"/>
                    <a:pt x="156" y="145"/>
                    <a:pt x="156" y="145"/>
                  </a:cubicBezTo>
                  <a:cubicBezTo>
                    <a:pt x="155" y="145"/>
                    <a:pt x="155" y="145"/>
                    <a:pt x="155" y="145"/>
                  </a:cubicBezTo>
                  <a:cubicBezTo>
                    <a:pt x="156" y="144"/>
                    <a:pt x="156" y="144"/>
                    <a:pt x="156" y="144"/>
                  </a:cubicBezTo>
                  <a:cubicBezTo>
                    <a:pt x="155" y="144"/>
                    <a:pt x="155" y="144"/>
                    <a:pt x="155" y="144"/>
                  </a:cubicBezTo>
                  <a:cubicBezTo>
                    <a:pt x="155" y="145"/>
                    <a:pt x="155" y="145"/>
                    <a:pt x="155" y="145"/>
                  </a:cubicBezTo>
                  <a:cubicBezTo>
                    <a:pt x="155" y="145"/>
                    <a:pt x="155" y="145"/>
                    <a:pt x="155" y="145"/>
                  </a:cubicBezTo>
                  <a:cubicBezTo>
                    <a:pt x="154" y="145"/>
                    <a:pt x="154" y="145"/>
                    <a:pt x="154" y="145"/>
                  </a:cubicBezTo>
                  <a:close/>
                  <a:moveTo>
                    <a:pt x="153" y="149"/>
                  </a:moveTo>
                  <a:cubicBezTo>
                    <a:pt x="153" y="148"/>
                    <a:pt x="153" y="148"/>
                    <a:pt x="153" y="148"/>
                  </a:cubicBezTo>
                  <a:cubicBezTo>
                    <a:pt x="153" y="148"/>
                    <a:pt x="153" y="148"/>
                    <a:pt x="153" y="148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4" y="146"/>
                    <a:pt x="154" y="146"/>
                    <a:pt x="154" y="146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9"/>
                    <a:pt x="154" y="149"/>
                    <a:pt x="154" y="149"/>
                  </a:cubicBezTo>
                  <a:cubicBezTo>
                    <a:pt x="154" y="149"/>
                    <a:pt x="154" y="149"/>
                    <a:pt x="154" y="149"/>
                  </a:cubicBezTo>
                  <a:cubicBezTo>
                    <a:pt x="154" y="149"/>
                    <a:pt x="154" y="149"/>
                    <a:pt x="154" y="149"/>
                  </a:cubicBezTo>
                  <a:cubicBezTo>
                    <a:pt x="153" y="149"/>
                    <a:pt x="153" y="149"/>
                    <a:pt x="153" y="149"/>
                  </a:cubicBezTo>
                  <a:close/>
                  <a:moveTo>
                    <a:pt x="186" y="131"/>
                  </a:moveTo>
                  <a:cubicBezTo>
                    <a:pt x="186" y="131"/>
                    <a:pt x="186" y="131"/>
                    <a:pt x="186" y="131"/>
                  </a:cubicBezTo>
                  <a:cubicBezTo>
                    <a:pt x="186" y="131"/>
                    <a:pt x="186" y="131"/>
                    <a:pt x="186" y="131"/>
                  </a:cubicBezTo>
                  <a:cubicBezTo>
                    <a:pt x="187" y="131"/>
                    <a:pt x="187" y="131"/>
                    <a:pt x="187" y="131"/>
                  </a:cubicBezTo>
                  <a:cubicBezTo>
                    <a:pt x="186" y="131"/>
                    <a:pt x="186" y="131"/>
                    <a:pt x="186" y="131"/>
                  </a:cubicBezTo>
                  <a:cubicBezTo>
                    <a:pt x="186" y="131"/>
                    <a:pt x="186" y="131"/>
                    <a:pt x="186" y="131"/>
                  </a:cubicBezTo>
                  <a:close/>
                  <a:moveTo>
                    <a:pt x="197" y="125"/>
                  </a:moveTo>
                  <a:cubicBezTo>
                    <a:pt x="197" y="124"/>
                    <a:pt x="197" y="124"/>
                    <a:pt x="197" y="124"/>
                  </a:cubicBezTo>
                  <a:cubicBezTo>
                    <a:pt x="197" y="124"/>
                    <a:pt x="197" y="124"/>
                    <a:pt x="197" y="124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8" y="123"/>
                    <a:pt x="198" y="123"/>
                    <a:pt x="198" y="123"/>
                  </a:cubicBezTo>
                  <a:cubicBezTo>
                    <a:pt x="198" y="123"/>
                    <a:pt x="198" y="123"/>
                    <a:pt x="198" y="123"/>
                  </a:cubicBezTo>
                  <a:cubicBezTo>
                    <a:pt x="198" y="124"/>
                    <a:pt x="198" y="124"/>
                    <a:pt x="198" y="124"/>
                  </a:cubicBezTo>
                  <a:cubicBezTo>
                    <a:pt x="198" y="124"/>
                    <a:pt x="198" y="124"/>
                    <a:pt x="198" y="124"/>
                  </a:cubicBezTo>
                  <a:cubicBezTo>
                    <a:pt x="197" y="125"/>
                    <a:pt x="197" y="125"/>
                    <a:pt x="197" y="125"/>
                  </a:cubicBezTo>
                  <a:cubicBezTo>
                    <a:pt x="197" y="125"/>
                    <a:pt x="197" y="125"/>
                    <a:pt x="197" y="125"/>
                  </a:cubicBezTo>
                  <a:close/>
                  <a:moveTo>
                    <a:pt x="185" y="137"/>
                  </a:moveTo>
                  <a:cubicBezTo>
                    <a:pt x="185" y="137"/>
                    <a:pt x="185" y="137"/>
                    <a:pt x="185" y="137"/>
                  </a:cubicBezTo>
                  <a:cubicBezTo>
                    <a:pt x="185" y="136"/>
                    <a:pt x="185" y="136"/>
                    <a:pt x="185" y="136"/>
                  </a:cubicBezTo>
                  <a:cubicBezTo>
                    <a:pt x="185" y="136"/>
                    <a:pt x="185" y="136"/>
                    <a:pt x="185" y="136"/>
                  </a:cubicBezTo>
                  <a:cubicBezTo>
                    <a:pt x="185" y="136"/>
                    <a:pt x="185" y="136"/>
                    <a:pt x="185" y="136"/>
                  </a:cubicBezTo>
                  <a:cubicBezTo>
                    <a:pt x="186" y="135"/>
                    <a:pt x="186" y="135"/>
                    <a:pt x="186" y="135"/>
                  </a:cubicBezTo>
                  <a:cubicBezTo>
                    <a:pt x="186" y="135"/>
                    <a:pt x="186" y="135"/>
                    <a:pt x="186" y="135"/>
                  </a:cubicBezTo>
                  <a:cubicBezTo>
                    <a:pt x="185" y="135"/>
                    <a:pt x="185" y="135"/>
                    <a:pt x="185" y="135"/>
                  </a:cubicBezTo>
                  <a:cubicBezTo>
                    <a:pt x="185" y="134"/>
                    <a:pt x="185" y="134"/>
                    <a:pt x="185" y="134"/>
                  </a:cubicBezTo>
                  <a:cubicBezTo>
                    <a:pt x="185" y="133"/>
                    <a:pt x="185" y="133"/>
                    <a:pt x="185" y="133"/>
                  </a:cubicBezTo>
                  <a:cubicBezTo>
                    <a:pt x="186" y="133"/>
                    <a:pt x="186" y="133"/>
                    <a:pt x="186" y="133"/>
                  </a:cubicBezTo>
                  <a:cubicBezTo>
                    <a:pt x="186" y="133"/>
                    <a:pt x="186" y="133"/>
                    <a:pt x="186" y="133"/>
                  </a:cubicBezTo>
                  <a:cubicBezTo>
                    <a:pt x="185" y="132"/>
                    <a:pt x="185" y="132"/>
                    <a:pt x="185" y="132"/>
                  </a:cubicBezTo>
                  <a:cubicBezTo>
                    <a:pt x="184" y="132"/>
                    <a:pt x="184" y="132"/>
                    <a:pt x="184" y="132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2" y="133"/>
                    <a:pt x="182" y="133"/>
                    <a:pt x="182" y="133"/>
                  </a:cubicBezTo>
                  <a:cubicBezTo>
                    <a:pt x="181" y="134"/>
                    <a:pt x="181" y="134"/>
                    <a:pt x="181" y="134"/>
                  </a:cubicBezTo>
                  <a:cubicBezTo>
                    <a:pt x="180" y="134"/>
                    <a:pt x="180" y="134"/>
                    <a:pt x="180" y="134"/>
                  </a:cubicBezTo>
                  <a:cubicBezTo>
                    <a:pt x="180" y="134"/>
                    <a:pt x="180" y="134"/>
                    <a:pt x="180" y="134"/>
                  </a:cubicBezTo>
                  <a:cubicBezTo>
                    <a:pt x="181" y="133"/>
                    <a:pt x="181" y="133"/>
                    <a:pt x="181" y="133"/>
                  </a:cubicBezTo>
                  <a:cubicBezTo>
                    <a:pt x="182" y="133"/>
                    <a:pt x="182" y="133"/>
                    <a:pt x="182" y="133"/>
                  </a:cubicBezTo>
                  <a:cubicBezTo>
                    <a:pt x="182" y="132"/>
                    <a:pt x="182" y="132"/>
                    <a:pt x="182" y="132"/>
                  </a:cubicBezTo>
                  <a:cubicBezTo>
                    <a:pt x="182" y="132"/>
                    <a:pt x="182" y="132"/>
                    <a:pt x="182" y="132"/>
                  </a:cubicBezTo>
                  <a:cubicBezTo>
                    <a:pt x="181" y="132"/>
                    <a:pt x="181" y="132"/>
                    <a:pt x="181" y="132"/>
                  </a:cubicBezTo>
                  <a:cubicBezTo>
                    <a:pt x="181" y="132"/>
                    <a:pt x="181" y="132"/>
                    <a:pt x="181" y="132"/>
                  </a:cubicBezTo>
                  <a:cubicBezTo>
                    <a:pt x="182" y="131"/>
                    <a:pt x="182" y="131"/>
                    <a:pt x="182" y="131"/>
                  </a:cubicBezTo>
                  <a:cubicBezTo>
                    <a:pt x="181" y="130"/>
                    <a:pt x="181" y="130"/>
                    <a:pt x="181" y="130"/>
                  </a:cubicBezTo>
                  <a:cubicBezTo>
                    <a:pt x="182" y="130"/>
                    <a:pt x="182" y="130"/>
                    <a:pt x="182" y="130"/>
                  </a:cubicBezTo>
                  <a:cubicBezTo>
                    <a:pt x="182" y="130"/>
                    <a:pt x="182" y="130"/>
                    <a:pt x="182" y="130"/>
                  </a:cubicBezTo>
                  <a:cubicBezTo>
                    <a:pt x="182" y="130"/>
                    <a:pt x="182" y="130"/>
                    <a:pt x="182" y="130"/>
                  </a:cubicBezTo>
                  <a:cubicBezTo>
                    <a:pt x="183" y="131"/>
                    <a:pt x="183" y="131"/>
                    <a:pt x="183" y="131"/>
                  </a:cubicBezTo>
                  <a:cubicBezTo>
                    <a:pt x="183" y="132"/>
                    <a:pt x="183" y="132"/>
                    <a:pt x="183" y="132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5" y="131"/>
                    <a:pt x="185" y="131"/>
                    <a:pt x="185" y="131"/>
                  </a:cubicBezTo>
                  <a:cubicBezTo>
                    <a:pt x="185" y="131"/>
                    <a:pt x="185" y="131"/>
                    <a:pt x="185" y="131"/>
                  </a:cubicBezTo>
                  <a:cubicBezTo>
                    <a:pt x="184" y="130"/>
                    <a:pt x="184" y="130"/>
                    <a:pt x="184" y="130"/>
                  </a:cubicBezTo>
                  <a:cubicBezTo>
                    <a:pt x="185" y="130"/>
                    <a:pt x="185" y="130"/>
                    <a:pt x="185" y="130"/>
                  </a:cubicBezTo>
                  <a:cubicBezTo>
                    <a:pt x="185" y="130"/>
                    <a:pt x="185" y="130"/>
                    <a:pt x="185" y="130"/>
                  </a:cubicBezTo>
                  <a:cubicBezTo>
                    <a:pt x="185" y="130"/>
                    <a:pt x="185" y="130"/>
                    <a:pt x="185" y="130"/>
                  </a:cubicBezTo>
                  <a:cubicBezTo>
                    <a:pt x="186" y="130"/>
                    <a:pt x="186" y="130"/>
                    <a:pt x="186" y="130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8" y="129"/>
                    <a:pt x="188" y="129"/>
                    <a:pt x="188" y="129"/>
                  </a:cubicBezTo>
                  <a:cubicBezTo>
                    <a:pt x="187" y="130"/>
                    <a:pt x="187" y="130"/>
                    <a:pt x="187" y="130"/>
                  </a:cubicBezTo>
                  <a:cubicBezTo>
                    <a:pt x="187" y="131"/>
                    <a:pt x="187" y="131"/>
                    <a:pt x="187" y="131"/>
                  </a:cubicBezTo>
                  <a:cubicBezTo>
                    <a:pt x="188" y="131"/>
                    <a:pt x="188" y="131"/>
                    <a:pt x="188" y="131"/>
                  </a:cubicBezTo>
                  <a:cubicBezTo>
                    <a:pt x="188" y="131"/>
                    <a:pt x="188" y="131"/>
                    <a:pt x="188" y="131"/>
                  </a:cubicBezTo>
                  <a:cubicBezTo>
                    <a:pt x="188" y="132"/>
                    <a:pt x="188" y="132"/>
                    <a:pt x="188" y="132"/>
                  </a:cubicBezTo>
                  <a:cubicBezTo>
                    <a:pt x="188" y="132"/>
                    <a:pt x="188" y="132"/>
                    <a:pt x="188" y="132"/>
                  </a:cubicBezTo>
                  <a:cubicBezTo>
                    <a:pt x="189" y="131"/>
                    <a:pt x="189" y="131"/>
                    <a:pt x="189" y="131"/>
                  </a:cubicBezTo>
                  <a:cubicBezTo>
                    <a:pt x="189" y="130"/>
                    <a:pt x="189" y="130"/>
                    <a:pt x="189" y="130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90" y="130"/>
                    <a:pt x="190" y="130"/>
                    <a:pt x="190" y="130"/>
                  </a:cubicBezTo>
                  <a:cubicBezTo>
                    <a:pt x="190" y="131"/>
                    <a:pt x="190" y="131"/>
                    <a:pt x="190" y="131"/>
                  </a:cubicBezTo>
                  <a:cubicBezTo>
                    <a:pt x="190" y="132"/>
                    <a:pt x="190" y="132"/>
                    <a:pt x="190" y="132"/>
                  </a:cubicBezTo>
                  <a:cubicBezTo>
                    <a:pt x="190" y="132"/>
                    <a:pt x="190" y="132"/>
                    <a:pt x="190" y="132"/>
                  </a:cubicBezTo>
                  <a:cubicBezTo>
                    <a:pt x="191" y="132"/>
                    <a:pt x="191" y="132"/>
                    <a:pt x="191" y="132"/>
                  </a:cubicBezTo>
                  <a:cubicBezTo>
                    <a:pt x="191" y="132"/>
                    <a:pt x="191" y="132"/>
                    <a:pt x="191" y="132"/>
                  </a:cubicBezTo>
                  <a:cubicBezTo>
                    <a:pt x="192" y="131"/>
                    <a:pt x="192" y="131"/>
                    <a:pt x="192" y="131"/>
                  </a:cubicBezTo>
                  <a:cubicBezTo>
                    <a:pt x="193" y="130"/>
                    <a:pt x="193" y="130"/>
                    <a:pt x="193" y="130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7"/>
                    <a:pt x="193" y="127"/>
                    <a:pt x="193" y="127"/>
                  </a:cubicBezTo>
                  <a:cubicBezTo>
                    <a:pt x="192" y="127"/>
                    <a:pt x="192" y="127"/>
                    <a:pt x="192" y="127"/>
                  </a:cubicBezTo>
                  <a:cubicBezTo>
                    <a:pt x="192" y="127"/>
                    <a:pt x="192" y="127"/>
                    <a:pt x="192" y="127"/>
                  </a:cubicBezTo>
                  <a:cubicBezTo>
                    <a:pt x="191" y="127"/>
                    <a:pt x="191" y="127"/>
                    <a:pt x="191" y="127"/>
                  </a:cubicBezTo>
                  <a:cubicBezTo>
                    <a:pt x="191" y="127"/>
                    <a:pt x="191" y="127"/>
                    <a:pt x="191" y="127"/>
                  </a:cubicBezTo>
                  <a:cubicBezTo>
                    <a:pt x="192" y="126"/>
                    <a:pt x="192" y="126"/>
                    <a:pt x="192" y="126"/>
                  </a:cubicBezTo>
                  <a:cubicBezTo>
                    <a:pt x="192" y="126"/>
                    <a:pt x="192" y="126"/>
                    <a:pt x="192" y="126"/>
                  </a:cubicBezTo>
                  <a:cubicBezTo>
                    <a:pt x="191" y="126"/>
                    <a:pt x="191" y="126"/>
                    <a:pt x="191" y="126"/>
                  </a:cubicBezTo>
                  <a:cubicBezTo>
                    <a:pt x="191" y="126"/>
                    <a:pt x="191" y="126"/>
                    <a:pt x="191" y="126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89" y="123"/>
                    <a:pt x="189" y="123"/>
                    <a:pt x="189" y="123"/>
                  </a:cubicBezTo>
                  <a:cubicBezTo>
                    <a:pt x="189" y="122"/>
                    <a:pt x="189" y="122"/>
                    <a:pt x="189" y="122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189" y="120"/>
                    <a:pt x="189" y="120"/>
                    <a:pt x="189" y="120"/>
                  </a:cubicBezTo>
                  <a:cubicBezTo>
                    <a:pt x="189" y="121"/>
                    <a:pt x="189" y="121"/>
                    <a:pt x="189" y="121"/>
                  </a:cubicBezTo>
                  <a:cubicBezTo>
                    <a:pt x="189" y="122"/>
                    <a:pt x="189" y="122"/>
                    <a:pt x="189" y="122"/>
                  </a:cubicBezTo>
                  <a:cubicBezTo>
                    <a:pt x="188" y="121"/>
                    <a:pt x="188" y="121"/>
                    <a:pt x="188" y="121"/>
                  </a:cubicBezTo>
                  <a:cubicBezTo>
                    <a:pt x="187" y="121"/>
                    <a:pt x="187" y="121"/>
                    <a:pt x="187" y="121"/>
                  </a:cubicBezTo>
                  <a:cubicBezTo>
                    <a:pt x="187" y="119"/>
                    <a:pt x="187" y="119"/>
                    <a:pt x="187" y="119"/>
                  </a:cubicBezTo>
                  <a:cubicBezTo>
                    <a:pt x="186" y="119"/>
                    <a:pt x="186" y="119"/>
                    <a:pt x="186" y="119"/>
                  </a:cubicBezTo>
                  <a:cubicBezTo>
                    <a:pt x="186" y="117"/>
                    <a:pt x="186" y="117"/>
                    <a:pt x="186" y="117"/>
                  </a:cubicBezTo>
                  <a:cubicBezTo>
                    <a:pt x="185" y="117"/>
                    <a:pt x="185" y="117"/>
                    <a:pt x="185" y="117"/>
                  </a:cubicBezTo>
                  <a:cubicBezTo>
                    <a:pt x="185" y="116"/>
                    <a:pt x="185" y="116"/>
                    <a:pt x="185" y="116"/>
                  </a:cubicBezTo>
                  <a:cubicBezTo>
                    <a:pt x="185" y="115"/>
                    <a:pt x="185" y="115"/>
                    <a:pt x="185" y="115"/>
                  </a:cubicBezTo>
                  <a:cubicBezTo>
                    <a:pt x="185" y="115"/>
                    <a:pt x="185" y="115"/>
                    <a:pt x="185" y="115"/>
                  </a:cubicBezTo>
                  <a:cubicBezTo>
                    <a:pt x="186" y="115"/>
                    <a:pt x="186" y="115"/>
                    <a:pt x="186" y="115"/>
                  </a:cubicBezTo>
                  <a:cubicBezTo>
                    <a:pt x="186" y="114"/>
                    <a:pt x="186" y="114"/>
                    <a:pt x="186" y="114"/>
                  </a:cubicBezTo>
                  <a:cubicBezTo>
                    <a:pt x="187" y="114"/>
                    <a:pt x="187" y="114"/>
                    <a:pt x="187" y="114"/>
                  </a:cubicBezTo>
                  <a:cubicBezTo>
                    <a:pt x="187" y="114"/>
                    <a:pt x="187" y="114"/>
                    <a:pt x="187" y="114"/>
                  </a:cubicBezTo>
                  <a:cubicBezTo>
                    <a:pt x="188" y="114"/>
                    <a:pt x="188" y="114"/>
                    <a:pt x="188" y="114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8" y="112"/>
                    <a:pt x="188" y="112"/>
                    <a:pt x="188" y="112"/>
                  </a:cubicBezTo>
                  <a:cubicBezTo>
                    <a:pt x="188" y="111"/>
                    <a:pt x="188" y="111"/>
                    <a:pt x="188" y="111"/>
                  </a:cubicBezTo>
                  <a:cubicBezTo>
                    <a:pt x="189" y="110"/>
                    <a:pt x="189" y="110"/>
                    <a:pt x="189" y="110"/>
                  </a:cubicBezTo>
                  <a:cubicBezTo>
                    <a:pt x="188" y="109"/>
                    <a:pt x="188" y="109"/>
                    <a:pt x="188" y="109"/>
                  </a:cubicBezTo>
                  <a:cubicBezTo>
                    <a:pt x="188" y="108"/>
                    <a:pt x="188" y="108"/>
                    <a:pt x="188" y="108"/>
                  </a:cubicBezTo>
                  <a:cubicBezTo>
                    <a:pt x="189" y="108"/>
                    <a:pt x="189" y="108"/>
                    <a:pt x="189" y="108"/>
                  </a:cubicBezTo>
                  <a:cubicBezTo>
                    <a:pt x="189" y="107"/>
                    <a:pt x="189" y="107"/>
                    <a:pt x="189" y="107"/>
                  </a:cubicBezTo>
                  <a:cubicBezTo>
                    <a:pt x="190" y="106"/>
                    <a:pt x="190" y="106"/>
                    <a:pt x="190" y="106"/>
                  </a:cubicBezTo>
                  <a:cubicBezTo>
                    <a:pt x="190" y="105"/>
                    <a:pt x="190" y="105"/>
                    <a:pt x="190" y="105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90" y="103"/>
                    <a:pt x="190" y="103"/>
                    <a:pt x="190" y="103"/>
                  </a:cubicBezTo>
                  <a:cubicBezTo>
                    <a:pt x="191" y="103"/>
                    <a:pt x="191" y="103"/>
                    <a:pt x="191" y="103"/>
                  </a:cubicBezTo>
                  <a:cubicBezTo>
                    <a:pt x="191" y="102"/>
                    <a:pt x="191" y="102"/>
                    <a:pt x="191" y="102"/>
                  </a:cubicBezTo>
                  <a:cubicBezTo>
                    <a:pt x="192" y="101"/>
                    <a:pt x="192" y="101"/>
                    <a:pt x="192" y="101"/>
                  </a:cubicBezTo>
                  <a:cubicBezTo>
                    <a:pt x="192" y="100"/>
                    <a:pt x="192" y="100"/>
                    <a:pt x="192" y="100"/>
                  </a:cubicBezTo>
                  <a:cubicBezTo>
                    <a:pt x="192" y="100"/>
                    <a:pt x="192" y="100"/>
                    <a:pt x="192" y="100"/>
                  </a:cubicBezTo>
                  <a:cubicBezTo>
                    <a:pt x="192" y="99"/>
                    <a:pt x="192" y="99"/>
                    <a:pt x="192" y="99"/>
                  </a:cubicBezTo>
                  <a:cubicBezTo>
                    <a:pt x="193" y="99"/>
                    <a:pt x="193" y="99"/>
                    <a:pt x="193" y="99"/>
                  </a:cubicBezTo>
                  <a:cubicBezTo>
                    <a:pt x="192" y="98"/>
                    <a:pt x="192" y="98"/>
                    <a:pt x="192" y="98"/>
                  </a:cubicBezTo>
                  <a:cubicBezTo>
                    <a:pt x="192" y="97"/>
                    <a:pt x="192" y="97"/>
                    <a:pt x="192" y="97"/>
                  </a:cubicBezTo>
                  <a:cubicBezTo>
                    <a:pt x="192" y="97"/>
                    <a:pt x="192" y="97"/>
                    <a:pt x="192" y="97"/>
                  </a:cubicBezTo>
                  <a:cubicBezTo>
                    <a:pt x="191" y="96"/>
                    <a:pt x="191" y="96"/>
                    <a:pt x="191" y="96"/>
                  </a:cubicBezTo>
                  <a:cubicBezTo>
                    <a:pt x="191" y="95"/>
                    <a:pt x="191" y="95"/>
                    <a:pt x="191" y="95"/>
                  </a:cubicBezTo>
                  <a:cubicBezTo>
                    <a:pt x="191" y="95"/>
                    <a:pt x="191" y="95"/>
                    <a:pt x="191" y="95"/>
                  </a:cubicBezTo>
                  <a:cubicBezTo>
                    <a:pt x="191" y="93"/>
                    <a:pt x="191" y="93"/>
                    <a:pt x="191" y="93"/>
                  </a:cubicBezTo>
                  <a:cubicBezTo>
                    <a:pt x="190" y="93"/>
                    <a:pt x="190" y="93"/>
                    <a:pt x="190" y="93"/>
                  </a:cubicBezTo>
                  <a:cubicBezTo>
                    <a:pt x="190" y="93"/>
                    <a:pt x="190" y="93"/>
                    <a:pt x="190" y="93"/>
                  </a:cubicBezTo>
                  <a:cubicBezTo>
                    <a:pt x="189" y="93"/>
                    <a:pt x="189" y="93"/>
                    <a:pt x="189" y="93"/>
                  </a:cubicBezTo>
                  <a:cubicBezTo>
                    <a:pt x="189" y="94"/>
                    <a:pt x="189" y="94"/>
                    <a:pt x="189" y="94"/>
                  </a:cubicBezTo>
                  <a:cubicBezTo>
                    <a:pt x="189" y="94"/>
                    <a:pt x="189" y="94"/>
                    <a:pt x="189" y="94"/>
                  </a:cubicBezTo>
                  <a:cubicBezTo>
                    <a:pt x="188" y="92"/>
                    <a:pt x="188" y="92"/>
                    <a:pt x="188" y="92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6" y="92"/>
                    <a:pt x="186" y="92"/>
                    <a:pt x="186" y="92"/>
                  </a:cubicBezTo>
                  <a:cubicBezTo>
                    <a:pt x="186" y="93"/>
                    <a:pt x="186" y="93"/>
                    <a:pt x="186" y="93"/>
                  </a:cubicBezTo>
                  <a:cubicBezTo>
                    <a:pt x="186" y="93"/>
                    <a:pt x="186" y="93"/>
                    <a:pt x="186" y="93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5" y="94"/>
                    <a:pt x="185" y="94"/>
                    <a:pt x="185" y="94"/>
                  </a:cubicBezTo>
                  <a:cubicBezTo>
                    <a:pt x="185" y="95"/>
                    <a:pt x="185" y="95"/>
                    <a:pt x="185" y="95"/>
                  </a:cubicBezTo>
                  <a:cubicBezTo>
                    <a:pt x="184" y="95"/>
                    <a:pt x="184" y="95"/>
                    <a:pt x="184" y="95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8"/>
                    <a:pt x="184" y="98"/>
                    <a:pt x="184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9"/>
                    <a:pt x="183" y="99"/>
                    <a:pt x="183" y="99"/>
                  </a:cubicBezTo>
                  <a:cubicBezTo>
                    <a:pt x="183" y="99"/>
                    <a:pt x="183" y="99"/>
                    <a:pt x="183" y="99"/>
                  </a:cubicBezTo>
                  <a:cubicBezTo>
                    <a:pt x="183" y="100"/>
                    <a:pt x="183" y="100"/>
                    <a:pt x="183" y="100"/>
                  </a:cubicBezTo>
                  <a:cubicBezTo>
                    <a:pt x="182" y="100"/>
                    <a:pt x="182" y="100"/>
                    <a:pt x="182" y="100"/>
                  </a:cubicBezTo>
                  <a:cubicBezTo>
                    <a:pt x="182" y="102"/>
                    <a:pt x="182" y="102"/>
                    <a:pt x="182" y="102"/>
                  </a:cubicBezTo>
                  <a:cubicBezTo>
                    <a:pt x="181" y="102"/>
                    <a:pt x="181" y="102"/>
                    <a:pt x="181" y="102"/>
                  </a:cubicBezTo>
                  <a:cubicBezTo>
                    <a:pt x="181" y="102"/>
                    <a:pt x="181" y="102"/>
                    <a:pt x="181" y="102"/>
                  </a:cubicBezTo>
                  <a:cubicBezTo>
                    <a:pt x="180" y="104"/>
                    <a:pt x="180" y="104"/>
                    <a:pt x="180" y="104"/>
                  </a:cubicBezTo>
                  <a:cubicBezTo>
                    <a:pt x="181" y="104"/>
                    <a:pt x="181" y="104"/>
                    <a:pt x="181" y="104"/>
                  </a:cubicBezTo>
                  <a:cubicBezTo>
                    <a:pt x="180" y="105"/>
                    <a:pt x="180" y="105"/>
                    <a:pt x="180" y="105"/>
                  </a:cubicBezTo>
                  <a:cubicBezTo>
                    <a:pt x="180" y="106"/>
                    <a:pt x="180" y="106"/>
                    <a:pt x="180" y="106"/>
                  </a:cubicBezTo>
                  <a:cubicBezTo>
                    <a:pt x="180" y="106"/>
                    <a:pt x="180" y="106"/>
                    <a:pt x="180" y="106"/>
                  </a:cubicBezTo>
                  <a:cubicBezTo>
                    <a:pt x="180" y="107"/>
                    <a:pt x="180" y="107"/>
                    <a:pt x="180" y="107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79" y="108"/>
                    <a:pt x="179" y="108"/>
                    <a:pt x="179" y="108"/>
                  </a:cubicBezTo>
                  <a:cubicBezTo>
                    <a:pt x="179" y="108"/>
                    <a:pt x="179" y="108"/>
                    <a:pt x="179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79" y="109"/>
                    <a:pt x="179" y="109"/>
                    <a:pt x="179" y="109"/>
                  </a:cubicBezTo>
                  <a:cubicBezTo>
                    <a:pt x="178" y="109"/>
                    <a:pt x="178" y="109"/>
                    <a:pt x="178" y="109"/>
                  </a:cubicBezTo>
                  <a:cubicBezTo>
                    <a:pt x="178" y="109"/>
                    <a:pt x="178" y="109"/>
                    <a:pt x="178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1"/>
                    <a:pt x="177" y="111"/>
                    <a:pt x="177" y="111"/>
                  </a:cubicBezTo>
                  <a:cubicBezTo>
                    <a:pt x="176" y="110"/>
                    <a:pt x="176" y="110"/>
                    <a:pt x="176" y="110"/>
                  </a:cubicBezTo>
                  <a:cubicBezTo>
                    <a:pt x="176" y="109"/>
                    <a:pt x="176" y="109"/>
                    <a:pt x="176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76" y="107"/>
                    <a:pt x="176" y="107"/>
                    <a:pt x="176" y="107"/>
                  </a:cubicBezTo>
                  <a:cubicBezTo>
                    <a:pt x="177" y="106"/>
                    <a:pt x="177" y="106"/>
                    <a:pt x="177" y="106"/>
                  </a:cubicBezTo>
                  <a:cubicBezTo>
                    <a:pt x="177" y="105"/>
                    <a:pt x="177" y="105"/>
                    <a:pt x="177" y="105"/>
                  </a:cubicBezTo>
                  <a:cubicBezTo>
                    <a:pt x="177" y="105"/>
                    <a:pt x="177" y="105"/>
                    <a:pt x="177" y="105"/>
                  </a:cubicBezTo>
                  <a:cubicBezTo>
                    <a:pt x="178" y="104"/>
                    <a:pt x="178" y="104"/>
                    <a:pt x="178" y="104"/>
                  </a:cubicBezTo>
                  <a:cubicBezTo>
                    <a:pt x="178" y="103"/>
                    <a:pt x="178" y="103"/>
                    <a:pt x="178" y="103"/>
                  </a:cubicBezTo>
                  <a:cubicBezTo>
                    <a:pt x="178" y="102"/>
                    <a:pt x="178" y="102"/>
                    <a:pt x="178" y="102"/>
                  </a:cubicBezTo>
                  <a:cubicBezTo>
                    <a:pt x="179" y="101"/>
                    <a:pt x="179" y="101"/>
                    <a:pt x="179" y="101"/>
                  </a:cubicBezTo>
                  <a:cubicBezTo>
                    <a:pt x="179" y="100"/>
                    <a:pt x="179" y="100"/>
                    <a:pt x="179" y="100"/>
                  </a:cubicBezTo>
                  <a:cubicBezTo>
                    <a:pt x="179" y="100"/>
                    <a:pt x="179" y="100"/>
                    <a:pt x="179" y="100"/>
                  </a:cubicBezTo>
                  <a:cubicBezTo>
                    <a:pt x="178" y="100"/>
                    <a:pt x="178" y="100"/>
                    <a:pt x="178" y="100"/>
                  </a:cubicBezTo>
                  <a:cubicBezTo>
                    <a:pt x="178" y="100"/>
                    <a:pt x="178" y="100"/>
                    <a:pt x="178" y="100"/>
                  </a:cubicBezTo>
                  <a:cubicBezTo>
                    <a:pt x="179" y="99"/>
                    <a:pt x="179" y="99"/>
                    <a:pt x="179" y="99"/>
                  </a:cubicBezTo>
                  <a:cubicBezTo>
                    <a:pt x="179" y="97"/>
                    <a:pt x="179" y="97"/>
                    <a:pt x="179" y="97"/>
                  </a:cubicBezTo>
                  <a:cubicBezTo>
                    <a:pt x="179" y="97"/>
                    <a:pt x="179" y="97"/>
                    <a:pt x="179" y="97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9" y="95"/>
                    <a:pt x="179" y="95"/>
                    <a:pt x="179" y="95"/>
                  </a:cubicBezTo>
                  <a:cubicBezTo>
                    <a:pt x="178" y="95"/>
                    <a:pt x="178" y="95"/>
                    <a:pt x="178" y="95"/>
                  </a:cubicBezTo>
                  <a:cubicBezTo>
                    <a:pt x="177" y="94"/>
                    <a:pt x="177" y="94"/>
                    <a:pt x="177" y="94"/>
                  </a:cubicBezTo>
                  <a:cubicBezTo>
                    <a:pt x="176" y="94"/>
                    <a:pt x="176" y="94"/>
                    <a:pt x="176" y="94"/>
                  </a:cubicBezTo>
                  <a:cubicBezTo>
                    <a:pt x="176" y="95"/>
                    <a:pt x="176" y="95"/>
                    <a:pt x="176" y="95"/>
                  </a:cubicBezTo>
                  <a:cubicBezTo>
                    <a:pt x="177" y="96"/>
                    <a:pt x="177" y="96"/>
                    <a:pt x="177" y="96"/>
                  </a:cubicBezTo>
                  <a:cubicBezTo>
                    <a:pt x="177" y="96"/>
                    <a:pt x="177" y="96"/>
                    <a:pt x="177" y="96"/>
                  </a:cubicBezTo>
                  <a:cubicBezTo>
                    <a:pt x="177" y="97"/>
                    <a:pt x="177" y="97"/>
                    <a:pt x="177" y="97"/>
                  </a:cubicBezTo>
                  <a:cubicBezTo>
                    <a:pt x="177" y="97"/>
                    <a:pt x="177" y="97"/>
                    <a:pt x="177" y="97"/>
                  </a:cubicBezTo>
                  <a:cubicBezTo>
                    <a:pt x="176" y="97"/>
                    <a:pt x="176" y="97"/>
                    <a:pt x="176" y="97"/>
                  </a:cubicBezTo>
                  <a:cubicBezTo>
                    <a:pt x="176" y="97"/>
                    <a:pt x="176" y="97"/>
                    <a:pt x="176" y="97"/>
                  </a:cubicBezTo>
                  <a:cubicBezTo>
                    <a:pt x="175" y="97"/>
                    <a:pt x="175" y="97"/>
                    <a:pt x="175" y="97"/>
                  </a:cubicBezTo>
                  <a:cubicBezTo>
                    <a:pt x="175" y="98"/>
                    <a:pt x="175" y="98"/>
                    <a:pt x="175" y="98"/>
                  </a:cubicBezTo>
                  <a:cubicBezTo>
                    <a:pt x="176" y="98"/>
                    <a:pt x="176" y="98"/>
                    <a:pt x="176" y="98"/>
                  </a:cubicBezTo>
                  <a:cubicBezTo>
                    <a:pt x="176" y="98"/>
                    <a:pt x="176" y="98"/>
                    <a:pt x="176" y="98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76" y="100"/>
                    <a:pt x="176" y="100"/>
                    <a:pt x="176" y="100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75" y="99"/>
                    <a:pt x="175" y="99"/>
                    <a:pt x="175" y="99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4" y="99"/>
                    <a:pt x="174" y="99"/>
                    <a:pt x="174" y="99"/>
                  </a:cubicBezTo>
                  <a:cubicBezTo>
                    <a:pt x="174" y="99"/>
                    <a:pt x="174" y="99"/>
                    <a:pt x="174" y="99"/>
                  </a:cubicBezTo>
                  <a:cubicBezTo>
                    <a:pt x="174" y="99"/>
                    <a:pt x="174" y="99"/>
                    <a:pt x="174" y="99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3" y="98"/>
                    <a:pt x="173" y="98"/>
                    <a:pt x="173" y="98"/>
                  </a:cubicBezTo>
                  <a:cubicBezTo>
                    <a:pt x="173" y="98"/>
                    <a:pt x="173" y="98"/>
                    <a:pt x="173" y="98"/>
                  </a:cubicBezTo>
                  <a:cubicBezTo>
                    <a:pt x="172" y="98"/>
                    <a:pt x="172" y="98"/>
                    <a:pt x="172" y="98"/>
                  </a:cubicBezTo>
                  <a:cubicBezTo>
                    <a:pt x="171" y="99"/>
                    <a:pt x="171" y="99"/>
                    <a:pt x="171" y="99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8" y="99"/>
                    <a:pt x="168" y="99"/>
                    <a:pt x="168" y="99"/>
                  </a:cubicBezTo>
                  <a:cubicBezTo>
                    <a:pt x="168" y="98"/>
                    <a:pt x="168" y="98"/>
                    <a:pt x="168" y="98"/>
                  </a:cubicBezTo>
                  <a:cubicBezTo>
                    <a:pt x="167" y="99"/>
                    <a:pt x="167" y="99"/>
                    <a:pt x="167" y="99"/>
                  </a:cubicBezTo>
                  <a:cubicBezTo>
                    <a:pt x="167" y="98"/>
                    <a:pt x="167" y="98"/>
                    <a:pt x="167" y="98"/>
                  </a:cubicBezTo>
                  <a:cubicBezTo>
                    <a:pt x="167" y="98"/>
                    <a:pt x="167" y="98"/>
                    <a:pt x="167" y="98"/>
                  </a:cubicBezTo>
                  <a:cubicBezTo>
                    <a:pt x="168" y="98"/>
                    <a:pt x="168" y="98"/>
                    <a:pt x="168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70" y="97"/>
                    <a:pt x="170" y="97"/>
                    <a:pt x="170" y="97"/>
                  </a:cubicBezTo>
                  <a:cubicBezTo>
                    <a:pt x="170" y="97"/>
                    <a:pt x="170" y="97"/>
                    <a:pt x="170" y="97"/>
                  </a:cubicBezTo>
                  <a:cubicBezTo>
                    <a:pt x="171" y="97"/>
                    <a:pt x="171" y="97"/>
                    <a:pt x="171" y="97"/>
                  </a:cubicBezTo>
                  <a:cubicBezTo>
                    <a:pt x="171" y="97"/>
                    <a:pt x="171" y="97"/>
                    <a:pt x="171" y="97"/>
                  </a:cubicBezTo>
                  <a:cubicBezTo>
                    <a:pt x="172" y="96"/>
                    <a:pt x="172" y="96"/>
                    <a:pt x="172" y="96"/>
                  </a:cubicBezTo>
                  <a:cubicBezTo>
                    <a:pt x="172" y="96"/>
                    <a:pt x="172" y="96"/>
                    <a:pt x="172" y="96"/>
                  </a:cubicBezTo>
                  <a:cubicBezTo>
                    <a:pt x="172" y="95"/>
                    <a:pt x="172" y="95"/>
                    <a:pt x="172" y="95"/>
                  </a:cubicBezTo>
                  <a:cubicBezTo>
                    <a:pt x="172" y="95"/>
                    <a:pt x="172" y="95"/>
                    <a:pt x="172" y="95"/>
                  </a:cubicBezTo>
                  <a:cubicBezTo>
                    <a:pt x="171" y="93"/>
                    <a:pt x="171" y="93"/>
                    <a:pt x="171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69" y="91"/>
                    <a:pt x="169" y="91"/>
                    <a:pt x="169" y="91"/>
                  </a:cubicBezTo>
                  <a:cubicBezTo>
                    <a:pt x="168" y="91"/>
                    <a:pt x="168" y="91"/>
                    <a:pt x="168" y="91"/>
                  </a:cubicBezTo>
                  <a:cubicBezTo>
                    <a:pt x="168" y="91"/>
                    <a:pt x="168" y="91"/>
                    <a:pt x="168" y="91"/>
                  </a:cubicBezTo>
                  <a:cubicBezTo>
                    <a:pt x="167" y="92"/>
                    <a:pt x="167" y="92"/>
                    <a:pt x="167" y="92"/>
                  </a:cubicBezTo>
                  <a:cubicBezTo>
                    <a:pt x="166" y="92"/>
                    <a:pt x="166" y="92"/>
                    <a:pt x="166" y="92"/>
                  </a:cubicBezTo>
                  <a:cubicBezTo>
                    <a:pt x="165" y="93"/>
                    <a:pt x="165" y="93"/>
                    <a:pt x="165" y="93"/>
                  </a:cubicBezTo>
                  <a:cubicBezTo>
                    <a:pt x="165" y="93"/>
                    <a:pt x="165" y="93"/>
                    <a:pt x="165" y="93"/>
                  </a:cubicBezTo>
                  <a:cubicBezTo>
                    <a:pt x="165" y="94"/>
                    <a:pt x="165" y="94"/>
                    <a:pt x="165" y="94"/>
                  </a:cubicBezTo>
                  <a:cubicBezTo>
                    <a:pt x="164" y="94"/>
                    <a:pt x="164" y="94"/>
                    <a:pt x="164" y="94"/>
                  </a:cubicBezTo>
                  <a:cubicBezTo>
                    <a:pt x="164" y="94"/>
                    <a:pt x="164" y="94"/>
                    <a:pt x="164" y="94"/>
                  </a:cubicBezTo>
                  <a:cubicBezTo>
                    <a:pt x="164" y="94"/>
                    <a:pt x="164" y="94"/>
                    <a:pt x="164" y="94"/>
                  </a:cubicBezTo>
                  <a:cubicBezTo>
                    <a:pt x="163" y="94"/>
                    <a:pt x="163" y="94"/>
                    <a:pt x="163" y="94"/>
                  </a:cubicBezTo>
                  <a:cubicBezTo>
                    <a:pt x="162" y="94"/>
                    <a:pt x="162" y="94"/>
                    <a:pt x="162" y="94"/>
                  </a:cubicBezTo>
                  <a:cubicBezTo>
                    <a:pt x="162" y="94"/>
                    <a:pt x="162" y="94"/>
                    <a:pt x="162" y="94"/>
                  </a:cubicBezTo>
                  <a:cubicBezTo>
                    <a:pt x="161" y="94"/>
                    <a:pt x="161" y="94"/>
                    <a:pt x="161" y="94"/>
                  </a:cubicBezTo>
                  <a:cubicBezTo>
                    <a:pt x="160" y="94"/>
                    <a:pt x="160" y="94"/>
                    <a:pt x="160" y="94"/>
                  </a:cubicBezTo>
                  <a:cubicBezTo>
                    <a:pt x="160" y="94"/>
                    <a:pt x="160" y="94"/>
                    <a:pt x="160" y="94"/>
                  </a:cubicBezTo>
                  <a:cubicBezTo>
                    <a:pt x="160" y="93"/>
                    <a:pt x="160" y="93"/>
                    <a:pt x="160" y="93"/>
                  </a:cubicBezTo>
                  <a:cubicBezTo>
                    <a:pt x="162" y="93"/>
                    <a:pt x="162" y="93"/>
                    <a:pt x="162" y="93"/>
                  </a:cubicBezTo>
                  <a:cubicBezTo>
                    <a:pt x="162" y="92"/>
                    <a:pt x="162" y="92"/>
                    <a:pt x="162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4" y="91"/>
                    <a:pt x="164" y="91"/>
                    <a:pt x="164" y="91"/>
                  </a:cubicBezTo>
                  <a:cubicBezTo>
                    <a:pt x="164" y="91"/>
                    <a:pt x="164" y="91"/>
                    <a:pt x="164" y="91"/>
                  </a:cubicBezTo>
                  <a:cubicBezTo>
                    <a:pt x="164" y="90"/>
                    <a:pt x="164" y="90"/>
                    <a:pt x="164" y="90"/>
                  </a:cubicBezTo>
                  <a:cubicBezTo>
                    <a:pt x="165" y="90"/>
                    <a:pt x="165" y="90"/>
                    <a:pt x="165" y="90"/>
                  </a:cubicBezTo>
                  <a:cubicBezTo>
                    <a:pt x="166" y="89"/>
                    <a:pt x="166" y="89"/>
                    <a:pt x="166" y="89"/>
                  </a:cubicBezTo>
                  <a:cubicBezTo>
                    <a:pt x="166" y="88"/>
                    <a:pt x="166" y="88"/>
                    <a:pt x="166" y="88"/>
                  </a:cubicBezTo>
                  <a:cubicBezTo>
                    <a:pt x="166" y="87"/>
                    <a:pt x="166" y="87"/>
                    <a:pt x="166" y="87"/>
                  </a:cubicBezTo>
                  <a:cubicBezTo>
                    <a:pt x="165" y="86"/>
                    <a:pt x="165" y="86"/>
                    <a:pt x="165" y="86"/>
                  </a:cubicBezTo>
                  <a:cubicBezTo>
                    <a:pt x="165" y="86"/>
                    <a:pt x="165" y="86"/>
                    <a:pt x="165" y="86"/>
                  </a:cubicBezTo>
                  <a:cubicBezTo>
                    <a:pt x="163" y="87"/>
                    <a:pt x="163" y="87"/>
                    <a:pt x="163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0" y="88"/>
                    <a:pt x="160" y="88"/>
                    <a:pt x="160" y="88"/>
                  </a:cubicBezTo>
                  <a:cubicBezTo>
                    <a:pt x="157" y="88"/>
                    <a:pt x="157" y="88"/>
                    <a:pt x="157" y="88"/>
                  </a:cubicBezTo>
                  <a:cubicBezTo>
                    <a:pt x="153" y="90"/>
                    <a:pt x="153" y="90"/>
                    <a:pt x="153" y="90"/>
                  </a:cubicBezTo>
                  <a:cubicBezTo>
                    <a:pt x="152" y="90"/>
                    <a:pt x="152" y="90"/>
                    <a:pt x="152" y="90"/>
                  </a:cubicBezTo>
                  <a:cubicBezTo>
                    <a:pt x="149" y="91"/>
                    <a:pt x="149" y="91"/>
                    <a:pt x="149" y="91"/>
                  </a:cubicBezTo>
                  <a:cubicBezTo>
                    <a:pt x="146" y="92"/>
                    <a:pt x="146" y="92"/>
                    <a:pt x="146" y="92"/>
                  </a:cubicBezTo>
                  <a:cubicBezTo>
                    <a:pt x="145" y="93"/>
                    <a:pt x="145" y="93"/>
                    <a:pt x="145" y="93"/>
                  </a:cubicBezTo>
                  <a:cubicBezTo>
                    <a:pt x="145" y="94"/>
                    <a:pt x="145" y="94"/>
                    <a:pt x="145" y="94"/>
                  </a:cubicBezTo>
                  <a:cubicBezTo>
                    <a:pt x="146" y="94"/>
                    <a:pt x="146" y="94"/>
                    <a:pt x="146" y="94"/>
                  </a:cubicBezTo>
                  <a:cubicBezTo>
                    <a:pt x="146" y="94"/>
                    <a:pt x="146" y="94"/>
                    <a:pt x="146" y="94"/>
                  </a:cubicBezTo>
                  <a:cubicBezTo>
                    <a:pt x="145" y="95"/>
                    <a:pt x="145" y="95"/>
                    <a:pt x="145" y="95"/>
                  </a:cubicBezTo>
                  <a:cubicBezTo>
                    <a:pt x="144" y="95"/>
                    <a:pt x="144" y="95"/>
                    <a:pt x="144" y="95"/>
                  </a:cubicBezTo>
                  <a:cubicBezTo>
                    <a:pt x="143" y="96"/>
                    <a:pt x="143" y="96"/>
                    <a:pt x="143" y="96"/>
                  </a:cubicBezTo>
                  <a:cubicBezTo>
                    <a:pt x="142" y="96"/>
                    <a:pt x="142" y="96"/>
                    <a:pt x="142" y="96"/>
                  </a:cubicBezTo>
                  <a:cubicBezTo>
                    <a:pt x="141" y="96"/>
                    <a:pt x="141" y="96"/>
                    <a:pt x="141" y="96"/>
                  </a:cubicBezTo>
                  <a:cubicBezTo>
                    <a:pt x="141" y="97"/>
                    <a:pt x="141" y="97"/>
                    <a:pt x="141" y="97"/>
                  </a:cubicBezTo>
                  <a:cubicBezTo>
                    <a:pt x="140" y="98"/>
                    <a:pt x="140" y="98"/>
                    <a:pt x="140" y="98"/>
                  </a:cubicBezTo>
                  <a:cubicBezTo>
                    <a:pt x="139" y="99"/>
                    <a:pt x="139" y="99"/>
                    <a:pt x="139" y="99"/>
                  </a:cubicBezTo>
                  <a:cubicBezTo>
                    <a:pt x="139" y="100"/>
                    <a:pt x="139" y="100"/>
                    <a:pt x="139" y="100"/>
                  </a:cubicBezTo>
                  <a:cubicBezTo>
                    <a:pt x="140" y="99"/>
                    <a:pt x="140" y="99"/>
                    <a:pt x="140" y="99"/>
                  </a:cubicBezTo>
                  <a:cubicBezTo>
                    <a:pt x="140" y="100"/>
                    <a:pt x="140" y="100"/>
                    <a:pt x="140" y="100"/>
                  </a:cubicBezTo>
                  <a:cubicBezTo>
                    <a:pt x="140" y="100"/>
                    <a:pt x="140" y="100"/>
                    <a:pt x="140" y="100"/>
                  </a:cubicBezTo>
                  <a:cubicBezTo>
                    <a:pt x="140" y="100"/>
                    <a:pt x="140" y="100"/>
                    <a:pt x="140" y="100"/>
                  </a:cubicBezTo>
                  <a:cubicBezTo>
                    <a:pt x="141" y="100"/>
                    <a:pt x="141" y="100"/>
                    <a:pt x="141" y="100"/>
                  </a:cubicBezTo>
                  <a:cubicBezTo>
                    <a:pt x="142" y="100"/>
                    <a:pt x="142" y="100"/>
                    <a:pt x="142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3" y="100"/>
                    <a:pt x="143" y="100"/>
                    <a:pt x="143" y="100"/>
                  </a:cubicBezTo>
                  <a:cubicBezTo>
                    <a:pt x="143" y="101"/>
                    <a:pt x="143" y="101"/>
                    <a:pt x="143" y="101"/>
                  </a:cubicBezTo>
                  <a:cubicBezTo>
                    <a:pt x="142" y="101"/>
                    <a:pt x="142" y="101"/>
                    <a:pt x="142" y="101"/>
                  </a:cubicBezTo>
                  <a:cubicBezTo>
                    <a:pt x="141" y="101"/>
                    <a:pt x="141" y="101"/>
                    <a:pt x="141" y="101"/>
                  </a:cubicBezTo>
                  <a:cubicBezTo>
                    <a:pt x="140" y="101"/>
                    <a:pt x="140" y="101"/>
                    <a:pt x="140" y="101"/>
                  </a:cubicBezTo>
                  <a:cubicBezTo>
                    <a:pt x="140" y="102"/>
                    <a:pt x="140" y="102"/>
                    <a:pt x="140" y="102"/>
                  </a:cubicBezTo>
                  <a:cubicBezTo>
                    <a:pt x="142" y="103"/>
                    <a:pt x="142" y="103"/>
                    <a:pt x="142" y="103"/>
                  </a:cubicBezTo>
                  <a:cubicBezTo>
                    <a:pt x="143" y="102"/>
                    <a:pt x="143" y="102"/>
                    <a:pt x="143" y="102"/>
                  </a:cubicBezTo>
                  <a:cubicBezTo>
                    <a:pt x="143" y="102"/>
                    <a:pt x="143" y="102"/>
                    <a:pt x="143" y="102"/>
                  </a:cubicBezTo>
                  <a:cubicBezTo>
                    <a:pt x="143" y="102"/>
                    <a:pt x="143" y="102"/>
                    <a:pt x="143" y="102"/>
                  </a:cubicBezTo>
                  <a:cubicBezTo>
                    <a:pt x="143" y="102"/>
                    <a:pt x="143" y="102"/>
                    <a:pt x="143" y="102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4" y="103"/>
                    <a:pt x="144" y="103"/>
                    <a:pt x="144" y="103"/>
                  </a:cubicBezTo>
                  <a:cubicBezTo>
                    <a:pt x="145" y="103"/>
                    <a:pt x="145" y="103"/>
                    <a:pt x="145" y="103"/>
                  </a:cubicBezTo>
                  <a:cubicBezTo>
                    <a:pt x="147" y="102"/>
                    <a:pt x="147" y="102"/>
                    <a:pt x="147" y="102"/>
                  </a:cubicBezTo>
                  <a:cubicBezTo>
                    <a:pt x="148" y="102"/>
                    <a:pt x="148" y="102"/>
                    <a:pt x="148" y="102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0" y="103"/>
                    <a:pt x="150" y="103"/>
                    <a:pt x="150" y="103"/>
                  </a:cubicBezTo>
                  <a:cubicBezTo>
                    <a:pt x="151" y="103"/>
                    <a:pt x="151" y="103"/>
                    <a:pt x="151" y="103"/>
                  </a:cubicBezTo>
                  <a:cubicBezTo>
                    <a:pt x="151" y="104"/>
                    <a:pt x="151" y="104"/>
                    <a:pt x="151" y="104"/>
                  </a:cubicBezTo>
                  <a:cubicBezTo>
                    <a:pt x="152" y="104"/>
                    <a:pt x="152" y="104"/>
                    <a:pt x="152" y="104"/>
                  </a:cubicBezTo>
                  <a:cubicBezTo>
                    <a:pt x="151" y="104"/>
                    <a:pt x="151" y="104"/>
                    <a:pt x="151" y="104"/>
                  </a:cubicBezTo>
                  <a:cubicBezTo>
                    <a:pt x="151" y="104"/>
                    <a:pt x="151" y="104"/>
                    <a:pt x="151" y="104"/>
                  </a:cubicBezTo>
                  <a:cubicBezTo>
                    <a:pt x="150" y="104"/>
                    <a:pt x="150" y="104"/>
                    <a:pt x="150" y="104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9" y="104"/>
                    <a:pt x="149" y="104"/>
                    <a:pt x="149" y="104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8" y="105"/>
                    <a:pt x="148" y="105"/>
                    <a:pt x="148" y="105"/>
                  </a:cubicBezTo>
                  <a:cubicBezTo>
                    <a:pt x="147" y="104"/>
                    <a:pt x="147" y="104"/>
                    <a:pt x="147" y="104"/>
                  </a:cubicBezTo>
                  <a:cubicBezTo>
                    <a:pt x="145" y="104"/>
                    <a:pt x="145" y="104"/>
                    <a:pt x="145" y="104"/>
                  </a:cubicBezTo>
                  <a:cubicBezTo>
                    <a:pt x="144" y="105"/>
                    <a:pt x="144" y="105"/>
                    <a:pt x="144" y="105"/>
                  </a:cubicBezTo>
                  <a:cubicBezTo>
                    <a:pt x="144" y="104"/>
                    <a:pt x="144" y="104"/>
                    <a:pt x="144" y="104"/>
                  </a:cubicBezTo>
                  <a:cubicBezTo>
                    <a:pt x="143" y="104"/>
                    <a:pt x="143" y="104"/>
                    <a:pt x="143" y="104"/>
                  </a:cubicBezTo>
                  <a:cubicBezTo>
                    <a:pt x="143" y="105"/>
                    <a:pt x="143" y="105"/>
                    <a:pt x="143" y="105"/>
                  </a:cubicBezTo>
                  <a:cubicBezTo>
                    <a:pt x="142" y="105"/>
                    <a:pt x="142" y="105"/>
                    <a:pt x="142" y="105"/>
                  </a:cubicBezTo>
                  <a:cubicBezTo>
                    <a:pt x="140" y="105"/>
                    <a:pt x="140" y="105"/>
                    <a:pt x="140" y="105"/>
                  </a:cubicBezTo>
                  <a:cubicBezTo>
                    <a:pt x="140" y="105"/>
                    <a:pt x="140" y="105"/>
                    <a:pt x="140" y="105"/>
                  </a:cubicBezTo>
                  <a:cubicBezTo>
                    <a:pt x="138" y="105"/>
                    <a:pt x="138" y="105"/>
                    <a:pt x="138" y="105"/>
                  </a:cubicBezTo>
                  <a:cubicBezTo>
                    <a:pt x="138" y="106"/>
                    <a:pt x="138" y="106"/>
                    <a:pt x="138" y="106"/>
                  </a:cubicBezTo>
                  <a:cubicBezTo>
                    <a:pt x="138" y="108"/>
                    <a:pt x="138" y="108"/>
                    <a:pt x="138" y="108"/>
                  </a:cubicBezTo>
                  <a:cubicBezTo>
                    <a:pt x="138" y="109"/>
                    <a:pt x="138" y="109"/>
                    <a:pt x="138" y="109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40" y="111"/>
                    <a:pt x="140" y="111"/>
                    <a:pt x="140" y="111"/>
                  </a:cubicBezTo>
                  <a:cubicBezTo>
                    <a:pt x="141" y="111"/>
                    <a:pt x="141" y="111"/>
                    <a:pt x="141" y="111"/>
                  </a:cubicBezTo>
                  <a:cubicBezTo>
                    <a:pt x="141" y="111"/>
                    <a:pt x="141" y="111"/>
                    <a:pt x="141" y="111"/>
                  </a:cubicBezTo>
                  <a:cubicBezTo>
                    <a:pt x="141" y="110"/>
                    <a:pt x="141" y="110"/>
                    <a:pt x="141" y="110"/>
                  </a:cubicBezTo>
                  <a:cubicBezTo>
                    <a:pt x="142" y="111"/>
                    <a:pt x="142" y="111"/>
                    <a:pt x="142" y="111"/>
                  </a:cubicBezTo>
                  <a:cubicBezTo>
                    <a:pt x="142" y="111"/>
                    <a:pt x="142" y="111"/>
                    <a:pt x="142" y="111"/>
                  </a:cubicBezTo>
                  <a:cubicBezTo>
                    <a:pt x="142" y="111"/>
                    <a:pt x="142" y="111"/>
                    <a:pt x="142" y="111"/>
                  </a:cubicBezTo>
                  <a:cubicBezTo>
                    <a:pt x="143" y="111"/>
                    <a:pt x="143" y="111"/>
                    <a:pt x="143" y="111"/>
                  </a:cubicBezTo>
                  <a:cubicBezTo>
                    <a:pt x="143" y="112"/>
                    <a:pt x="143" y="112"/>
                    <a:pt x="143" y="11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45" y="112"/>
                    <a:pt x="145" y="112"/>
                    <a:pt x="145" y="112"/>
                  </a:cubicBezTo>
                  <a:cubicBezTo>
                    <a:pt x="145" y="112"/>
                    <a:pt x="145" y="112"/>
                    <a:pt x="145" y="112"/>
                  </a:cubicBezTo>
                  <a:cubicBezTo>
                    <a:pt x="146" y="112"/>
                    <a:pt x="146" y="112"/>
                    <a:pt x="146" y="112"/>
                  </a:cubicBezTo>
                  <a:cubicBezTo>
                    <a:pt x="147" y="112"/>
                    <a:pt x="147" y="112"/>
                    <a:pt x="147" y="112"/>
                  </a:cubicBezTo>
                  <a:cubicBezTo>
                    <a:pt x="148" y="112"/>
                    <a:pt x="148" y="112"/>
                    <a:pt x="148" y="112"/>
                  </a:cubicBezTo>
                  <a:cubicBezTo>
                    <a:pt x="148" y="112"/>
                    <a:pt x="148" y="112"/>
                    <a:pt x="148" y="112"/>
                  </a:cubicBezTo>
                  <a:cubicBezTo>
                    <a:pt x="149" y="112"/>
                    <a:pt x="149" y="112"/>
                    <a:pt x="149" y="112"/>
                  </a:cubicBezTo>
                  <a:cubicBezTo>
                    <a:pt x="150" y="112"/>
                    <a:pt x="150" y="112"/>
                    <a:pt x="150" y="112"/>
                  </a:cubicBezTo>
                  <a:cubicBezTo>
                    <a:pt x="151" y="112"/>
                    <a:pt x="151" y="112"/>
                    <a:pt x="151" y="112"/>
                  </a:cubicBezTo>
                  <a:cubicBezTo>
                    <a:pt x="151" y="112"/>
                    <a:pt x="151" y="112"/>
                    <a:pt x="151" y="112"/>
                  </a:cubicBezTo>
                  <a:cubicBezTo>
                    <a:pt x="152" y="113"/>
                    <a:pt x="152" y="113"/>
                    <a:pt x="152" y="113"/>
                  </a:cubicBezTo>
                  <a:cubicBezTo>
                    <a:pt x="152" y="113"/>
                    <a:pt x="152" y="113"/>
                    <a:pt x="152" y="113"/>
                  </a:cubicBezTo>
                  <a:cubicBezTo>
                    <a:pt x="152" y="113"/>
                    <a:pt x="152" y="113"/>
                    <a:pt x="152" y="113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4" y="114"/>
                    <a:pt x="154" y="114"/>
                    <a:pt x="154" y="114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6" y="116"/>
                    <a:pt x="156" y="116"/>
                  </a:cubicBezTo>
                  <a:cubicBezTo>
                    <a:pt x="156" y="116"/>
                    <a:pt x="156" y="116"/>
                    <a:pt x="156" y="116"/>
                  </a:cubicBezTo>
                  <a:cubicBezTo>
                    <a:pt x="156" y="117"/>
                    <a:pt x="156" y="117"/>
                    <a:pt x="156" y="117"/>
                  </a:cubicBezTo>
                  <a:cubicBezTo>
                    <a:pt x="157" y="117"/>
                    <a:pt x="157" y="117"/>
                    <a:pt x="157" y="117"/>
                  </a:cubicBezTo>
                  <a:cubicBezTo>
                    <a:pt x="158" y="118"/>
                    <a:pt x="158" y="118"/>
                    <a:pt x="158" y="118"/>
                  </a:cubicBezTo>
                  <a:cubicBezTo>
                    <a:pt x="158" y="119"/>
                    <a:pt x="158" y="119"/>
                    <a:pt x="158" y="119"/>
                  </a:cubicBezTo>
                  <a:cubicBezTo>
                    <a:pt x="158" y="119"/>
                    <a:pt x="158" y="119"/>
                    <a:pt x="158" y="119"/>
                  </a:cubicBezTo>
                  <a:cubicBezTo>
                    <a:pt x="158" y="119"/>
                    <a:pt x="158" y="119"/>
                    <a:pt x="158" y="119"/>
                  </a:cubicBezTo>
                  <a:cubicBezTo>
                    <a:pt x="157" y="119"/>
                    <a:pt x="157" y="119"/>
                    <a:pt x="157" y="119"/>
                  </a:cubicBezTo>
                  <a:cubicBezTo>
                    <a:pt x="156" y="119"/>
                    <a:pt x="156" y="119"/>
                    <a:pt x="156" y="119"/>
                  </a:cubicBezTo>
                  <a:cubicBezTo>
                    <a:pt x="154" y="118"/>
                    <a:pt x="154" y="118"/>
                    <a:pt x="154" y="118"/>
                  </a:cubicBezTo>
                  <a:cubicBezTo>
                    <a:pt x="154" y="119"/>
                    <a:pt x="154" y="119"/>
                    <a:pt x="154" y="119"/>
                  </a:cubicBezTo>
                  <a:cubicBezTo>
                    <a:pt x="153" y="118"/>
                    <a:pt x="153" y="118"/>
                    <a:pt x="153" y="118"/>
                  </a:cubicBezTo>
                  <a:cubicBezTo>
                    <a:pt x="153" y="119"/>
                    <a:pt x="153" y="119"/>
                    <a:pt x="153" y="119"/>
                  </a:cubicBezTo>
                  <a:cubicBezTo>
                    <a:pt x="152" y="119"/>
                    <a:pt x="152" y="119"/>
                    <a:pt x="152" y="119"/>
                  </a:cubicBezTo>
                  <a:cubicBezTo>
                    <a:pt x="152" y="118"/>
                    <a:pt x="152" y="118"/>
                    <a:pt x="152" y="118"/>
                  </a:cubicBezTo>
                  <a:cubicBezTo>
                    <a:pt x="151" y="118"/>
                    <a:pt x="151" y="118"/>
                    <a:pt x="151" y="118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50" y="117"/>
                    <a:pt x="150" y="117"/>
                    <a:pt x="150" y="117"/>
                  </a:cubicBezTo>
                  <a:cubicBezTo>
                    <a:pt x="149" y="117"/>
                    <a:pt x="149" y="117"/>
                    <a:pt x="149" y="117"/>
                  </a:cubicBezTo>
                  <a:cubicBezTo>
                    <a:pt x="149" y="117"/>
                    <a:pt x="149" y="117"/>
                    <a:pt x="149" y="117"/>
                  </a:cubicBezTo>
                  <a:cubicBezTo>
                    <a:pt x="148" y="117"/>
                    <a:pt x="148" y="117"/>
                    <a:pt x="148" y="117"/>
                  </a:cubicBezTo>
                  <a:cubicBezTo>
                    <a:pt x="147" y="116"/>
                    <a:pt x="147" y="116"/>
                    <a:pt x="147" y="116"/>
                  </a:cubicBezTo>
                  <a:cubicBezTo>
                    <a:pt x="147" y="116"/>
                    <a:pt x="147" y="116"/>
                    <a:pt x="147" y="116"/>
                  </a:cubicBezTo>
                  <a:cubicBezTo>
                    <a:pt x="147" y="116"/>
                    <a:pt x="147" y="116"/>
                    <a:pt x="147" y="116"/>
                  </a:cubicBezTo>
                  <a:cubicBezTo>
                    <a:pt x="146" y="116"/>
                    <a:pt x="146" y="116"/>
                    <a:pt x="146" y="116"/>
                  </a:cubicBezTo>
                  <a:cubicBezTo>
                    <a:pt x="146" y="116"/>
                    <a:pt x="146" y="116"/>
                    <a:pt x="146" y="116"/>
                  </a:cubicBezTo>
                  <a:cubicBezTo>
                    <a:pt x="145" y="115"/>
                    <a:pt x="145" y="115"/>
                    <a:pt x="145" y="115"/>
                  </a:cubicBezTo>
                  <a:cubicBezTo>
                    <a:pt x="143" y="115"/>
                    <a:pt x="143" y="115"/>
                    <a:pt x="143" y="115"/>
                  </a:cubicBezTo>
                  <a:cubicBezTo>
                    <a:pt x="142" y="115"/>
                    <a:pt x="142" y="115"/>
                    <a:pt x="142" y="115"/>
                  </a:cubicBezTo>
                  <a:cubicBezTo>
                    <a:pt x="141" y="115"/>
                    <a:pt x="141" y="115"/>
                    <a:pt x="141" y="115"/>
                  </a:cubicBezTo>
                  <a:cubicBezTo>
                    <a:pt x="138" y="115"/>
                    <a:pt x="138" y="115"/>
                    <a:pt x="138" y="115"/>
                  </a:cubicBezTo>
                  <a:cubicBezTo>
                    <a:pt x="137" y="115"/>
                    <a:pt x="137" y="115"/>
                    <a:pt x="137" y="115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5" y="117"/>
                    <a:pt x="135" y="117"/>
                    <a:pt x="135" y="117"/>
                  </a:cubicBezTo>
                  <a:cubicBezTo>
                    <a:pt x="135" y="118"/>
                    <a:pt x="135" y="118"/>
                    <a:pt x="135" y="118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6" y="124"/>
                    <a:pt x="136" y="124"/>
                    <a:pt x="136" y="124"/>
                  </a:cubicBezTo>
                  <a:cubicBezTo>
                    <a:pt x="136" y="124"/>
                    <a:pt x="136" y="124"/>
                    <a:pt x="136" y="124"/>
                  </a:cubicBezTo>
                  <a:cubicBezTo>
                    <a:pt x="138" y="125"/>
                    <a:pt x="138" y="125"/>
                    <a:pt x="138" y="125"/>
                  </a:cubicBezTo>
                  <a:cubicBezTo>
                    <a:pt x="138" y="125"/>
                    <a:pt x="138" y="125"/>
                    <a:pt x="138" y="125"/>
                  </a:cubicBezTo>
                  <a:cubicBezTo>
                    <a:pt x="139" y="125"/>
                    <a:pt x="139" y="125"/>
                    <a:pt x="139" y="125"/>
                  </a:cubicBezTo>
                  <a:cubicBezTo>
                    <a:pt x="139" y="125"/>
                    <a:pt x="139" y="125"/>
                    <a:pt x="139" y="125"/>
                  </a:cubicBezTo>
                  <a:cubicBezTo>
                    <a:pt x="140" y="125"/>
                    <a:pt x="140" y="125"/>
                    <a:pt x="140" y="125"/>
                  </a:cubicBezTo>
                  <a:cubicBezTo>
                    <a:pt x="141" y="125"/>
                    <a:pt x="141" y="125"/>
                    <a:pt x="141" y="125"/>
                  </a:cubicBezTo>
                  <a:cubicBezTo>
                    <a:pt x="141" y="125"/>
                    <a:pt x="141" y="125"/>
                    <a:pt x="141" y="125"/>
                  </a:cubicBezTo>
                  <a:cubicBezTo>
                    <a:pt x="142" y="126"/>
                    <a:pt x="142" y="126"/>
                    <a:pt x="142" y="126"/>
                  </a:cubicBezTo>
                  <a:cubicBezTo>
                    <a:pt x="143" y="126"/>
                    <a:pt x="143" y="126"/>
                    <a:pt x="143" y="126"/>
                  </a:cubicBezTo>
                  <a:cubicBezTo>
                    <a:pt x="143" y="127"/>
                    <a:pt x="143" y="127"/>
                    <a:pt x="143" y="127"/>
                  </a:cubicBezTo>
                  <a:cubicBezTo>
                    <a:pt x="144" y="127"/>
                    <a:pt x="144" y="127"/>
                    <a:pt x="144" y="127"/>
                  </a:cubicBezTo>
                  <a:cubicBezTo>
                    <a:pt x="144" y="127"/>
                    <a:pt x="144" y="127"/>
                    <a:pt x="144" y="127"/>
                  </a:cubicBezTo>
                  <a:cubicBezTo>
                    <a:pt x="143" y="127"/>
                    <a:pt x="143" y="127"/>
                    <a:pt x="143" y="127"/>
                  </a:cubicBezTo>
                  <a:cubicBezTo>
                    <a:pt x="143" y="128"/>
                    <a:pt x="143" y="128"/>
                    <a:pt x="143" y="128"/>
                  </a:cubicBezTo>
                  <a:cubicBezTo>
                    <a:pt x="143" y="128"/>
                    <a:pt x="143" y="128"/>
                    <a:pt x="143" y="128"/>
                  </a:cubicBezTo>
                  <a:cubicBezTo>
                    <a:pt x="143" y="129"/>
                    <a:pt x="143" y="129"/>
                    <a:pt x="143" y="129"/>
                  </a:cubicBezTo>
                  <a:cubicBezTo>
                    <a:pt x="143" y="129"/>
                    <a:pt x="143" y="129"/>
                    <a:pt x="143" y="129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1"/>
                    <a:pt x="141" y="131"/>
                    <a:pt x="141" y="131"/>
                  </a:cubicBezTo>
                  <a:cubicBezTo>
                    <a:pt x="142" y="131"/>
                    <a:pt x="142" y="131"/>
                    <a:pt x="142" y="131"/>
                  </a:cubicBezTo>
                  <a:cubicBezTo>
                    <a:pt x="142" y="132"/>
                    <a:pt x="142" y="132"/>
                    <a:pt x="142" y="132"/>
                  </a:cubicBezTo>
                  <a:cubicBezTo>
                    <a:pt x="142" y="133"/>
                    <a:pt x="142" y="133"/>
                    <a:pt x="142" y="133"/>
                  </a:cubicBezTo>
                  <a:cubicBezTo>
                    <a:pt x="142" y="133"/>
                    <a:pt x="142" y="133"/>
                    <a:pt x="142" y="133"/>
                  </a:cubicBezTo>
                  <a:cubicBezTo>
                    <a:pt x="141" y="134"/>
                    <a:pt x="141" y="134"/>
                    <a:pt x="141" y="134"/>
                  </a:cubicBezTo>
                  <a:cubicBezTo>
                    <a:pt x="142" y="134"/>
                    <a:pt x="142" y="134"/>
                    <a:pt x="142" y="134"/>
                  </a:cubicBezTo>
                  <a:cubicBezTo>
                    <a:pt x="143" y="134"/>
                    <a:pt x="143" y="134"/>
                    <a:pt x="143" y="134"/>
                  </a:cubicBezTo>
                  <a:cubicBezTo>
                    <a:pt x="144" y="134"/>
                    <a:pt x="144" y="134"/>
                    <a:pt x="144" y="134"/>
                  </a:cubicBezTo>
                  <a:cubicBezTo>
                    <a:pt x="144" y="134"/>
                    <a:pt x="144" y="134"/>
                    <a:pt x="144" y="134"/>
                  </a:cubicBezTo>
                  <a:cubicBezTo>
                    <a:pt x="144" y="134"/>
                    <a:pt x="144" y="134"/>
                    <a:pt x="144" y="13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6" y="134"/>
                    <a:pt x="146" y="134"/>
                    <a:pt x="146" y="134"/>
                  </a:cubicBezTo>
                  <a:cubicBezTo>
                    <a:pt x="147" y="134"/>
                    <a:pt x="147" y="134"/>
                    <a:pt x="147" y="134"/>
                  </a:cubicBezTo>
                  <a:cubicBezTo>
                    <a:pt x="148" y="135"/>
                    <a:pt x="148" y="135"/>
                    <a:pt x="148" y="135"/>
                  </a:cubicBezTo>
                  <a:cubicBezTo>
                    <a:pt x="149" y="134"/>
                    <a:pt x="149" y="134"/>
                    <a:pt x="149" y="134"/>
                  </a:cubicBezTo>
                  <a:cubicBezTo>
                    <a:pt x="150" y="134"/>
                    <a:pt x="150" y="134"/>
                    <a:pt x="150" y="134"/>
                  </a:cubicBezTo>
                  <a:cubicBezTo>
                    <a:pt x="150" y="135"/>
                    <a:pt x="150" y="135"/>
                    <a:pt x="150" y="135"/>
                  </a:cubicBezTo>
                  <a:cubicBezTo>
                    <a:pt x="150" y="135"/>
                    <a:pt x="150" y="135"/>
                    <a:pt x="150" y="135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5"/>
                    <a:pt x="152" y="135"/>
                    <a:pt x="152" y="135"/>
                  </a:cubicBezTo>
                  <a:cubicBezTo>
                    <a:pt x="152" y="135"/>
                    <a:pt x="152" y="135"/>
                    <a:pt x="152" y="135"/>
                  </a:cubicBezTo>
                  <a:cubicBezTo>
                    <a:pt x="152" y="135"/>
                    <a:pt x="152" y="135"/>
                    <a:pt x="152" y="135"/>
                  </a:cubicBezTo>
                  <a:cubicBezTo>
                    <a:pt x="153" y="135"/>
                    <a:pt x="153" y="135"/>
                    <a:pt x="153" y="135"/>
                  </a:cubicBezTo>
                  <a:cubicBezTo>
                    <a:pt x="153" y="135"/>
                    <a:pt x="153" y="135"/>
                    <a:pt x="153" y="135"/>
                  </a:cubicBezTo>
                  <a:cubicBezTo>
                    <a:pt x="154" y="135"/>
                    <a:pt x="154" y="135"/>
                    <a:pt x="154" y="135"/>
                  </a:cubicBezTo>
                  <a:cubicBezTo>
                    <a:pt x="154" y="135"/>
                    <a:pt x="154" y="135"/>
                    <a:pt x="154" y="135"/>
                  </a:cubicBezTo>
                  <a:cubicBezTo>
                    <a:pt x="155" y="135"/>
                    <a:pt x="155" y="135"/>
                    <a:pt x="155" y="135"/>
                  </a:cubicBezTo>
                  <a:cubicBezTo>
                    <a:pt x="155" y="134"/>
                    <a:pt x="155" y="134"/>
                    <a:pt x="155" y="134"/>
                  </a:cubicBezTo>
                  <a:cubicBezTo>
                    <a:pt x="156" y="134"/>
                    <a:pt x="156" y="134"/>
                    <a:pt x="156" y="134"/>
                  </a:cubicBezTo>
                  <a:cubicBezTo>
                    <a:pt x="157" y="134"/>
                    <a:pt x="157" y="134"/>
                    <a:pt x="157" y="134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59" y="133"/>
                    <a:pt x="159" y="133"/>
                    <a:pt x="159" y="133"/>
                  </a:cubicBezTo>
                  <a:cubicBezTo>
                    <a:pt x="160" y="133"/>
                    <a:pt x="160" y="133"/>
                    <a:pt x="160" y="133"/>
                  </a:cubicBezTo>
                  <a:cubicBezTo>
                    <a:pt x="160" y="133"/>
                    <a:pt x="160" y="133"/>
                    <a:pt x="160" y="133"/>
                  </a:cubicBezTo>
                  <a:cubicBezTo>
                    <a:pt x="160" y="133"/>
                    <a:pt x="160" y="133"/>
                    <a:pt x="160" y="133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62" y="133"/>
                    <a:pt x="162" y="133"/>
                    <a:pt x="162" y="133"/>
                  </a:cubicBezTo>
                  <a:cubicBezTo>
                    <a:pt x="162" y="133"/>
                    <a:pt x="162" y="133"/>
                    <a:pt x="162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6" y="132"/>
                    <a:pt x="166" y="132"/>
                    <a:pt x="166" y="132"/>
                  </a:cubicBezTo>
                  <a:cubicBezTo>
                    <a:pt x="166" y="131"/>
                    <a:pt x="166" y="131"/>
                    <a:pt x="166" y="131"/>
                  </a:cubicBezTo>
                  <a:cubicBezTo>
                    <a:pt x="166" y="131"/>
                    <a:pt x="166" y="131"/>
                    <a:pt x="166" y="131"/>
                  </a:cubicBezTo>
                  <a:cubicBezTo>
                    <a:pt x="167" y="132"/>
                    <a:pt x="167" y="132"/>
                    <a:pt x="167" y="132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1"/>
                    <a:pt x="168" y="131"/>
                    <a:pt x="168" y="131"/>
                  </a:cubicBezTo>
                  <a:cubicBezTo>
                    <a:pt x="168" y="130"/>
                    <a:pt x="168" y="130"/>
                    <a:pt x="168" y="130"/>
                  </a:cubicBezTo>
                  <a:cubicBezTo>
                    <a:pt x="168" y="130"/>
                    <a:pt x="168" y="130"/>
                    <a:pt x="168" y="130"/>
                  </a:cubicBezTo>
                  <a:cubicBezTo>
                    <a:pt x="168" y="130"/>
                    <a:pt x="168" y="130"/>
                    <a:pt x="168" y="130"/>
                  </a:cubicBezTo>
                  <a:cubicBezTo>
                    <a:pt x="169" y="130"/>
                    <a:pt x="169" y="130"/>
                    <a:pt x="169" y="130"/>
                  </a:cubicBezTo>
                  <a:cubicBezTo>
                    <a:pt x="169" y="130"/>
                    <a:pt x="169" y="130"/>
                    <a:pt x="169" y="130"/>
                  </a:cubicBezTo>
                  <a:cubicBezTo>
                    <a:pt x="169" y="129"/>
                    <a:pt x="169" y="129"/>
                    <a:pt x="169" y="129"/>
                  </a:cubicBezTo>
                  <a:cubicBezTo>
                    <a:pt x="169" y="129"/>
                    <a:pt x="169" y="129"/>
                    <a:pt x="169" y="129"/>
                  </a:cubicBezTo>
                  <a:cubicBezTo>
                    <a:pt x="170" y="129"/>
                    <a:pt x="170" y="129"/>
                    <a:pt x="170" y="129"/>
                  </a:cubicBezTo>
                  <a:cubicBezTo>
                    <a:pt x="170" y="130"/>
                    <a:pt x="170" y="130"/>
                    <a:pt x="170" y="130"/>
                  </a:cubicBezTo>
                  <a:cubicBezTo>
                    <a:pt x="170" y="130"/>
                    <a:pt x="170" y="130"/>
                    <a:pt x="170" y="130"/>
                  </a:cubicBezTo>
                  <a:cubicBezTo>
                    <a:pt x="170" y="131"/>
                    <a:pt x="170" y="131"/>
                    <a:pt x="170" y="131"/>
                  </a:cubicBezTo>
                  <a:cubicBezTo>
                    <a:pt x="170" y="131"/>
                    <a:pt x="170" y="131"/>
                    <a:pt x="170" y="131"/>
                  </a:cubicBezTo>
                  <a:cubicBezTo>
                    <a:pt x="170" y="131"/>
                    <a:pt x="170" y="131"/>
                    <a:pt x="170" y="131"/>
                  </a:cubicBezTo>
                  <a:cubicBezTo>
                    <a:pt x="169" y="132"/>
                    <a:pt x="169" y="132"/>
                    <a:pt x="169" y="132"/>
                  </a:cubicBezTo>
                  <a:cubicBezTo>
                    <a:pt x="169" y="132"/>
                    <a:pt x="169" y="132"/>
                    <a:pt x="169" y="132"/>
                  </a:cubicBezTo>
                  <a:cubicBezTo>
                    <a:pt x="169" y="132"/>
                    <a:pt x="169" y="132"/>
                    <a:pt x="169" y="132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4"/>
                    <a:pt x="172" y="134"/>
                    <a:pt x="172" y="134"/>
                  </a:cubicBezTo>
                  <a:cubicBezTo>
                    <a:pt x="172" y="134"/>
                    <a:pt x="172" y="134"/>
                    <a:pt x="172" y="134"/>
                  </a:cubicBezTo>
                  <a:cubicBezTo>
                    <a:pt x="172" y="134"/>
                    <a:pt x="172" y="134"/>
                    <a:pt x="172" y="134"/>
                  </a:cubicBezTo>
                  <a:cubicBezTo>
                    <a:pt x="173" y="134"/>
                    <a:pt x="173" y="134"/>
                    <a:pt x="173" y="134"/>
                  </a:cubicBezTo>
                  <a:cubicBezTo>
                    <a:pt x="173" y="134"/>
                    <a:pt x="173" y="134"/>
                    <a:pt x="173" y="134"/>
                  </a:cubicBezTo>
                  <a:cubicBezTo>
                    <a:pt x="173" y="134"/>
                    <a:pt x="173" y="134"/>
                    <a:pt x="173" y="134"/>
                  </a:cubicBezTo>
                  <a:cubicBezTo>
                    <a:pt x="173" y="135"/>
                    <a:pt x="173" y="135"/>
                    <a:pt x="173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2" y="136"/>
                    <a:pt x="172" y="136"/>
                  </a:cubicBezTo>
                  <a:cubicBezTo>
                    <a:pt x="172" y="136"/>
                    <a:pt x="172" y="136"/>
                    <a:pt x="172" y="136"/>
                  </a:cubicBezTo>
                  <a:cubicBezTo>
                    <a:pt x="173" y="136"/>
                    <a:pt x="173" y="136"/>
                    <a:pt x="173" y="136"/>
                  </a:cubicBezTo>
                  <a:cubicBezTo>
                    <a:pt x="173" y="136"/>
                    <a:pt x="173" y="136"/>
                    <a:pt x="173" y="136"/>
                  </a:cubicBezTo>
                  <a:cubicBezTo>
                    <a:pt x="174" y="136"/>
                    <a:pt x="174" y="136"/>
                    <a:pt x="174" y="136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175" y="135"/>
                    <a:pt x="175" y="135"/>
                    <a:pt x="175" y="135"/>
                  </a:cubicBezTo>
                  <a:cubicBezTo>
                    <a:pt x="175" y="136"/>
                    <a:pt x="175" y="136"/>
                    <a:pt x="175" y="136"/>
                  </a:cubicBezTo>
                  <a:cubicBezTo>
                    <a:pt x="175" y="137"/>
                    <a:pt x="175" y="137"/>
                    <a:pt x="175" y="137"/>
                  </a:cubicBezTo>
                  <a:cubicBezTo>
                    <a:pt x="176" y="137"/>
                    <a:pt x="176" y="137"/>
                    <a:pt x="176" y="137"/>
                  </a:cubicBezTo>
                  <a:cubicBezTo>
                    <a:pt x="176" y="137"/>
                    <a:pt x="176" y="137"/>
                    <a:pt x="176" y="137"/>
                  </a:cubicBezTo>
                  <a:cubicBezTo>
                    <a:pt x="177" y="137"/>
                    <a:pt x="177" y="137"/>
                    <a:pt x="177" y="137"/>
                  </a:cubicBezTo>
                  <a:cubicBezTo>
                    <a:pt x="177" y="137"/>
                    <a:pt x="177" y="137"/>
                    <a:pt x="177" y="137"/>
                  </a:cubicBezTo>
                  <a:cubicBezTo>
                    <a:pt x="178" y="137"/>
                    <a:pt x="178" y="137"/>
                    <a:pt x="178" y="137"/>
                  </a:cubicBezTo>
                  <a:cubicBezTo>
                    <a:pt x="178" y="138"/>
                    <a:pt x="178" y="138"/>
                    <a:pt x="178" y="138"/>
                  </a:cubicBezTo>
                  <a:cubicBezTo>
                    <a:pt x="179" y="138"/>
                    <a:pt x="179" y="138"/>
                    <a:pt x="179" y="138"/>
                  </a:cubicBezTo>
                  <a:cubicBezTo>
                    <a:pt x="179" y="137"/>
                    <a:pt x="179" y="137"/>
                    <a:pt x="179" y="137"/>
                  </a:cubicBezTo>
                  <a:cubicBezTo>
                    <a:pt x="179" y="137"/>
                    <a:pt x="179" y="137"/>
                    <a:pt x="179" y="137"/>
                  </a:cubicBezTo>
                  <a:cubicBezTo>
                    <a:pt x="180" y="137"/>
                    <a:pt x="180" y="137"/>
                    <a:pt x="180" y="137"/>
                  </a:cubicBezTo>
                  <a:cubicBezTo>
                    <a:pt x="180" y="137"/>
                    <a:pt x="180" y="137"/>
                    <a:pt x="180" y="137"/>
                  </a:cubicBezTo>
                  <a:cubicBezTo>
                    <a:pt x="180" y="138"/>
                    <a:pt x="180" y="138"/>
                    <a:pt x="180" y="138"/>
                  </a:cubicBezTo>
                  <a:cubicBezTo>
                    <a:pt x="180" y="138"/>
                    <a:pt x="180" y="138"/>
                    <a:pt x="180" y="138"/>
                  </a:cubicBezTo>
                  <a:cubicBezTo>
                    <a:pt x="181" y="138"/>
                    <a:pt x="181" y="138"/>
                    <a:pt x="181" y="138"/>
                  </a:cubicBezTo>
                  <a:cubicBezTo>
                    <a:pt x="181" y="137"/>
                    <a:pt x="181" y="137"/>
                    <a:pt x="181" y="137"/>
                  </a:cubicBezTo>
                  <a:cubicBezTo>
                    <a:pt x="182" y="137"/>
                    <a:pt x="182" y="137"/>
                    <a:pt x="182" y="137"/>
                  </a:cubicBezTo>
                  <a:cubicBezTo>
                    <a:pt x="182" y="138"/>
                    <a:pt x="182" y="138"/>
                    <a:pt x="182" y="138"/>
                  </a:cubicBezTo>
                  <a:cubicBezTo>
                    <a:pt x="182" y="138"/>
                    <a:pt x="182" y="138"/>
                    <a:pt x="182" y="138"/>
                  </a:cubicBezTo>
                  <a:cubicBezTo>
                    <a:pt x="183" y="137"/>
                    <a:pt x="183" y="137"/>
                    <a:pt x="183" y="137"/>
                  </a:cubicBezTo>
                  <a:cubicBezTo>
                    <a:pt x="183" y="137"/>
                    <a:pt x="183" y="137"/>
                    <a:pt x="183" y="137"/>
                  </a:cubicBezTo>
                  <a:cubicBezTo>
                    <a:pt x="183" y="137"/>
                    <a:pt x="183" y="137"/>
                    <a:pt x="183" y="137"/>
                  </a:cubicBezTo>
                  <a:cubicBezTo>
                    <a:pt x="184" y="137"/>
                    <a:pt x="184" y="137"/>
                    <a:pt x="184" y="137"/>
                  </a:cubicBezTo>
                  <a:cubicBezTo>
                    <a:pt x="184" y="137"/>
                    <a:pt x="184" y="137"/>
                    <a:pt x="184" y="137"/>
                  </a:cubicBezTo>
                  <a:cubicBezTo>
                    <a:pt x="184" y="137"/>
                    <a:pt x="184" y="137"/>
                    <a:pt x="184" y="137"/>
                  </a:cubicBezTo>
                  <a:cubicBezTo>
                    <a:pt x="185" y="137"/>
                    <a:pt x="185" y="137"/>
                    <a:pt x="185" y="137"/>
                  </a:cubicBezTo>
                  <a:close/>
                  <a:moveTo>
                    <a:pt x="267" y="165"/>
                  </a:moveTo>
                  <a:cubicBezTo>
                    <a:pt x="268" y="165"/>
                    <a:pt x="268" y="165"/>
                    <a:pt x="268" y="165"/>
                  </a:cubicBezTo>
                  <a:cubicBezTo>
                    <a:pt x="268" y="164"/>
                    <a:pt x="268" y="164"/>
                    <a:pt x="268" y="164"/>
                  </a:cubicBezTo>
                  <a:cubicBezTo>
                    <a:pt x="268" y="163"/>
                    <a:pt x="268" y="163"/>
                    <a:pt x="268" y="163"/>
                  </a:cubicBezTo>
                  <a:cubicBezTo>
                    <a:pt x="268" y="162"/>
                    <a:pt x="268" y="162"/>
                    <a:pt x="268" y="162"/>
                  </a:cubicBezTo>
                  <a:cubicBezTo>
                    <a:pt x="269" y="161"/>
                    <a:pt x="269" y="161"/>
                    <a:pt x="269" y="161"/>
                  </a:cubicBezTo>
                  <a:cubicBezTo>
                    <a:pt x="269" y="161"/>
                    <a:pt x="269" y="161"/>
                    <a:pt x="269" y="161"/>
                  </a:cubicBezTo>
                  <a:cubicBezTo>
                    <a:pt x="270" y="160"/>
                    <a:pt x="270" y="160"/>
                    <a:pt x="270" y="160"/>
                  </a:cubicBezTo>
                  <a:cubicBezTo>
                    <a:pt x="271" y="158"/>
                    <a:pt x="271" y="158"/>
                    <a:pt x="271" y="158"/>
                  </a:cubicBezTo>
                  <a:cubicBezTo>
                    <a:pt x="272" y="158"/>
                    <a:pt x="272" y="158"/>
                    <a:pt x="272" y="158"/>
                  </a:cubicBezTo>
                  <a:cubicBezTo>
                    <a:pt x="273" y="158"/>
                    <a:pt x="273" y="158"/>
                    <a:pt x="273" y="158"/>
                  </a:cubicBezTo>
                  <a:cubicBezTo>
                    <a:pt x="273" y="158"/>
                    <a:pt x="273" y="158"/>
                    <a:pt x="273" y="158"/>
                  </a:cubicBezTo>
                  <a:cubicBezTo>
                    <a:pt x="273" y="158"/>
                    <a:pt x="273" y="158"/>
                    <a:pt x="273" y="158"/>
                  </a:cubicBezTo>
                  <a:cubicBezTo>
                    <a:pt x="274" y="157"/>
                    <a:pt x="274" y="157"/>
                    <a:pt x="274" y="157"/>
                  </a:cubicBezTo>
                  <a:cubicBezTo>
                    <a:pt x="275" y="158"/>
                    <a:pt x="275" y="158"/>
                    <a:pt x="275" y="158"/>
                  </a:cubicBezTo>
                  <a:cubicBezTo>
                    <a:pt x="276" y="158"/>
                    <a:pt x="276" y="158"/>
                    <a:pt x="276" y="158"/>
                  </a:cubicBezTo>
                  <a:cubicBezTo>
                    <a:pt x="276" y="158"/>
                    <a:pt x="276" y="158"/>
                    <a:pt x="276" y="158"/>
                  </a:cubicBezTo>
                  <a:cubicBezTo>
                    <a:pt x="277" y="159"/>
                    <a:pt x="277" y="159"/>
                    <a:pt x="277" y="159"/>
                  </a:cubicBezTo>
                  <a:cubicBezTo>
                    <a:pt x="277" y="160"/>
                    <a:pt x="277" y="160"/>
                    <a:pt x="277" y="160"/>
                  </a:cubicBezTo>
                  <a:cubicBezTo>
                    <a:pt x="277" y="160"/>
                    <a:pt x="277" y="160"/>
                    <a:pt x="277" y="160"/>
                  </a:cubicBezTo>
                  <a:cubicBezTo>
                    <a:pt x="276" y="161"/>
                    <a:pt x="276" y="161"/>
                    <a:pt x="276" y="161"/>
                  </a:cubicBezTo>
                  <a:cubicBezTo>
                    <a:pt x="276" y="162"/>
                    <a:pt x="276" y="162"/>
                    <a:pt x="276" y="162"/>
                  </a:cubicBezTo>
                  <a:cubicBezTo>
                    <a:pt x="276" y="162"/>
                    <a:pt x="276" y="162"/>
                    <a:pt x="276" y="162"/>
                  </a:cubicBezTo>
                  <a:cubicBezTo>
                    <a:pt x="275" y="164"/>
                    <a:pt x="275" y="164"/>
                    <a:pt x="275" y="164"/>
                  </a:cubicBezTo>
                  <a:cubicBezTo>
                    <a:pt x="274" y="165"/>
                    <a:pt x="274" y="165"/>
                    <a:pt x="274" y="165"/>
                  </a:cubicBezTo>
                  <a:cubicBezTo>
                    <a:pt x="274" y="165"/>
                    <a:pt x="274" y="165"/>
                    <a:pt x="274" y="165"/>
                  </a:cubicBezTo>
                  <a:cubicBezTo>
                    <a:pt x="272" y="165"/>
                    <a:pt x="272" y="165"/>
                    <a:pt x="272" y="165"/>
                  </a:cubicBezTo>
                  <a:cubicBezTo>
                    <a:pt x="272" y="166"/>
                    <a:pt x="272" y="166"/>
                    <a:pt x="272" y="166"/>
                  </a:cubicBezTo>
                  <a:cubicBezTo>
                    <a:pt x="272" y="166"/>
                    <a:pt x="272" y="166"/>
                    <a:pt x="272" y="166"/>
                  </a:cubicBezTo>
                  <a:cubicBezTo>
                    <a:pt x="271" y="166"/>
                    <a:pt x="271" y="166"/>
                    <a:pt x="271" y="166"/>
                  </a:cubicBezTo>
                  <a:cubicBezTo>
                    <a:pt x="270" y="166"/>
                    <a:pt x="270" y="166"/>
                    <a:pt x="270" y="166"/>
                  </a:cubicBezTo>
                  <a:cubicBezTo>
                    <a:pt x="269" y="166"/>
                    <a:pt x="269" y="166"/>
                    <a:pt x="269" y="166"/>
                  </a:cubicBezTo>
                  <a:cubicBezTo>
                    <a:pt x="268" y="166"/>
                    <a:pt x="268" y="166"/>
                    <a:pt x="268" y="166"/>
                  </a:cubicBezTo>
                  <a:cubicBezTo>
                    <a:pt x="268" y="166"/>
                    <a:pt x="268" y="166"/>
                    <a:pt x="268" y="166"/>
                  </a:cubicBezTo>
                  <a:cubicBezTo>
                    <a:pt x="267" y="165"/>
                    <a:pt x="267" y="165"/>
                    <a:pt x="267" y="165"/>
                  </a:cubicBezTo>
                  <a:close/>
                  <a:moveTo>
                    <a:pt x="189" y="135"/>
                  </a:moveTo>
                  <a:cubicBezTo>
                    <a:pt x="189" y="134"/>
                    <a:pt x="189" y="134"/>
                    <a:pt x="189" y="134"/>
                  </a:cubicBezTo>
                  <a:cubicBezTo>
                    <a:pt x="189" y="134"/>
                    <a:pt x="189" y="134"/>
                    <a:pt x="189" y="134"/>
                  </a:cubicBezTo>
                  <a:cubicBezTo>
                    <a:pt x="189" y="134"/>
                    <a:pt x="189" y="134"/>
                    <a:pt x="189" y="134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90" y="133"/>
                    <a:pt x="190" y="133"/>
                    <a:pt x="190" y="133"/>
                  </a:cubicBezTo>
                  <a:cubicBezTo>
                    <a:pt x="190" y="133"/>
                    <a:pt x="190" y="133"/>
                    <a:pt x="190" y="133"/>
                  </a:cubicBezTo>
                  <a:cubicBezTo>
                    <a:pt x="190" y="133"/>
                    <a:pt x="190" y="133"/>
                    <a:pt x="190" y="133"/>
                  </a:cubicBezTo>
                  <a:cubicBezTo>
                    <a:pt x="190" y="134"/>
                    <a:pt x="190" y="134"/>
                    <a:pt x="190" y="134"/>
                  </a:cubicBezTo>
                  <a:cubicBezTo>
                    <a:pt x="190" y="134"/>
                    <a:pt x="190" y="134"/>
                    <a:pt x="190" y="134"/>
                  </a:cubicBezTo>
                  <a:cubicBezTo>
                    <a:pt x="189" y="134"/>
                    <a:pt x="189" y="134"/>
                    <a:pt x="189" y="134"/>
                  </a:cubicBezTo>
                  <a:cubicBezTo>
                    <a:pt x="189" y="135"/>
                    <a:pt x="189" y="135"/>
                    <a:pt x="189" y="135"/>
                  </a:cubicBezTo>
                  <a:cubicBezTo>
                    <a:pt x="189" y="135"/>
                    <a:pt x="189" y="135"/>
                    <a:pt x="189" y="135"/>
                  </a:cubicBezTo>
                  <a:close/>
                  <a:moveTo>
                    <a:pt x="181" y="141"/>
                  </a:moveTo>
                  <a:cubicBezTo>
                    <a:pt x="182" y="141"/>
                    <a:pt x="182" y="141"/>
                    <a:pt x="182" y="141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9"/>
                    <a:pt x="182" y="139"/>
                    <a:pt x="182" y="139"/>
                  </a:cubicBezTo>
                  <a:cubicBezTo>
                    <a:pt x="182" y="139"/>
                    <a:pt x="182" y="139"/>
                    <a:pt x="182" y="139"/>
                  </a:cubicBezTo>
                  <a:cubicBezTo>
                    <a:pt x="182" y="139"/>
                    <a:pt x="182" y="139"/>
                    <a:pt x="182" y="139"/>
                  </a:cubicBezTo>
                  <a:cubicBezTo>
                    <a:pt x="181" y="140"/>
                    <a:pt x="181" y="140"/>
                    <a:pt x="181" y="140"/>
                  </a:cubicBezTo>
                  <a:cubicBezTo>
                    <a:pt x="181" y="140"/>
                    <a:pt x="181" y="140"/>
                    <a:pt x="181" y="140"/>
                  </a:cubicBezTo>
                  <a:cubicBezTo>
                    <a:pt x="180" y="140"/>
                    <a:pt x="180" y="140"/>
                    <a:pt x="180" y="140"/>
                  </a:cubicBezTo>
                  <a:cubicBezTo>
                    <a:pt x="181" y="141"/>
                    <a:pt x="181" y="141"/>
                    <a:pt x="181" y="141"/>
                  </a:cubicBezTo>
                  <a:cubicBezTo>
                    <a:pt x="181" y="141"/>
                    <a:pt x="181" y="141"/>
                    <a:pt x="181" y="141"/>
                  </a:cubicBezTo>
                  <a:close/>
                  <a:moveTo>
                    <a:pt x="190" y="140"/>
                  </a:moveTo>
                  <a:cubicBezTo>
                    <a:pt x="189" y="140"/>
                    <a:pt x="189" y="140"/>
                    <a:pt x="189" y="140"/>
                  </a:cubicBezTo>
                  <a:cubicBezTo>
                    <a:pt x="189" y="140"/>
                    <a:pt x="189" y="140"/>
                    <a:pt x="189" y="140"/>
                  </a:cubicBezTo>
                  <a:cubicBezTo>
                    <a:pt x="189" y="141"/>
                    <a:pt x="189" y="141"/>
                    <a:pt x="189" y="141"/>
                  </a:cubicBezTo>
                  <a:cubicBezTo>
                    <a:pt x="188" y="140"/>
                    <a:pt x="188" y="140"/>
                    <a:pt x="188" y="140"/>
                  </a:cubicBezTo>
                  <a:cubicBezTo>
                    <a:pt x="188" y="140"/>
                    <a:pt x="188" y="140"/>
                    <a:pt x="188" y="140"/>
                  </a:cubicBezTo>
                  <a:cubicBezTo>
                    <a:pt x="189" y="139"/>
                    <a:pt x="189" y="139"/>
                    <a:pt x="189" y="139"/>
                  </a:cubicBezTo>
                  <a:cubicBezTo>
                    <a:pt x="189" y="138"/>
                    <a:pt x="189" y="138"/>
                    <a:pt x="189" y="138"/>
                  </a:cubicBezTo>
                  <a:cubicBezTo>
                    <a:pt x="190" y="138"/>
                    <a:pt x="190" y="138"/>
                    <a:pt x="190" y="138"/>
                  </a:cubicBezTo>
                  <a:cubicBezTo>
                    <a:pt x="190" y="138"/>
                    <a:pt x="190" y="138"/>
                    <a:pt x="190" y="138"/>
                  </a:cubicBezTo>
                  <a:cubicBezTo>
                    <a:pt x="190" y="138"/>
                    <a:pt x="190" y="138"/>
                    <a:pt x="190" y="138"/>
                  </a:cubicBezTo>
                  <a:cubicBezTo>
                    <a:pt x="191" y="139"/>
                    <a:pt x="191" y="139"/>
                    <a:pt x="191" y="139"/>
                  </a:cubicBezTo>
                  <a:cubicBezTo>
                    <a:pt x="190" y="140"/>
                    <a:pt x="190" y="140"/>
                    <a:pt x="190" y="140"/>
                  </a:cubicBezTo>
                  <a:close/>
                  <a:moveTo>
                    <a:pt x="191" y="139"/>
                  </a:moveTo>
                  <a:cubicBezTo>
                    <a:pt x="191" y="138"/>
                    <a:pt x="191" y="138"/>
                    <a:pt x="191" y="138"/>
                  </a:cubicBezTo>
                  <a:cubicBezTo>
                    <a:pt x="191" y="138"/>
                    <a:pt x="191" y="138"/>
                    <a:pt x="191" y="138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1" y="139"/>
                    <a:pt x="191" y="139"/>
                  </a:cubicBezTo>
                  <a:close/>
                  <a:moveTo>
                    <a:pt x="208" y="139"/>
                  </a:moveTo>
                  <a:cubicBezTo>
                    <a:pt x="208" y="137"/>
                    <a:pt x="208" y="137"/>
                    <a:pt x="208" y="137"/>
                  </a:cubicBezTo>
                  <a:cubicBezTo>
                    <a:pt x="209" y="137"/>
                    <a:pt x="209" y="137"/>
                    <a:pt x="209" y="137"/>
                  </a:cubicBezTo>
                  <a:cubicBezTo>
                    <a:pt x="210" y="137"/>
                    <a:pt x="210" y="137"/>
                    <a:pt x="210" y="137"/>
                  </a:cubicBezTo>
                  <a:cubicBezTo>
                    <a:pt x="210" y="138"/>
                    <a:pt x="210" y="138"/>
                    <a:pt x="210" y="138"/>
                  </a:cubicBezTo>
                  <a:cubicBezTo>
                    <a:pt x="209" y="139"/>
                    <a:pt x="209" y="139"/>
                    <a:pt x="209" y="139"/>
                  </a:cubicBezTo>
                  <a:cubicBezTo>
                    <a:pt x="209" y="139"/>
                    <a:pt x="209" y="139"/>
                    <a:pt x="209" y="139"/>
                  </a:cubicBezTo>
                  <a:cubicBezTo>
                    <a:pt x="209" y="139"/>
                    <a:pt x="209" y="139"/>
                    <a:pt x="209" y="139"/>
                  </a:cubicBezTo>
                  <a:cubicBezTo>
                    <a:pt x="209" y="138"/>
                    <a:pt x="209" y="138"/>
                    <a:pt x="209" y="138"/>
                  </a:cubicBezTo>
                  <a:cubicBezTo>
                    <a:pt x="208" y="138"/>
                    <a:pt x="208" y="138"/>
                    <a:pt x="208" y="138"/>
                  </a:cubicBezTo>
                  <a:cubicBezTo>
                    <a:pt x="208" y="139"/>
                    <a:pt x="208" y="139"/>
                    <a:pt x="208" y="139"/>
                  </a:cubicBezTo>
                  <a:cubicBezTo>
                    <a:pt x="208" y="139"/>
                    <a:pt x="208" y="139"/>
                    <a:pt x="208" y="139"/>
                  </a:cubicBezTo>
                  <a:close/>
                  <a:moveTo>
                    <a:pt x="207" y="138"/>
                  </a:moveTo>
                  <a:cubicBezTo>
                    <a:pt x="207" y="138"/>
                    <a:pt x="207" y="138"/>
                    <a:pt x="207" y="138"/>
                  </a:cubicBezTo>
                  <a:cubicBezTo>
                    <a:pt x="208" y="137"/>
                    <a:pt x="208" y="137"/>
                    <a:pt x="208" y="137"/>
                  </a:cubicBezTo>
                  <a:cubicBezTo>
                    <a:pt x="207" y="136"/>
                    <a:pt x="207" y="136"/>
                    <a:pt x="207" y="136"/>
                  </a:cubicBezTo>
                  <a:cubicBezTo>
                    <a:pt x="207" y="137"/>
                    <a:pt x="207" y="137"/>
                    <a:pt x="207" y="137"/>
                  </a:cubicBezTo>
                  <a:cubicBezTo>
                    <a:pt x="207" y="138"/>
                    <a:pt x="207" y="138"/>
                    <a:pt x="207" y="138"/>
                  </a:cubicBezTo>
                  <a:close/>
                  <a:moveTo>
                    <a:pt x="206" y="145"/>
                  </a:moveTo>
                  <a:cubicBezTo>
                    <a:pt x="207" y="144"/>
                    <a:pt x="207" y="144"/>
                    <a:pt x="207" y="144"/>
                  </a:cubicBezTo>
                  <a:cubicBezTo>
                    <a:pt x="208" y="144"/>
                    <a:pt x="208" y="144"/>
                    <a:pt x="208" y="144"/>
                  </a:cubicBezTo>
                  <a:cubicBezTo>
                    <a:pt x="208" y="143"/>
                    <a:pt x="208" y="143"/>
                    <a:pt x="208" y="143"/>
                  </a:cubicBezTo>
                  <a:cubicBezTo>
                    <a:pt x="207" y="143"/>
                    <a:pt x="207" y="143"/>
                    <a:pt x="207" y="143"/>
                  </a:cubicBezTo>
                  <a:cubicBezTo>
                    <a:pt x="207" y="143"/>
                    <a:pt x="207" y="143"/>
                    <a:pt x="207" y="143"/>
                  </a:cubicBezTo>
                  <a:cubicBezTo>
                    <a:pt x="207" y="141"/>
                    <a:pt x="207" y="141"/>
                    <a:pt x="207" y="141"/>
                  </a:cubicBezTo>
                  <a:cubicBezTo>
                    <a:pt x="208" y="140"/>
                    <a:pt x="208" y="140"/>
                    <a:pt x="208" y="140"/>
                  </a:cubicBezTo>
                  <a:cubicBezTo>
                    <a:pt x="207" y="141"/>
                    <a:pt x="207" y="141"/>
                    <a:pt x="207" y="141"/>
                  </a:cubicBezTo>
                  <a:cubicBezTo>
                    <a:pt x="206" y="142"/>
                    <a:pt x="206" y="142"/>
                    <a:pt x="206" y="142"/>
                  </a:cubicBezTo>
                  <a:cubicBezTo>
                    <a:pt x="206" y="141"/>
                    <a:pt x="206" y="141"/>
                    <a:pt x="206" y="141"/>
                  </a:cubicBezTo>
                  <a:cubicBezTo>
                    <a:pt x="207" y="139"/>
                    <a:pt x="207" y="139"/>
                    <a:pt x="207" y="139"/>
                  </a:cubicBezTo>
                  <a:cubicBezTo>
                    <a:pt x="206" y="137"/>
                    <a:pt x="206" y="137"/>
                    <a:pt x="206" y="137"/>
                  </a:cubicBezTo>
                  <a:cubicBezTo>
                    <a:pt x="205" y="136"/>
                    <a:pt x="205" y="136"/>
                    <a:pt x="205" y="136"/>
                  </a:cubicBezTo>
                  <a:cubicBezTo>
                    <a:pt x="205" y="135"/>
                    <a:pt x="205" y="135"/>
                    <a:pt x="205" y="135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04" y="134"/>
                    <a:pt x="204" y="134"/>
                    <a:pt x="204" y="134"/>
                  </a:cubicBezTo>
                  <a:cubicBezTo>
                    <a:pt x="204" y="134"/>
                    <a:pt x="204" y="134"/>
                    <a:pt x="204" y="134"/>
                  </a:cubicBezTo>
                  <a:cubicBezTo>
                    <a:pt x="204" y="133"/>
                    <a:pt x="204" y="133"/>
                    <a:pt x="204" y="133"/>
                  </a:cubicBezTo>
                  <a:cubicBezTo>
                    <a:pt x="204" y="132"/>
                    <a:pt x="204" y="132"/>
                    <a:pt x="204" y="132"/>
                  </a:cubicBezTo>
                  <a:cubicBezTo>
                    <a:pt x="203" y="132"/>
                    <a:pt x="203" y="132"/>
                    <a:pt x="203" y="132"/>
                  </a:cubicBezTo>
                  <a:cubicBezTo>
                    <a:pt x="202" y="133"/>
                    <a:pt x="202" y="133"/>
                    <a:pt x="202" y="133"/>
                  </a:cubicBezTo>
                  <a:cubicBezTo>
                    <a:pt x="201" y="135"/>
                    <a:pt x="201" y="135"/>
                    <a:pt x="201" y="135"/>
                  </a:cubicBezTo>
                  <a:cubicBezTo>
                    <a:pt x="201" y="136"/>
                    <a:pt x="201" y="136"/>
                    <a:pt x="201" y="136"/>
                  </a:cubicBezTo>
                  <a:cubicBezTo>
                    <a:pt x="201" y="136"/>
                    <a:pt x="201" y="136"/>
                    <a:pt x="201" y="136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8" y="137"/>
                    <a:pt x="198" y="137"/>
                    <a:pt x="198" y="137"/>
                  </a:cubicBezTo>
                  <a:cubicBezTo>
                    <a:pt x="198" y="138"/>
                    <a:pt x="198" y="138"/>
                    <a:pt x="198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5" y="138"/>
                    <a:pt x="195" y="138"/>
                    <a:pt x="195" y="138"/>
                  </a:cubicBezTo>
                  <a:cubicBezTo>
                    <a:pt x="193" y="139"/>
                    <a:pt x="193" y="139"/>
                    <a:pt x="193" y="139"/>
                  </a:cubicBezTo>
                  <a:cubicBezTo>
                    <a:pt x="193" y="140"/>
                    <a:pt x="193" y="140"/>
                    <a:pt x="193" y="140"/>
                  </a:cubicBezTo>
                  <a:cubicBezTo>
                    <a:pt x="194" y="141"/>
                    <a:pt x="194" y="141"/>
                    <a:pt x="194" y="141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95" y="139"/>
                    <a:pt x="195" y="139"/>
                    <a:pt x="195" y="139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1"/>
                    <a:pt x="196" y="141"/>
                    <a:pt x="196" y="141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8" y="143"/>
                    <a:pt x="198" y="143"/>
                    <a:pt x="198" y="143"/>
                  </a:cubicBezTo>
                  <a:cubicBezTo>
                    <a:pt x="199" y="143"/>
                    <a:pt x="199" y="143"/>
                    <a:pt x="199" y="143"/>
                  </a:cubicBezTo>
                  <a:cubicBezTo>
                    <a:pt x="199" y="145"/>
                    <a:pt x="199" y="145"/>
                    <a:pt x="199" y="145"/>
                  </a:cubicBezTo>
                  <a:cubicBezTo>
                    <a:pt x="200" y="145"/>
                    <a:pt x="200" y="145"/>
                    <a:pt x="200" y="145"/>
                  </a:cubicBezTo>
                  <a:cubicBezTo>
                    <a:pt x="201" y="144"/>
                    <a:pt x="201" y="144"/>
                    <a:pt x="201" y="144"/>
                  </a:cubicBezTo>
                  <a:cubicBezTo>
                    <a:pt x="201" y="145"/>
                    <a:pt x="201" y="145"/>
                    <a:pt x="201" y="145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3" y="146"/>
                    <a:pt x="203" y="146"/>
                    <a:pt x="203" y="146"/>
                  </a:cubicBezTo>
                  <a:cubicBezTo>
                    <a:pt x="204" y="145"/>
                    <a:pt x="204" y="145"/>
                    <a:pt x="204" y="145"/>
                  </a:cubicBezTo>
                  <a:cubicBezTo>
                    <a:pt x="205" y="145"/>
                    <a:pt x="205" y="145"/>
                    <a:pt x="205" y="145"/>
                  </a:cubicBezTo>
                  <a:cubicBezTo>
                    <a:pt x="206" y="144"/>
                    <a:pt x="206" y="144"/>
                    <a:pt x="206" y="144"/>
                  </a:cubicBezTo>
                  <a:cubicBezTo>
                    <a:pt x="206" y="145"/>
                    <a:pt x="206" y="145"/>
                    <a:pt x="206" y="145"/>
                  </a:cubicBezTo>
                  <a:close/>
                  <a:moveTo>
                    <a:pt x="297" y="139"/>
                  </a:moveTo>
                  <a:cubicBezTo>
                    <a:pt x="297" y="139"/>
                    <a:pt x="297" y="139"/>
                    <a:pt x="297" y="139"/>
                  </a:cubicBezTo>
                  <a:cubicBezTo>
                    <a:pt x="297" y="138"/>
                    <a:pt x="297" y="138"/>
                    <a:pt x="297" y="138"/>
                  </a:cubicBezTo>
                  <a:cubicBezTo>
                    <a:pt x="297" y="137"/>
                    <a:pt x="297" y="137"/>
                    <a:pt x="297" y="137"/>
                  </a:cubicBezTo>
                  <a:cubicBezTo>
                    <a:pt x="298" y="137"/>
                    <a:pt x="298" y="137"/>
                    <a:pt x="298" y="137"/>
                  </a:cubicBezTo>
                  <a:cubicBezTo>
                    <a:pt x="299" y="137"/>
                    <a:pt x="299" y="137"/>
                    <a:pt x="299" y="137"/>
                  </a:cubicBezTo>
                  <a:cubicBezTo>
                    <a:pt x="299" y="138"/>
                    <a:pt x="299" y="138"/>
                    <a:pt x="299" y="138"/>
                  </a:cubicBezTo>
                  <a:cubicBezTo>
                    <a:pt x="299" y="138"/>
                    <a:pt x="299" y="138"/>
                    <a:pt x="299" y="138"/>
                  </a:cubicBezTo>
                  <a:cubicBezTo>
                    <a:pt x="300" y="138"/>
                    <a:pt x="300" y="138"/>
                    <a:pt x="300" y="138"/>
                  </a:cubicBezTo>
                  <a:cubicBezTo>
                    <a:pt x="299" y="139"/>
                    <a:pt x="299" y="139"/>
                    <a:pt x="299" y="139"/>
                  </a:cubicBezTo>
                  <a:cubicBezTo>
                    <a:pt x="298" y="139"/>
                    <a:pt x="298" y="139"/>
                    <a:pt x="298" y="139"/>
                  </a:cubicBezTo>
                  <a:cubicBezTo>
                    <a:pt x="298" y="139"/>
                    <a:pt x="298" y="139"/>
                    <a:pt x="298" y="139"/>
                  </a:cubicBezTo>
                  <a:cubicBezTo>
                    <a:pt x="298" y="139"/>
                    <a:pt x="298" y="139"/>
                    <a:pt x="298" y="139"/>
                  </a:cubicBezTo>
                  <a:cubicBezTo>
                    <a:pt x="297" y="139"/>
                    <a:pt x="297" y="139"/>
                    <a:pt x="297" y="139"/>
                  </a:cubicBezTo>
                  <a:cubicBezTo>
                    <a:pt x="297" y="139"/>
                    <a:pt x="297" y="139"/>
                    <a:pt x="297" y="139"/>
                  </a:cubicBezTo>
                  <a:close/>
                  <a:moveTo>
                    <a:pt x="295" y="209"/>
                  </a:moveTo>
                  <a:cubicBezTo>
                    <a:pt x="294" y="209"/>
                    <a:pt x="294" y="209"/>
                    <a:pt x="294" y="209"/>
                  </a:cubicBezTo>
                  <a:cubicBezTo>
                    <a:pt x="293" y="209"/>
                    <a:pt x="293" y="209"/>
                    <a:pt x="293" y="209"/>
                  </a:cubicBezTo>
                  <a:cubicBezTo>
                    <a:pt x="292" y="209"/>
                    <a:pt x="292" y="209"/>
                    <a:pt x="292" y="209"/>
                  </a:cubicBezTo>
                  <a:cubicBezTo>
                    <a:pt x="291" y="208"/>
                    <a:pt x="291" y="208"/>
                    <a:pt x="291" y="208"/>
                  </a:cubicBezTo>
                  <a:cubicBezTo>
                    <a:pt x="291" y="208"/>
                    <a:pt x="291" y="208"/>
                    <a:pt x="291" y="208"/>
                  </a:cubicBezTo>
                  <a:cubicBezTo>
                    <a:pt x="290" y="207"/>
                    <a:pt x="290" y="207"/>
                    <a:pt x="290" y="207"/>
                  </a:cubicBezTo>
                  <a:cubicBezTo>
                    <a:pt x="289" y="207"/>
                    <a:pt x="289" y="207"/>
                    <a:pt x="289" y="207"/>
                  </a:cubicBezTo>
                  <a:cubicBezTo>
                    <a:pt x="289" y="206"/>
                    <a:pt x="289" y="206"/>
                    <a:pt x="289" y="206"/>
                  </a:cubicBezTo>
                  <a:cubicBezTo>
                    <a:pt x="288" y="206"/>
                    <a:pt x="288" y="206"/>
                    <a:pt x="288" y="206"/>
                  </a:cubicBezTo>
                  <a:cubicBezTo>
                    <a:pt x="288" y="206"/>
                    <a:pt x="288" y="206"/>
                    <a:pt x="288" y="206"/>
                  </a:cubicBezTo>
                  <a:cubicBezTo>
                    <a:pt x="287" y="206"/>
                    <a:pt x="287" y="206"/>
                    <a:pt x="287" y="206"/>
                  </a:cubicBezTo>
                  <a:cubicBezTo>
                    <a:pt x="286" y="206"/>
                    <a:pt x="286" y="206"/>
                    <a:pt x="286" y="206"/>
                  </a:cubicBezTo>
                  <a:cubicBezTo>
                    <a:pt x="286" y="205"/>
                    <a:pt x="286" y="205"/>
                    <a:pt x="286" y="205"/>
                  </a:cubicBezTo>
                  <a:cubicBezTo>
                    <a:pt x="285" y="205"/>
                    <a:pt x="285" y="205"/>
                    <a:pt x="285" y="205"/>
                  </a:cubicBezTo>
                  <a:cubicBezTo>
                    <a:pt x="285" y="205"/>
                    <a:pt x="285" y="205"/>
                    <a:pt x="285" y="205"/>
                  </a:cubicBezTo>
                  <a:cubicBezTo>
                    <a:pt x="284" y="204"/>
                    <a:pt x="284" y="204"/>
                    <a:pt x="284" y="204"/>
                  </a:cubicBezTo>
                  <a:cubicBezTo>
                    <a:pt x="284" y="204"/>
                    <a:pt x="284" y="204"/>
                    <a:pt x="284" y="204"/>
                  </a:cubicBezTo>
                  <a:cubicBezTo>
                    <a:pt x="284" y="204"/>
                    <a:pt x="284" y="204"/>
                    <a:pt x="284" y="204"/>
                  </a:cubicBezTo>
                  <a:cubicBezTo>
                    <a:pt x="283" y="203"/>
                    <a:pt x="283" y="203"/>
                    <a:pt x="283" y="203"/>
                  </a:cubicBezTo>
                  <a:cubicBezTo>
                    <a:pt x="283" y="203"/>
                    <a:pt x="283" y="203"/>
                    <a:pt x="283" y="203"/>
                  </a:cubicBezTo>
                  <a:cubicBezTo>
                    <a:pt x="283" y="202"/>
                    <a:pt x="283" y="202"/>
                    <a:pt x="283" y="202"/>
                  </a:cubicBezTo>
                  <a:cubicBezTo>
                    <a:pt x="283" y="202"/>
                    <a:pt x="283" y="202"/>
                    <a:pt x="283" y="202"/>
                  </a:cubicBezTo>
                  <a:cubicBezTo>
                    <a:pt x="283" y="202"/>
                    <a:pt x="283" y="202"/>
                    <a:pt x="283" y="202"/>
                  </a:cubicBezTo>
                  <a:cubicBezTo>
                    <a:pt x="282" y="202"/>
                    <a:pt x="282" y="202"/>
                    <a:pt x="282" y="202"/>
                  </a:cubicBezTo>
                  <a:cubicBezTo>
                    <a:pt x="282" y="202"/>
                    <a:pt x="282" y="202"/>
                    <a:pt x="282" y="202"/>
                  </a:cubicBezTo>
                  <a:cubicBezTo>
                    <a:pt x="282" y="202"/>
                    <a:pt x="282" y="202"/>
                    <a:pt x="282" y="202"/>
                  </a:cubicBezTo>
                  <a:cubicBezTo>
                    <a:pt x="282" y="202"/>
                    <a:pt x="282" y="202"/>
                    <a:pt x="282" y="202"/>
                  </a:cubicBezTo>
                  <a:cubicBezTo>
                    <a:pt x="281" y="202"/>
                    <a:pt x="281" y="202"/>
                    <a:pt x="281" y="202"/>
                  </a:cubicBezTo>
                  <a:cubicBezTo>
                    <a:pt x="280" y="201"/>
                    <a:pt x="280" y="201"/>
                    <a:pt x="280" y="201"/>
                  </a:cubicBezTo>
                  <a:cubicBezTo>
                    <a:pt x="279" y="201"/>
                    <a:pt x="279" y="201"/>
                    <a:pt x="279" y="201"/>
                  </a:cubicBezTo>
                  <a:cubicBezTo>
                    <a:pt x="279" y="200"/>
                    <a:pt x="279" y="200"/>
                    <a:pt x="279" y="200"/>
                  </a:cubicBezTo>
                  <a:cubicBezTo>
                    <a:pt x="278" y="200"/>
                    <a:pt x="278" y="200"/>
                    <a:pt x="278" y="200"/>
                  </a:cubicBezTo>
                  <a:cubicBezTo>
                    <a:pt x="278" y="199"/>
                    <a:pt x="278" y="199"/>
                    <a:pt x="278" y="199"/>
                  </a:cubicBezTo>
                  <a:cubicBezTo>
                    <a:pt x="277" y="199"/>
                    <a:pt x="277" y="199"/>
                    <a:pt x="277" y="199"/>
                  </a:cubicBezTo>
                  <a:cubicBezTo>
                    <a:pt x="277" y="199"/>
                    <a:pt x="277" y="199"/>
                    <a:pt x="277" y="199"/>
                  </a:cubicBezTo>
                  <a:cubicBezTo>
                    <a:pt x="276" y="198"/>
                    <a:pt x="276" y="198"/>
                    <a:pt x="276" y="198"/>
                  </a:cubicBezTo>
                  <a:cubicBezTo>
                    <a:pt x="276" y="197"/>
                    <a:pt x="276" y="197"/>
                    <a:pt x="276" y="197"/>
                  </a:cubicBezTo>
                  <a:cubicBezTo>
                    <a:pt x="275" y="197"/>
                    <a:pt x="275" y="197"/>
                    <a:pt x="275" y="197"/>
                  </a:cubicBezTo>
                  <a:cubicBezTo>
                    <a:pt x="276" y="196"/>
                    <a:pt x="276" y="196"/>
                    <a:pt x="276" y="196"/>
                  </a:cubicBezTo>
                  <a:cubicBezTo>
                    <a:pt x="277" y="197"/>
                    <a:pt x="277" y="197"/>
                    <a:pt x="277" y="197"/>
                  </a:cubicBezTo>
                  <a:cubicBezTo>
                    <a:pt x="278" y="196"/>
                    <a:pt x="278" y="196"/>
                    <a:pt x="278" y="196"/>
                  </a:cubicBezTo>
                  <a:cubicBezTo>
                    <a:pt x="279" y="195"/>
                    <a:pt x="279" y="195"/>
                    <a:pt x="279" y="195"/>
                  </a:cubicBezTo>
                  <a:cubicBezTo>
                    <a:pt x="277" y="195"/>
                    <a:pt x="277" y="195"/>
                    <a:pt x="277" y="195"/>
                  </a:cubicBezTo>
                  <a:cubicBezTo>
                    <a:pt x="277" y="194"/>
                    <a:pt x="277" y="194"/>
                    <a:pt x="277" y="194"/>
                  </a:cubicBezTo>
                  <a:cubicBezTo>
                    <a:pt x="277" y="194"/>
                    <a:pt x="277" y="194"/>
                    <a:pt x="277" y="194"/>
                  </a:cubicBezTo>
                  <a:cubicBezTo>
                    <a:pt x="277" y="193"/>
                    <a:pt x="277" y="193"/>
                    <a:pt x="277" y="193"/>
                  </a:cubicBezTo>
                  <a:cubicBezTo>
                    <a:pt x="276" y="193"/>
                    <a:pt x="276" y="193"/>
                    <a:pt x="276" y="193"/>
                  </a:cubicBezTo>
                  <a:cubicBezTo>
                    <a:pt x="276" y="194"/>
                    <a:pt x="276" y="194"/>
                    <a:pt x="276" y="194"/>
                  </a:cubicBezTo>
                  <a:cubicBezTo>
                    <a:pt x="276" y="195"/>
                    <a:pt x="276" y="195"/>
                    <a:pt x="276" y="195"/>
                  </a:cubicBezTo>
                  <a:cubicBezTo>
                    <a:pt x="275" y="194"/>
                    <a:pt x="275" y="194"/>
                    <a:pt x="275" y="194"/>
                  </a:cubicBezTo>
                  <a:cubicBezTo>
                    <a:pt x="276" y="193"/>
                    <a:pt x="276" y="193"/>
                    <a:pt x="276" y="193"/>
                  </a:cubicBezTo>
                  <a:cubicBezTo>
                    <a:pt x="276" y="192"/>
                    <a:pt x="276" y="192"/>
                    <a:pt x="276" y="192"/>
                  </a:cubicBezTo>
                  <a:cubicBezTo>
                    <a:pt x="275" y="193"/>
                    <a:pt x="275" y="193"/>
                    <a:pt x="275" y="193"/>
                  </a:cubicBezTo>
                  <a:cubicBezTo>
                    <a:pt x="275" y="193"/>
                    <a:pt x="275" y="193"/>
                    <a:pt x="275" y="193"/>
                  </a:cubicBezTo>
                  <a:cubicBezTo>
                    <a:pt x="275" y="192"/>
                    <a:pt x="275" y="192"/>
                    <a:pt x="275" y="192"/>
                  </a:cubicBezTo>
                  <a:cubicBezTo>
                    <a:pt x="274" y="192"/>
                    <a:pt x="274" y="192"/>
                    <a:pt x="274" y="192"/>
                  </a:cubicBezTo>
                  <a:cubicBezTo>
                    <a:pt x="274" y="191"/>
                    <a:pt x="274" y="191"/>
                    <a:pt x="274" y="191"/>
                  </a:cubicBezTo>
                  <a:cubicBezTo>
                    <a:pt x="274" y="191"/>
                    <a:pt x="274" y="191"/>
                    <a:pt x="274" y="191"/>
                  </a:cubicBezTo>
                  <a:cubicBezTo>
                    <a:pt x="274" y="190"/>
                    <a:pt x="274" y="190"/>
                    <a:pt x="274" y="190"/>
                  </a:cubicBezTo>
                  <a:cubicBezTo>
                    <a:pt x="273" y="189"/>
                    <a:pt x="273" y="189"/>
                    <a:pt x="273" y="189"/>
                  </a:cubicBezTo>
                  <a:cubicBezTo>
                    <a:pt x="273" y="189"/>
                    <a:pt x="273" y="189"/>
                    <a:pt x="273" y="189"/>
                  </a:cubicBezTo>
                  <a:cubicBezTo>
                    <a:pt x="274" y="188"/>
                    <a:pt x="274" y="188"/>
                    <a:pt x="274" y="188"/>
                  </a:cubicBezTo>
                  <a:cubicBezTo>
                    <a:pt x="274" y="187"/>
                    <a:pt x="274" y="187"/>
                    <a:pt x="274" y="187"/>
                  </a:cubicBezTo>
                  <a:cubicBezTo>
                    <a:pt x="272" y="189"/>
                    <a:pt x="272" y="189"/>
                    <a:pt x="272" y="189"/>
                  </a:cubicBezTo>
                  <a:cubicBezTo>
                    <a:pt x="272" y="189"/>
                    <a:pt x="272" y="189"/>
                    <a:pt x="272" y="189"/>
                  </a:cubicBezTo>
                  <a:cubicBezTo>
                    <a:pt x="272" y="189"/>
                    <a:pt x="272" y="189"/>
                    <a:pt x="272" y="189"/>
                  </a:cubicBezTo>
                  <a:cubicBezTo>
                    <a:pt x="272" y="188"/>
                    <a:pt x="272" y="188"/>
                    <a:pt x="272" y="188"/>
                  </a:cubicBezTo>
                  <a:cubicBezTo>
                    <a:pt x="272" y="188"/>
                    <a:pt x="272" y="188"/>
                    <a:pt x="272" y="188"/>
                  </a:cubicBezTo>
                  <a:cubicBezTo>
                    <a:pt x="271" y="188"/>
                    <a:pt x="271" y="188"/>
                    <a:pt x="271" y="188"/>
                  </a:cubicBezTo>
                  <a:cubicBezTo>
                    <a:pt x="271" y="188"/>
                    <a:pt x="271" y="188"/>
                    <a:pt x="271" y="188"/>
                  </a:cubicBezTo>
                  <a:cubicBezTo>
                    <a:pt x="270" y="189"/>
                    <a:pt x="270" y="189"/>
                    <a:pt x="270" y="189"/>
                  </a:cubicBezTo>
                  <a:cubicBezTo>
                    <a:pt x="270" y="189"/>
                    <a:pt x="270" y="189"/>
                    <a:pt x="270" y="189"/>
                  </a:cubicBezTo>
                  <a:cubicBezTo>
                    <a:pt x="270" y="189"/>
                    <a:pt x="270" y="189"/>
                    <a:pt x="270" y="189"/>
                  </a:cubicBezTo>
                  <a:cubicBezTo>
                    <a:pt x="270" y="188"/>
                    <a:pt x="270" y="188"/>
                    <a:pt x="270" y="188"/>
                  </a:cubicBezTo>
                  <a:cubicBezTo>
                    <a:pt x="270" y="187"/>
                    <a:pt x="270" y="187"/>
                    <a:pt x="270" y="187"/>
                  </a:cubicBezTo>
                  <a:cubicBezTo>
                    <a:pt x="270" y="187"/>
                    <a:pt x="270" y="187"/>
                    <a:pt x="270" y="187"/>
                  </a:cubicBezTo>
                  <a:cubicBezTo>
                    <a:pt x="270" y="187"/>
                    <a:pt x="270" y="187"/>
                    <a:pt x="270" y="187"/>
                  </a:cubicBezTo>
                  <a:cubicBezTo>
                    <a:pt x="269" y="187"/>
                    <a:pt x="269" y="187"/>
                    <a:pt x="269" y="187"/>
                  </a:cubicBezTo>
                  <a:cubicBezTo>
                    <a:pt x="269" y="187"/>
                    <a:pt x="269" y="187"/>
                    <a:pt x="269" y="187"/>
                  </a:cubicBezTo>
                  <a:cubicBezTo>
                    <a:pt x="268" y="188"/>
                    <a:pt x="268" y="188"/>
                    <a:pt x="268" y="188"/>
                  </a:cubicBezTo>
                  <a:cubicBezTo>
                    <a:pt x="268" y="189"/>
                    <a:pt x="268" y="189"/>
                    <a:pt x="268" y="189"/>
                  </a:cubicBezTo>
                  <a:cubicBezTo>
                    <a:pt x="267" y="188"/>
                    <a:pt x="267" y="188"/>
                    <a:pt x="267" y="188"/>
                  </a:cubicBezTo>
                  <a:cubicBezTo>
                    <a:pt x="266" y="188"/>
                    <a:pt x="266" y="188"/>
                    <a:pt x="266" y="188"/>
                  </a:cubicBezTo>
                  <a:cubicBezTo>
                    <a:pt x="266" y="188"/>
                    <a:pt x="266" y="188"/>
                    <a:pt x="266" y="188"/>
                  </a:cubicBezTo>
                  <a:cubicBezTo>
                    <a:pt x="265" y="187"/>
                    <a:pt x="265" y="187"/>
                    <a:pt x="265" y="187"/>
                  </a:cubicBezTo>
                  <a:cubicBezTo>
                    <a:pt x="264" y="186"/>
                    <a:pt x="264" y="186"/>
                    <a:pt x="264" y="186"/>
                  </a:cubicBezTo>
                  <a:cubicBezTo>
                    <a:pt x="264" y="187"/>
                    <a:pt x="264" y="187"/>
                    <a:pt x="264" y="187"/>
                  </a:cubicBezTo>
                  <a:cubicBezTo>
                    <a:pt x="264" y="188"/>
                    <a:pt x="264" y="188"/>
                    <a:pt x="264" y="188"/>
                  </a:cubicBezTo>
                  <a:cubicBezTo>
                    <a:pt x="264" y="188"/>
                    <a:pt x="264" y="188"/>
                    <a:pt x="264" y="188"/>
                  </a:cubicBezTo>
                  <a:cubicBezTo>
                    <a:pt x="263" y="188"/>
                    <a:pt x="263" y="188"/>
                    <a:pt x="263" y="188"/>
                  </a:cubicBezTo>
                  <a:cubicBezTo>
                    <a:pt x="262" y="188"/>
                    <a:pt x="262" y="188"/>
                    <a:pt x="262" y="188"/>
                  </a:cubicBezTo>
                  <a:cubicBezTo>
                    <a:pt x="261" y="188"/>
                    <a:pt x="261" y="188"/>
                    <a:pt x="261" y="188"/>
                  </a:cubicBezTo>
                  <a:cubicBezTo>
                    <a:pt x="261" y="189"/>
                    <a:pt x="261" y="189"/>
                    <a:pt x="261" y="189"/>
                  </a:cubicBezTo>
                  <a:cubicBezTo>
                    <a:pt x="260" y="189"/>
                    <a:pt x="260" y="189"/>
                    <a:pt x="260" y="189"/>
                  </a:cubicBezTo>
                  <a:cubicBezTo>
                    <a:pt x="260" y="189"/>
                    <a:pt x="260" y="189"/>
                    <a:pt x="260" y="189"/>
                  </a:cubicBezTo>
                  <a:cubicBezTo>
                    <a:pt x="259" y="189"/>
                    <a:pt x="259" y="189"/>
                    <a:pt x="259" y="189"/>
                  </a:cubicBezTo>
                  <a:cubicBezTo>
                    <a:pt x="258" y="189"/>
                    <a:pt x="258" y="189"/>
                    <a:pt x="258" y="189"/>
                  </a:cubicBezTo>
                  <a:cubicBezTo>
                    <a:pt x="258" y="188"/>
                    <a:pt x="258" y="188"/>
                    <a:pt x="258" y="188"/>
                  </a:cubicBezTo>
                  <a:cubicBezTo>
                    <a:pt x="257" y="187"/>
                    <a:pt x="257" y="187"/>
                    <a:pt x="257" y="187"/>
                  </a:cubicBezTo>
                  <a:cubicBezTo>
                    <a:pt x="257" y="187"/>
                    <a:pt x="257" y="187"/>
                    <a:pt x="257" y="187"/>
                  </a:cubicBezTo>
                  <a:cubicBezTo>
                    <a:pt x="256" y="187"/>
                    <a:pt x="256" y="187"/>
                    <a:pt x="256" y="187"/>
                  </a:cubicBezTo>
                  <a:cubicBezTo>
                    <a:pt x="255" y="185"/>
                    <a:pt x="255" y="185"/>
                    <a:pt x="255" y="185"/>
                  </a:cubicBezTo>
                  <a:cubicBezTo>
                    <a:pt x="256" y="184"/>
                    <a:pt x="256" y="184"/>
                    <a:pt x="256" y="184"/>
                  </a:cubicBezTo>
                  <a:cubicBezTo>
                    <a:pt x="256" y="184"/>
                    <a:pt x="256" y="184"/>
                    <a:pt x="256" y="184"/>
                  </a:cubicBezTo>
                  <a:cubicBezTo>
                    <a:pt x="256" y="183"/>
                    <a:pt x="256" y="183"/>
                    <a:pt x="256" y="183"/>
                  </a:cubicBezTo>
                  <a:cubicBezTo>
                    <a:pt x="257" y="183"/>
                    <a:pt x="257" y="183"/>
                    <a:pt x="257" y="183"/>
                  </a:cubicBezTo>
                  <a:cubicBezTo>
                    <a:pt x="258" y="182"/>
                    <a:pt x="258" y="182"/>
                    <a:pt x="258" y="182"/>
                  </a:cubicBezTo>
                  <a:cubicBezTo>
                    <a:pt x="258" y="182"/>
                    <a:pt x="258" y="182"/>
                    <a:pt x="258" y="182"/>
                  </a:cubicBezTo>
                  <a:cubicBezTo>
                    <a:pt x="259" y="182"/>
                    <a:pt x="259" y="182"/>
                    <a:pt x="259" y="182"/>
                  </a:cubicBezTo>
                  <a:cubicBezTo>
                    <a:pt x="260" y="182"/>
                    <a:pt x="260" y="182"/>
                    <a:pt x="260" y="182"/>
                  </a:cubicBezTo>
                  <a:cubicBezTo>
                    <a:pt x="260" y="181"/>
                    <a:pt x="260" y="181"/>
                    <a:pt x="260" y="181"/>
                  </a:cubicBezTo>
                  <a:cubicBezTo>
                    <a:pt x="259" y="181"/>
                    <a:pt x="259" y="181"/>
                    <a:pt x="259" y="181"/>
                  </a:cubicBezTo>
                  <a:cubicBezTo>
                    <a:pt x="259" y="180"/>
                    <a:pt x="259" y="180"/>
                    <a:pt x="259" y="180"/>
                  </a:cubicBezTo>
                  <a:cubicBezTo>
                    <a:pt x="260" y="180"/>
                    <a:pt x="260" y="180"/>
                    <a:pt x="260" y="180"/>
                  </a:cubicBezTo>
                  <a:cubicBezTo>
                    <a:pt x="260" y="180"/>
                    <a:pt x="260" y="180"/>
                    <a:pt x="260" y="180"/>
                  </a:cubicBezTo>
                  <a:cubicBezTo>
                    <a:pt x="260" y="180"/>
                    <a:pt x="260" y="180"/>
                    <a:pt x="260" y="180"/>
                  </a:cubicBezTo>
                  <a:cubicBezTo>
                    <a:pt x="260" y="179"/>
                    <a:pt x="260" y="179"/>
                    <a:pt x="260" y="179"/>
                  </a:cubicBezTo>
                  <a:cubicBezTo>
                    <a:pt x="260" y="179"/>
                    <a:pt x="260" y="179"/>
                    <a:pt x="260" y="179"/>
                  </a:cubicBezTo>
                  <a:cubicBezTo>
                    <a:pt x="261" y="180"/>
                    <a:pt x="261" y="180"/>
                    <a:pt x="261" y="180"/>
                  </a:cubicBezTo>
                  <a:cubicBezTo>
                    <a:pt x="262" y="180"/>
                    <a:pt x="262" y="180"/>
                    <a:pt x="262" y="180"/>
                  </a:cubicBezTo>
                  <a:cubicBezTo>
                    <a:pt x="263" y="181"/>
                    <a:pt x="263" y="181"/>
                    <a:pt x="263" y="181"/>
                  </a:cubicBezTo>
                  <a:cubicBezTo>
                    <a:pt x="264" y="182"/>
                    <a:pt x="264" y="182"/>
                    <a:pt x="264" y="182"/>
                  </a:cubicBezTo>
                  <a:cubicBezTo>
                    <a:pt x="264" y="182"/>
                    <a:pt x="264" y="182"/>
                    <a:pt x="264" y="182"/>
                  </a:cubicBezTo>
                  <a:cubicBezTo>
                    <a:pt x="265" y="182"/>
                    <a:pt x="265" y="182"/>
                    <a:pt x="265" y="182"/>
                  </a:cubicBezTo>
                  <a:cubicBezTo>
                    <a:pt x="266" y="182"/>
                    <a:pt x="266" y="182"/>
                    <a:pt x="266" y="182"/>
                  </a:cubicBezTo>
                  <a:cubicBezTo>
                    <a:pt x="266" y="182"/>
                    <a:pt x="266" y="182"/>
                    <a:pt x="266" y="182"/>
                  </a:cubicBezTo>
                  <a:cubicBezTo>
                    <a:pt x="267" y="182"/>
                    <a:pt x="267" y="182"/>
                    <a:pt x="267" y="182"/>
                  </a:cubicBezTo>
                  <a:cubicBezTo>
                    <a:pt x="267" y="182"/>
                    <a:pt x="267" y="182"/>
                    <a:pt x="267" y="182"/>
                  </a:cubicBezTo>
                  <a:cubicBezTo>
                    <a:pt x="268" y="182"/>
                    <a:pt x="268" y="182"/>
                    <a:pt x="268" y="182"/>
                  </a:cubicBezTo>
                  <a:cubicBezTo>
                    <a:pt x="269" y="182"/>
                    <a:pt x="269" y="182"/>
                    <a:pt x="269" y="182"/>
                  </a:cubicBezTo>
                  <a:cubicBezTo>
                    <a:pt x="269" y="181"/>
                    <a:pt x="269" y="181"/>
                    <a:pt x="269" y="181"/>
                  </a:cubicBezTo>
                  <a:cubicBezTo>
                    <a:pt x="270" y="181"/>
                    <a:pt x="270" y="181"/>
                    <a:pt x="270" y="181"/>
                  </a:cubicBezTo>
                  <a:cubicBezTo>
                    <a:pt x="270" y="181"/>
                    <a:pt x="270" y="181"/>
                    <a:pt x="270" y="181"/>
                  </a:cubicBezTo>
                  <a:cubicBezTo>
                    <a:pt x="270" y="182"/>
                    <a:pt x="270" y="182"/>
                    <a:pt x="270" y="182"/>
                  </a:cubicBezTo>
                  <a:cubicBezTo>
                    <a:pt x="271" y="182"/>
                    <a:pt x="271" y="182"/>
                    <a:pt x="271" y="182"/>
                  </a:cubicBezTo>
                  <a:cubicBezTo>
                    <a:pt x="272" y="181"/>
                    <a:pt x="272" y="181"/>
                    <a:pt x="272" y="181"/>
                  </a:cubicBezTo>
                  <a:cubicBezTo>
                    <a:pt x="272" y="181"/>
                    <a:pt x="272" y="181"/>
                    <a:pt x="272" y="181"/>
                  </a:cubicBezTo>
                  <a:cubicBezTo>
                    <a:pt x="273" y="180"/>
                    <a:pt x="273" y="180"/>
                    <a:pt x="273" y="180"/>
                  </a:cubicBezTo>
                  <a:cubicBezTo>
                    <a:pt x="273" y="181"/>
                    <a:pt x="273" y="181"/>
                    <a:pt x="273" y="181"/>
                  </a:cubicBezTo>
                  <a:cubicBezTo>
                    <a:pt x="273" y="182"/>
                    <a:pt x="273" y="182"/>
                    <a:pt x="273" y="182"/>
                  </a:cubicBezTo>
                  <a:cubicBezTo>
                    <a:pt x="273" y="182"/>
                    <a:pt x="273" y="182"/>
                    <a:pt x="273" y="182"/>
                  </a:cubicBezTo>
                  <a:cubicBezTo>
                    <a:pt x="274" y="182"/>
                    <a:pt x="274" y="182"/>
                    <a:pt x="274" y="182"/>
                  </a:cubicBezTo>
                  <a:cubicBezTo>
                    <a:pt x="274" y="181"/>
                    <a:pt x="274" y="181"/>
                    <a:pt x="274" y="181"/>
                  </a:cubicBezTo>
                  <a:cubicBezTo>
                    <a:pt x="275" y="182"/>
                    <a:pt x="275" y="182"/>
                    <a:pt x="275" y="182"/>
                  </a:cubicBezTo>
                  <a:cubicBezTo>
                    <a:pt x="275" y="181"/>
                    <a:pt x="275" y="181"/>
                    <a:pt x="275" y="181"/>
                  </a:cubicBezTo>
                  <a:cubicBezTo>
                    <a:pt x="275" y="179"/>
                    <a:pt x="275" y="179"/>
                    <a:pt x="275" y="179"/>
                  </a:cubicBezTo>
                  <a:cubicBezTo>
                    <a:pt x="274" y="178"/>
                    <a:pt x="274" y="178"/>
                    <a:pt x="274" y="178"/>
                  </a:cubicBezTo>
                  <a:cubicBezTo>
                    <a:pt x="274" y="177"/>
                    <a:pt x="274" y="177"/>
                    <a:pt x="274" y="177"/>
                  </a:cubicBezTo>
                  <a:cubicBezTo>
                    <a:pt x="273" y="177"/>
                    <a:pt x="273" y="177"/>
                    <a:pt x="273" y="177"/>
                  </a:cubicBezTo>
                  <a:cubicBezTo>
                    <a:pt x="274" y="176"/>
                    <a:pt x="274" y="176"/>
                    <a:pt x="274" y="176"/>
                  </a:cubicBezTo>
                  <a:cubicBezTo>
                    <a:pt x="274" y="175"/>
                    <a:pt x="274" y="175"/>
                    <a:pt x="274" y="175"/>
                  </a:cubicBezTo>
                  <a:cubicBezTo>
                    <a:pt x="274" y="175"/>
                    <a:pt x="274" y="175"/>
                    <a:pt x="274" y="175"/>
                  </a:cubicBezTo>
                  <a:cubicBezTo>
                    <a:pt x="276" y="175"/>
                    <a:pt x="276" y="175"/>
                    <a:pt x="276" y="175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8" y="173"/>
                    <a:pt x="278" y="173"/>
                    <a:pt x="278" y="173"/>
                  </a:cubicBezTo>
                  <a:cubicBezTo>
                    <a:pt x="279" y="172"/>
                    <a:pt x="279" y="172"/>
                    <a:pt x="279" y="172"/>
                  </a:cubicBezTo>
                  <a:cubicBezTo>
                    <a:pt x="279" y="172"/>
                    <a:pt x="279" y="172"/>
                    <a:pt x="279" y="172"/>
                  </a:cubicBezTo>
                  <a:cubicBezTo>
                    <a:pt x="280" y="173"/>
                    <a:pt x="280" y="173"/>
                    <a:pt x="280" y="173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0" y="172"/>
                    <a:pt x="280" y="172"/>
                    <a:pt x="280" y="172"/>
                  </a:cubicBezTo>
                  <a:cubicBezTo>
                    <a:pt x="280" y="171"/>
                    <a:pt x="280" y="171"/>
                    <a:pt x="280" y="171"/>
                  </a:cubicBezTo>
                  <a:cubicBezTo>
                    <a:pt x="281" y="170"/>
                    <a:pt x="281" y="170"/>
                    <a:pt x="281" y="170"/>
                  </a:cubicBezTo>
                  <a:cubicBezTo>
                    <a:pt x="282" y="170"/>
                    <a:pt x="282" y="170"/>
                    <a:pt x="282" y="170"/>
                  </a:cubicBezTo>
                  <a:cubicBezTo>
                    <a:pt x="282" y="169"/>
                    <a:pt x="282" y="169"/>
                    <a:pt x="282" y="169"/>
                  </a:cubicBezTo>
                  <a:cubicBezTo>
                    <a:pt x="283" y="170"/>
                    <a:pt x="283" y="170"/>
                    <a:pt x="283" y="170"/>
                  </a:cubicBezTo>
                  <a:cubicBezTo>
                    <a:pt x="285" y="169"/>
                    <a:pt x="285" y="169"/>
                    <a:pt x="285" y="169"/>
                  </a:cubicBezTo>
                  <a:cubicBezTo>
                    <a:pt x="285" y="169"/>
                    <a:pt x="285" y="169"/>
                    <a:pt x="285" y="169"/>
                  </a:cubicBezTo>
                  <a:cubicBezTo>
                    <a:pt x="284" y="168"/>
                    <a:pt x="284" y="168"/>
                    <a:pt x="284" y="168"/>
                  </a:cubicBezTo>
                  <a:cubicBezTo>
                    <a:pt x="285" y="167"/>
                    <a:pt x="285" y="167"/>
                    <a:pt x="285" y="167"/>
                  </a:cubicBezTo>
                  <a:cubicBezTo>
                    <a:pt x="285" y="166"/>
                    <a:pt x="285" y="166"/>
                    <a:pt x="285" y="166"/>
                  </a:cubicBezTo>
                  <a:cubicBezTo>
                    <a:pt x="285" y="166"/>
                    <a:pt x="285" y="166"/>
                    <a:pt x="285" y="166"/>
                  </a:cubicBezTo>
                  <a:cubicBezTo>
                    <a:pt x="285" y="165"/>
                    <a:pt x="285" y="165"/>
                    <a:pt x="285" y="165"/>
                  </a:cubicBezTo>
                  <a:cubicBezTo>
                    <a:pt x="285" y="165"/>
                    <a:pt x="285" y="165"/>
                    <a:pt x="285" y="165"/>
                  </a:cubicBezTo>
                  <a:cubicBezTo>
                    <a:pt x="285" y="164"/>
                    <a:pt x="285" y="164"/>
                    <a:pt x="285" y="164"/>
                  </a:cubicBezTo>
                  <a:cubicBezTo>
                    <a:pt x="285" y="163"/>
                    <a:pt x="285" y="163"/>
                    <a:pt x="285" y="163"/>
                  </a:cubicBezTo>
                  <a:cubicBezTo>
                    <a:pt x="285" y="163"/>
                    <a:pt x="285" y="163"/>
                    <a:pt x="285" y="163"/>
                  </a:cubicBezTo>
                  <a:cubicBezTo>
                    <a:pt x="285" y="163"/>
                    <a:pt x="285" y="163"/>
                    <a:pt x="285" y="163"/>
                  </a:cubicBezTo>
                  <a:cubicBezTo>
                    <a:pt x="285" y="162"/>
                    <a:pt x="285" y="162"/>
                    <a:pt x="285" y="162"/>
                  </a:cubicBezTo>
                  <a:cubicBezTo>
                    <a:pt x="286" y="162"/>
                    <a:pt x="286" y="162"/>
                    <a:pt x="286" y="162"/>
                  </a:cubicBezTo>
                  <a:cubicBezTo>
                    <a:pt x="286" y="161"/>
                    <a:pt x="286" y="161"/>
                    <a:pt x="286" y="161"/>
                  </a:cubicBezTo>
                  <a:cubicBezTo>
                    <a:pt x="286" y="160"/>
                    <a:pt x="286" y="160"/>
                    <a:pt x="286" y="160"/>
                  </a:cubicBezTo>
                  <a:cubicBezTo>
                    <a:pt x="286" y="160"/>
                    <a:pt x="286" y="160"/>
                    <a:pt x="286" y="160"/>
                  </a:cubicBezTo>
                  <a:cubicBezTo>
                    <a:pt x="286" y="160"/>
                    <a:pt x="286" y="160"/>
                    <a:pt x="286" y="160"/>
                  </a:cubicBezTo>
                  <a:cubicBezTo>
                    <a:pt x="285" y="160"/>
                    <a:pt x="285" y="160"/>
                    <a:pt x="285" y="160"/>
                  </a:cubicBezTo>
                  <a:cubicBezTo>
                    <a:pt x="285" y="161"/>
                    <a:pt x="285" y="161"/>
                    <a:pt x="285" y="161"/>
                  </a:cubicBezTo>
                  <a:cubicBezTo>
                    <a:pt x="285" y="161"/>
                    <a:pt x="285" y="161"/>
                    <a:pt x="285" y="161"/>
                  </a:cubicBezTo>
                  <a:cubicBezTo>
                    <a:pt x="285" y="161"/>
                    <a:pt x="285" y="161"/>
                    <a:pt x="285" y="161"/>
                  </a:cubicBezTo>
                  <a:cubicBezTo>
                    <a:pt x="285" y="160"/>
                    <a:pt x="285" y="160"/>
                    <a:pt x="285" y="160"/>
                  </a:cubicBezTo>
                  <a:cubicBezTo>
                    <a:pt x="284" y="160"/>
                    <a:pt x="284" y="160"/>
                    <a:pt x="284" y="160"/>
                  </a:cubicBezTo>
                  <a:cubicBezTo>
                    <a:pt x="283" y="160"/>
                    <a:pt x="283" y="160"/>
                    <a:pt x="283" y="160"/>
                  </a:cubicBezTo>
                  <a:cubicBezTo>
                    <a:pt x="282" y="159"/>
                    <a:pt x="282" y="159"/>
                    <a:pt x="282" y="159"/>
                  </a:cubicBezTo>
                  <a:cubicBezTo>
                    <a:pt x="282" y="159"/>
                    <a:pt x="282" y="159"/>
                    <a:pt x="282" y="159"/>
                  </a:cubicBezTo>
                  <a:cubicBezTo>
                    <a:pt x="284" y="158"/>
                    <a:pt x="284" y="158"/>
                    <a:pt x="284" y="158"/>
                  </a:cubicBezTo>
                  <a:cubicBezTo>
                    <a:pt x="283" y="158"/>
                    <a:pt x="283" y="158"/>
                    <a:pt x="283" y="158"/>
                  </a:cubicBezTo>
                  <a:cubicBezTo>
                    <a:pt x="283" y="158"/>
                    <a:pt x="283" y="158"/>
                    <a:pt x="283" y="158"/>
                  </a:cubicBezTo>
                  <a:cubicBezTo>
                    <a:pt x="283" y="157"/>
                    <a:pt x="283" y="157"/>
                    <a:pt x="283" y="157"/>
                  </a:cubicBezTo>
                  <a:cubicBezTo>
                    <a:pt x="283" y="156"/>
                    <a:pt x="283" y="156"/>
                    <a:pt x="283" y="156"/>
                  </a:cubicBezTo>
                  <a:cubicBezTo>
                    <a:pt x="282" y="156"/>
                    <a:pt x="282" y="156"/>
                    <a:pt x="282" y="156"/>
                  </a:cubicBezTo>
                  <a:cubicBezTo>
                    <a:pt x="282" y="156"/>
                    <a:pt x="282" y="156"/>
                    <a:pt x="282" y="156"/>
                  </a:cubicBezTo>
                  <a:cubicBezTo>
                    <a:pt x="282" y="156"/>
                    <a:pt x="282" y="156"/>
                    <a:pt x="282" y="156"/>
                  </a:cubicBezTo>
                  <a:cubicBezTo>
                    <a:pt x="282" y="157"/>
                    <a:pt x="282" y="157"/>
                    <a:pt x="282" y="157"/>
                  </a:cubicBezTo>
                  <a:cubicBezTo>
                    <a:pt x="282" y="157"/>
                    <a:pt x="282" y="157"/>
                    <a:pt x="282" y="157"/>
                  </a:cubicBezTo>
                  <a:cubicBezTo>
                    <a:pt x="281" y="157"/>
                    <a:pt x="281" y="157"/>
                    <a:pt x="281" y="157"/>
                  </a:cubicBezTo>
                  <a:cubicBezTo>
                    <a:pt x="281" y="157"/>
                    <a:pt x="281" y="157"/>
                    <a:pt x="281" y="157"/>
                  </a:cubicBezTo>
                  <a:cubicBezTo>
                    <a:pt x="280" y="157"/>
                    <a:pt x="280" y="157"/>
                    <a:pt x="280" y="157"/>
                  </a:cubicBezTo>
                  <a:cubicBezTo>
                    <a:pt x="280" y="156"/>
                    <a:pt x="280" y="156"/>
                    <a:pt x="280" y="156"/>
                  </a:cubicBezTo>
                  <a:cubicBezTo>
                    <a:pt x="281" y="155"/>
                    <a:pt x="281" y="155"/>
                    <a:pt x="281" y="155"/>
                  </a:cubicBezTo>
                  <a:cubicBezTo>
                    <a:pt x="281" y="155"/>
                    <a:pt x="281" y="155"/>
                    <a:pt x="281" y="155"/>
                  </a:cubicBezTo>
                  <a:cubicBezTo>
                    <a:pt x="279" y="155"/>
                    <a:pt x="279" y="155"/>
                    <a:pt x="279" y="155"/>
                  </a:cubicBezTo>
                  <a:cubicBezTo>
                    <a:pt x="279" y="154"/>
                    <a:pt x="279" y="154"/>
                    <a:pt x="279" y="154"/>
                  </a:cubicBezTo>
                  <a:cubicBezTo>
                    <a:pt x="280" y="154"/>
                    <a:pt x="280" y="154"/>
                    <a:pt x="280" y="154"/>
                  </a:cubicBezTo>
                  <a:cubicBezTo>
                    <a:pt x="280" y="154"/>
                    <a:pt x="280" y="154"/>
                    <a:pt x="280" y="154"/>
                  </a:cubicBezTo>
                  <a:cubicBezTo>
                    <a:pt x="280" y="154"/>
                    <a:pt x="280" y="154"/>
                    <a:pt x="280" y="154"/>
                  </a:cubicBezTo>
                  <a:cubicBezTo>
                    <a:pt x="280" y="153"/>
                    <a:pt x="280" y="153"/>
                    <a:pt x="280" y="153"/>
                  </a:cubicBezTo>
                  <a:cubicBezTo>
                    <a:pt x="281" y="153"/>
                    <a:pt x="281" y="153"/>
                    <a:pt x="281" y="153"/>
                  </a:cubicBezTo>
                  <a:cubicBezTo>
                    <a:pt x="281" y="153"/>
                    <a:pt x="281" y="153"/>
                    <a:pt x="281" y="153"/>
                  </a:cubicBezTo>
                  <a:cubicBezTo>
                    <a:pt x="281" y="152"/>
                    <a:pt x="281" y="152"/>
                    <a:pt x="281" y="152"/>
                  </a:cubicBezTo>
                  <a:cubicBezTo>
                    <a:pt x="280" y="153"/>
                    <a:pt x="280" y="153"/>
                    <a:pt x="280" y="153"/>
                  </a:cubicBezTo>
                  <a:cubicBezTo>
                    <a:pt x="279" y="154"/>
                    <a:pt x="279" y="154"/>
                    <a:pt x="279" y="154"/>
                  </a:cubicBezTo>
                  <a:cubicBezTo>
                    <a:pt x="279" y="154"/>
                    <a:pt x="279" y="154"/>
                    <a:pt x="279" y="154"/>
                  </a:cubicBezTo>
                  <a:cubicBezTo>
                    <a:pt x="278" y="154"/>
                    <a:pt x="278" y="154"/>
                    <a:pt x="278" y="154"/>
                  </a:cubicBezTo>
                  <a:cubicBezTo>
                    <a:pt x="278" y="153"/>
                    <a:pt x="278" y="153"/>
                    <a:pt x="278" y="153"/>
                  </a:cubicBezTo>
                  <a:cubicBezTo>
                    <a:pt x="278" y="153"/>
                    <a:pt x="278" y="153"/>
                    <a:pt x="278" y="153"/>
                  </a:cubicBezTo>
                  <a:cubicBezTo>
                    <a:pt x="277" y="154"/>
                    <a:pt x="277" y="154"/>
                    <a:pt x="277" y="154"/>
                  </a:cubicBezTo>
                  <a:cubicBezTo>
                    <a:pt x="277" y="154"/>
                    <a:pt x="277" y="154"/>
                    <a:pt x="277" y="154"/>
                  </a:cubicBezTo>
                  <a:cubicBezTo>
                    <a:pt x="276" y="154"/>
                    <a:pt x="276" y="154"/>
                    <a:pt x="276" y="154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5" y="155"/>
                    <a:pt x="275" y="155"/>
                    <a:pt x="275" y="155"/>
                  </a:cubicBezTo>
                  <a:cubicBezTo>
                    <a:pt x="274" y="155"/>
                    <a:pt x="274" y="155"/>
                    <a:pt x="274" y="155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5" y="153"/>
                    <a:pt x="275" y="153"/>
                    <a:pt x="275" y="153"/>
                  </a:cubicBezTo>
                  <a:cubicBezTo>
                    <a:pt x="274" y="153"/>
                    <a:pt x="274" y="153"/>
                    <a:pt x="274" y="153"/>
                  </a:cubicBezTo>
                  <a:cubicBezTo>
                    <a:pt x="275" y="152"/>
                    <a:pt x="275" y="152"/>
                    <a:pt x="275" y="152"/>
                  </a:cubicBezTo>
                  <a:cubicBezTo>
                    <a:pt x="275" y="152"/>
                    <a:pt x="275" y="152"/>
                    <a:pt x="275" y="152"/>
                  </a:cubicBezTo>
                  <a:cubicBezTo>
                    <a:pt x="276" y="152"/>
                    <a:pt x="276" y="152"/>
                    <a:pt x="276" y="152"/>
                  </a:cubicBezTo>
                  <a:cubicBezTo>
                    <a:pt x="276" y="153"/>
                    <a:pt x="276" y="153"/>
                    <a:pt x="276" y="153"/>
                  </a:cubicBezTo>
                  <a:cubicBezTo>
                    <a:pt x="277" y="153"/>
                    <a:pt x="277" y="153"/>
                    <a:pt x="277" y="153"/>
                  </a:cubicBezTo>
                  <a:cubicBezTo>
                    <a:pt x="277" y="152"/>
                    <a:pt x="277" y="152"/>
                    <a:pt x="277" y="152"/>
                  </a:cubicBezTo>
                  <a:cubicBezTo>
                    <a:pt x="278" y="152"/>
                    <a:pt x="278" y="152"/>
                    <a:pt x="278" y="152"/>
                  </a:cubicBezTo>
                  <a:cubicBezTo>
                    <a:pt x="278" y="151"/>
                    <a:pt x="278" y="151"/>
                    <a:pt x="278" y="151"/>
                  </a:cubicBezTo>
                  <a:cubicBezTo>
                    <a:pt x="278" y="151"/>
                    <a:pt x="278" y="151"/>
                    <a:pt x="278" y="151"/>
                  </a:cubicBezTo>
                  <a:cubicBezTo>
                    <a:pt x="277" y="150"/>
                    <a:pt x="277" y="150"/>
                    <a:pt x="277" y="150"/>
                  </a:cubicBezTo>
                  <a:cubicBezTo>
                    <a:pt x="277" y="150"/>
                    <a:pt x="277" y="150"/>
                    <a:pt x="277" y="150"/>
                  </a:cubicBezTo>
                  <a:cubicBezTo>
                    <a:pt x="276" y="149"/>
                    <a:pt x="276" y="149"/>
                    <a:pt x="276" y="149"/>
                  </a:cubicBezTo>
                  <a:cubicBezTo>
                    <a:pt x="276" y="149"/>
                    <a:pt x="276" y="149"/>
                    <a:pt x="276" y="149"/>
                  </a:cubicBezTo>
                  <a:cubicBezTo>
                    <a:pt x="276" y="149"/>
                    <a:pt x="276" y="149"/>
                    <a:pt x="276" y="149"/>
                  </a:cubicBezTo>
                  <a:cubicBezTo>
                    <a:pt x="276" y="148"/>
                    <a:pt x="276" y="148"/>
                    <a:pt x="276" y="148"/>
                  </a:cubicBezTo>
                  <a:cubicBezTo>
                    <a:pt x="275" y="148"/>
                    <a:pt x="275" y="148"/>
                    <a:pt x="275" y="148"/>
                  </a:cubicBezTo>
                  <a:cubicBezTo>
                    <a:pt x="275" y="148"/>
                    <a:pt x="275" y="148"/>
                    <a:pt x="275" y="148"/>
                  </a:cubicBezTo>
                  <a:cubicBezTo>
                    <a:pt x="274" y="148"/>
                    <a:pt x="274" y="148"/>
                    <a:pt x="274" y="148"/>
                  </a:cubicBezTo>
                  <a:cubicBezTo>
                    <a:pt x="274" y="147"/>
                    <a:pt x="274" y="147"/>
                    <a:pt x="274" y="147"/>
                  </a:cubicBezTo>
                  <a:cubicBezTo>
                    <a:pt x="275" y="147"/>
                    <a:pt x="275" y="147"/>
                    <a:pt x="275" y="147"/>
                  </a:cubicBezTo>
                  <a:cubicBezTo>
                    <a:pt x="275" y="147"/>
                    <a:pt x="275" y="147"/>
                    <a:pt x="275" y="147"/>
                  </a:cubicBezTo>
                  <a:cubicBezTo>
                    <a:pt x="276" y="147"/>
                    <a:pt x="276" y="147"/>
                    <a:pt x="276" y="147"/>
                  </a:cubicBezTo>
                  <a:cubicBezTo>
                    <a:pt x="276" y="147"/>
                    <a:pt x="276" y="147"/>
                    <a:pt x="276" y="147"/>
                  </a:cubicBezTo>
                  <a:cubicBezTo>
                    <a:pt x="276" y="146"/>
                    <a:pt x="276" y="146"/>
                    <a:pt x="276" y="146"/>
                  </a:cubicBezTo>
                  <a:cubicBezTo>
                    <a:pt x="275" y="146"/>
                    <a:pt x="275" y="146"/>
                    <a:pt x="275" y="146"/>
                  </a:cubicBezTo>
                  <a:cubicBezTo>
                    <a:pt x="275" y="145"/>
                    <a:pt x="275" y="145"/>
                    <a:pt x="275" y="145"/>
                  </a:cubicBezTo>
                  <a:cubicBezTo>
                    <a:pt x="274" y="145"/>
                    <a:pt x="274" y="145"/>
                    <a:pt x="274" y="145"/>
                  </a:cubicBezTo>
                  <a:cubicBezTo>
                    <a:pt x="274" y="145"/>
                    <a:pt x="274" y="145"/>
                    <a:pt x="274" y="145"/>
                  </a:cubicBezTo>
                  <a:cubicBezTo>
                    <a:pt x="274" y="145"/>
                    <a:pt x="274" y="145"/>
                    <a:pt x="274" y="145"/>
                  </a:cubicBezTo>
                  <a:cubicBezTo>
                    <a:pt x="273" y="146"/>
                    <a:pt x="273" y="146"/>
                    <a:pt x="273" y="146"/>
                  </a:cubicBezTo>
                  <a:cubicBezTo>
                    <a:pt x="273" y="146"/>
                    <a:pt x="273" y="146"/>
                    <a:pt x="273" y="146"/>
                  </a:cubicBezTo>
                  <a:cubicBezTo>
                    <a:pt x="273" y="145"/>
                    <a:pt x="273" y="145"/>
                    <a:pt x="273" y="145"/>
                  </a:cubicBezTo>
                  <a:cubicBezTo>
                    <a:pt x="274" y="144"/>
                    <a:pt x="274" y="144"/>
                    <a:pt x="274" y="144"/>
                  </a:cubicBezTo>
                  <a:cubicBezTo>
                    <a:pt x="274" y="143"/>
                    <a:pt x="274" y="143"/>
                    <a:pt x="274" y="143"/>
                  </a:cubicBezTo>
                  <a:cubicBezTo>
                    <a:pt x="274" y="143"/>
                    <a:pt x="274" y="143"/>
                    <a:pt x="274" y="143"/>
                  </a:cubicBezTo>
                  <a:cubicBezTo>
                    <a:pt x="275" y="142"/>
                    <a:pt x="275" y="142"/>
                    <a:pt x="275" y="142"/>
                  </a:cubicBezTo>
                  <a:cubicBezTo>
                    <a:pt x="275" y="141"/>
                    <a:pt x="275" y="141"/>
                    <a:pt x="275" y="141"/>
                  </a:cubicBezTo>
                  <a:cubicBezTo>
                    <a:pt x="275" y="140"/>
                    <a:pt x="275" y="140"/>
                    <a:pt x="275" y="140"/>
                  </a:cubicBezTo>
                  <a:cubicBezTo>
                    <a:pt x="275" y="140"/>
                    <a:pt x="275" y="140"/>
                    <a:pt x="275" y="140"/>
                  </a:cubicBezTo>
                  <a:cubicBezTo>
                    <a:pt x="274" y="140"/>
                    <a:pt x="274" y="140"/>
                    <a:pt x="274" y="140"/>
                  </a:cubicBezTo>
                  <a:cubicBezTo>
                    <a:pt x="274" y="140"/>
                    <a:pt x="274" y="140"/>
                    <a:pt x="274" y="140"/>
                  </a:cubicBezTo>
                  <a:cubicBezTo>
                    <a:pt x="273" y="140"/>
                    <a:pt x="273" y="140"/>
                    <a:pt x="273" y="140"/>
                  </a:cubicBezTo>
                  <a:cubicBezTo>
                    <a:pt x="273" y="141"/>
                    <a:pt x="273" y="141"/>
                    <a:pt x="273" y="141"/>
                  </a:cubicBezTo>
                  <a:cubicBezTo>
                    <a:pt x="273" y="141"/>
                    <a:pt x="273" y="141"/>
                    <a:pt x="273" y="141"/>
                  </a:cubicBezTo>
                  <a:cubicBezTo>
                    <a:pt x="272" y="140"/>
                    <a:pt x="272" y="140"/>
                    <a:pt x="272" y="140"/>
                  </a:cubicBezTo>
                  <a:cubicBezTo>
                    <a:pt x="272" y="139"/>
                    <a:pt x="272" y="139"/>
                    <a:pt x="272" y="139"/>
                  </a:cubicBezTo>
                  <a:cubicBezTo>
                    <a:pt x="271" y="139"/>
                    <a:pt x="271" y="139"/>
                    <a:pt x="271" y="139"/>
                  </a:cubicBezTo>
                  <a:cubicBezTo>
                    <a:pt x="271" y="138"/>
                    <a:pt x="271" y="138"/>
                    <a:pt x="271" y="138"/>
                  </a:cubicBezTo>
                  <a:cubicBezTo>
                    <a:pt x="271" y="137"/>
                    <a:pt x="271" y="137"/>
                    <a:pt x="271" y="137"/>
                  </a:cubicBezTo>
                  <a:cubicBezTo>
                    <a:pt x="272" y="137"/>
                    <a:pt x="272" y="137"/>
                    <a:pt x="272" y="137"/>
                  </a:cubicBezTo>
                  <a:cubicBezTo>
                    <a:pt x="272" y="137"/>
                    <a:pt x="272" y="137"/>
                    <a:pt x="272" y="137"/>
                  </a:cubicBezTo>
                  <a:cubicBezTo>
                    <a:pt x="272" y="136"/>
                    <a:pt x="272" y="136"/>
                    <a:pt x="272" y="136"/>
                  </a:cubicBezTo>
                  <a:cubicBezTo>
                    <a:pt x="272" y="136"/>
                    <a:pt x="272" y="136"/>
                    <a:pt x="272" y="136"/>
                  </a:cubicBezTo>
                  <a:cubicBezTo>
                    <a:pt x="271" y="136"/>
                    <a:pt x="271" y="136"/>
                    <a:pt x="271" y="136"/>
                  </a:cubicBezTo>
                  <a:cubicBezTo>
                    <a:pt x="271" y="136"/>
                    <a:pt x="271" y="136"/>
                    <a:pt x="271" y="136"/>
                  </a:cubicBezTo>
                  <a:cubicBezTo>
                    <a:pt x="271" y="137"/>
                    <a:pt x="271" y="137"/>
                    <a:pt x="271" y="137"/>
                  </a:cubicBezTo>
                  <a:cubicBezTo>
                    <a:pt x="270" y="138"/>
                    <a:pt x="270" y="138"/>
                    <a:pt x="270" y="138"/>
                  </a:cubicBezTo>
                  <a:cubicBezTo>
                    <a:pt x="270" y="137"/>
                    <a:pt x="270" y="137"/>
                    <a:pt x="270" y="137"/>
                  </a:cubicBezTo>
                  <a:cubicBezTo>
                    <a:pt x="269" y="137"/>
                    <a:pt x="269" y="137"/>
                    <a:pt x="269" y="137"/>
                  </a:cubicBezTo>
                  <a:cubicBezTo>
                    <a:pt x="269" y="137"/>
                    <a:pt x="269" y="137"/>
                    <a:pt x="269" y="137"/>
                  </a:cubicBezTo>
                  <a:cubicBezTo>
                    <a:pt x="269" y="138"/>
                    <a:pt x="269" y="138"/>
                    <a:pt x="269" y="138"/>
                  </a:cubicBezTo>
                  <a:cubicBezTo>
                    <a:pt x="269" y="138"/>
                    <a:pt x="269" y="138"/>
                    <a:pt x="269" y="138"/>
                  </a:cubicBezTo>
                  <a:cubicBezTo>
                    <a:pt x="269" y="139"/>
                    <a:pt x="269" y="139"/>
                    <a:pt x="269" y="139"/>
                  </a:cubicBezTo>
                  <a:cubicBezTo>
                    <a:pt x="269" y="139"/>
                    <a:pt x="269" y="139"/>
                    <a:pt x="269" y="139"/>
                  </a:cubicBezTo>
                  <a:cubicBezTo>
                    <a:pt x="270" y="139"/>
                    <a:pt x="270" y="139"/>
                    <a:pt x="270" y="139"/>
                  </a:cubicBezTo>
                  <a:cubicBezTo>
                    <a:pt x="270" y="141"/>
                    <a:pt x="270" y="141"/>
                    <a:pt x="270" y="141"/>
                  </a:cubicBezTo>
                  <a:cubicBezTo>
                    <a:pt x="271" y="141"/>
                    <a:pt x="271" y="141"/>
                    <a:pt x="271" y="141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1" y="143"/>
                    <a:pt x="271" y="143"/>
                    <a:pt x="271" y="143"/>
                  </a:cubicBezTo>
                  <a:cubicBezTo>
                    <a:pt x="270" y="143"/>
                    <a:pt x="270" y="143"/>
                    <a:pt x="270" y="143"/>
                  </a:cubicBezTo>
                  <a:cubicBezTo>
                    <a:pt x="269" y="144"/>
                    <a:pt x="269" y="144"/>
                    <a:pt x="269" y="144"/>
                  </a:cubicBezTo>
                  <a:cubicBezTo>
                    <a:pt x="267" y="144"/>
                    <a:pt x="267" y="144"/>
                    <a:pt x="267" y="144"/>
                  </a:cubicBezTo>
                  <a:cubicBezTo>
                    <a:pt x="267" y="144"/>
                    <a:pt x="267" y="144"/>
                    <a:pt x="267" y="144"/>
                  </a:cubicBezTo>
                  <a:cubicBezTo>
                    <a:pt x="266" y="144"/>
                    <a:pt x="266" y="144"/>
                    <a:pt x="266" y="144"/>
                  </a:cubicBezTo>
                  <a:cubicBezTo>
                    <a:pt x="266" y="143"/>
                    <a:pt x="266" y="143"/>
                    <a:pt x="266" y="143"/>
                  </a:cubicBezTo>
                  <a:cubicBezTo>
                    <a:pt x="266" y="143"/>
                    <a:pt x="266" y="143"/>
                    <a:pt x="266" y="143"/>
                  </a:cubicBezTo>
                  <a:cubicBezTo>
                    <a:pt x="266" y="142"/>
                    <a:pt x="266" y="142"/>
                    <a:pt x="266" y="142"/>
                  </a:cubicBezTo>
                  <a:cubicBezTo>
                    <a:pt x="264" y="142"/>
                    <a:pt x="264" y="142"/>
                    <a:pt x="264" y="142"/>
                  </a:cubicBezTo>
                  <a:cubicBezTo>
                    <a:pt x="263" y="141"/>
                    <a:pt x="263" y="141"/>
                    <a:pt x="263" y="141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2" y="143"/>
                    <a:pt x="262" y="143"/>
                    <a:pt x="262" y="143"/>
                  </a:cubicBezTo>
                  <a:cubicBezTo>
                    <a:pt x="263" y="144"/>
                    <a:pt x="263" y="144"/>
                    <a:pt x="263" y="144"/>
                  </a:cubicBezTo>
                  <a:cubicBezTo>
                    <a:pt x="262" y="144"/>
                    <a:pt x="262" y="144"/>
                    <a:pt x="262" y="144"/>
                  </a:cubicBezTo>
                  <a:cubicBezTo>
                    <a:pt x="262" y="144"/>
                    <a:pt x="262" y="144"/>
                    <a:pt x="262" y="144"/>
                  </a:cubicBezTo>
                  <a:cubicBezTo>
                    <a:pt x="261" y="143"/>
                    <a:pt x="261" y="143"/>
                    <a:pt x="261" y="143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60" y="142"/>
                    <a:pt x="260" y="142"/>
                    <a:pt x="260" y="142"/>
                  </a:cubicBezTo>
                  <a:cubicBezTo>
                    <a:pt x="260" y="142"/>
                    <a:pt x="260" y="142"/>
                    <a:pt x="260" y="142"/>
                  </a:cubicBezTo>
                  <a:cubicBezTo>
                    <a:pt x="259" y="141"/>
                    <a:pt x="259" y="141"/>
                    <a:pt x="259" y="141"/>
                  </a:cubicBezTo>
                  <a:cubicBezTo>
                    <a:pt x="259" y="140"/>
                    <a:pt x="259" y="140"/>
                    <a:pt x="259" y="140"/>
                  </a:cubicBezTo>
                  <a:cubicBezTo>
                    <a:pt x="259" y="140"/>
                    <a:pt x="259" y="140"/>
                    <a:pt x="259" y="140"/>
                  </a:cubicBezTo>
                  <a:cubicBezTo>
                    <a:pt x="258" y="140"/>
                    <a:pt x="258" y="140"/>
                    <a:pt x="258" y="140"/>
                  </a:cubicBezTo>
                  <a:cubicBezTo>
                    <a:pt x="257" y="139"/>
                    <a:pt x="257" y="139"/>
                    <a:pt x="257" y="139"/>
                  </a:cubicBezTo>
                  <a:cubicBezTo>
                    <a:pt x="257" y="139"/>
                    <a:pt x="257" y="139"/>
                    <a:pt x="257" y="139"/>
                  </a:cubicBezTo>
                  <a:cubicBezTo>
                    <a:pt x="256" y="138"/>
                    <a:pt x="256" y="138"/>
                    <a:pt x="256" y="138"/>
                  </a:cubicBezTo>
                  <a:cubicBezTo>
                    <a:pt x="256" y="138"/>
                    <a:pt x="256" y="138"/>
                    <a:pt x="256" y="138"/>
                  </a:cubicBezTo>
                  <a:cubicBezTo>
                    <a:pt x="256" y="138"/>
                    <a:pt x="256" y="138"/>
                    <a:pt x="256" y="138"/>
                  </a:cubicBezTo>
                  <a:cubicBezTo>
                    <a:pt x="258" y="140"/>
                    <a:pt x="258" y="140"/>
                    <a:pt x="258" y="140"/>
                  </a:cubicBezTo>
                  <a:cubicBezTo>
                    <a:pt x="258" y="140"/>
                    <a:pt x="258" y="140"/>
                    <a:pt x="258" y="140"/>
                  </a:cubicBezTo>
                  <a:cubicBezTo>
                    <a:pt x="259" y="141"/>
                    <a:pt x="259" y="141"/>
                    <a:pt x="259" y="141"/>
                  </a:cubicBezTo>
                  <a:cubicBezTo>
                    <a:pt x="259" y="141"/>
                    <a:pt x="259" y="141"/>
                    <a:pt x="259" y="141"/>
                  </a:cubicBezTo>
                  <a:cubicBezTo>
                    <a:pt x="259" y="142"/>
                    <a:pt x="259" y="142"/>
                    <a:pt x="259" y="142"/>
                  </a:cubicBezTo>
                  <a:cubicBezTo>
                    <a:pt x="259" y="142"/>
                    <a:pt x="259" y="142"/>
                    <a:pt x="259" y="142"/>
                  </a:cubicBezTo>
                  <a:cubicBezTo>
                    <a:pt x="259" y="142"/>
                    <a:pt x="259" y="142"/>
                    <a:pt x="259" y="142"/>
                  </a:cubicBezTo>
                  <a:cubicBezTo>
                    <a:pt x="258" y="143"/>
                    <a:pt x="258" y="143"/>
                    <a:pt x="258" y="143"/>
                  </a:cubicBezTo>
                  <a:cubicBezTo>
                    <a:pt x="257" y="142"/>
                    <a:pt x="257" y="142"/>
                    <a:pt x="257" y="142"/>
                  </a:cubicBezTo>
                  <a:cubicBezTo>
                    <a:pt x="256" y="142"/>
                    <a:pt x="256" y="142"/>
                    <a:pt x="256" y="142"/>
                  </a:cubicBezTo>
                  <a:cubicBezTo>
                    <a:pt x="256" y="141"/>
                    <a:pt x="256" y="141"/>
                    <a:pt x="256" y="141"/>
                  </a:cubicBezTo>
                  <a:cubicBezTo>
                    <a:pt x="255" y="141"/>
                    <a:pt x="255" y="141"/>
                    <a:pt x="255" y="141"/>
                  </a:cubicBezTo>
                  <a:cubicBezTo>
                    <a:pt x="255" y="140"/>
                    <a:pt x="255" y="140"/>
                    <a:pt x="255" y="140"/>
                  </a:cubicBezTo>
                  <a:cubicBezTo>
                    <a:pt x="254" y="141"/>
                    <a:pt x="254" y="141"/>
                    <a:pt x="254" y="141"/>
                  </a:cubicBezTo>
                  <a:cubicBezTo>
                    <a:pt x="253" y="141"/>
                    <a:pt x="253" y="141"/>
                    <a:pt x="253" y="141"/>
                  </a:cubicBezTo>
                  <a:cubicBezTo>
                    <a:pt x="252" y="141"/>
                    <a:pt x="252" y="141"/>
                    <a:pt x="252" y="141"/>
                  </a:cubicBezTo>
                  <a:cubicBezTo>
                    <a:pt x="251" y="140"/>
                    <a:pt x="251" y="140"/>
                    <a:pt x="251" y="140"/>
                  </a:cubicBezTo>
                  <a:cubicBezTo>
                    <a:pt x="250" y="140"/>
                    <a:pt x="250" y="140"/>
                    <a:pt x="250" y="140"/>
                  </a:cubicBezTo>
                  <a:cubicBezTo>
                    <a:pt x="250" y="140"/>
                    <a:pt x="250" y="140"/>
                    <a:pt x="250" y="140"/>
                  </a:cubicBezTo>
                  <a:cubicBezTo>
                    <a:pt x="249" y="139"/>
                    <a:pt x="249" y="139"/>
                    <a:pt x="249" y="139"/>
                  </a:cubicBezTo>
                  <a:cubicBezTo>
                    <a:pt x="249" y="139"/>
                    <a:pt x="249" y="139"/>
                    <a:pt x="249" y="139"/>
                  </a:cubicBezTo>
                  <a:cubicBezTo>
                    <a:pt x="250" y="138"/>
                    <a:pt x="250" y="138"/>
                    <a:pt x="250" y="138"/>
                  </a:cubicBezTo>
                  <a:cubicBezTo>
                    <a:pt x="251" y="137"/>
                    <a:pt x="251" y="137"/>
                    <a:pt x="251" y="137"/>
                  </a:cubicBezTo>
                  <a:cubicBezTo>
                    <a:pt x="251" y="137"/>
                    <a:pt x="251" y="137"/>
                    <a:pt x="251" y="137"/>
                  </a:cubicBezTo>
                  <a:cubicBezTo>
                    <a:pt x="250" y="137"/>
                    <a:pt x="250" y="137"/>
                    <a:pt x="250" y="137"/>
                  </a:cubicBezTo>
                  <a:cubicBezTo>
                    <a:pt x="249" y="138"/>
                    <a:pt x="249" y="138"/>
                    <a:pt x="249" y="138"/>
                  </a:cubicBezTo>
                  <a:cubicBezTo>
                    <a:pt x="249" y="139"/>
                    <a:pt x="249" y="139"/>
                    <a:pt x="249" y="139"/>
                  </a:cubicBezTo>
                  <a:cubicBezTo>
                    <a:pt x="248" y="139"/>
                    <a:pt x="248" y="139"/>
                    <a:pt x="248" y="139"/>
                  </a:cubicBezTo>
                  <a:cubicBezTo>
                    <a:pt x="248" y="138"/>
                    <a:pt x="248" y="138"/>
                    <a:pt x="248" y="138"/>
                  </a:cubicBezTo>
                  <a:cubicBezTo>
                    <a:pt x="247" y="138"/>
                    <a:pt x="247" y="138"/>
                    <a:pt x="247" y="138"/>
                  </a:cubicBezTo>
                  <a:cubicBezTo>
                    <a:pt x="246" y="138"/>
                    <a:pt x="246" y="138"/>
                    <a:pt x="246" y="138"/>
                  </a:cubicBezTo>
                  <a:cubicBezTo>
                    <a:pt x="247" y="139"/>
                    <a:pt x="247" y="139"/>
                    <a:pt x="247" y="139"/>
                  </a:cubicBezTo>
                  <a:cubicBezTo>
                    <a:pt x="247" y="139"/>
                    <a:pt x="247" y="139"/>
                    <a:pt x="247" y="139"/>
                  </a:cubicBezTo>
                  <a:cubicBezTo>
                    <a:pt x="246" y="139"/>
                    <a:pt x="246" y="139"/>
                    <a:pt x="246" y="139"/>
                  </a:cubicBezTo>
                  <a:cubicBezTo>
                    <a:pt x="244" y="138"/>
                    <a:pt x="244" y="138"/>
                    <a:pt x="244" y="138"/>
                  </a:cubicBezTo>
                  <a:cubicBezTo>
                    <a:pt x="244" y="137"/>
                    <a:pt x="244" y="137"/>
                    <a:pt x="244" y="137"/>
                  </a:cubicBezTo>
                  <a:cubicBezTo>
                    <a:pt x="243" y="136"/>
                    <a:pt x="243" y="136"/>
                    <a:pt x="243" y="136"/>
                  </a:cubicBezTo>
                  <a:cubicBezTo>
                    <a:pt x="244" y="136"/>
                    <a:pt x="244" y="136"/>
                    <a:pt x="244" y="136"/>
                  </a:cubicBezTo>
                  <a:cubicBezTo>
                    <a:pt x="245" y="135"/>
                    <a:pt x="245" y="135"/>
                    <a:pt x="245" y="135"/>
                  </a:cubicBezTo>
                  <a:cubicBezTo>
                    <a:pt x="245" y="135"/>
                    <a:pt x="245" y="135"/>
                    <a:pt x="245" y="135"/>
                  </a:cubicBezTo>
                  <a:cubicBezTo>
                    <a:pt x="245" y="134"/>
                    <a:pt x="245" y="134"/>
                    <a:pt x="245" y="134"/>
                  </a:cubicBezTo>
                  <a:cubicBezTo>
                    <a:pt x="245" y="135"/>
                    <a:pt x="245" y="135"/>
                    <a:pt x="245" y="135"/>
                  </a:cubicBezTo>
                  <a:cubicBezTo>
                    <a:pt x="243" y="135"/>
                    <a:pt x="243" y="135"/>
                    <a:pt x="243" y="135"/>
                  </a:cubicBezTo>
                  <a:cubicBezTo>
                    <a:pt x="243" y="136"/>
                    <a:pt x="243" y="136"/>
                    <a:pt x="243" y="136"/>
                  </a:cubicBezTo>
                  <a:cubicBezTo>
                    <a:pt x="243" y="136"/>
                    <a:pt x="243" y="136"/>
                    <a:pt x="243" y="136"/>
                  </a:cubicBezTo>
                  <a:cubicBezTo>
                    <a:pt x="242" y="135"/>
                    <a:pt x="242" y="135"/>
                    <a:pt x="242" y="135"/>
                  </a:cubicBezTo>
                  <a:cubicBezTo>
                    <a:pt x="243" y="135"/>
                    <a:pt x="243" y="135"/>
                    <a:pt x="243" y="135"/>
                  </a:cubicBezTo>
                  <a:cubicBezTo>
                    <a:pt x="242" y="134"/>
                    <a:pt x="242" y="134"/>
                    <a:pt x="242" y="134"/>
                  </a:cubicBezTo>
                  <a:cubicBezTo>
                    <a:pt x="242" y="134"/>
                    <a:pt x="242" y="134"/>
                    <a:pt x="242" y="134"/>
                  </a:cubicBezTo>
                  <a:cubicBezTo>
                    <a:pt x="242" y="135"/>
                    <a:pt x="242" y="135"/>
                    <a:pt x="242" y="135"/>
                  </a:cubicBezTo>
                  <a:cubicBezTo>
                    <a:pt x="242" y="135"/>
                    <a:pt x="242" y="135"/>
                    <a:pt x="242" y="135"/>
                  </a:cubicBezTo>
                  <a:cubicBezTo>
                    <a:pt x="242" y="136"/>
                    <a:pt x="242" y="136"/>
                    <a:pt x="242" y="136"/>
                  </a:cubicBezTo>
                  <a:cubicBezTo>
                    <a:pt x="241" y="136"/>
                    <a:pt x="241" y="136"/>
                    <a:pt x="241" y="136"/>
                  </a:cubicBezTo>
                  <a:cubicBezTo>
                    <a:pt x="240" y="135"/>
                    <a:pt x="240" y="135"/>
                    <a:pt x="240" y="135"/>
                  </a:cubicBezTo>
                  <a:cubicBezTo>
                    <a:pt x="240" y="135"/>
                    <a:pt x="240" y="135"/>
                    <a:pt x="240" y="135"/>
                  </a:cubicBezTo>
                  <a:cubicBezTo>
                    <a:pt x="239" y="135"/>
                    <a:pt x="239" y="135"/>
                    <a:pt x="239" y="135"/>
                  </a:cubicBezTo>
                  <a:cubicBezTo>
                    <a:pt x="239" y="136"/>
                    <a:pt x="239" y="136"/>
                    <a:pt x="239" y="136"/>
                  </a:cubicBezTo>
                  <a:cubicBezTo>
                    <a:pt x="239" y="136"/>
                    <a:pt x="239" y="136"/>
                    <a:pt x="239" y="136"/>
                  </a:cubicBezTo>
                  <a:cubicBezTo>
                    <a:pt x="238" y="135"/>
                    <a:pt x="238" y="135"/>
                    <a:pt x="238" y="135"/>
                  </a:cubicBezTo>
                  <a:cubicBezTo>
                    <a:pt x="238" y="134"/>
                    <a:pt x="238" y="134"/>
                    <a:pt x="238" y="134"/>
                  </a:cubicBezTo>
                  <a:cubicBezTo>
                    <a:pt x="238" y="134"/>
                    <a:pt x="238" y="134"/>
                    <a:pt x="238" y="134"/>
                  </a:cubicBezTo>
                  <a:cubicBezTo>
                    <a:pt x="239" y="135"/>
                    <a:pt x="239" y="135"/>
                    <a:pt x="239" y="135"/>
                  </a:cubicBezTo>
                  <a:cubicBezTo>
                    <a:pt x="238" y="134"/>
                    <a:pt x="238" y="134"/>
                    <a:pt x="238" y="134"/>
                  </a:cubicBezTo>
                  <a:cubicBezTo>
                    <a:pt x="238" y="134"/>
                    <a:pt x="238" y="134"/>
                    <a:pt x="238" y="134"/>
                  </a:cubicBezTo>
                  <a:cubicBezTo>
                    <a:pt x="237" y="133"/>
                    <a:pt x="237" y="133"/>
                    <a:pt x="237" y="133"/>
                  </a:cubicBezTo>
                  <a:cubicBezTo>
                    <a:pt x="236" y="132"/>
                    <a:pt x="236" y="132"/>
                    <a:pt x="236" y="132"/>
                  </a:cubicBezTo>
                  <a:cubicBezTo>
                    <a:pt x="237" y="132"/>
                    <a:pt x="237" y="132"/>
                    <a:pt x="237" y="132"/>
                  </a:cubicBezTo>
                  <a:cubicBezTo>
                    <a:pt x="237" y="131"/>
                    <a:pt x="237" y="131"/>
                    <a:pt x="237" y="131"/>
                  </a:cubicBezTo>
                  <a:cubicBezTo>
                    <a:pt x="236" y="129"/>
                    <a:pt x="236" y="129"/>
                    <a:pt x="236" y="129"/>
                  </a:cubicBezTo>
                  <a:cubicBezTo>
                    <a:pt x="236" y="129"/>
                    <a:pt x="236" y="129"/>
                    <a:pt x="236" y="129"/>
                  </a:cubicBezTo>
                  <a:cubicBezTo>
                    <a:pt x="237" y="129"/>
                    <a:pt x="237" y="129"/>
                    <a:pt x="237" y="129"/>
                  </a:cubicBezTo>
                  <a:cubicBezTo>
                    <a:pt x="237" y="128"/>
                    <a:pt x="237" y="128"/>
                    <a:pt x="237" y="128"/>
                  </a:cubicBezTo>
                  <a:cubicBezTo>
                    <a:pt x="237" y="127"/>
                    <a:pt x="237" y="127"/>
                    <a:pt x="237" y="127"/>
                  </a:cubicBezTo>
                  <a:cubicBezTo>
                    <a:pt x="237" y="127"/>
                    <a:pt x="237" y="127"/>
                    <a:pt x="237" y="127"/>
                  </a:cubicBezTo>
                  <a:cubicBezTo>
                    <a:pt x="238" y="127"/>
                    <a:pt x="238" y="127"/>
                    <a:pt x="238" y="127"/>
                  </a:cubicBezTo>
                  <a:cubicBezTo>
                    <a:pt x="238" y="128"/>
                    <a:pt x="238" y="128"/>
                    <a:pt x="238" y="128"/>
                  </a:cubicBezTo>
                  <a:cubicBezTo>
                    <a:pt x="239" y="128"/>
                    <a:pt x="239" y="128"/>
                    <a:pt x="239" y="128"/>
                  </a:cubicBezTo>
                  <a:cubicBezTo>
                    <a:pt x="240" y="128"/>
                    <a:pt x="240" y="128"/>
                    <a:pt x="240" y="128"/>
                  </a:cubicBezTo>
                  <a:cubicBezTo>
                    <a:pt x="240" y="129"/>
                    <a:pt x="240" y="129"/>
                    <a:pt x="240" y="129"/>
                  </a:cubicBezTo>
                  <a:cubicBezTo>
                    <a:pt x="242" y="130"/>
                    <a:pt x="242" y="130"/>
                    <a:pt x="242" y="130"/>
                  </a:cubicBezTo>
                  <a:cubicBezTo>
                    <a:pt x="243" y="130"/>
                    <a:pt x="243" y="130"/>
                    <a:pt x="243" y="130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5" y="129"/>
                    <a:pt x="245" y="129"/>
                    <a:pt x="245" y="129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4" y="128"/>
                    <a:pt x="244" y="128"/>
                    <a:pt x="244" y="128"/>
                  </a:cubicBezTo>
                  <a:cubicBezTo>
                    <a:pt x="243" y="128"/>
                    <a:pt x="243" y="128"/>
                    <a:pt x="243" y="128"/>
                  </a:cubicBezTo>
                  <a:cubicBezTo>
                    <a:pt x="243" y="127"/>
                    <a:pt x="243" y="127"/>
                    <a:pt x="243" y="127"/>
                  </a:cubicBezTo>
                  <a:cubicBezTo>
                    <a:pt x="242" y="127"/>
                    <a:pt x="242" y="127"/>
                    <a:pt x="242" y="127"/>
                  </a:cubicBezTo>
                  <a:cubicBezTo>
                    <a:pt x="241" y="126"/>
                    <a:pt x="241" y="126"/>
                    <a:pt x="241" y="126"/>
                  </a:cubicBezTo>
                  <a:cubicBezTo>
                    <a:pt x="240" y="126"/>
                    <a:pt x="240" y="126"/>
                    <a:pt x="240" y="126"/>
                  </a:cubicBezTo>
                  <a:cubicBezTo>
                    <a:pt x="239" y="126"/>
                    <a:pt x="239" y="126"/>
                    <a:pt x="239" y="126"/>
                  </a:cubicBezTo>
                  <a:cubicBezTo>
                    <a:pt x="238" y="126"/>
                    <a:pt x="238" y="126"/>
                    <a:pt x="238" y="126"/>
                  </a:cubicBezTo>
                  <a:cubicBezTo>
                    <a:pt x="237" y="125"/>
                    <a:pt x="237" y="125"/>
                    <a:pt x="237" y="125"/>
                  </a:cubicBezTo>
                  <a:cubicBezTo>
                    <a:pt x="236" y="124"/>
                    <a:pt x="236" y="124"/>
                    <a:pt x="236" y="124"/>
                  </a:cubicBezTo>
                  <a:cubicBezTo>
                    <a:pt x="237" y="123"/>
                    <a:pt x="237" y="123"/>
                    <a:pt x="237" y="123"/>
                  </a:cubicBezTo>
                  <a:cubicBezTo>
                    <a:pt x="237" y="122"/>
                    <a:pt x="237" y="122"/>
                    <a:pt x="237" y="122"/>
                  </a:cubicBezTo>
                  <a:cubicBezTo>
                    <a:pt x="237" y="122"/>
                    <a:pt x="237" y="122"/>
                    <a:pt x="237" y="122"/>
                  </a:cubicBezTo>
                  <a:cubicBezTo>
                    <a:pt x="238" y="121"/>
                    <a:pt x="238" y="121"/>
                    <a:pt x="238" y="121"/>
                  </a:cubicBezTo>
                  <a:cubicBezTo>
                    <a:pt x="238" y="121"/>
                    <a:pt x="238" y="121"/>
                    <a:pt x="238" y="121"/>
                  </a:cubicBezTo>
                  <a:cubicBezTo>
                    <a:pt x="239" y="120"/>
                    <a:pt x="239" y="120"/>
                    <a:pt x="239" y="120"/>
                  </a:cubicBezTo>
                  <a:cubicBezTo>
                    <a:pt x="239" y="119"/>
                    <a:pt x="239" y="119"/>
                    <a:pt x="239" y="119"/>
                  </a:cubicBezTo>
                  <a:cubicBezTo>
                    <a:pt x="239" y="118"/>
                    <a:pt x="239" y="118"/>
                    <a:pt x="239" y="118"/>
                  </a:cubicBezTo>
                  <a:cubicBezTo>
                    <a:pt x="240" y="118"/>
                    <a:pt x="240" y="118"/>
                    <a:pt x="240" y="118"/>
                  </a:cubicBezTo>
                  <a:cubicBezTo>
                    <a:pt x="240" y="117"/>
                    <a:pt x="240" y="117"/>
                    <a:pt x="240" y="117"/>
                  </a:cubicBezTo>
                  <a:cubicBezTo>
                    <a:pt x="241" y="117"/>
                    <a:pt x="241" y="117"/>
                    <a:pt x="241" y="117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16"/>
                    <a:pt x="242" y="116"/>
                    <a:pt x="242" y="116"/>
                  </a:cubicBezTo>
                  <a:cubicBezTo>
                    <a:pt x="242" y="116"/>
                    <a:pt x="242" y="116"/>
                    <a:pt x="242" y="116"/>
                  </a:cubicBezTo>
                  <a:cubicBezTo>
                    <a:pt x="241" y="116"/>
                    <a:pt x="241" y="116"/>
                    <a:pt x="241" y="116"/>
                  </a:cubicBezTo>
                  <a:cubicBezTo>
                    <a:pt x="241" y="116"/>
                    <a:pt x="241" y="116"/>
                    <a:pt x="241" y="116"/>
                  </a:cubicBezTo>
                  <a:cubicBezTo>
                    <a:pt x="242" y="114"/>
                    <a:pt x="242" y="114"/>
                    <a:pt x="242" y="114"/>
                  </a:cubicBezTo>
                  <a:cubicBezTo>
                    <a:pt x="243" y="113"/>
                    <a:pt x="243" y="113"/>
                    <a:pt x="243" y="113"/>
                  </a:cubicBezTo>
                  <a:cubicBezTo>
                    <a:pt x="243" y="113"/>
                    <a:pt x="243" y="113"/>
                    <a:pt x="243" y="113"/>
                  </a:cubicBezTo>
                  <a:cubicBezTo>
                    <a:pt x="244" y="112"/>
                    <a:pt x="244" y="112"/>
                    <a:pt x="244" y="112"/>
                  </a:cubicBezTo>
                  <a:cubicBezTo>
                    <a:pt x="244" y="112"/>
                    <a:pt x="244" y="112"/>
                    <a:pt x="244" y="112"/>
                  </a:cubicBezTo>
                  <a:cubicBezTo>
                    <a:pt x="245" y="112"/>
                    <a:pt x="245" y="112"/>
                    <a:pt x="245" y="112"/>
                  </a:cubicBezTo>
                  <a:cubicBezTo>
                    <a:pt x="245" y="111"/>
                    <a:pt x="245" y="111"/>
                    <a:pt x="245" y="111"/>
                  </a:cubicBezTo>
                  <a:cubicBezTo>
                    <a:pt x="246" y="111"/>
                    <a:pt x="246" y="111"/>
                    <a:pt x="246" y="111"/>
                  </a:cubicBezTo>
                  <a:cubicBezTo>
                    <a:pt x="246" y="112"/>
                    <a:pt x="246" y="112"/>
                    <a:pt x="246" y="112"/>
                  </a:cubicBezTo>
                  <a:cubicBezTo>
                    <a:pt x="246" y="111"/>
                    <a:pt x="246" y="111"/>
                    <a:pt x="246" y="111"/>
                  </a:cubicBezTo>
                  <a:cubicBezTo>
                    <a:pt x="246" y="111"/>
                    <a:pt x="246" y="111"/>
                    <a:pt x="246" y="111"/>
                  </a:cubicBezTo>
                  <a:cubicBezTo>
                    <a:pt x="247" y="109"/>
                    <a:pt x="247" y="109"/>
                    <a:pt x="247" y="109"/>
                  </a:cubicBezTo>
                  <a:cubicBezTo>
                    <a:pt x="248" y="109"/>
                    <a:pt x="248" y="109"/>
                    <a:pt x="248" y="109"/>
                  </a:cubicBezTo>
                  <a:cubicBezTo>
                    <a:pt x="248" y="109"/>
                    <a:pt x="248" y="109"/>
                    <a:pt x="248" y="109"/>
                  </a:cubicBezTo>
                  <a:cubicBezTo>
                    <a:pt x="248" y="108"/>
                    <a:pt x="248" y="108"/>
                    <a:pt x="248" y="108"/>
                  </a:cubicBezTo>
                  <a:cubicBezTo>
                    <a:pt x="249" y="108"/>
                    <a:pt x="249" y="108"/>
                    <a:pt x="249" y="108"/>
                  </a:cubicBezTo>
                  <a:cubicBezTo>
                    <a:pt x="250" y="107"/>
                    <a:pt x="250" y="107"/>
                    <a:pt x="250" y="107"/>
                  </a:cubicBezTo>
                  <a:cubicBezTo>
                    <a:pt x="250" y="107"/>
                    <a:pt x="250" y="107"/>
                    <a:pt x="250" y="107"/>
                  </a:cubicBezTo>
                  <a:cubicBezTo>
                    <a:pt x="251" y="107"/>
                    <a:pt x="251" y="107"/>
                    <a:pt x="251" y="107"/>
                  </a:cubicBezTo>
                  <a:cubicBezTo>
                    <a:pt x="251" y="106"/>
                    <a:pt x="251" y="106"/>
                    <a:pt x="251" y="106"/>
                  </a:cubicBezTo>
                  <a:cubicBezTo>
                    <a:pt x="251" y="106"/>
                    <a:pt x="251" y="106"/>
                    <a:pt x="251" y="106"/>
                  </a:cubicBezTo>
                  <a:cubicBezTo>
                    <a:pt x="253" y="105"/>
                    <a:pt x="253" y="105"/>
                    <a:pt x="253" y="105"/>
                  </a:cubicBezTo>
                  <a:cubicBezTo>
                    <a:pt x="254" y="104"/>
                    <a:pt x="254" y="104"/>
                    <a:pt x="254" y="104"/>
                  </a:cubicBezTo>
                  <a:cubicBezTo>
                    <a:pt x="256" y="103"/>
                    <a:pt x="256" y="103"/>
                    <a:pt x="256" y="103"/>
                  </a:cubicBezTo>
                  <a:cubicBezTo>
                    <a:pt x="258" y="103"/>
                    <a:pt x="258" y="103"/>
                    <a:pt x="258" y="103"/>
                  </a:cubicBezTo>
                  <a:cubicBezTo>
                    <a:pt x="259" y="103"/>
                    <a:pt x="259" y="103"/>
                    <a:pt x="259" y="103"/>
                  </a:cubicBezTo>
                  <a:cubicBezTo>
                    <a:pt x="260" y="103"/>
                    <a:pt x="260" y="103"/>
                    <a:pt x="260" y="103"/>
                  </a:cubicBezTo>
                  <a:cubicBezTo>
                    <a:pt x="261" y="103"/>
                    <a:pt x="261" y="103"/>
                    <a:pt x="261" y="103"/>
                  </a:cubicBezTo>
                  <a:cubicBezTo>
                    <a:pt x="261" y="103"/>
                    <a:pt x="261" y="103"/>
                    <a:pt x="261" y="103"/>
                  </a:cubicBezTo>
                  <a:cubicBezTo>
                    <a:pt x="262" y="103"/>
                    <a:pt x="262" y="103"/>
                    <a:pt x="262" y="103"/>
                  </a:cubicBezTo>
                  <a:cubicBezTo>
                    <a:pt x="263" y="104"/>
                    <a:pt x="263" y="104"/>
                    <a:pt x="263" y="104"/>
                  </a:cubicBezTo>
                  <a:cubicBezTo>
                    <a:pt x="265" y="104"/>
                    <a:pt x="265" y="104"/>
                    <a:pt x="265" y="104"/>
                  </a:cubicBezTo>
                  <a:cubicBezTo>
                    <a:pt x="265" y="105"/>
                    <a:pt x="265" y="105"/>
                    <a:pt x="265" y="105"/>
                  </a:cubicBezTo>
                  <a:cubicBezTo>
                    <a:pt x="265" y="106"/>
                    <a:pt x="265" y="106"/>
                    <a:pt x="265" y="106"/>
                  </a:cubicBezTo>
                  <a:cubicBezTo>
                    <a:pt x="264" y="106"/>
                    <a:pt x="264" y="106"/>
                    <a:pt x="264" y="106"/>
                  </a:cubicBezTo>
                  <a:cubicBezTo>
                    <a:pt x="263" y="106"/>
                    <a:pt x="263" y="106"/>
                    <a:pt x="263" y="106"/>
                  </a:cubicBezTo>
                  <a:cubicBezTo>
                    <a:pt x="262" y="106"/>
                    <a:pt x="262" y="106"/>
                    <a:pt x="262" y="106"/>
                  </a:cubicBezTo>
                  <a:cubicBezTo>
                    <a:pt x="261" y="107"/>
                    <a:pt x="261" y="107"/>
                    <a:pt x="261" y="107"/>
                  </a:cubicBezTo>
                  <a:cubicBezTo>
                    <a:pt x="261" y="108"/>
                    <a:pt x="261" y="108"/>
                    <a:pt x="261" y="108"/>
                  </a:cubicBezTo>
                  <a:cubicBezTo>
                    <a:pt x="260" y="108"/>
                    <a:pt x="260" y="108"/>
                    <a:pt x="260" y="108"/>
                  </a:cubicBezTo>
                  <a:cubicBezTo>
                    <a:pt x="258" y="110"/>
                    <a:pt x="258" y="110"/>
                    <a:pt x="258" y="110"/>
                  </a:cubicBezTo>
                  <a:cubicBezTo>
                    <a:pt x="256" y="111"/>
                    <a:pt x="256" y="111"/>
                    <a:pt x="256" y="111"/>
                  </a:cubicBezTo>
                  <a:cubicBezTo>
                    <a:pt x="255" y="112"/>
                    <a:pt x="255" y="112"/>
                    <a:pt x="255" y="112"/>
                  </a:cubicBezTo>
                  <a:cubicBezTo>
                    <a:pt x="255" y="112"/>
                    <a:pt x="255" y="112"/>
                    <a:pt x="255" y="112"/>
                  </a:cubicBezTo>
                  <a:cubicBezTo>
                    <a:pt x="254" y="114"/>
                    <a:pt x="254" y="114"/>
                    <a:pt x="254" y="114"/>
                  </a:cubicBezTo>
                  <a:cubicBezTo>
                    <a:pt x="254" y="115"/>
                    <a:pt x="254" y="115"/>
                    <a:pt x="254" y="115"/>
                  </a:cubicBezTo>
                  <a:cubicBezTo>
                    <a:pt x="254" y="116"/>
                    <a:pt x="254" y="116"/>
                    <a:pt x="254" y="116"/>
                  </a:cubicBezTo>
                  <a:cubicBezTo>
                    <a:pt x="254" y="116"/>
                    <a:pt x="254" y="116"/>
                    <a:pt x="254" y="116"/>
                  </a:cubicBezTo>
                  <a:cubicBezTo>
                    <a:pt x="254" y="117"/>
                    <a:pt x="254" y="117"/>
                    <a:pt x="254" y="117"/>
                  </a:cubicBezTo>
                  <a:cubicBezTo>
                    <a:pt x="254" y="117"/>
                    <a:pt x="254" y="117"/>
                    <a:pt x="254" y="117"/>
                  </a:cubicBezTo>
                  <a:cubicBezTo>
                    <a:pt x="253" y="118"/>
                    <a:pt x="253" y="118"/>
                    <a:pt x="253" y="118"/>
                  </a:cubicBezTo>
                  <a:cubicBezTo>
                    <a:pt x="252" y="119"/>
                    <a:pt x="252" y="119"/>
                    <a:pt x="252" y="119"/>
                  </a:cubicBezTo>
                  <a:cubicBezTo>
                    <a:pt x="252" y="120"/>
                    <a:pt x="252" y="120"/>
                    <a:pt x="252" y="120"/>
                  </a:cubicBezTo>
                  <a:cubicBezTo>
                    <a:pt x="252" y="121"/>
                    <a:pt x="252" y="121"/>
                    <a:pt x="252" y="121"/>
                  </a:cubicBezTo>
                  <a:cubicBezTo>
                    <a:pt x="251" y="121"/>
                    <a:pt x="251" y="121"/>
                    <a:pt x="251" y="121"/>
                  </a:cubicBezTo>
                  <a:cubicBezTo>
                    <a:pt x="251" y="121"/>
                    <a:pt x="251" y="121"/>
                    <a:pt x="251" y="121"/>
                  </a:cubicBezTo>
                  <a:cubicBezTo>
                    <a:pt x="252" y="122"/>
                    <a:pt x="252" y="122"/>
                    <a:pt x="252" y="122"/>
                  </a:cubicBezTo>
                  <a:cubicBezTo>
                    <a:pt x="252" y="123"/>
                    <a:pt x="252" y="123"/>
                    <a:pt x="252" y="123"/>
                  </a:cubicBezTo>
                  <a:cubicBezTo>
                    <a:pt x="252" y="124"/>
                    <a:pt x="252" y="124"/>
                    <a:pt x="252" y="124"/>
                  </a:cubicBezTo>
                  <a:cubicBezTo>
                    <a:pt x="252" y="125"/>
                    <a:pt x="252" y="125"/>
                    <a:pt x="252" y="125"/>
                  </a:cubicBezTo>
                  <a:cubicBezTo>
                    <a:pt x="253" y="126"/>
                    <a:pt x="253" y="126"/>
                    <a:pt x="253" y="126"/>
                  </a:cubicBezTo>
                  <a:cubicBezTo>
                    <a:pt x="253" y="126"/>
                    <a:pt x="253" y="126"/>
                    <a:pt x="253" y="126"/>
                  </a:cubicBezTo>
                  <a:cubicBezTo>
                    <a:pt x="254" y="127"/>
                    <a:pt x="254" y="127"/>
                    <a:pt x="254" y="127"/>
                  </a:cubicBezTo>
                  <a:cubicBezTo>
                    <a:pt x="254" y="127"/>
                    <a:pt x="254" y="127"/>
                    <a:pt x="254" y="127"/>
                  </a:cubicBezTo>
                  <a:cubicBezTo>
                    <a:pt x="253" y="128"/>
                    <a:pt x="253" y="128"/>
                    <a:pt x="253" y="128"/>
                  </a:cubicBezTo>
                  <a:cubicBezTo>
                    <a:pt x="253" y="127"/>
                    <a:pt x="253" y="127"/>
                    <a:pt x="253" y="127"/>
                  </a:cubicBezTo>
                  <a:cubicBezTo>
                    <a:pt x="253" y="127"/>
                    <a:pt x="253" y="127"/>
                    <a:pt x="253" y="127"/>
                  </a:cubicBezTo>
                  <a:cubicBezTo>
                    <a:pt x="253" y="128"/>
                    <a:pt x="253" y="128"/>
                    <a:pt x="253" y="128"/>
                  </a:cubicBezTo>
                  <a:cubicBezTo>
                    <a:pt x="252" y="128"/>
                    <a:pt x="252" y="128"/>
                    <a:pt x="252" y="128"/>
                  </a:cubicBezTo>
                  <a:cubicBezTo>
                    <a:pt x="252" y="128"/>
                    <a:pt x="252" y="128"/>
                    <a:pt x="252" y="128"/>
                  </a:cubicBezTo>
                  <a:cubicBezTo>
                    <a:pt x="251" y="128"/>
                    <a:pt x="251" y="128"/>
                    <a:pt x="251" y="128"/>
                  </a:cubicBezTo>
                  <a:cubicBezTo>
                    <a:pt x="251" y="128"/>
                    <a:pt x="251" y="128"/>
                    <a:pt x="251" y="128"/>
                  </a:cubicBezTo>
                  <a:cubicBezTo>
                    <a:pt x="252" y="129"/>
                    <a:pt x="252" y="129"/>
                    <a:pt x="252" y="129"/>
                  </a:cubicBezTo>
                  <a:cubicBezTo>
                    <a:pt x="253" y="129"/>
                    <a:pt x="253" y="129"/>
                    <a:pt x="253" y="129"/>
                  </a:cubicBezTo>
                  <a:cubicBezTo>
                    <a:pt x="253" y="129"/>
                    <a:pt x="253" y="129"/>
                    <a:pt x="253" y="129"/>
                  </a:cubicBezTo>
                  <a:cubicBezTo>
                    <a:pt x="253" y="129"/>
                    <a:pt x="253" y="129"/>
                    <a:pt x="253" y="129"/>
                  </a:cubicBezTo>
                  <a:cubicBezTo>
                    <a:pt x="252" y="130"/>
                    <a:pt x="252" y="130"/>
                    <a:pt x="252" y="130"/>
                  </a:cubicBezTo>
                  <a:cubicBezTo>
                    <a:pt x="252" y="131"/>
                    <a:pt x="252" y="131"/>
                    <a:pt x="252" y="131"/>
                  </a:cubicBezTo>
                  <a:cubicBezTo>
                    <a:pt x="252" y="132"/>
                    <a:pt x="252" y="132"/>
                    <a:pt x="252" y="132"/>
                  </a:cubicBezTo>
                  <a:cubicBezTo>
                    <a:pt x="252" y="132"/>
                    <a:pt x="252" y="132"/>
                    <a:pt x="252" y="132"/>
                  </a:cubicBezTo>
                  <a:cubicBezTo>
                    <a:pt x="253" y="131"/>
                    <a:pt x="253" y="131"/>
                    <a:pt x="253" y="131"/>
                  </a:cubicBezTo>
                  <a:cubicBezTo>
                    <a:pt x="253" y="131"/>
                    <a:pt x="253" y="131"/>
                    <a:pt x="253" y="131"/>
                  </a:cubicBezTo>
                  <a:cubicBezTo>
                    <a:pt x="254" y="129"/>
                    <a:pt x="254" y="129"/>
                    <a:pt x="254" y="129"/>
                  </a:cubicBezTo>
                  <a:cubicBezTo>
                    <a:pt x="254" y="129"/>
                    <a:pt x="254" y="129"/>
                    <a:pt x="254" y="129"/>
                  </a:cubicBezTo>
                  <a:cubicBezTo>
                    <a:pt x="255" y="127"/>
                    <a:pt x="255" y="127"/>
                    <a:pt x="255" y="127"/>
                  </a:cubicBezTo>
                  <a:cubicBezTo>
                    <a:pt x="255" y="127"/>
                    <a:pt x="255" y="127"/>
                    <a:pt x="255" y="127"/>
                  </a:cubicBezTo>
                  <a:cubicBezTo>
                    <a:pt x="256" y="126"/>
                    <a:pt x="256" y="126"/>
                    <a:pt x="256" y="126"/>
                  </a:cubicBezTo>
                  <a:cubicBezTo>
                    <a:pt x="256" y="126"/>
                    <a:pt x="256" y="126"/>
                    <a:pt x="256" y="126"/>
                  </a:cubicBezTo>
                  <a:cubicBezTo>
                    <a:pt x="255" y="125"/>
                    <a:pt x="255" y="125"/>
                    <a:pt x="255" y="125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255" y="124"/>
                    <a:pt x="255" y="124"/>
                    <a:pt x="255" y="124"/>
                  </a:cubicBezTo>
                  <a:cubicBezTo>
                    <a:pt x="254" y="124"/>
                    <a:pt x="254" y="124"/>
                    <a:pt x="254" y="124"/>
                  </a:cubicBezTo>
                  <a:cubicBezTo>
                    <a:pt x="254" y="123"/>
                    <a:pt x="254" y="123"/>
                    <a:pt x="254" y="123"/>
                  </a:cubicBezTo>
                  <a:cubicBezTo>
                    <a:pt x="254" y="123"/>
                    <a:pt x="254" y="123"/>
                    <a:pt x="254" y="123"/>
                  </a:cubicBezTo>
                  <a:cubicBezTo>
                    <a:pt x="254" y="122"/>
                    <a:pt x="254" y="122"/>
                    <a:pt x="254" y="122"/>
                  </a:cubicBezTo>
                  <a:cubicBezTo>
                    <a:pt x="254" y="121"/>
                    <a:pt x="254" y="121"/>
                    <a:pt x="254" y="121"/>
                  </a:cubicBezTo>
                  <a:cubicBezTo>
                    <a:pt x="254" y="120"/>
                    <a:pt x="254" y="120"/>
                    <a:pt x="254" y="120"/>
                  </a:cubicBezTo>
                  <a:cubicBezTo>
                    <a:pt x="254" y="120"/>
                    <a:pt x="254" y="120"/>
                    <a:pt x="254" y="120"/>
                  </a:cubicBezTo>
                  <a:cubicBezTo>
                    <a:pt x="254" y="121"/>
                    <a:pt x="254" y="121"/>
                    <a:pt x="254" y="121"/>
                  </a:cubicBezTo>
                  <a:cubicBezTo>
                    <a:pt x="255" y="120"/>
                    <a:pt x="255" y="120"/>
                    <a:pt x="255" y="120"/>
                  </a:cubicBezTo>
                  <a:cubicBezTo>
                    <a:pt x="256" y="120"/>
                    <a:pt x="256" y="120"/>
                    <a:pt x="256" y="120"/>
                  </a:cubicBezTo>
                  <a:cubicBezTo>
                    <a:pt x="256" y="119"/>
                    <a:pt x="256" y="119"/>
                    <a:pt x="256" y="119"/>
                  </a:cubicBezTo>
                  <a:cubicBezTo>
                    <a:pt x="256" y="119"/>
                    <a:pt x="256" y="119"/>
                    <a:pt x="256" y="119"/>
                  </a:cubicBezTo>
                  <a:cubicBezTo>
                    <a:pt x="256" y="118"/>
                    <a:pt x="256" y="118"/>
                    <a:pt x="256" y="118"/>
                  </a:cubicBezTo>
                  <a:cubicBezTo>
                    <a:pt x="257" y="119"/>
                    <a:pt x="257" y="119"/>
                    <a:pt x="257" y="119"/>
                  </a:cubicBezTo>
                  <a:cubicBezTo>
                    <a:pt x="258" y="120"/>
                    <a:pt x="258" y="120"/>
                    <a:pt x="258" y="120"/>
                  </a:cubicBezTo>
                  <a:cubicBezTo>
                    <a:pt x="257" y="120"/>
                    <a:pt x="257" y="120"/>
                    <a:pt x="257" y="120"/>
                  </a:cubicBezTo>
                  <a:cubicBezTo>
                    <a:pt x="258" y="120"/>
                    <a:pt x="258" y="120"/>
                    <a:pt x="258" y="120"/>
                  </a:cubicBezTo>
                  <a:cubicBezTo>
                    <a:pt x="258" y="120"/>
                    <a:pt x="258" y="120"/>
                    <a:pt x="258" y="120"/>
                  </a:cubicBezTo>
                  <a:cubicBezTo>
                    <a:pt x="258" y="119"/>
                    <a:pt x="258" y="119"/>
                    <a:pt x="258" y="119"/>
                  </a:cubicBezTo>
                  <a:cubicBezTo>
                    <a:pt x="259" y="118"/>
                    <a:pt x="259" y="118"/>
                    <a:pt x="259" y="118"/>
                  </a:cubicBezTo>
                  <a:cubicBezTo>
                    <a:pt x="259" y="118"/>
                    <a:pt x="259" y="118"/>
                    <a:pt x="259" y="118"/>
                  </a:cubicBezTo>
                  <a:cubicBezTo>
                    <a:pt x="259" y="118"/>
                    <a:pt x="259" y="118"/>
                    <a:pt x="259" y="118"/>
                  </a:cubicBezTo>
                  <a:cubicBezTo>
                    <a:pt x="260" y="118"/>
                    <a:pt x="260" y="118"/>
                    <a:pt x="260" y="118"/>
                  </a:cubicBezTo>
                  <a:cubicBezTo>
                    <a:pt x="261" y="117"/>
                    <a:pt x="261" y="117"/>
                    <a:pt x="261" y="117"/>
                  </a:cubicBezTo>
                  <a:cubicBezTo>
                    <a:pt x="260" y="117"/>
                    <a:pt x="260" y="117"/>
                    <a:pt x="260" y="117"/>
                  </a:cubicBezTo>
                  <a:cubicBezTo>
                    <a:pt x="260" y="117"/>
                    <a:pt x="260" y="117"/>
                    <a:pt x="260" y="117"/>
                  </a:cubicBezTo>
                  <a:cubicBezTo>
                    <a:pt x="258" y="118"/>
                    <a:pt x="258" y="118"/>
                    <a:pt x="258" y="118"/>
                  </a:cubicBezTo>
                  <a:cubicBezTo>
                    <a:pt x="258" y="118"/>
                    <a:pt x="258" y="118"/>
                    <a:pt x="258" y="118"/>
                  </a:cubicBezTo>
                  <a:cubicBezTo>
                    <a:pt x="257" y="117"/>
                    <a:pt x="257" y="117"/>
                    <a:pt x="257" y="117"/>
                  </a:cubicBezTo>
                  <a:cubicBezTo>
                    <a:pt x="257" y="117"/>
                    <a:pt x="257" y="117"/>
                    <a:pt x="257" y="117"/>
                  </a:cubicBezTo>
                  <a:cubicBezTo>
                    <a:pt x="257" y="116"/>
                    <a:pt x="257" y="116"/>
                    <a:pt x="257" y="116"/>
                  </a:cubicBezTo>
                  <a:cubicBezTo>
                    <a:pt x="258" y="116"/>
                    <a:pt x="258" y="116"/>
                    <a:pt x="258" y="116"/>
                  </a:cubicBezTo>
                  <a:cubicBezTo>
                    <a:pt x="257" y="115"/>
                    <a:pt x="257" y="115"/>
                    <a:pt x="257" y="115"/>
                  </a:cubicBezTo>
                  <a:cubicBezTo>
                    <a:pt x="258" y="114"/>
                    <a:pt x="258" y="114"/>
                    <a:pt x="258" y="114"/>
                  </a:cubicBezTo>
                  <a:cubicBezTo>
                    <a:pt x="258" y="113"/>
                    <a:pt x="258" y="113"/>
                    <a:pt x="258" y="113"/>
                  </a:cubicBezTo>
                  <a:cubicBezTo>
                    <a:pt x="258" y="112"/>
                    <a:pt x="258" y="112"/>
                    <a:pt x="258" y="112"/>
                  </a:cubicBezTo>
                  <a:cubicBezTo>
                    <a:pt x="259" y="112"/>
                    <a:pt x="259" y="112"/>
                    <a:pt x="259" y="112"/>
                  </a:cubicBezTo>
                  <a:cubicBezTo>
                    <a:pt x="260" y="112"/>
                    <a:pt x="260" y="112"/>
                    <a:pt x="260" y="112"/>
                  </a:cubicBezTo>
                  <a:cubicBezTo>
                    <a:pt x="261" y="113"/>
                    <a:pt x="261" y="113"/>
                    <a:pt x="261" y="113"/>
                  </a:cubicBezTo>
                  <a:cubicBezTo>
                    <a:pt x="261" y="113"/>
                    <a:pt x="261" y="113"/>
                    <a:pt x="261" y="113"/>
                  </a:cubicBezTo>
                  <a:cubicBezTo>
                    <a:pt x="262" y="114"/>
                    <a:pt x="262" y="114"/>
                    <a:pt x="262" y="114"/>
                  </a:cubicBezTo>
                  <a:cubicBezTo>
                    <a:pt x="263" y="114"/>
                    <a:pt x="263" y="114"/>
                    <a:pt x="263" y="114"/>
                  </a:cubicBezTo>
                  <a:cubicBezTo>
                    <a:pt x="263" y="114"/>
                    <a:pt x="263" y="114"/>
                    <a:pt x="263" y="114"/>
                  </a:cubicBezTo>
                  <a:cubicBezTo>
                    <a:pt x="263" y="114"/>
                    <a:pt x="263" y="114"/>
                    <a:pt x="263" y="114"/>
                  </a:cubicBezTo>
                  <a:cubicBezTo>
                    <a:pt x="263" y="113"/>
                    <a:pt x="263" y="113"/>
                    <a:pt x="263" y="113"/>
                  </a:cubicBezTo>
                  <a:cubicBezTo>
                    <a:pt x="261" y="113"/>
                    <a:pt x="261" y="113"/>
                    <a:pt x="261" y="113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61" y="111"/>
                    <a:pt x="261" y="111"/>
                    <a:pt x="261" y="111"/>
                  </a:cubicBezTo>
                  <a:cubicBezTo>
                    <a:pt x="260" y="111"/>
                    <a:pt x="260" y="111"/>
                    <a:pt x="260" y="111"/>
                  </a:cubicBezTo>
                  <a:cubicBezTo>
                    <a:pt x="260" y="111"/>
                    <a:pt x="260" y="111"/>
                    <a:pt x="260" y="111"/>
                  </a:cubicBezTo>
                  <a:cubicBezTo>
                    <a:pt x="260" y="111"/>
                    <a:pt x="260" y="111"/>
                    <a:pt x="260" y="111"/>
                  </a:cubicBezTo>
                  <a:cubicBezTo>
                    <a:pt x="261" y="111"/>
                    <a:pt x="261" y="111"/>
                    <a:pt x="261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3" y="112"/>
                    <a:pt x="263" y="112"/>
                    <a:pt x="263" y="112"/>
                  </a:cubicBezTo>
                  <a:cubicBezTo>
                    <a:pt x="265" y="112"/>
                    <a:pt x="265" y="112"/>
                    <a:pt x="265" y="112"/>
                  </a:cubicBezTo>
                  <a:cubicBezTo>
                    <a:pt x="265" y="112"/>
                    <a:pt x="265" y="112"/>
                    <a:pt x="265" y="112"/>
                  </a:cubicBezTo>
                  <a:cubicBezTo>
                    <a:pt x="264" y="112"/>
                    <a:pt x="264" y="112"/>
                    <a:pt x="264" y="112"/>
                  </a:cubicBezTo>
                  <a:cubicBezTo>
                    <a:pt x="263" y="111"/>
                    <a:pt x="263" y="111"/>
                    <a:pt x="263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2" y="109"/>
                    <a:pt x="262" y="109"/>
                    <a:pt x="262" y="109"/>
                  </a:cubicBezTo>
                  <a:cubicBezTo>
                    <a:pt x="263" y="109"/>
                    <a:pt x="263" y="109"/>
                    <a:pt x="263" y="109"/>
                  </a:cubicBezTo>
                  <a:cubicBezTo>
                    <a:pt x="264" y="109"/>
                    <a:pt x="264" y="109"/>
                    <a:pt x="264" y="109"/>
                  </a:cubicBezTo>
                  <a:cubicBezTo>
                    <a:pt x="264" y="109"/>
                    <a:pt x="264" y="109"/>
                    <a:pt x="264" y="109"/>
                  </a:cubicBezTo>
                  <a:cubicBezTo>
                    <a:pt x="264" y="109"/>
                    <a:pt x="264" y="109"/>
                    <a:pt x="264" y="109"/>
                  </a:cubicBezTo>
                  <a:cubicBezTo>
                    <a:pt x="264" y="110"/>
                    <a:pt x="264" y="110"/>
                    <a:pt x="264" y="110"/>
                  </a:cubicBezTo>
                  <a:cubicBezTo>
                    <a:pt x="265" y="110"/>
                    <a:pt x="265" y="110"/>
                    <a:pt x="265" y="110"/>
                  </a:cubicBezTo>
                  <a:cubicBezTo>
                    <a:pt x="265" y="109"/>
                    <a:pt x="265" y="109"/>
                    <a:pt x="265" y="109"/>
                  </a:cubicBezTo>
                  <a:cubicBezTo>
                    <a:pt x="265" y="108"/>
                    <a:pt x="265" y="108"/>
                    <a:pt x="265" y="108"/>
                  </a:cubicBezTo>
                  <a:cubicBezTo>
                    <a:pt x="266" y="108"/>
                    <a:pt x="266" y="108"/>
                    <a:pt x="266" y="108"/>
                  </a:cubicBezTo>
                  <a:cubicBezTo>
                    <a:pt x="267" y="109"/>
                    <a:pt x="267" y="109"/>
                    <a:pt x="267" y="109"/>
                  </a:cubicBezTo>
                  <a:cubicBezTo>
                    <a:pt x="267" y="110"/>
                    <a:pt x="267" y="110"/>
                    <a:pt x="267" y="110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68" y="110"/>
                    <a:pt x="268" y="110"/>
                    <a:pt x="268" y="110"/>
                  </a:cubicBezTo>
                  <a:cubicBezTo>
                    <a:pt x="268" y="110"/>
                    <a:pt x="268" y="110"/>
                    <a:pt x="268" y="110"/>
                  </a:cubicBezTo>
                  <a:cubicBezTo>
                    <a:pt x="267" y="109"/>
                    <a:pt x="267" y="109"/>
                    <a:pt x="267" y="109"/>
                  </a:cubicBezTo>
                  <a:cubicBezTo>
                    <a:pt x="267" y="108"/>
                    <a:pt x="267" y="108"/>
                    <a:pt x="267" y="108"/>
                  </a:cubicBezTo>
                  <a:cubicBezTo>
                    <a:pt x="269" y="108"/>
                    <a:pt x="269" y="108"/>
                    <a:pt x="269" y="108"/>
                  </a:cubicBezTo>
                  <a:cubicBezTo>
                    <a:pt x="271" y="107"/>
                    <a:pt x="271" y="107"/>
                    <a:pt x="271" y="107"/>
                  </a:cubicBezTo>
                  <a:cubicBezTo>
                    <a:pt x="272" y="107"/>
                    <a:pt x="272" y="107"/>
                    <a:pt x="272" y="107"/>
                  </a:cubicBezTo>
                  <a:cubicBezTo>
                    <a:pt x="273" y="107"/>
                    <a:pt x="273" y="107"/>
                    <a:pt x="273" y="107"/>
                  </a:cubicBezTo>
                  <a:cubicBezTo>
                    <a:pt x="274" y="107"/>
                    <a:pt x="274" y="107"/>
                    <a:pt x="274" y="107"/>
                  </a:cubicBezTo>
                  <a:cubicBezTo>
                    <a:pt x="275" y="107"/>
                    <a:pt x="275" y="107"/>
                    <a:pt x="275" y="107"/>
                  </a:cubicBezTo>
                  <a:cubicBezTo>
                    <a:pt x="277" y="107"/>
                    <a:pt x="277" y="107"/>
                    <a:pt x="277" y="107"/>
                  </a:cubicBezTo>
                  <a:cubicBezTo>
                    <a:pt x="277" y="108"/>
                    <a:pt x="277" y="108"/>
                    <a:pt x="277" y="108"/>
                  </a:cubicBezTo>
                  <a:cubicBezTo>
                    <a:pt x="277" y="108"/>
                    <a:pt x="277" y="108"/>
                    <a:pt x="277" y="108"/>
                  </a:cubicBezTo>
                  <a:cubicBezTo>
                    <a:pt x="276" y="110"/>
                    <a:pt x="276" y="110"/>
                    <a:pt x="276" y="110"/>
                  </a:cubicBezTo>
                  <a:cubicBezTo>
                    <a:pt x="276" y="110"/>
                    <a:pt x="276" y="110"/>
                    <a:pt x="276" y="110"/>
                  </a:cubicBezTo>
                  <a:cubicBezTo>
                    <a:pt x="276" y="111"/>
                    <a:pt x="276" y="111"/>
                    <a:pt x="276" y="111"/>
                  </a:cubicBezTo>
                  <a:cubicBezTo>
                    <a:pt x="275" y="112"/>
                    <a:pt x="275" y="112"/>
                    <a:pt x="275" y="112"/>
                  </a:cubicBezTo>
                  <a:cubicBezTo>
                    <a:pt x="275" y="112"/>
                    <a:pt x="275" y="112"/>
                    <a:pt x="275" y="112"/>
                  </a:cubicBezTo>
                  <a:cubicBezTo>
                    <a:pt x="276" y="113"/>
                    <a:pt x="276" y="113"/>
                    <a:pt x="276" y="113"/>
                  </a:cubicBezTo>
                  <a:cubicBezTo>
                    <a:pt x="276" y="113"/>
                    <a:pt x="276" y="113"/>
                    <a:pt x="276" y="113"/>
                  </a:cubicBezTo>
                  <a:cubicBezTo>
                    <a:pt x="276" y="114"/>
                    <a:pt x="276" y="114"/>
                    <a:pt x="276" y="114"/>
                  </a:cubicBezTo>
                  <a:cubicBezTo>
                    <a:pt x="275" y="115"/>
                    <a:pt x="275" y="115"/>
                    <a:pt x="275" y="115"/>
                  </a:cubicBezTo>
                  <a:cubicBezTo>
                    <a:pt x="275" y="115"/>
                    <a:pt x="275" y="115"/>
                    <a:pt x="275" y="115"/>
                  </a:cubicBezTo>
                  <a:cubicBezTo>
                    <a:pt x="275" y="116"/>
                    <a:pt x="275" y="116"/>
                    <a:pt x="275" y="116"/>
                  </a:cubicBezTo>
                  <a:cubicBezTo>
                    <a:pt x="275" y="117"/>
                    <a:pt x="275" y="117"/>
                    <a:pt x="275" y="117"/>
                  </a:cubicBezTo>
                  <a:cubicBezTo>
                    <a:pt x="275" y="117"/>
                    <a:pt x="275" y="117"/>
                    <a:pt x="275" y="117"/>
                  </a:cubicBezTo>
                  <a:cubicBezTo>
                    <a:pt x="275" y="118"/>
                    <a:pt x="275" y="118"/>
                    <a:pt x="275" y="118"/>
                  </a:cubicBezTo>
                  <a:cubicBezTo>
                    <a:pt x="274" y="118"/>
                    <a:pt x="274" y="118"/>
                    <a:pt x="274" y="118"/>
                  </a:cubicBezTo>
                  <a:cubicBezTo>
                    <a:pt x="273" y="119"/>
                    <a:pt x="273" y="119"/>
                    <a:pt x="273" y="119"/>
                  </a:cubicBezTo>
                  <a:cubicBezTo>
                    <a:pt x="273" y="119"/>
                    <a:pt x="273" y="119"/>
                    <a:pt x="273" y="119"/>
                  </a:cubicBezTo>
                  <a:cubicBezTo>
                    <a:pt x="272" y="119"/>
                    <a:pt x="272" y="119"/>
                    <a:pt x="272" y="119"/>
                  </a:cubicBezTo>
                  <a:cubicBezTo>
                    <a:pt x="272" y="120"/>
                    <a:pt x="272" y="120"/>
                    <a:pt x="272" y="120"/>
                  </a:cubicBezTo>
                  <a:cubicBezTo>
                    <a:pt x="271" y="121"/>
                    <a:pt x="271" y="121"/>
                    <a:pt x="271" y="121"/>
                  </a:cubicBezTo>
                  <a:cubicBezTo>
                    <a:pt x="272" y="121"/>
                    <a:pt x="272" y="121"/>
                    <a:pt x="272" y="121"/>
                  </a:cubicBezTo>
                  <a:cubicBezTo>
                    <a:pt x="273" y="120"/>
                    <a:pt x="273" y="120"/>
                    <a:pt x="273" y="120"/>
                  </a:cubicBezTo>
                  <a:cubicBezTo>
                    <a:pt x="274" y="119"/>
                    <a:pt x="274" y="119"/>
                    <a:pt x="274" y="119"/>
                  </a:cubicBezTo>
                  <a:cubicBezTo>
                    <a:pt x="274" y="119"/>
                    <a:pt x="274" y="119"/>
                    <a:pt x="274" y="119"/>
                  </a:cubicBezTo>
                  <a:cubicBezTo>
                    <a:pt x="274" y="119"/>
                    <a:pt x="274" y="119"/>
                    <a:pt x="274" y="119"/>
                  </a:cubicBezTo>
                  <a:cubicBezTo>
                    <a:pt x="274" y="120"/>
                    <a:pt x="274" y="120"/>
                    <a:pt x="274" y="120"/>
                  </a:cubicBezTo>
                  <a:cubicBezTo>
                    <a:pt x="274" y="120"/>
                    <a:pt x="274" y="120"/>
                    <a:pt x="274" y="120"/>
                  </a:cubicBezTo>
                  <a:cubicBezTo>
                    <a:pt x="272" y="121"/>
                    <a:pt x="272" y="121"/>
                    <a:pt x="272" y="121"/>
                  </a:cubicBezTo>
                  <a:cubicBezTo>
                    <a:pt x="272" y="122"/>
                    <a:pt x="272" y="122"/>
                    <a:pt x="272" y="122"/>
                  </a:cubicBezTo>
                  <a:cubicBezTo>
                    <a:pt x="272" y="122"/>
                    <a:pt x="272" y="122"/>
                    <a:pt x="272" y="122"/>
                  </a:cubicBezTo>
                  <a:cubicBezTo>
                    <a:pt x="272" y="122"/>
                    <a:pt x="272" y="122"/>
                    <a:pt x="272" y="122"/>
                  </a:cubicBezTo>
                  <a:cubicBezTo>
                    <a:pt x="271" y="123"/>
                    <a:pt x="271" y="123"/>
                    <a:pt x="271" y="123"/>
                  </a:cubicBezTo>
                  <a:cubicBezTo>
                    <a:pt x="271" y="122"/>
                    <a:pt x="271" y="122"/>
                    <a:pt x="271" y="122"/>
                  </a:cubicBezTo>
                  <a:cubicBezTo>
                    <a:pt x="270" y="122"/>
                    <a:pt x="270" y="122"/>
                    <a:pt x="270" y="122"/>
                  </a:cubicBezTo>
                  <a:cubicBezTo>
                    <a:pt x="270" y="123"/>
                    <a:pt x="270" y="123"/>
                    <a:pt x="270" y="123"/>
                  </a:cubicBezTo>
                  <a:cubicBezTo>
                    <a:pt x="271" y="123"/>
                    <a:pt x="271" y="123"/>
                    <a:pt x="271" y="123"/>
                  </a:cubicBezTo>
                  <a:cubicBezTo>
                    <a:pt x="271" y="123"/>
                    <a:pt x="271" y="123"/>
                    <a:pt x="271" y="123"/>
                  </a:cubicBezTo>
                  <a:cubicBezTo>
                    <a:pt x="271" y="124"/>
                    <a:pt x="271" y="124"/>
                    <a:pt x="271" y="124"/>
                  </a:cubicBezTo>
                  <a:cubicBezTo>
                    <a:pt x="270" y="124"/>
                    <a:pt x="270" y="124"/>
                    <a:pt x="270" y="124"/>
                  </a:cubicBezTo>
                  <a:cubicBezTo>
                    <a:pt x="271" y="124"/>
                    <a:pt x="271" y="124"/>
                    <a:pt x="271" y="124"/>
                  </a:cubicBezTo>
                  <a:cubicBezTo>
                    <a:pt x="272" y="124"/>
                    <a:pt x="272" y="124"/>
                    <a:pt x="272" y="124"/>
                  </a:cubicBezTo>
                  <a:cubicBezTo>
                    <a:pt x="272" y="124"/>
                    <a:pt x="272" y="124"/>
                    <a:pt x="272" y="124"/>
                  </a:cubicBezTo>
                  <a:cubicBezTo>
                    <a:pt x="273" y="123"/>
                    <a:pt x="273" y="123"/>
                    <a:pt x="273" y="123"/>
                  </a:cubicBezTo>
                  <a:cubicBezTo>
                    <a:pt x="273" y="122"/>
                    <a:pt x="273" y="122"/>
                    <a:pt x="273" y="122"/>
                  </a:cubicBezTo>
                  <a:cubicBezTo>
                    <a:pt x="274" y="122"/>
                    <a:pt x="274" y="122"/>
                    <a:pt x="274" y="122"/>
                  </a:cubicBezTo>
                  <a:cubicBezTo>
                    <a:pt x="274" y="121"/>
                    <a:pt x="274" y="121"/>
                    <a:pt x="274" y="121"/>
                  </a:cubicBezTo>
                  <a:cubicBezTo>
                    <a:pt x="274" y="122"/>
                    <a:pt x="274" y="122"/>
                    <a:pt x="274" y="122"/>
                  </a:cubicBezTo>
                  <a:cubicBezTo>
                    <a:pt x="274" y="123"/>
                    <a:pt x="274" y="123"/>
                    <a:pt x="274" y="123"/>
                  </a:cubicBezTo>
                  <a:cubicBezTo>
                    <a:pt x="275" y="123"/>
                    <a:pt x="275" y="123"/>
                    <a:pt x="275" y="123"/>
                  </a:cubicBezTo>
                  <a:cubicBezTo>
                    <a:pt x="275" y="122"/>
                    <a:pt x="275" y="122"/>
                    <a:pt x="275" y="122"/>
                  </a:cubicBezTo>
                  <a:cubicBezTo>
                    <a:pt x="274" y="121"/>
                    <a:pt x="274" y="121"/>
                    <a:pt x="274" y="121"/>
                  </a:cubicBezTo>
                  <a:cubicBezTo>
                    <a:pt x="275" y="121"/>
                    <a:pt x="275" y="121"/>
                    <a:pt x="275" y="121"/>
                  </a:cubicBezTo>
                  <a:cubicBezTo>
                    <a:pt x="275" y="120"/>
                    <a:pt x="275" y="120"/>
                    <a:pt x="275" y="120"/>
                  </a:cubicBezTo>
                  <a:cubicBezTo>
                    <a:pt x="276" y="121"/>
                    <a:pt x="276" y="121"/>
                    <a:pt x="276" y="121"/>
                  </a:cubicBezTo>
                  <a:cubicBezTo>
                    <a:pt x="276" y="121"/>
                    <a:pt x="276" y="121"/>
                    <a:pt x="276" y="121"/>
                  </a:cubicBezTo>
                  <a:cubicBezTo>
                    <a:pt x="276" y="122"/>
                    <a:pt x="276" y="122"/>
                    <a:pt x="276" y="122"/>
                  </a:cubicBezTo>
                  <a:cubicBezTo>
                    <a:pt x="276" y="121"/>
                    <a:pt x="276" y="121"/>
                    <a:pt x="276" y="121"/>
                  </a:cubicBezTo>
                  <a:cubicBezTo>
                    <a:pt x="277" y="121"/>
                    <a:pt x="277" y="121"/>
                    <a:pt x="277" y="121"/>
                  </a:cubicBezTo>
                  <a:cubicBezTo>
                    <a:pt x="278" y="121"/>
                    <a:pt x="278" y="121"/>
                    <a:pt x="278" y="121"/>
                  </a:cubicBezTo>
                  <a:cubicBezTo>
                    <a:pt x="278" y="122"/>
                    <a:pt x="278" y="122"/>
                    <a:pt x="278" y="122"/>
                  </a:cubicBezTo>
                  <a:cubicBezTo>
                    <a:pt x="278" y="123"/>
                    <a:pt x="278" y="123"/>
                    <a:pt x="278" y="123"/>
                  </a:cubicBezTo>
                  <a:cubicBezTo>
                    <a:pt x="277" y="124"/>
                    <a:pt x="277" y="124"/>
                    <a:pt x="277" y="124"/>
                  </a:cubicBezTo>
                  <a:cubicBezTo>
                    <a:pt x="276" y="125"/>
                    <a:pt x="276" y="125"/>
                    <a:pt x="276" y="125"/>
                  </a:cubicBezTo>
                  <a:cubicBezTo>
                    <a:pt x="276" y="125"/>
                    <a:pt x="276" y="125"/>
                    <a:pt x="276" y="125"/>
                  </a:cubicBezTo>
                  <a:cubicBezTo>
                    <a:pt x="276" y="125"/>
                    <a:pt x="276" y="125"/>
                    <a:pt x="276" y="125"/>
                  </a:cubicBezTo>
                  <a:cubicBezTo>
                    <a:pt x="277" y="126"/>
                    <a:pt x="277" y="126"/>
                    <a:pt x="277" y="126"/>
                  </a:cubicBezTo>
                  <a:cubicBezTo>
                    <a:pt x="278" y="125"/>
                    <a:pt x="278" y="125"/>
                    <a:pt x="278" y="125"/>
                  </a:cubicBezTo>
                  <a:cubicBezTo>
                    <a:pt x="277" y="125"/>
                    <a:pt x="277" y="125"/>
                    <a:pt x="277" y="125"/>
                  </a:cubicBezTo>
                  <a:cubicBezTo>
                    <a:pt x="278" y="124"/>
                    <a:pt x="278" y="124"/>
                    <a:pt x="278" y="124"/>
                  </a:cubicBezTo>
                  <a:cubicBezTo>
                    <a:pt x="278" y="123"/>
                    <a:pt x="278" y="123"/>
                    <a:pt x="278" y="123"/>
                  </a:cubicBezTo>
                  <a:cubicBezTo>
                    <a:pt x="279" y="124"/>
                    <a:pt x="279" y="124"/>
                    <a:pt x="279" y="124"/>
                  </a:cubicBezTo>
                  <a:cubicBezTo>
                    <a:pt x="279" y="125"/>
                    <a:pt x="279" y="125"/>
                    <a:pt x="279" y="125"/>
                  </a:cubicBezTo>
                  <a:cubicBezTo>
                    <a:pt x="279" y="124"/>
                    <a:pt x="279" y="124"/>
                    <a:pt x="279" y="124"/>
                  </a:cubicBezTo>
                  <a:cubicBezTo>
                    <a:pt x="279" y="123"/>
                    <a:pt x="279" y="123"/>
                    <a:pt x="279" y="123"/>
                  </a:cubicBezTo>
                  <a:cubicBezTo>
                    <a:pt x="279" y="123"/>
                    <a:pt x="279" y="123"/>
                    <a:pt x="279" y="123"/>
                  </a:cubicBezTo>
                  <a:cubicBezTo>
                    <a:pt x="279" y="121"/>
                    <a:pt x="279" y="121"/>
                    <a:pt x="279" y="121"/>
                  </a:cubicBezTo>
                  <a:cubicBezTo>
                    <a:pt x="279" y="121"/>
                    <a:pt x="279" y="121"/>
                    <a:pt x="279" y="121"/>
                  </a:cubicBezTo>
                  <a:cubicBezTo>
                    <a:pt x="280" y="121"/>
                    <a:pt x="280" y="121"/>
                    <a:pt x="280" y="121"/>
                  </a:cubicBezTo>
                  <a:cubicBezTo>
                    <a:pt x="280" y="122"/>
                    <a:pt x="280" y="122"/>
                    <a:pt x="280" y="122"/>
                  </a:cubicBezTo>
                  <a:cubicBezTo>
                    <a:pt x="279" y="123"/>
                    <a:pt x="279" y="123"/>
                    <a:pt x="279" y="123"/>
                  </a:cubicBezTo>
                  <a:cubicBezTo>
                    <a:pt x="280" y="123"/>
                    <a:pt x="280" y="123"/>
                    <a:pt x="280" y="123"/>
                  </a:cubicBezTo>
                  <a:cubicBezTo>
                    <a:pt x="281" y="122"/>
                    <a:pt x="281" y="122"/>
                    <a:pt x="281" y="122"/>
                  </a:cubicBezTo>
                  <a:cubicBezTo>
                    <a:pt x="282" y="124"/>
                    <a:pt x="282" y="124"/>
                    <a:pt x="282" y="124"/>
                  </a:cubicBezTo>
                  <a:cubicBezTo>
                    <a:pt x="282" y="124"/>
                    <a:pt x="282" y="124"/>
                    <a:pt x="282" y="124"/>
                  </a:cubicBezTo>
                  <a:cubicBezTo>
                    <a:pt x="283" y="124"/>
                    <a:pt x="283" y="124"/>
                    <a:pt x="283" y="124"/>
                  </a:cubicBezTo>
                  <a:cubicBezTo>
                    <a:pt x="284" y="125"/>
                    <a:pt x="284" y="125"/>
                    <a:pt x="284" y="125"/>
                  </a:cubicBezTo>
                  <a:cubicBezTo>
                    <a:pt x="284" y="125"/>
                    <a:pt x="284" y="125"/>
                    <a:pt x="284" y="125"/>
                  </a:cubicBezTo>
                  <a:cubicBezTo>
                    <a:pt x="284" y="124"/>
                    <a:pt x="284" y="124"/>
                    <a:pt x="284" y="124"/>
                  </a:cubicBezTo>
                  <a:cubicBezTo>
                    <a:pt x="283" y="124"/>
                    <a:pt x="283" y="124"/>
                    <a:pt x="283" y="124"/>
                  </a:cubicBezTo>
                  <a:cubicBezTo>
                    <a:pt x="283" y="123"/>
                    <a:pt x="283" y="123"/>
                    <a:pt x="283" y="123"/>
                  </a:cubicBezTo>
                  <a:cubicBezTo>
                    <a:pt x="281" y="122"/>
                    <a:pt x="281" y="122"/>
                    <a:pt x="281" y="122"/>
                  </a:cubicBezTo>
                  <a:cubicBezTo>
                    <a:pt x="281" y="122"/>
                    <a:pt x="281" y="122"/>
                    <a:pt x="281" y="122"/>
                  </a:cubicBezTo>
                  <a:cubicBezTo>
                    <a:pt x="280" y="121"/>
                    <a:pt x="280" y="121"/>
                    <a:pt x="280" y="121"/>
                  </a:cubicBezTo>
                  <a:cubicBezTo>
                    <a:pt x="281" y="120"/>
                    <a:pt x="281" y="120"/>
                    <a:pt x="281" y="120"/>
                  </a:cubicBezTo>
                  <a:cubicBezTo>
                    <a:pt x="282" y="120"/>
                    <a:pt x="282" y="120"/>
                    <a:pt x="282" y="120"/>
                  </a:cubicBezTo>
                  <a:cubicBezTo>
                    <a:pt x="283" y="119"/>
                    <a:pt x="283" y="119"/>
                    <a:pt x="283" y="119"/>
                  </a:cubicBezTo>
                  <a:cubicBezTo>
                    <a:pt x="284" y="119"/>
                    <a:pt x="284" y="119"/>
                    <a:pt x="284" y="119"/>
                  </a:cubicBezTo>
                  <a:cubicBezTo>
                    <a:pt x="285" y="119"/>
                    <a:pt x="285" y="119"/>
                    <a:pt x="285" y="119"/>
                  </a:cubicBezTo>
                  <a:cubicBezTo>
                    <a:pt x="286" y="120"/>
                    <a:pt x="286" y="120"/>
                    <a:pt x="286" y="120"/>
                  </a:cubicBezTo>
                  <a:cubicBezTo>
                    <a:pt x="286" y="120"/>
                    <a:pt x="286" y="120"/>
                    <a:pt x="286" y="120"/>
                  </a:cubicBezTo>
                  <a:cubicBezTo>
                    <a:pt x="287" y="120"/>
                    <a:pt x="287" y="120"/>
                    <a:pt x="287" y="120"/>
                  </a:cubicBezTo>
                  <a:cubicBezTo>
                    <a:pt x="287" y="121"/>
                    <a:pt x="287" y="121"/>
                    <a:pt x="287" y="121"/>
                  </a:cubicBezTo>
                  <a:cubicBezTo>
                    <a:pt x="288" y="121"/>
                    <a:pt x="288" y="121"/>
                    <a:pt x="288" y="121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89" y="122"/>
                    <a:pt x="289" y="122"/>
                    <a:pt x="289" y="122"/>
                  </a:cubicBezTo>
                  <a:cubicBezTo>
                    <a:pt x="289" y="122"/>
                    <a:pt x="289" y="122"/>
                    <a:pt x="289" y="122"/>
                  </a:cubicBezTo>
                  <a:cubicBezTo>
                    <a:pt x="289" y="122"/>
                    <a:pt x="289" y="122"/>
                    <a:pt x="289" y="122"/>
                  </a:cubicBezTo>
                  <a:cubicBezTo>
                    <a:pt x="290" y="122"/>
                    <a:pt x="290" y="122"/>
                    <a:pt x="290" y="122"/>
                  </a:cubicBezTo>
                  <a:cubicBezTo>
                    <a:pt x="290" y="122"/>
                    <a:pt x="290" y="122"/>
                    <a:pt x="290" y="122"/>
                  </a:cubicBezTo>
                  <a:cubicBezTo>
                    <a:pt x="291" y="123"/>
                    <a:pt x="291" y="123"/>
                    <a:pt x="291" y="123"/>
                  </a:cubicBezTo>
                  <a:cubicBezTo>
                    <a:pt x="291" y="123"/>
                    <a:pt x="291" y="123"/>
                    <a:pt x="291" y="123"/>
                  </a:cubicBezTo>
                  <a:cubicBezTo>
                    <a:pt x="291" y="124"/>
                    <a:pt x="291" y="124"/>
                    <a:pt x="291" y="124"/>
                  </a:cubicBezTo>
                  <a:cubicBezTo>
                    <a:pt x="292" y="124"/>
                    <a:pt x="292" y="124"/>
                    <a:pt x="292" y="124"/>
                  </a:cubicBezTo>
                  <a:cubicBezTo>
                    <a:pt x="292" y="125"/>
                    <a:pt x="292" y="125"/>
                    <a:pt x="292" y="125"/>
                  </a:cubicBezTo>
                  <a:cubicBezTo>
                    <a:pt x="291" y="126"/>
                    <a:pt x="291" y="126"/>
                    <a:pt x="291" y="126"/>
                  </a:cubicBezTo>
                  <a:cubicBezTo>
                    <a:pt x="290" y="126"/>
                    <a:pt x="290" y="126"/>
                    <a:pt x="290" y="126"/>
                  </a:cubicBezTo>
                  <a:cubicBezTo>
                    <a:pt x="289" y="125"/>
                    <a:pt x="289" y="125"/>
                    <a:pt x="289" y="125"/>
                  </a:cubicBezTo>
                  <a:cubicBezTo>
                    <a:pt x="288" y="126"/>
                    <a:pt x="288" y="126"/>
                    <a:pt x="288" y="126"/>
                  </a:cubicBezTo>
                  <a:cubicBezTo>
                    <a:pt x="287" y="127"/>
                    <a:pt x="287" y="127"/>
                    <a:pt x="287" y="127"/>
                  </a:cubicBezTo>
                  <a:cubicBezTo>
                    <a:pt x="288" y="126"/>
                    <a:pt x="288" y="126"/>
                    <a:pt x="288" y="126"/>
                  </a:cubicBezTo>
                  <a:cubicBezTo>
                    <a:pt x="290" y="126"/>
                    <a:pt x="290" y="126"/>
                    <a:pt x="290" y="126"/>
                  </a:cubicBezTo>
                  <a:cubicBezTo>
                    <a:pt x="290" y="126"/>
                    <a:pt x="290" y="126"/>
                    <a:pt x="290" y="126"/>
                  </a:cubicBezTo>
                  <a:cubicBezTo>
                    <a:pt x="289" y="127"/>
                    <a:pt x="289" y="127"/>
                    <a:pt x="289" y="127"/>
                  </a:cubicBezTo>
                  <a:cubicBezTo>
                    <a:pt x="289" y="127"/>
                    <a:pt x="289" y="127"/>
                    <a:pt x="289" y="127"/>
                  </a:cubicBezTo>
                  <a:cubicBezTo>
                    <a:pt x="288" y="129"/>
                    <a:pt x="288" y="129"/>
                    <a:pt x="288" y="129"/>
                  </a:cubicBezTo>
                  <a:cubicBezTo>
                    <a:pt x="287" y="129"/>
                    <a:pt x="287" y="129"/>
                    <a:pt x="287" y="129"/>
                  </a:cubicBezTo>
                  <a:cubicBezTo>
                    <a:pt x="286" y="129"/>
                    <a:pt x="286" y="129"/>
                    <a:pt x="286" y="129"/>
                  </a:cubicBezTo>
                  <a:cubicBezTo>
                    <a:pt x="286" y="130"/>
                    <a:pt x="286" y="130"/>
                    <a:pt x="286" y="130"/>
                  </a:cubicBezTo>
                  <a:cubicBezTo>
                    <a:pt x="287" y="130"/>
                    <a:pt x="287" y="130"/>
                    <a:pt x="287" y="130"/>
                  </a:cubicBezTo>
                  <a:cubicBezTo>
                    <a:pt x="288" y="128"/>
                    <a:pt x="288" y="128"/>
                    <a:pt x="288" y="128"/>
                  </a:cubicBezTo>
                  <a:cubicBezTo>
                    <a:pt x="289" y="127"/>
                    <a:pt x="289" y="127"/>
                    <a:pt x="289" y="127"/>
                  </a:cubicBezTo>
                  <a:cubicBezTo>
                    <a:pt x="290" y="127"/>
                    <a:pt x="290" y="127"/>
                    <a:pt x="290" y="127"/>
                  </a:cubicBezTo>
                  <a:cubicBezTo>
                    <a:pt x="291" y="126"/>
                    <a:pt x="291" y="126"/>
                    <a:pt x="291" y="126"/>
                  </a:cubicBezTo>
                  <a:cubicBezTo>
                    <a:pt x="292" y="127"/>
                    <a:pt x="292" y="127"/>
                    <a:pt x="292" y="127"/>
                  </a:cubicBezTo>
                  <a:cubicBezTo>
                    <a:pt x="292" y="127"/>
                    <a:pt x="292" y="127"/>
                    <a:pt x="292" y="127"/>
                  </a:cubicBezTo>
                  <a:cubicBezTo>
                    <a:pt x="293" y="127"/>
                    <a:pt x="293" y="127"/>
                    <a:pt x="293" y="127"/>
                  </a:cubicBezTo>
                  <a:cubicBezTo>
                    <a:pt x="293" y="128"/>
                    <a:pt x="293" y="128"/>
                    <a:pt x="293" y="128"/>
                  </a:cubicBezTo>
                  <a:cubicBezTo>
                    <a:pt x="293" y="128"/>
                    <a:pt x="293" y="128"/>
                    <a:pt x="293" y="128"/>
                  </a:cubicBezTo>
                  <a:cubicBezTo>
                    <a:pt x="293" y="129"/>
                    <a:pt x="293" y="129"/>
                    <a:pt x="293" y="129"/>
                  </a:cubicBezTo>
                  <a:cubicBezTo>
                    <a:pt x="292" y="129"/>
                    <a:pt x="292" y="129"/>
                    <a:pt x="292" y="129"/>
                  </a:cubicBezTo>
                  <a:cubicBezTo>
                    <a:pt x="291" y="130"/>
                    <a:pt x="291" y="130"/>
                    <a:pt x="291" y="130"/>
                  </a:cubicBezTo>
                  <a:cubicBezTo>
                    <a:pt x="290" y="130"/>
                    <a:pt x="290" y="130"/>
                    <a:pt x="290" y="130"/>
                  </a:cubicBezTo>
                  <a:cubicBezTo>
                    <a:pt x="290" y="130"/>
                    <a:pt x="290" y="130"/>
                    <a:pt x="290" y="130"/>
                  </a:cubicBezTo>
                  <a:cubicBezTo>
                    <a:pt x="289" y="130"/>
                    <a:pt x="289" y="130"/>
                    <a:pt x="289" y="130"/>
                  </a:cubicBezTo>
                  <a:cubicBezTo>
                    <a:pt x="289" y="130"/>
                    <a:pt x="289" y="130"/>
                    <a:pt x="289" y="130"/>
                  </a:cubicBezTo>
                  <a:cubicBezTo>
                    <a:pt x="290" y="130"/>
                    <a:pt x="290" y="130"/>
                    <a:pt x="290" y="130"/>
                  </a:cubicBezTo>
                  <a:cubicBezTo>
                    <a:pt x="290" y="131"/>
                    <a:pt x="290" y="131"/>
                    <a:pt x="290" y="131"/>
                  </a:cubicBezTo>
                  <a:cubicBezTo>
                    <a:pt x="288" y="131"/>
                    <a:pt x="288" y="131"/>
                    <a:pt x="288" y="131"/>
                  </a:cubicBezTo>
                  <a:cubicBezTo>
                    <a:pt x="289" y="131"/>
                    <a:pt x="289" y="131"/>
                    <a:pt x="289" y="131"/>
                  </a:cubicBezTo>
                  <a:cubicBezTo>
                    <a:pt x="289" y="131"/>
                    <a:pt x="289" y="131"/>
                    <a:pt x="289" y="131"/>
                  </a:cubicBezTo>
                  <a:cubicBezTo>
                    <a:pt x="290" y="131"/>
                    <a:pt x="290" y="131"/>
                    <a:pt x="290" y="131"/>
                  </a:cubicBezTo>
                  <a:cubicBezTo>
                    <a:pt x="291" y="130"/>
                    <a:pt x="291" y="130"/>
                    <a:pt x="291" y="130"/>
                  </a:cubicBezTo>
                  <a:cubicBezTo>
                    <a:pt x="291" y="131"/>
                    <a:pt x="291" y="131"/>
                    <a:pt x="291" y="131"/>
                  </a:cubicBezTo>
                  <a:cubicBezTo>
                    <a:pt x="291" y="131"/>
                    <a:pt x="291" y="131"/>
                    <a:pt x="291" y="131"/>
                  </a:cubicBezTo>
                  <a:cubicBezTo>
                    <a:pt x="290" y="131"/>
                    <a:pt x="290" y="131"/>
                    <a:pt x="290" y="131"/>
                  </a:cubicBezTo>
                  <a:cubicBezTo>
                    <a:pt x="289" y="132"/>
                    <a:pt x="289" y="132"/>
                    <a:pt x="289" y="132"/>
                  </a:cubicBezTo>
                  <a:cubicBezTo>
                    <a:pt x="289" y="132"/>
                    <a:pt x="289" y="132"/>
                    <a:pt x="289" y="132"/>
                  </a:cubicBezTo>
                  <a:cubicBezTo>
                    <a:pt x="290" y="132"/>
                    <a:pt x="290" y="132"/>
                    <a:pt x="290" y="132"/>
                  </a:cubicBezTo>
                  <a:cubicBezTo>
                    <a:pt x="289" y="133"/>
                    <a:pt x="289" y="133"/>
                    <a:pt x="289" y="133"/>
                  </a:cubicBezTo>
                  <a:cubicBezTo>
                    <a:pt x="288" y="134"/>
                    <a:pt x="288" y="134"/>
                    <a:pt x="288" y="134"/>
                  </a:cubicBezTo>
                  <a:cubicBezTo>
                    <a:pt x="288" y="134"/>
                    <a:pt x="288" y="134"/>
                    <a:pt x="288" y="134"/>
                  </a:cubicBezTo>
                  <a:cubicBezTo>
                    <a:pt x="288" y="134"/>
                    <a:pt x="288" y="134"/>
                    <a:pt x="288" y="134"/>
                  </a:cubicBezTo>
                  <a:cubicBezTo>
                    <a:pt x="289" y="133"/>
                    <a:pt x="289" y="133"/>
                    <a:pt x="289" y="133"/>
                  </a:cubicBezTo>
                  <a:cubicBezTo>
                    <a:pt x="290" y="132"/>
                    <a:pt x="290" y="132"/>
                    <a:pt x="290" y="132"/>
                  </a:cubicBezTo>
                  <a:cubicBezTo>
                    <a:pt x="290" y="132"/>
                    <a:pt x="290" y="132"/>
                    <a:pt x="290" y="132"/>
                  </a:cubicBezTo>
                  <a:cubicBezTo>
                    <a:pt x="292" y="131"/>
                    <a:pt x="292" y="131"/>
                    <a:pt x="292" y="131"/>
                  </a:cubicBezTo>
                  <a:cubicBezTo>
                    <a:pt x="292" y="131"/>
                    <a:pt x="292" y="131"/>
                    <a:pt x="292" y="131"/>
                  </a:cubicBezTo>
                  <a:cubicBezTo>
                    <a:pt x="292" y="131"/>
                    <a:pt x="292" y="131"/>
                    <a:pt x="292" y="131"/>
                  </a:cubicBezTo>
                  <a:cubicBezTo>
                    <a:pt x="293" y="131"/>
                    <a:pt x="293" y="131"/>
                    <a:pt x="293" y="131"/>
                  </a:cubicBezTo>
                  <a:cubicBezTo>
                    <a:pt x="293" y="131"/>
                    <a:pt x="293" y="131"/>
                    <a:pt x="293" y="131"/>
                  </a:cubicBezTo>
                  <a:cubicBezTo>
                    <a:pt x="294" y="130"/>
                    <a:pt x="294" y="130"/>
                    <a:pt x="294" y="130"/>
                  </a:cubicBezTo>
                  <a:cubicBezTo>
                    <a:pt x="295" y="130"/>
                    <a:pt x="295" y="130"/>
                    <a:pt x="295" y="130"/>
                  </a:cubicBezTo>
                  <a:cubicBezTo>
                    <a:pt x="295" y="130"/>
                    <a:pt x="295" y="130"/>
                    <a:pt x="295" y="130"/>
                  </a:cubicBezTo>
                  <a:cubicBezTo>
                    <a:pt x="293" y="132"/>
                    <a:pt x="293" y="132"/>
                    <a:pt x="293" y="132"/>
                  </a:cubicBezTo>
                  <a:cubicBezTo>
                    <a:pt x="292" y="132"/>
                    <a:pt x="292" y="132"/>
                    <a:pt x="292" y="132"/>
                  </a:cubicBezTo>
                  <a:cubicBezTo>
                    <a:pt x="291" y="133"/>
                    <a:pt x="291" y="133"/>
                    <a:pt x="291" y="133"/>
                  </a:cubicBezTo>
                  <a:cubicBezTo>
                    <a:pt x="291" y="133"/>
                    <a:pt x="291" y="133"/>
                    <a:pt x="291" y="133"/>
                  </a:cubicBezTo>
                  <a:cubicBezTo>
                    <a:pt x="291" y="133"/>
                    <a:pt x="291" y="133"/>
                    <a:pt x="291" y="133"/>
                  </a:cubicBezTo>
                  <a:cubicBezTo>
                    <a:pt x="291" y="134"/>
                    <a:pt x="291" y="134"/>
                    <a:pt x="291" y="134"/>
                  </a:cubicBezTo>
                  <a:cubicBezTo>
                    <a:pt x="291" y="134"/>
                    <a:pt x="291" y="134"/>
                    <a:pt x="291" y="134"/>
                  </a:cubicBezTo>
                  <a:cubicBezTo>
                    <a:pt x="291" y="135"/>
                    <a:pt x="291" y="135"/>
                    <a:pt x="291" y="135"/>
                  </a:cubicBezTo>
                  <a:cubicBezTo>
                    <a:pt x="292" y="134"/>
                    <a:pt x="292" y="134"/>
                    <a:pt x="292" y="134"/>
                  </a:cubicBezTo>
                  <a:cubicBezTo>
                    <a:pt x="292" y="133"/>
                    <a:pt x="292" y="133"/>
                    <a:pt x="292" y="133"/>
                  </a:cubicBezTo>
                  <a:cubicBezTo>
                    <a:pt x="293" y="132"/>
                    <a:pt x="293" y="132"/>
                    <a:pt x="293" y="132"/>
                  </a:cubicBezTo>
                  <a:cubicBezTo>
                    <a:pt x="294" y="132"/>
                    <a:pt x="294" y="132"/>
                    <a:pt x="294" y="132"/>
                  </a:cubicBezTo>
                  <a:cubicBezTo>
                    <a:pt x="294" y="132"/>
                    <a:pt x="294" y="132"/>
                    <a:pt x="294" y="132"/>
                  </a:cubicBezTo>
                  <a:cubicBezTo>
                    <a:pt x="294" y="133"/>
                    <a:pt x="294" y="133"/>
                    <a:pt x="294" y="133"/>
                  </a:cubicBezTo>
                  <a:cubicBezTo>
                    <a:pt x="294" y="133"/>
                    <a:pt x="294" y="133"/>
                    <a:pt x="294" y="133"/>
                  </a:cubicBezTo>
                  <a:cubicBezTo>
                    <a:pt x="292" y="134"/>
                    <a:pt x="292" y="134"/>
                    <a:pt x="292" y="134"/>
                  </a:cubicBezTo>
                  <a:cubicBezTo>
                    <a:pt x="292" y="135"/>
                    <a:pt x="292" y="135"/>
                    <a:pt x="292" y="135"/>
                  </a:cubicBezTo>
                  <a:cubicBezTo>
                    <a:pt x="292" y="136"/>
                    <a:pt x="292" y="136"/>
                    <a:pt x="292" y="136"/>
                  </a:cubicBezTo>
                  <a:cubicBezTo>
                    <a:pt x="291" y="136"/>
                    <a:pt x="291" y="136"/>
                    <a:pt x="291" y="136"/>
                  </a:cubicBezTo>
                  <a:cubicBezTo>
                    <a:pt x="291" y="136"/>
                    <a:pt x="291" y="136"/>
                    <a:pt x="291" y="136"/>
                  </a:cubicBezTo>
                  <a:cubicBezTo>
                    <a:pt x="292" y="136"/>
                    <a:pt x="292" y="136"/>
                    <a:pt x="292" y="136"/>
                  </a:cubicBezTo>
                  <a:cubicBezTo>
                    <a:pt x="292" y="136"/>
                    <a:pt x="292" y="136"/>
                    <a:pt x="292" y="136"/>
                  </a:cubicBezTo>
                  <a:cubicBezTo>
                    <a:pt x="293" y="134"/>
                    <a:pt x="293" y="134"/>
                    <a:pt x="293" y="134"/>
                  </a:cubicBezTo>
                  <a:cubicBezTo>
                    <a:pt x="294" y="134"/>
                    <a:pt x="294" y="134"/>
                    <a:pt x="294" y="134"/>
                  </a:cubicBezTo>
                  <a:cubicBezTo>
                    <a:pt x="295" y="134"/>
                    <a:pt x="295" y="134"/>
                    <a:pt x="295" y="134"/>
                  </a:cubicBezTo>
                  <a:cubicBezTo>
                    <a:pt x="295" y="135"/>
                    <a:pt x="295" y="135"/>
                    <a:pt x="295" y="135"/>
                  </a:cubicBezTo>
                  <a:cubicBezTo>
                    <a:pt x="295" y="135"/>
                    <a:pt x="295" y="135"/>
                    <a:pt x="295" y="135"/>
                  </a:cubicBezTo>
                  <a:cubicBezTo>
                    <a:pt x="294" y="135"/>
                    <a:pt x="294" y="135"/>
                    <a:pt x="294" y="135"/>
                  </a:cubicBezTo>
                  <a:cubicBezTo>
                    <a:pt x="293" y="136"/>
                    <a:pt x="293" y="136"/>
                    <a:pt x="293" y="136"/>
                  </a:cubicBezTo>
                  <a:cubicBezTo>
                    <a:pt x="293" y="137"/>
                    <a:pt x="293" y="137"/>
                    <a:pt x="293" y="137"/>
                  </a:cubicBezTo>
                  <a:cubicBezTo>
                    <a:pt x="293" y="137"/>
                    <a:pt x="293" y="137"/>
                    <a:pt x="293" y="137"/>
                  </a:cubicBezTo>
                  <a:cubicBezTo>
                    <a:pt x="294" y="137"/>
                    <a:pt x="294" y="137"/>
                    <a:pt x="294" y="137"/>
                  </a:cubicBezTo>
                  <a:cubicBezTo>
                    <a:pt x="294" y="136"/>
                    <a:pt x="294" y="136"/>
                    <a:pt x="294" y="136"/>
                  </a:cubicBezTo>
                  <a:cubicBezTo>
                    <a:pt x="295" y="135"/>
                    <a:pt x="295" y="135"/>
                    <a:pt x="295" y="135"/>
                  </a:cubicBezTo>
                  <a:cubicBezTo>
                    <a:pt x="295" y="135"/>
                    <a:pt x="295" y="135"/>
                    <a:pt x="295" y="135"/>
                  </a:cubicBezTo>
                  <a:cubicBezTo>
                    <a:pt x="295" y="134"/>
                    <a:pt x="295" y="134"/>
                    <a:pt x="295" y="134"/>
                  </a:cubicBezTo>
                  <a:cubicBezTo>
                    <a:pt x="296" y="134"/>
                    <a:pt x="296" y="134"/>
                    <a:pt x="296" y="134"/>
                  </a:cubicBezTo>
                  <a:cubicBezTo>
                    <a:pt x="296" y="133"/>
                    <a:pt x="296" y="133"/>
                    <a:pt x="296" y="133"/>
                  </a:cubicBezTo>
                  <a:cubicBezTo>
                    <a:pt x="297" y="133"/>
                    <a:pt x="297" y="133"/>
                    <a:pt x="297" y="133"/>
                  </a:cubicBezTo>
                  <a:cubicBezTo>
                    <a:pt x="297" y="132"/>
                    <a:pt x="297" y="132"/>
                    <a:pt x="297" y="132"/>
                  </a:cubicBezTo>
                  <a:cubicBezTo>
                    <a:pt x="297" y="132"/>
                    <a:pt x="297" y="132"/>
                    <a:pt x="297" y="132"/>
                  </a:cubicBezTo>
                  <a:cubicBezTo>
                    <a:pt x="298" y="132"/>
                    <a:pt x="298" y="132"/>
                    <a:pt x="298" y="132"/>
                  </a:cubicBezTo>
                  <a:cubicBezTo>
                    <a:pt x="298" y="131"/>
                    <a:pt x="298" y="131"/>
                    <a:pt x="298" y="131"/>
                  </a:cubicBezTo>
                  <a:cubicBezTo>
                    <a:pt x="298" y="131"/>
                    <a:pt x="298" y="131"/>
                    <a:pt x="298" y="131"/>
                  </a:cubicBezTo>
                  <a:cubicBezTo>
                    <a:pt x="299" y="132"/>
                    <a:pt x="299" y="132"/>
                    <a:pt x="299" y="132"/>
                  </a:cubicBezTo>
                  <a:cubicBezTo>
                    <a:pt x="299" y="133"/>
                    <a:pt x="299" y="133"/>
                    <a:pt x="299" y="133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300" y="134"/>
                    <a:pt x="300" y="134"/>
                    <a:pt x="300" y="134"/>
                  </a:cubicBezTo>
                  <a:cubicBezTo>
                    <a:pt x="300" y="135"/>
                    <a:pt x="300" y="135"/>
                    <a:pt x="300" y="135"/>
                  </a:cubicBezTo>
                  <a:cubicBezTo>
                    <a:pt x="301" y="136"/>
                    <a:pt x="301" y="136"/>
                    <a:pt x="301" y="136"/>
                  </a:cubicBezTo>
                  <a:cubicBezTo>
                    <a:pt x="301" y="136"/>
                    <a:pt x="301" y="136"/>
                    <a:pt x="301" y="136"/>
                  </a:cubicBezTo>
                  <a:cubicBezTo>
                    <a:pt x="301" y="136"/>
                    <a:pt x="301" y="136"/>
                    <a:pt x="301" y="136"/>
                  </a:cubicBezTo>
                  <a:cubicBezTo>
                    <a:pt x="300" y="137"/>
                    <a:pt x="300" y="137"/>
                    <a:pt x="300" y="137"/>
                  </a:cubicBezTo>
                  <a:cubicBezTo>
                    <a:pt x="299" y="137"/>
                    <a:pt x="299" y="137"/>
                    <a:pt x="299" y="137"/>
                  </a:cubicBezTo>
                  <a:cubicBezTo>
                    <a:pt x="299" y="137"/>
                    <a:pt x="299" y="137"/>
                    <a:pt x="299" y="137"/>
                  </a:cubicBezTo>
                  <a:cubicBezTo>
                    <a:pt x="298" y="136"/>
                    <a:pt x="298" y="136"/>
                    <a:pt x="298" y="136"/>
                  </a:cubicBezTo>
                  <a:cubicBezTo>
                    <a:pt x="298" y="136"/>
                    <a:pt x="298" y="136"/>
                    <a:pt x="298" y="136"/>
                  </a:cubicBezTo>
                  <a:cubicBezTo>
                    <a:pt x="297" y="137"/>
                    <a:pt x="297" y="137"/>
                    <a:pt x="297" y="137"/>
                  </a:cubicBezTo>
                  <a:cubicBezTo>
                    <a:pt x="297" y="137"/>
                    <a:pt x="297" y="137"/>
                    <a:pt x="297" y="137"/>
                  </a:cubicBezTo>
                  <a:cubicBezTo>
                    <a:pt x="296" y="138"/>
                    <a:pt x="296" y="138"/>
                    <a:pt x="296" y="138"/>
                  </a:cubicBezTo>
                  <a:cubicBezTo>
                    <a:pt x="296" y="138"/>
                    <a:pt x="296" y="138"/>
                    <a:pt x="296" y="138"/>
                  </a:cubicBezTo>
                  <a:cubicBezTo>
                    <a:pt x="295" y="138"/>
                    <a:pt x="295" y="138"/>
                    <a:pt x="295" y="138"/>
                  </a:cubicBezTo>
                  <a:cubicBezTo>
                    <a:pt x="295" y="138"/>
                    <a:pt x="295" y="138"/>
                    <a:pt x="295" y="138"/>
                  </a:cubicBezTo>
                  <a:cubicBezTo>
                    <a:pt x="296" y="138"/>
                    <a:pt x="296" y="138"/>
                    <a:pt x="296" y="138"/>
                  </a:cubicBezTo>
                  <a:cubicBezTo>
                    <a:pt x="296" y="138"/>
                    <a:pt x="296" y="138"/>
                    <a:pt x="296" y="138"/>
                  </a:cubicBezTo>
                  <a:cubicBezTo>
                    <a:pt x="296" y="139"/>
                    <a:pt x="296" y="139"/>
                    <a:pt x="296" y="139"/>
                  </a:cubicBezTo>
                  <a:cubicBezTo>
                    <a:pt x="296" y="139"/>
                    <a:pt x="296" y="139"/>
                    <a:pt x="296" y="139"/>
                  </a:cubicBezTo>
                  <a:cubicBezTo>
                    <a:pt x="295" y="140"/>
                    <a:pt x="295" y="140"/>
                    <a:pt x="295" y="140"/>
                  </a:cubicBezTo>
                  <a:cubicBezTo>
                    <a:pt x="294" y="140"/>
                    <a:pt x="294" y="140"/>
                    <a:pt x="294" y="140"/>
                  </a:cubicBezTo>
                  <a:cubicBezTo>
                    <a:pt x="295" y="140"/>
                    <a:pt x="295" y="140"/>
                    <a:pt x="295" y="140"/>
                  </a:cubicBezTo>
                  <a:cubicBezTo>
                    <a:pt x="296" y="140"/>
                    <a:pt x="296" y="140"/>
                    <a:pt x="296" y="140"/>
                  </a:cubicBezTo>
                  <a:cubicBezTo>
                    <a:pt x="297" y="140"/>
                    <a:pt x="297" y="140"/>
                    <a:pt x="297" y="140"/>
                  </a:cubicBezTo>
                  <a:cubicBezTo>
                    <a:pt x="298" y="140"/>
                    <a:pt x="298" y="140"/>
                    <a:pt x="298" y="140"/>
                  </a:cubicBezTo>
                  <a:cubicBezTo>
                    <a:pt x="298" y="139"/>
                    <a:pt x="298" y="139"/>
                    <a:pt x="298" y="139"/>
                  </a:cubicBezTo>
                  <a:cubicBezTo>
                    <a:pt x="299" y="139"/>
                    <a:pt x="299" y="139"/>
                    <a:pt x="299" y="139"/>
                  </a:cubicBezTo>
                  <a:cubicBezTo>
                    <a:pt x="300" y="140"/>
                    <a:pt x="300" y="140"/>
                    <a:pt x="300" y="140"/>
                  </a:cubicBezTo>
                  <a:cubicBezTo>
                    <a:pt x="300" y="140"/>
                    <a:pt x="300" y="140"/>
                    <a:pt x="300" y="140"/>
                  </a:cubicBezTo>
                  <a:cubicBezTo>
                    <a:pt x="300" y="140"/>
                    <a:pt x="300" y="140"/>
                    <a:pt x="300" y="140"/>
                  </a:cubicBezTo>
                  <a:cubicBezTo>
                    <a:pt x="300" y="140"/>
                    <a:pt x="300" y="140"/>
                    <a:pt x="300" y="140"/>
                  </a:cubicBezTo>
                  <a:cubicBezTo>
                    <a:pt x="300" y="139"/>
                    <a:pt x="300" y="139"/>
                    <a:pt x="300" y="139"/>
                  </a:cubicBezTo>
                  <a:cubicBezTo>
                    <a:pt x="300" y="138"/>
                    <a:pt x="300" y="138"/>
                    <a:pt x="300" y="138"/>
                  </a:cubicBezTo>
                  <a:cubicBezTo>
                    <a:pt x="301" y="138"/>
                    <a:pt x="301" y="138"/>
                    <a:pt x="301" y="138"/>
                  </a:cubicBezTo>
                  <a:cubicBezTo>
                    <a:pt x="302" y="137"/>
                    <a:pt x="302" y="137"/>
                    <a:pt x="302" y="137"/>
                  </a:cubicBezTo>
                  <a:cubicBezTo>
                    <a:pt x="302" y="138"/>
                    <a:pt x="302" y="138"/>
                    <a:pt x="302" y="138"/>
                  </a:cubicBezTo>
                  <a:cubicBezTo>
                    <a:pt x="302" y="138"/>
                    <a:pt x="302" y="138"/>
                    <a:pt x="302" y="138"/>
                  </a:cubicBezTo>
                  <a:cubicBezTo>
                    <a:pt x="302" y="139"/>
                    <a:pt x="302" y="139"/>
                    <a:pt x="302" y="139"/>
                  </a:cubicBezTo>
                  <a:cubicBezTo>
                    <a:pt x="302" y="139"/>
                    <a:pt x="302" y="139"/>
                    <a:pt x="302" y="139"/>
                  </a:cubicBezTo>
                  <a:cubicBezTo>
                    <a:pt x="301" y="140"/>
                    <a:pt x="301" y="140"/>
                    <a:pt x="301" y="140"/>
                  </a:cubicBezTo>
                  <a:cubicBezTo>
                    <a:pt x="300" y="141"/>
                    <a:pt x="300" y="141"/>
                    <a:pt x="300" y="141"/>
                  </a:cubicBezTo>
                  <a:cubicBezTo>
                    <a:pt x="300" y="141"/>
                    <a:pt x="300" y="141"/>
                    <a:pt x="300" y="141"/>
                  </a:cubicBezTo>
                  <a:cubicBezTo>
                    <a:pt x="299" y="141"/>
                    <a:pt x="299" y="141"/>
                    <a:pt x="299" y="141"/>
                  </a:cubicBezTo>
                  <a:cubicBezTo>
                    <a:pt x="299" y="141"/>
                    <a:pt x="299" y="141"/>
                    <a:pt x="299" y="141"/>
                  </a:cubicBezTo>
                  <a:cubicBezTo>
                    <a:pt x="298" y="141"/>
                    <a:pt x="298" y="141"/>
                    <a:pt x="298" y="141"/>
                  </a:cubicBezTo>
                  <a:cubicBezTo>
                    <a:pt x="298" y="141"/>
                    <a:pt x="298" y="141"/>
                    <a:pt x="298" y="141"/>
                  </a:cubicBezTo>
                  <a:cubicBezTo>
                    <a:pt x="297" y="142"/>
                    <a:pt x="297" y="142"/>
                    <a:pt x="297" y="142"/>
                  </a:cubicBezTo>
                  <a:cubicBezTo>
                    <a:pt x="297" y="142"/>
                    <a:pt x="297" y="142"/>
                    <a:pt x="297" y="142"/>
                  </a:cubicBezTo>
                  <a:cubicBezTo>
                    <a:pt x="296" y="143"/>
                    <a:pt x="296" y="143"/>
                    <a:pt x="296" y="143"/>
                  </a:cubicBezTo>
                  <a:cubicBezTo>
                    <a:pt x="296" y="144"/>
                    <a:pt x="296" y="144"/>
                    <a:pt x="296" y="144"/>
                  </a:cubicBezTo>
                  <a:cubicBezTo>
                    <a:pt x="296" y="144"/>
                    <a:pt x="296" y="144"/>
                    <a:pt x="296" y="144"/>
                  </a:cubicBezTo>
                  <a:cubicBezTo>
                    <a:pt x="296" y="144"/>
                    <a:pt x="296" y="144"/>
                    <a:pt x="296" y="144"/>
                  </a:cubicBezTo>
                  <a:cubicBezTo>
                    <a:pt x="297" y="143"/>
                    <a:pt x="297" y="143"/>
                    <a:pt x="297" y="143"/>
                  </a:cubicBezTo>
                  <a:cubicBezTo>
                    <a:pt x="298" y="142"/>
                    <a:pt x="298" y="142"/>
                    <a:pt x="298" y="142"/>
                  </a:cubicBezTo>
                  <a:cubicBezTo>
                    <a:pt x="298" y="142"/>
                    <a:pt x="298" y="142"/>
                    <a:pt x="298" y="142"/>
                  </a:cubicBezTo>
                  <a:cubicBezTo>
                    <a:pt x="299" y="142"/>
                    <a:pt x="299" y="142"/>
                    <a:pt x="299" y="142"/>
                  </a:cubicBezTo>
                  <a:cubicBezTo>
                    <a:pt x="299" y="142"/>
                    <a:pt x="299" y="142"/>
                    <a:pt x="299" y="142"/>
                  </a:cubicBezTo>
                  <a:cubicBezTo>
                    <a:pt x="299" y="142"/>
                    <a:pt x="299" y="142"/>
                    <a:pt x="299" y="142"/>
                  </a:cubicBezTo>
                  <a:cubicBezTo>
                    <a:pt x="299" y="143"/>
                    <a:pt x="299" y="143"/>
                    <a:pt x="299" y="143"/>
                  </a:cubicBezTo>
                  <a:cubicBezTo>
                    <a:pt x="298" y="144"/>
                    <a:pt x="298" y="144"/>
                    <a:pt x="298" y="144"/>
                  </a:cubicBezTo>
                  <a:cubicBezTo>
                    <a:pt x="297" y="145"/>
                    <a:pt x="297" y="145"/>
                    <a:pt x="297" y="145"/>
                  </a:cubicBezTo>
                  <a:cubicBezTo>
                    <a:pt x="296" y="145"/>
                    <a:pt x="296" y="145"/>
                    <a:pt x="296" y="145"/>
                  </a:cubicBezTo>
                  <a:cubicBezTo>
                    <a:pt x="296" y="145"/>
                    <a:pt x="296" y="145"/>
                    <a:pt x="296" y="145"/>
                  </a:cubicBezTo>
                  <a:cubicBezTo>
                    <a:pt x="298" y="145"/>
                    <a:pt x="298" y="145"/>
                    <a:pt x="298" y="145"/>
                  </a:cubicBezTo>
                  <a:cubicBezTo>
                    <a:pt x="299" y="143"/>
                    <a:pt x="299" y="143"/>
                    <a:pt x="299" y="143"/>
                  </a:cubicBezTo>
                  <a:cubicBezTo>
                    <a:pt x="300" y="142"/>
                    <a:pt x="300" y="142"/>
                    <a:pt x="300" y="142"/>
                  </a:cubicBezTo>
                  <a:cubicBezTo>
                    <a:pt x="300" y="141"/>
                    <a:pt x="300" y="141"/>
                    <a:pt x="300" y="141"/>
                  </a:cubicBezTo>
                  <a:cubicBezTo>
                    <a:pt x="300" y="141"/>
                    <a:pt x="300" y="141"/>
                    <a:pt x="300" y="141"/>
                  </a:cubicBezTo>
                  <a:cubicBezTo>
                    <a:pt x="301" y="141"/>
                    <a:pt x="301" y="141"/>
                    <a:pt x="301" y="141"/>
                  </a:cubicBezTo>
                  <a:cubicBezTo>
                    <a:pt x="302" y="140"/>
                    <a:pt x="302" y="140"/>
                    <a:pt x="302" y="140"/>
                  </a:cubicBezTo>
                  <a:cubicBezTo>
                    <a:pt x="303" y="140"/>
                    <a:pt x="303" y="140"/>
                    <a:pt x="303" y="140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41"/>
                    <a:pt x="303" y="141"/>
                    <a:pt x="303" y="141"/>
                  </a:cubicBezTo>
                  <a:cubicBezTo>
                    <a:pt x="302" y="141"/>
                    <a:pt x="302" y="141"/>
                    <a:pt x="302" y="141"/>
                  </a:cubicBezTo>
                  <a:cubicBezTo>
                    <a:pt x="301" y="142"/>
                    <a:pt x="301" y="142"/>
                    <a:pt x="301" y="142"/>
                  </a:cubicBezTo>
                  <a:cubicBezTo>
                    <a:pt x="301" y="142"/>
                    <a:pt x="301" y="142"/>
                    <a:pt x="301" y="142"/>
                  </a:cubicBezTo>
                  <a:cubicBezTo>
                    <a:pt x="301" y="142"/>
                    <a:pt x="301" y="142"/>
                    <a:pt x="301" y="142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3" y="142"/>
                    <a:pt x="303" y="142"/>
                    <a:pt x="303" y="142"/>
                  </a:cubicBezTo>
                  <a:cubicBezTo>
                    <a:pt x="304" y="141"/>
                    <a:pt x="304" y="141"/>
                    <a:pt x="304" y="141"/>
                  </a:cubicBezTo>
                  <a:cubicBezTo>
                    <a:pt x="304" y="141"/>
                    <a:pt x="304" y="141"/>
                    <a:pt x="304" y="141"/>
                  </a:cubicBezTo>
                  <a:cubicBezTo>
                    <a:pt x="305" y="141"/>
                    <a:pt x="305" y="141"/>
                    <a:pt x="305" y="141"/>
                  </a:cubicBezTo>
                  <a:cubicBezTo>
                    <a:pt x="305" y="140"/>
                    <a:pt x="305" y="140"/>
                    <a:pt x="305" y="140"/>
                  </a:cubicBezTo>
                  <a:cubicBezTo>
                    <a:pt x="306" y="140"/>
                    <a:pt x="306" y="140"/>
                    <a:pt x="306" y="140"/>
                  </a:cubicBezTo>
                  <a:cubicBezTo>
                    <a:pt x="306" y="141"/>
                    <a:pt x="306" y="141"/>
                    <a:pt x="306" y="141"/>
                  </a:cubicBezTo>
                  <a:cubicBezTo>
                    <a:pt x="307" y="142"/>
                    <a:pt x="307" y="142"/>
                    <a:pt x="307" y="142"/>
                  </a:cubicBezTo>
                  <a:cubicBezTo>
                    <a:pt x="308" y="143"/>
                    <a:pt x="308" y="143"/>
                    <a:pt x="308" y="143"/>
                  </a:cubicBezTo>
                  <a:cubicBezTo>
                    <a:pt x="308" y="143"/>
                    <a:pt x="308" y="143"/>
                    <a:pt x="308" y="143"/>
                  </a:cubicBezTo>
                  <a:cubicBezTo>
                    <a:pt x="309" y="144"/>
                    <a:pt x="309" y="144"/>
                    <a:pt x="309" y="144"/>
                  </a:cubicBezTo>
                  <a:cubicBezTo>
                    <a:pt x="308" y="144"/>
                    <a:pt x="308" y="144"/>
                    <a:pt x="308" y="144"/>
                  </a:cubicBezTo>
                  <a:cubicBezTo>
                    <a:pt x="308" y="145"/>
                    <a:pt x="308" y="145"/>
                    <a:pt x="308" y="145"/>
                  </a:cubicBezTo>
                  <a:cubicBezTo>
                    <a:pt x="307" y="145"/>
                    <a:pt x="307" y="145"/>
                    <a:pt x="307" y="145"/>
                  </a:cubicBezTo>
                  <a:cubicBezTo>
                    <a:pt x="307" y="144"/>
                    <a:pt x="307" y="144"/>
                    <a:pt x="307" y="144"/>
                  </a:cubicBezTo>
                  <a:cubicBezTo>
                    <a:pt x="307" y="144"/>
                    <a:pt x="307" y="144"/>
                    <a:pt x="307" y="144"/>
                  </a:cubicBezTo>
                  <a:cubicBezTo>
                    <a:pt x="307" y="144"/>
                    <a:pt x="307" y="144"/>
                    <a:pt x="307" y="144"/>
                  </a:cubicBezTo>
                  <a:cubicBezTo>
                    <a:pt x="306" y="145"/>
                    <a:pt x="306" y="145"/>
                    <a:pt x="306" y="145"/>
                  </a:cubicBezTo>
                  <a:cubicBezTo>
                    <a:pt x="306" y="145"/>
                    <a:pt x="306" y="145"/>
                    <a:pt x="306" y="145"/>
                  </a:cubicBezTo>
                  <a:cubicBezTo>
                    <a:pt x="304" y="145"/>
                    <a:pt x="304" y="145"/>
                    <a:pt x="304" y="145"/>
                  </a:cubicBezTo>
                  <a:cubicBezTo>
                    <a:pt x="304" y="146"/>
                    <a:pt x="304" y="146"/>
                    <a:pt x="304" y="146"/>
                  </a:cubicBezTo>
                  <a:cubicBezTo>
                    <a:pt x="303" y="146"/>
                    <a:pt x="303" y="146"/>
                    <a:pt x="303" y="146"/>
                  </a:cubicBezTo>
                  <a:cubicBezTo>
                    <a:pt x="302" y="146"/>
                    <a:pt x="302" y="146"/>
                    <a:pt x="302" y="146"/>
                  </a:cubicBezTo>
                  <a:cubicBezTo>
                    <a:pt x="301" y="146"/>
                    <a:pt x="301" y="146"/>
                    <a:pt x="301" y="146"/>
                  </a:cubicBezTo>
                  <a:cubicBezTo>
                    <a:pt x="300" y="147"/>
                    <a:pt x="300" y="147"/>
                    <a:pt x="300" y="147"/>
                  </a:cubicBezTo>
                  <a:cubicBezTo>
                    <a:pt x="300" y="147"/>
                    <a:pt x="300" y="147"/>
                    <a:pt x="300" y="147"/>
                  </a:cubicBezTo>
                  <a:cubicBezTo>
                    <a:pt x="301" y="147"/>
                    <a:pt x="301" y="147"/>
                    <a:pt x="301" y="147"/>
                  </a:cubicBezTo>
                  <a:cubicBezTo>
                    <a:pt x="301" y="148"/>
                    <a:pt x="301" y="148"/>
                    <a:pt x="301" y="148"/>
                  </a:cubicBezTo>
                  <a:cubicBezTo>
                    <a:pt x="299" y="148"/>
                    <a:pt x="299" y="148"/>
                    <a:pt x="299" y="148"/>
                  </a:cubicBezTo>
                  <a:cubicBezTo>
                    <a:pt x="299" y="148"/>
                    <a:pt x="299" y="148"/>
                    <a:pt x="299" y="148"/>
                  </a:cubicBezTo>
                  <a:cubicBezTo>
                    <a:pt x="301" y="148"/>
                    <a:pt x="301" y="148"/>
                    <a:pt x="301" y="148"/>
                  </a:cubicBezTo>
                  <a:cubicBezTo>
                    <a:pt x="301" y="147"/>
                    <a:pt x="301" y="147"/>
                    <a:pt x="301" y="147"/>
                  </a:cubicBezTo>
                  <a:cubicBezTo>
                    <a:pt x="303" y="146"/>
                    <a:pt x="303" y="146"/>
                    <a:pt x="303" y="146"/>
                  </a:cubicBezTo>
                  <a:cubicBezTo>
                    <a:pt x="304" y="146"/>
                    <a:pt x="304" y="146"/>
                    <a:pt x="304" y="146"/>
                  </a:cubicBezTo>
                  <a:cubicBezTo>
                    <a:pt x="304" y="146"/>
                    <a:pt x="304" y="146"/>
                    <a:pt x="304" y="146"/>
                  </a:cubicBezTo>
                  <a:cubicBezTo>
                    <a:pt x="305" y="146"/>
                    <a:pt x="305" y="146"/>
                    <a:pt x="305" y="146"/>
                  </a:cubicBezTo>
                  <a:cubicBezTo>
                    <a:pt x="306" y="146"/>
                    <a:pt x="306" y="146"/>
                    <a:pt x="306" y="146"/>
                  </a:cubicBezTo>
                  <a:cubicBezTo>
                    <a:pt x="306" y="146"/>
                    <a:pt x="306" y="146"/>
                    <a:pt x="306" y="146"/>
                  </a:cubicBezTo>
                  <a:cubicBezTo>
                    <a:pt x="305" y="147"/>
                    <a:pt x="305" y="147"/>
                    <a:pt x="305" y="147"/>
                  </a:cubicBezTo>
                  <a:cubicBezTo>
                    <a:pt x="305" y="148"/>
                    <a:pt x="305" y="148"/>
                    <a:pt x="305" y="148"/>
                  </a:cubicBezTo>
                  <a:cubicBezTo>
                    <a:pt x="304" y="148"/>
                    <a:pt x="304" y="148"/>
                    <a:pt x="304" y="148"/>
                  </a:cubicBezTo>
                  <a:cubicBezTo>
                    <a:pt x="304" y="148"/>
                    <a:pt x="304" y="148"/>
                    <a:pt x="304" y="148"/>
                  </a:cubicBezTo>
                  <a:cubicBezTo>
                    <a:pt x="303" y="148"/>
                    <a:pt x="303" y="148"/>
                    <a:pt x="303" y="148"/>
                  </a:cubicBezTo>
                  <a:cubicBezTo>
                    <a:pt x="302" y="149"/>
                    <a:pt x="302" y="149"/>
                    <a:pt x="302" y="149"/>
                  </a:cubicBezTo>
                  <a:cubicBezTo>
                    <a:pt x="302" y="149"/>
                    <a:pt x="302" y="149"/>
                    <a:pt x="302" y="149"/>
                  </a:cubicBezTo>
                  <a:cubicBezTo>
                    <a:pt x="301" y="149"/>
                    <a:pt x="301" y="149"/>
                    <a:pt x="301" y="149"/>
                  </a:cubicBezTo>
                  <a:cubicBezTo>
                    <a:pt x="301" y="149"/>
                    <a:pt x="301" y="149"/>
                    <a:pt x="301" y="149"/>
                  </a:cubicBezTo>
                  <a:cubicBezTo>
                    <a:pt x="300" y="150"/>
                    <a:pt x="300" y="150"/>
                    <a:pt x="300" y="150"/>
                  </a:cubicBezTo>
                  <a:cubicBezTo>
                    <a:pt x="300" y="150"/>
                    <a:pt x="300" y="150"/>
                    <a:pt x="300" y="150"/>
                  </a:cubicBezTo>
                  <a:cubicBezTo>
                    <a:pt x="301" y="149"/>
                    <a:pt x="301" y="149"/>
                    <a:pt x="301" y="149"/>
                  </a:cubicBezTo>
                  <a:cubicBezTo>
                    <a:pt x="302" y="150"/>
                    <a:pt x="302" y="150"/>
                    <a:pt x="302" y="150"/>
                  </a:cubicBezTo>
                  <a:cubicBezTo>
                    <a:pt x="302" y="150"/>
                    <a:pt x="302" y="150"/>
                    <a:pt x="302" y="150"/>
                  </a:cubicBezTo>
                  <a:cubicBezTo>
                    <a:pt x="303" y="149"/>
                    <a:pt x="303" y="149"/>
                    <a:pt x="303" y="149"/>
                  </a:cubicBezTo>
                  <a:cubicBezTo>
                    <a:pt x="304" y="148"/>
                    <a:pt x="304" y="148"/>
                    <a:pt x="304" y="148"/>
                  </a:cubicBezTo>
                  <a:cubicBezTo>
                    <a:pt x="304" y="148"/>
                    <a:pt x="304" y="148"/>
                    <a:pt x="304" y="148"/>
                  </a:cubicBezTo>
                  <a:cubicBezTo>
                    <a:pt x="305" y="148"/>
                    <a:pt x="305" y="148"/>
                    <a:pt x="305" y="148"/>
                  </a:cubicBezTo>
                  <a:cubicBezTo>
                    <a:pt x="306" y="149"/>
                    <a:pt x="306" y="149"/>
                    <a:pt x="306" y="149"/>
                  </a:cubicBezTo>
                  <a:cubicBezTo>
                    <a:pt x="306" y="148"/>
                    <a:pt x="306" y="148"/>
                    <a:pt x="306" y="148"/>
                  </a:cubicBezTo>
                  <a:cubicBezTo>
                    <a:pt x="307" y="148"/>
                    <a:pt x="307" y="148"/>
                    <a:pt x="307" y="148"/>
                  </a:cubicBezTo>
                  <a:cubicBezTo>
                    <a:pt x="307" y="147"/>
                    <a:pt x="307" y="147"/>
                    <a:pt x="307" y="147"/>
                  </a:cubicBezTo>
                  <a:cubicBezTo>
                    <a:pt x="307" y="147"/>
                    <a:pt x="307" y="147"/>
                    <a:pt x="307" y="147"/>
                  </a:cubicBezTo>
                  <a:cubicBezTo>
                    <a:pt x="307" y="147"/>
                    <a:pt x="307" y="147"/>
                    <a:pt x="307" y="147"/>
                  </a:cubicBezTo>
                  <a:cubicBezTo>
                    <a:pt x="308" y="146"/>
                    <a:pt x="308" y="146"/>
                    <a:pt x="308" y="146"/>
                  </a:cubicBezTo>
                  <a:cubicBezTo>
                    <a:pt x="308" y="146"/>
                    <a:pt x="308" y="146"/>
                    <a:pt x="308" y="146"/>
                  </a:cubicBezTo>
                  <a:cubicBezTo>
                    <a:pt x="308" y="145"/>
                    <a:pt x="308" y="145"/>
                    <a:pt x="308" y="145"/>
                  </a:cubicBezTo>
                  <a:cubicBezTo>
                    <a:pt x="308" y="146"/>
                    <a:pt x="308" y="146"/>
                    <a:pt x="308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9"/>
                    <a:pt x="310" y="149"/>
                    <a:pt x="310" y="149"/>
                  </a:cubicBezTo>
                  <a:cubicBezTo>
                    <a:pt x="310" y="150"/>
                    <a:pt x="310" y="150"/>
                    <a:pt x="310" y="150"/>
                  </a:cubicBezTo>
                  <a:cubicBezTo>
                    <a:pt x="310" y="150"/>
                    <a:pt x="310" y="150"/>
                    <a:pt x="310" y="150"/>
                  </a:cubicBezTo>
                  <a:cubicBezTo>
                    <a:pt x="310" y="151"/>
                    <a:pt x="310" y="151"/>
                    <a:pt x="310" y="151"/>
                  </a:cubicBezTo>
                  <a:cubicBezTo>
                    <a:pt x="309" y="151"/>
                    <a:pt x="309" y="151"/>
                    <a:pt x="309" y="151"/>
                  </a:cubicBezTo>
                  <a:cubicBezTo>
                    <a:pt x="308" y="150"/>
                    <a:pt x="308" y="150"/>
                    <a:pt x="308" y="150"/>
                  </a:cubicBezTo>
                  <a:cubicBezTo>
                    <a:pt x="307" y="150"/>
                    <a:pt x="307" y="150"/>
                    <a:pt x="307" y="150"/>
                  </a:cubicBezTo>
                  <a:cubicBezTo>
                    <a:pt x="307" y="150"/>
                    <a:pt x="307" y="150"/>
                    <a:pt x="307" y="150"/>
                  </a:cubicBezTo>
                  <a:cubicBezTo>
                    <a:pt x="306" y="151"/>
                    <a:pt x="306" y="151"/>
                    <a:pt x="306" y="151"/>
                  </a:cubicBezTo>
                  <a:cubicBezTo>
                    <a:pt x="305" y="151"/>
                    <a:pt x="305" y="151"/>
                    <a:pt x="305" y="151"/>
                  </a:cubicBezTo>
                  <a:cubicBezTo>
                    <a:pt x="305" y="151"/>
                    <a:pt x="305" y="151"/>
                    <a:pt x="305" y="151"/>
                  </a:cubicBezTo>
                  <a:cubicBezTo>
                    <a:pt x="304" y="151"/>
                    <a:pt x="304" y="151"/>
                    <a:pt x="304" y="151"/>
                  </a:cubicBezTo>
                  <a:cubicBezTo>
                    <a:pt x="304" y="151"/>
                    <a:pt x="304" y="151"/>
                    <a:pt x="304" y="151"/>
                  </a:cubicBezTo>
                  <a:cubicBezTo>
                    <a:pt x="303" y="151"/>
                    <a:pt x="303" y="151"/>
                    <a:pt x="303" y="151"/>
                  </a:cubicBezTo>
                  <a:cubicBezTo>
                    <a:pt x="303" y="152"/>
                    <a:pt x="303" y="152"/>
                    <a:pt x="303" y="152"/>
                  </a:cubicBezTo>
                  <a:cubicBezTo>
                    <a:pt x="305" y="151"/>
                    <a:pt x="305" y="151"/>
                    <a:pt x="305" y="151"/>
                  </a:cubicBezTo>
                  <a:cubicBezTo>
                    <a:pt x="305" y="152"/>
                    <a:pt x="305" y="152"/>
                    <a:pt x="305" y="152"/>
                  </a:cubicBezTo>
                  <a:cubicBezTo>
                    <a:pt x="307" y="153"/>
                    <a:pt x="307" y="153"/>
                    <a:pt x="307" y="153"/>
                  </a:cubicBezTo>
                  <a:cubicBezTo>
                    <a:pt x="307" y="153"/>
                    <a:pt x="307" y="153"/>
                    <a:pt x="307" y="153"/>
                  </a:cubicBezTo>
                  <a:cubicBezTo>
                    <a:pt x="308" y="153"/>
                    <a:pt x="308" y="153"/>
                    <a:pt x="308" y="153"/>
                  </a:cubicBezTo>
                  <a:cubicBezTo>
                    <a:pt x="308" y="153"/>
                    <a:pt x="308" y="153"/>
                    <a:pt x="308" y="153"/>
                  </a:cubicBezTo>
                  <a:cubicBezTo>
                    <a:pt x="309" y="153"/>
                    <a:pt x="309" y="153"/>
                    <a:pt x="309" y="153"/>
                  </a:cubicBezTo>
                  <a:cubicBezTo>
                    <a:pt x="309" y="153"/>
                    <a:pt x="309" y="153"/>
                    <a:pt x="309" y="153"/>
                  </a:cubicBezTo>
                  <a:cubicBezTo>
                    <a:pt x="310" y="154"/>
                    <a:pt x="310" y="154"/>
                    <a:pt x="310" y="154"/>
                  </a:cubicBezTo>
                  <a:cubicBezTo>
                    <a:pt x="310" y="154"/>
                    <a:pt x="310" y="154"/>
                    <a:pt x="310" y="154"/>
                  </a:cubicBezTo>
                  <a:cubicBezTo>
                    <a:pt x="311" y="155"/>
                    <a:pt x="311" y="155"/>
                    <a:pt x="311" y="155"/>
                  </a:cubicBezTo>
                  <a:cubicBezTo>
                    <a:pt x="311" y="156"/>
                    <a:pt x="311" y="156"/>
                    <a:pt x="311" y="156"/>
                  </a:cubicBezTo>
                  <a:cubicBezTo>
                    <a:pt x="310" y="156"/>
                    <a:pt x="310" y="156"/>
                    <a:pt x="310" y="156"/>
                  </a:cubicBezTo>
                  <a:cubicBezTo>
                    <a:pt x="310" y="156"/>
                    <a:pt x="310" y="156"/>
                    <a:pt x="310" y="156"/>
                  </a:cubicBezTo>
                  <a:cubicBezTo>
                    <a:pt x="309" y="155"/>
                    <a:pt x="309" y="155"/>
                    <a:pt x="309" y="155"/>
                  </a:cubicBezTo>
                  <a:cubicBezTo>
                    <a:pt x="309" y="155"/>
                    <a:pt x="309" y="155"/>
                    <a:pt x="309" y="155"/>
                  </a:cubicBezTo>
                  <a:cubicBezTo>
                    <a:pt x="309" y="156"/>
                    <a:pt x="309" y="156"/>
                    <a:pt x="309" y="156"/>
                  </a:cubicBezTo>
                  <a:cubicBezTo>
                    <a:pt x="308" y="156"/>
                    <a:pt x="308" y="156"/>
                    <a:pt x="308" y="156"/>
                  </a:cubicBezTo>
                  <a:cubicBezTo>
                    <a:pt x="308" y="155"/>
                    <a:pt x="308" y="155"/>
                    <a:pt x="308" y="155"/>
                  </a:cubicBezTo>
                  <a:cubicBezTo>
                    <a:pt x="308" y="155"/>
                    <a:pt x="308" y="155"/>
                    <a:pt x="308" y="155"/>
                  </a:cubicBezTo>
                  <a:cubicBezTo>
                    <a:pt x="307" y="155"/>
                    <a:pt x="307" y="155"/>
                    <a:pt x="307" y="155"/>
                  </a:cubicBezTo>
                  <a:cubicBezTo>
                    <a:pt x="306" y="154"/>
                    <a:pt x="306" y="154"/>
                    <a:pt x="306" y="154"/>
                  </a:cubicBezTo>
                  <a:cubicBezTo>
                    <a:pt x="306" y="154"/>
                    <a:pt x="306" y="154"/>
                    <a:pt x="306" y="154"/>
                  </a:cubicBezTo>
                  <a:cubicBezTo>
                    <a:pt x="305" y="154"/>
                    <a:pt x="305" y="154"/>
                    <a:pt x="305" y="154"/>
                  </a:cubicBezTo>
                  <a:cubicBezTo>
                    <a:pt x="304" y="154"/>
                    <a:pt x="304" y="154"/>
                    <a:pt x="304" y="154"/>
                  </a:cubicBezTo>
                  <a:cubicBezTo>
                    <a:pt x="304" y="154"/>
                    <a:pt x="304" y="154"/>
                    <a:pt x="304" y="154"/>
                  </a:cubicBezTo>
                  <a:cubicBezTo>
                    <a:pt x="304" y="154"/>
                    <a:pt x="304" y="154"/>
                    <a:pt x="304" y="154"/>
                  </a:cubicBezTo>
                  <a:cubicBezTo>
                    <a:pt x="305" y="154"/>
                    <a:pt x="305" y="154"/>
                    <a:pt x="305" y="154"/>
                  </a:cubicBezTo>
                  <a:cubicBezTo>
                    <a:pt x="305" y="155"/>
                    <a:pt x="305" y="155"/>
                    <a:pt x="305" y="155"/>
                  </a:cubicBezTo>
                  <a:cubicBezTo>
                    <a:pt x="305" y="155"/>
                    <a:pt x="305" y="155"/>
                    <a:pt x="305" y="155"/>
                  </a:cubicBezTo>
                  <a:cubicBezTo>
                    <a:pt x="304" y="155"/>
                    <a:pt x="304" y="155"/>
                    <a:pt x="304" y="155"/>
                  </a:cubicBezTo>
                  <a:cubicBezTo>
                    <a:pt x="304" y="155"/>
                    <a:pt x="304" y="155"/>
                    <a:pt x="304" y="155"/>
                  </a:cubicBezTo>
                  <a:cubicBezTo>
                    <a:pt x="303" y="155"/>
                    <a:pt x="303" y="155"/>
                    <a:pt x="303" y="155"/>
                  </a:cubicBezTo>
                  <a:cubicBezTo>
                    <a:pt x="302" y="156"/>
                    <a:pt x="302" y="156"/>
                    <a:pt x="302" y="156"/>
                  </a:cubicBezTo>
                  <a:cubicBezTo>
                    <a:pt x="302" y="156"/>
                    <a:pt x="302" y="156"/>
                    <a:pt x="302" y="156"/>
                  </a:cubicBezTo>
                  <a:cubicBezTo>
                    <a:pt x="303" y="156"/>
                    <a:pt x="303" y="156"/>
                    <a:pt x="303" y="156"/>
                  </a:cubicBezTo>
                  <a:cubicBezTo>
                    <a:pt x="303" y="156"/>
                    <a:pt x="303" y="156"/>
                    <a:pt x="303" y="156"/>
                  </a:cubicBezTo>
                  <a:cubicBezTo>
                    <a:pt x="304" y="156"/>
                    <a:pt x="304" y="156"/>
                    <a:pt x="304" y="156"/>
                  </a:cubicBezTo>
                  <a:cubicBezTo>
                    <a:pt x="304" y="155"/>
                    <a:pt x="304" y="155"/>
                    <a:pt x="304" y="155"/>
                  </a:cubicBezTo>
                  <a:cubicBezTo>
                    <a:pt x="305" y="155"/>
                    <a:pt x="305" y="155"/>
                    <a:pt x="305" y="155"/>
                  </a:cubicBezTo>
                  <a:cubicBezTo>
                    <a:pt x="306" y="156"/>
                    <a:pt x="306" y="156"/>
                    <a:pt x="306" y="156"/>
                  </a:cubicBezTo>
                  <a:cubicBezTo>
                    <a:pt x="306" y="156"/>
                    <a:pt x="306" y="156"/>
                    <a:pt x="306" y="156"/>
                  </a:cubicBezTo>
                  <a:cubicBezTo>
                    <a:pt x="306" y="156"/>
                    <a:pt x="306" y="156"/>
                    <a:pt x="306" y="156"/>
                  </a:cubicBezTo>
                  <a:cubicBezTo>
                    <a:pt x="306" y="157"/>
                    <a:pt x="306" y="157"/>
                    <a:pt x="306" y="157"/>
                  </a:cubicBezTo>
                  <a:cubicBezTo>
                    <a:pt x="306" y="157"/>
                    <a:pt x="306" y="157"/>
                    <a:pt x="306" y="157"/>
                  </a:cubicBezTo>
                  <a:cubicBezTo>
                    <a:pt x="305" y="157"/>
                    <a:pt x="305" y="157"/>
                    <a:pt x="305" y="157"/>
                  </a:cubicBezTo>
                  <a:cubicBezTo>
                    <a:pt x="305" y="157"/>
                    <a:pt x="305" y="157"/>
                    <a:pt x="305" y="157"/>
                  </a:cubicBezTo>
                  <a:cubicBezTo>
                    <a:pt x="304" y="157"/>
                    <a:pt x="304" y="157"/>
                    <a:pt x="304" y="157"/>
                  </a:cubicBezTo>
                  <a:cubicBezTo>
                    <a:pt x="304" y="156"/>
                    <a:pt x="304" y="156"/>
                    <a:pt x="304" y="156"/>
                  </a:cubicBezTo>
                  <a:cubicBezTo>
                    <a:pt x="304" y="157"/>
                    <a:pt x="304" y="157"/>
                    <a:pt x="304" y="157"/>
                  </a:cubicBezTo>
                  <a:cubicBezTo>
                    <a:pt x="304" y="157"/>
                    <a:pt x="304" y="157"/>
                    <a:pt x="304" y="157"/>
                  </a:cubicBezTo>
                  <a:cubicBezTo>
                    <a:pt x="304" y="157"/>
                    <a:pt x="304" y="157"/>
                    <a:pt x="304" y="157"/>
                  </a:cubicBezTo>
                  <a:cubicBezTo>
                    <a:pt x="305" y="157"/>
                    <a:pt x="305" y="157"/>
                    <a:pt x="305" y="157"/>
                  </a:cubicBezTo>
                  <a:cubicBezTo>
                    <a:pt x="305" y="158"/>
                    <a:pt x="305" y="158"/>
                    <a:pt x="305" y="158"/>
                  </a:cubicBezTo>
                  <a:cubicBezTo>
                    <a:pt x="305" y="158"/>
                    <a:pt x="305" y="158"/>
                    <a:pt x="305" y="158"/>
                  </a:cubicBezTo>
                  <a:cubicBezTo>
                    <a:pt x="305" y="159"/>
                    <a:pt x="305" y="159"/>
                    <a:pt x="305" y="159"/>
                  </a:cubicBezTo>
                  <a:cubicBezTo>
                    <a:pt x="305" y="159"/>
                    <a:pt x="305" y="159"/>
                    <a:pt x="305" y="159"/>
                  </a:cubicBezTo>
                  <a:cubicBezTo>
                    <a:pt x="303" y="158"/>
                    <a:pt x="303" y="158"/>
                    <a:pt x="303" y="158"/>
                  </a:cubicBezTo>
                  <a:cubicBezTo>
                    <a:pt x="302" y="158"/>
                    <a:pt x="302" y="158"/>
                    <a:pt x="302" y="158"/>
                  </a:cubicBezTo>
                  <a:cubicBezTo>
                    <a:pt x="301" y="158"/>
                    <a:pt x="301" y="158"/>
                    <a:pt x="301" y="158"/>
                  </a:cubicBezTo>
                  <a:cubicBezTo>
                    <a:pt x="300" y="158"/>
                    <a:pt x="300" y="158"/>
                    <a:pt x="300" y="158"/>
                  </a:cubicBezTo>
                  <a:cubicBezTo>
                    <a:pt x="300" y="158"/>
                    <a:pt x="300" y="158"/>
                    <a:pt x="300" y="158"/>
                  </a:cubicBezTo>
                  <a:cubicBezTo>
                    <a:pt x="301" y="158"/>
                    <a:pt x="301" y="158"/>
                    <a:pt x="301" y="158"/>
                  </a:cubicBezTo>
                  <a:cubicBezTo>
                    <a:pt x="303" y="159"/>
                    <a:pt x="303" y="159"/>
                    <a:pt x="303" y="159"/>
                  </a:cubicBezTo>
                  <a:cubicBezTo>
                    <a:pt x="303" y="160"/>
                    <a:pt x="303" y="160"/>
                    <a:pt x="303" y="160"/>
                  </a:cubicBezTo>
                  <a:cubicBezTo>
                    <a:pt x="303" y="160"/>
                    <a:pt x="303" y="160"/>
                    <a:pt x="303" y="160"/>
                  </a:cubicBezTo>
                  <a:cubicBezTo>
                    <a:pt x="302" y="159"/>
                    <a:pt x="302" y="159"/>
                    <a:pt x="302" y="159"/>
                  </a:cubicBezTo>
                  <a:cubicBezTo>
                    <a:pt x="301" y="159"/>
                    <a:pt x="301" y="159"/>
                    <a:pt x="301" y="159"/>
                  </a:cubicBezTo>
                  <a:cubicBezTo>
                    <a:pt x="301" y="160"/>
                    <a:pt x="301" y="160"/>
                    <a:pt x="301" y="160"/>
                  </a:cubicBezTo>
                  <a:cubicBezTo>
                    <a:pt x="301" y="160"/>
                    <a:pt x="301" y="160"/>
                    <a:pt x="301" y="160"/>
                  </a:cubicBezTo>
                  <a:cubicBezTo>
                    <a:pt x="302" y="160"/>
                    <a:pt x="302" y="160"/>
                    <a:pt x="302" y="160"/>
                  </a:cubicBezTo>
                  <a:cubicBezTo>
                    <a:pt x="302" y="160"/>
                    <a:pt x="302" y="160"/>
                    <a:pt x="302" y="160"/>
                  </a:cubicBezTo>
                  <a:cubicBezTo>
                    <a:pt x="303" y="160"/>
                    <a:pt x="303" y="160"/>
                    <a:pt x="303" y="160"/>
                  </a:cubicBezTo>
                  <a:cubicBezTo>
                    <a:pt x="303" y="160"/>
                    <a:pt x="303" y="160"/>
                    <a:pt x="303" y="160"/>
                  </a:cubicBezTo>
                  <a:cubicBezTo>
                    <a:pt x="303" y="161"/>
                    <a:pt x="303" y="161"/>
                    <a:pt x="303" y="161"/>
                  </a:cubicBezTo>
                  <a:cubicBezTo>
                    <a:pt x="303" y="161"/>
                    <a:pt x="303" y="161"/>
                    <a:pt x="303" y="161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4" y="161"/>
                    <a:pt x="304" y="161"/>
                    <a:pt x="304" y="161"/>
                  </a:cubicBezTo>
                  <a:cubicBezTo>
                    <a:pt x="304" y="162"/>
                    <a:pt x="304" y="162"/>
                    <a:pt x="304" y="162"/>
                  </a:cubicBezTo>
                  <a:cubicBezTo>
                    <a:pt x="305" y="162"/>
                    <a:pt x="305" y="162"/>
                    <a:pt x="305" y="162"/>
                  </a:cubicBezTo>
                  <a:cubicBezTo>
                    <a:pt x="305" y="161"/>
                    <a:pt x="305" y="161"/>
                    <a:pt x="305" y="161"/>
                  </a:cubicBezTo>
                  <a:cubicBezTo>
                    <a:pt x="305" y="161"/>
                    <a:pt x="305" y="161"/>
                    <a:pt x="305" y="161"/>
                  </a:cubicBezTo>
                  <a:cubicBezTo>
                    <a:pt x="306" y="161"/>
                    <a:pt x="306" y="161"/>
                    <a:pt x="306" y="161"/>
                  </a:cubicBezTo>
                  <a:cubicBezTo>
                    <a:pt x="307" y="161"/>
                    <a:pt x="307" y="161"/>
                    <a:pt x="307" y="161"/>
                  </a:cubicBezTo>
                  <a:cubicBezTo>
                    <a:pt x="308" y="161"/>
                    <a:pt x="308" y="161"/>
                    <a:pt x="308" y="161"/>
                  </a:cubicBezTo>
                  <a:cubicBezTo>
                    <a:pt x="307" y="162"/>
                    <a:pt x="307" y="162"/>
                    <a:pt x="307" y="162"/>
                  </a:cubicBezTo>
                  <a:cubicBezTo>
                    <a:pt x="307" y="162"/>
                    <a:pt x="307" y="162"/>
                    <a:pt x="307" y="162"/>
                  </a:cubicBezTo>
                  <a:cubicBezTo>
                    <a:pt x="306" y="162"/>
                    <a:pt x="306" y="162"/>
                    <a:pt x="306" y="162"/>
                  </a:cubicBezTo>
                  <a:cubicBezTo>
                    <a:pt x="306" y="162"/>
                    <a:pt x="306" y="162"/>
                    <a:pt x="306" y="162"/>
                  </a:cubicBezTo>
                  <a:cubicBezTo>
                    <a:pt x="305" y="162"/>
                    <a:pt x="305" y="162"/>
                    <a:pt x="305" y="162"/>
                  </a:cubicBezTo>
                  <a:cubicBezTo>
                    <a:pt x="304" y="163"/>
                    <a:pt x="304" y="163"/>
                    <a:pt x="304" y="163"/>
                  </a:cubicBezTo>
                  <a:cubicBezTo>
                    <a:pt x="304" y="163"/>
                    <a:pt x="304" y="163"/>
                    <a:pt x="304" y="163"/>
                  </a:cubicBezTo>
                  <a:cubicBezTo>
                    <a:pt x="304" y="163"/>
                    <a:pt x="304" y="163"/>
                    <a:pt x="304" y="163"/>
                  </a:cubicBezTo>
                  <a:cubicBezTo>
                    <a:pt x="305" y="163"/>
                    <a:pt x="305" y="163"/>
                    <a:pt x="305" y="163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05" y="163"/>
                    <a:pt x="305" y="163"/>
                    <a:pt x="305" y="163"/>
                  </a:cubicBezTo>
                  <a:cubicBezTo>
                    <a:pt x="305" y="163"/>
                    <a:pt x="305" y="163"/>
                    <a:pt x="305" y="163"/>
                  </a:cubicBezTo>
                  <a:cubicBezTo>
                    <a:pt x="305" y="163"/>
                    <a:pt x="305" y="163"/>
                    <a:pt x="305" y="163"/>
                  </a:cubicBezTo>
                  <a:cubicBezTo>
                    <a:pt x="307" y="163"/>
                    <a:pt x="307" y="163"/>
                    <a:pt x="307" y="163"/>
                  </a:cubicBezTo>
                  <a:cubicBezTo>
                    <a:pt x="307" y="164"/>
                    <a:pt x="307" y="164"/>
                    <a:pt x="307" y="164"/>
                  </a:cubicBezTo>
                  <a:cubicBezTo>
                    <a:pt x="307" y="164"/>
                    <a:pt x="307" y="164"/>
                    <a:pt x="307" y="164"/>
                  </a:cubicBezTo>
                  <a:cubicBezTo>
                    <a:pt x="307" y="164"/>
                    <a:pt x="307" y="164"/>
                    <a:pt x="307" y="164"/>
                  </a:cubicBezTo>
                  <a:cubicBezTo>
                    <a:pt x="308" y="165"/>
                    <a:pt x="308" y="165"/>
                    <a:pt x="308" y="165"/>
                  </a:cubicBezTo>
                  <a:cubicBezTo>
                    <a:pt x="308" y="165"/>
                    <a:pt x="308" y="165"/>
                    <a:pt x="308" y="165"/>
                  </a:cubicBezTo>
                  <a:cubicBezTo>
                    <a:pt x="307" y="166"/>
                    <a:pt x="307" y="166"/>
                    <a:pt x="307" y="166"/>
                  </a:cubicBezTo>
                  <a:cubicBezTo>
                    <a:pt x="307" y="166"/>
                    <a:pt x="307" y="166"/>
                    <a:pt x="307" y="166"/>
                  </a:cubicBezTo>
                  <a:cubicBezTo>
                    <a:pt x="308" y="166"/>
                    <a:pt x="308" y="166"/>
                    <a:pt x="308" y="166"/>
                  </a:cubicBezTo>
                  <a:cubicBezTo>
                    <a:pt x="308" y="166"/>
                    <a:pt x="308" y="166"/>
                    <a:pt x="308" y="166"/>
                  </a:cubicBezTo>
                  <a:cubicBezTo>
                    <a:pt x="308" y="165"/>
                    <a:pt x="308" y="165"/>
                    <a:pt x="308" y="165"/>
                  </a:cubicBezTo>
                  <a:cubicBezTo>
                    <a:pt x="309" y="165"/>
                    <a:pt x="309" y="165"/>
                    <a:pt x="309" y="165"/>
                  </a:cubicBezTo>
                  <a:cubicBezTo>
                    <a:pt x="309" y="166"/>
                    <a:pt x="309" y="166"/>
                    <a:pt x="309" y="166"/>
                  </a:cubicBezTo>
                  <a:cubicBezTo>
                    <a:pt x="309" y="166"/>
                    <a:pt x="309" y="166"/>
                    <a:pt x="309" y="166"/>
                  </a:cubicBezTo>
                  <a:cubicBezTo>
                    <a:pt x="308" y="167"/>
                    <a:pt x="308" y="167"/>
                    <a:pt x="308" y="167"/>
                  </a:cubicBezTo>
                  <a:cubicBezTo>
                    <a:pt x="307" y="168"/>
                    <a:pt x="307" y="168"/>
                    <a:pt x="307" y="168"/>
                  </a:cubicBezTo>
                  <a:cubicBezTo>
                    <a:pt x="307" y="169"/>
                    <a:pt x="307" y="169"/>
                    <a:pt x="307" y="169"/>
                  </a:cubicBezTo>
                  <a:cubicBezTo>
                    <a:pt x="308" y="168"/>
                    <a:pt x="308" y="168"/>
                    <a:pt x="308" y="168"/>
                  </a:cubicBezTo>
                  <a:cubicBezTo>
                    <a:pt x="308" y="167"/>
                    <a:pt x="308" y="167"/>
                    <a:pt x="308" y="167"/>
                  </a:cubicBezTo>
                  <a:cubicBezTo>
                    <a:pt x="308" y="167"/>
                    <a:pt x="308" y="167"/>
                    <a:pt x="308" y="167"/>
                  </a:cubicBezTo>
                  <a:cubicBezTo>
                    <a:pt x="309" y="166"/>
                    <a:pt x="309" y="166"/>
                    <a:pt x="309" y="166"/>
                  </a:cubicBezTo>
                  <a:cubicBezTo>
                    <a:pt x="310" y="166"/>
                    <a:pt x="310" y="166"/>
                    <a:pt x="310" y="166"/>
                  </a:cubicBezTo>
                  <a:cubicBezTo>
                    <a:pt x="310" y="166"/>
                    <a:pt x="310" y="166"/>
                    <a:pt x="310" y="166"/>
                  </a:cubicBezTo>
                  <a:cubicBezTo>
                    <a:pt x="310" y="165"/>
                    <a:pt x="310" y="165"/>
                    <a:pt x="310" y="165"/>
                  </a:cubicBezTo>
                  <a:cubicBezTo>
                    <a:pt x="311" y="165"/>
                    <a:pt x="311" y="165"/>
                    <a:pt x="311" y="165"/>
                  </a:cubicBezTo>
                  <a:cubicBezTo>
                    <a:pt x="311" y="165"/>
                    <a:pt x="311" y="165"/>
                    <a:pt x="311" y="165"/>
                  </a:cubicBezTo>
                  <a:cubicBezTo>
                    <a:pt x="311" y="166"/>
                    <a:pt x="311" y="166"/>
                    <a:pt x="311" y="166"/>
                  </a:cubicBezTo>
                  <a:cubicBezTo>
                    <a:pt x="310" y="167"/>
                    <a:pt x="310" y="167"/>
                    <a:pt x="310" y="167"/>
                  </a:cubicBezTo>
                  <a:cubicBezTo>
                    <a:pt x="309" y="167"/>
                    <a:pt x="309" y="167"/>
                    <a:pt x="309" y="167"/>
                  </a:cubicBezTo>
                  <a:cubicBezTo>
                    <a:pt x="309" y="168"/>
                    <a:pt x="309" y="168"/>
                    <a:pt x="309" y="168"/>
                  </a:cubicBezTo>
                  <a:cubicBezTo>
                    <a:pt x="309" y="169"/>
                    <a:pt x="309" y="169"/>
                    <a:pt x="309" y="169"/>
                  </a:cubicBezTo>
                  <a:cubicBezTo>
                    <a:pt x="310" y="168"/>
                    <a:pt x="310" y="168"/>
                    <a:pt x="310" y="168"/>
                  </a:cubicBezTo>
                  <a:cubicBezTo>
                    <a:pt x="310" y="168"/>
                    <a:pt x="310" y="168"/>
                    <a:pt x="310" y="168"/>
                  </a:cubicBezTo>
                  <a:cubicBezTo>
                    <a:pt x="310" y="167"/>
                    <a:pt x="310" y="167"/>
                    <a:pt x="310" y="167"/>
                  </a:cubicBezTo>
                  <a:cubicBezTo>
                    <a:pt x="310" y="167"/>
                    <a:pt x="310" y="167"/>
                    <a:pt x="310" y="167"/>
                  </a:cubicBezTo>
                  <a:cubicBezTo>
                    <a:pt x="311" y="166"/>
                    <a:pt x="311" y="166"/>
                    <a:pt x="311" y="166"/>
                  </a:cubicBezTo>
                  <a:cubicBezTo>
                    <a:pt x="312" y="166"/>
                    <a:pt x="312" y="166"/>
                    <a:pt x="312" y="166"/>
                  </a:cubicBezTo>
                  <a:cubicBezTo>
                    <a:pt x="313" y="165"/>
                    <a:pt x="313" y="165"/>
                    <a:pt x="313" y="165"/>
                  </a:cubicBezTo>
                  <a:cubicBezTo>
                    <a:pt x="313" y="165"/>
                    <a:pt x="313" y="165"/>
                    <a:pt x="313" y="165"/>
                  </a:cubicBezTo>
                  <a:cubicBezTo>
                    <a:pt x="313" y="166"/>
                    <a:pt x="313" y="166"/>
                    <a:pt x="313" y="166"/>
                  </a:cubicBezTo>
                  <a:cubicBezTo>
                    <a:pt x="312" y="167"/>
                    <a:pt x="312" y="167"/>
                    <a:pt x="312" y="167"/>
                  </a:cubicBezTo>
                  <a:cubicBezTo>
                    <a:pt x="311" y="167"/>
                    <a:pt x="311" y="167"/>
                    <a:pt x="311" y="167"/>
                  </a:cubicBezTo>
                  <a:cubicBezTo>
                    <a:pt x="311" y="167"/>
                    <a:pt x="311" y="167"/>
                    <a:pt x="311" y="167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3" y="168"/>
                    <a:pt x="313" y="168"/>
                    <a:pt x="313" y="168"/>
                  </a:cubicBezTo>
                  <a:cubicBezTo>
                    <a:pt x="314" y="168"/>
                    <a:pt x="314" y="168"/>
                    <a:pt x="314" y="168"/>
                  </a:cubicBezTo>
                  <a:cubicBezTo>
                    <a:pt x="314" y="169"/>
                    <a:pt x="314" y="169"/>
                    <a:pt x="314" y="169"/>
                  </a:cubicBezTo>
                  <a:cubicBezTo>
                    <a:pt x="314" y="169"/>
                    <a:pt x="314" y="169"/>
                    <a:pt x="314" y="169"/>
                  </a:cubicBezTo>
                  <a:cubicBezTo>
                    <a:pt x="313" y="170"/>
                    <a:pt x="313" y="170"/>
                    <a:pt x="313" y="170"/>
                  </a:cubicBezTo>
                  <a:cubicBezTo>
                    <a:pt x="313" y="170"/>
                    <a:pt x="313" y="170"/>
                    <a:pt x="313" y="170"/>
                  </a:cubicBezTo>
                  <a:cubicBezTo>
                    <a:pt x="314" y="170"/>
                    <a:pt x="314" y="170"/>
                    <a:pt x="314" y="170"/>
                  </a:cubicBezTo>
                  <a:cubicBezTo>
                    <a:pt x="314" y="171"/>
                    <a:pt x="314" y="171"/>
                    <a:pt x="314" y="171"/>
                  </a:cubicBezTo>
                  <a:cubicBezTo>
                    <a:pt x="313" y="171"/>
                    <a:pt x="313" y="171"/>
                    <a:pt x="313" y="171"/>
                  </a:cubicBezTo>
                  <a:cubicBezTo>
                    <a:pt x="313" y="171"/>
                    <a:pt x="313" y="171"/>
                    <a:pt x="313" y="171"/>
                  </a:cubicBezTo>
                  <a:cubicBezTo>
                    <a:pt x="313" y="171"/>
                    <a:pt x="313" y="171"/>
                    <a:pt x="313" y="171"/>
                  </a:cubicBezTo>
                  <a:cubicBezTo>
                    <a:pt x="314" y="171"/>
                    <a:pt x="314" y="171"/>
                    <a:pt x="314" y="171"/>
                  </a:cubicBezTo>
                  <a:cubicBezTo>
                    <a:pt x="312" y="172"/>
                    <a:pt x="312" y="172"/>
                    <a:pt x="312" y="172"/>
                  </a:cubicBezTo>
                  <a:cubicBezTo>
                    <a:pt x="312" y="172"/>
                    <a:pt x="312" y="172"/>
                    <a:pt x="312" y="172"/>
                  </a:cubicBezTo>
                  <a:cubicBezTo>
                    <a:pt x="312" y="172"/>
                    <a:pt x="312" y="172"/>
                    <a:pt x="312" y="172"/>
                  </a:cubicBezTo>
                  <a:cubicBezTo>
                    <a:pt x="313" y="172"/>
                    <a:pt x="313" y="172"/>
                    <a:pt x="313" y="172"/>
                  </a:cubicBezTo>
                  <a:cubicBezTo>
                    <a:pt x="314" y="172"/>
                    <a:pt x="314" y="172"/>
                    <a:pt x="314" y="172"/>
                  </a:cubicBezTo>
                  <a:cubicBezTo>
                    <a:pt x="314" y="172"/>
                    <a:pt x="314" y="172"/>
                    <a:pt x="314" y="172"/>
                  </a:cubicBezTo>
                  <a:cubicBezTo>
                    <a:pt x="315" y="172"/>
                    <a:pt x="315" y="172"/>
                    <a:pt x="315" y="172"/>
                  </a:cubicBezTo>
                  <a:cubicBezTo>
                    <a:pt x="315" y="172"/>
                    <a:pt x="315" y="172"/>
                    <a:pt x="315" y="172"/>
                  </a:cubicBezTo>
                  <a:cubicBezTo>
                    <a:pt x="315" y="173"/>
                    <a:pt x="315" y="173"/>
                    <a:pt x="315" y="173"/>
                  </a:cubicBezTo>
                  <a:cubicBezTo>
                    <a:pt x="314" y="173"/>
                    <a:pt x="314" y="173"/>
                    <a:pt x="314" y="173"/>
                  </a:cubicBezTo>
                  <a:cubicBezTo>
                    <a:pt x="315" y="173"/>
                    <a:pt x="315" y="173"/>
                    <a:pt x="315" y="173"/>
                  </a:cubicBezTo>
                  <a:cubicBezTo>
                    <a:pt x="316" y="172"/>
                    <a:pt x="316" y="172"/>
                    <a:pt x="316" y="172"/>
                  </a:cubicBezTo>
                  <a:cubicBezTo>
                    <a:pt x="316" y="172"/>
                    <a:pt x="316" y="172"/>
                    <a:pt x="316" y="172"/>
                  </a:cubicBezTo>
                  <a:cubicBezTo>
                    <a:pt x="317" y="171"/>
                    <a:pt x="317" y="171"/>
                    <a:pt x="317" y="171"/>
                  </a:cubicBezTo>
                  <a:cubicBezTo>
                    <a:pt x="318" y="172"/>
                    <a:pt x="318" y="172"/>
                    <a:pt x="318" y="172"/>
                  </a:cubicBezTo>
                  <a:cubicBezTo>
                    <a:pt x="318" y="172"/>
                    <a:pt x="318" y="172"/>
                    <a:pt x="318" y="172"/>
                  </a:cubicBezTo>
                  <a:cubicBezTo>
                    <a:pt x="317" y="172"/>
                    <a:pt x="317" y="172"/>
                    <a:pt x="317" y="172"/>
                  </a:cubicBezTo>
                  <a:cubicBezTo>
                    <a:pt x="317" y="172"/>
                    <a:pt x="317" y="172"/>
                    <a:pt x="317" y="172"/>
                  </a:cubicBezTo>
                  <a:cubicBezTo>
                    <a:pt x="316" y="173"/>
                    <a:pt x="316" y="173"/>
                    <a:pt x="316" y="173"/>
                  </a:cubicBezTo>
                  <a:cubicBezTo>
                    <a:pt x="316" y="174"/>
                    <a:pt x="316" y="174"/>
                    <a:pt x="316" y="174"/>
                  </a:cubicBezTo>
                  <a:cubicBezTo>
                    <a:pt x="315" y="174"/>
                    <a:pt x="315" y="174"/>
                    <a:pt x="315" y="174"/>
                  </a:cubicBezTo>
                  <a:cubicBezTo>
                    <a:pt x="315" y="175"/>
                    <a:pt x="315" y="175"/>
                    <a:pt x="315" y="175"/>
                  </a:cubicBezTo>
                  <a:cubicBezTo>
                    <a:pt x="315" y="175"/>
                    <a:pt x="315" y="175"/>
                    <a:pt x="315" y="175"/>
                  </a:cubicBezTo>
                  <a:cubicBezTo>
                    <a:pt x="315" y="175"/>
                    <a:pt x="315" y="175"/>
                    <a:pt x="315" y="175"/>
                  </a:cubicBezTo>
                  <a:cubicBezTo>
                    <a:pt x="316" y="175"/>
                    <a:pt x="316" y="175"/>
                    <a:pt x="316" y="175"/>
                  </a:cubicBezTo>
                  <a:cubicBezTo>
                    <a:pt x="316" y="175"/>
                    <a:pt x="316" y="175"/>
                    <a:pt x="316" y="175"/>
                  </a:cubicBezTo>
                  <a:cubicBezTo>
                    <a:pt x="317" y="174"/>
                    <a:pt x="317" y="174"/>
                    <a:pt x="317" y="174"/>
                  </a:cubicBezTo>
                  <a:cubicBezTo>
                    <a:pt x="317" y="173"/>
                    <a:pt x="317" y="173"/>
                    <a:pt x="317" y="173"/>
                  </a:cubicBezTo>
                  <a:cubicBezTo>
                    <a:pt x="317" y="174"/>
                    <a:pt x="317" y="174"/>
                    <a:pt x="317" y="174"/>
                  </a:cubicBezTo>
                  <a:cubicBezTo>
                    <a:pt x="317" y="175"/>
                    <a:pt x="317" y="175"/>
                    <a:pt x="317" y="175"/>
                  </a:cubicBezTo>
                  <a:cubicBezTo>
                    <a:pt x="317" y="176"/>
                    <a:pt x="317" y="176"/>
                    <a:pt x="317" y="176"/>
                  </a:cubicBezTo>
                  <a:cubicBezTo>
                    <a:pt x="316" y="176"/>
                    <a:pt x="316" y="176"/>
                    <a:pt x="316" y="176"/>
                  </a:cubicBezTo>
                  <a:cubicBezTo>
                    <a:pt x="317" y="176"/>
                    <a:pt x="317" y="176"/>
                    <a:pt x="317" y="176"/>
                  </a:cubicBezTo>
                  <a:cubicBezTo>
                    <a:pt x="317" y="175"/>
                    <a:pt x="317" y="175"/>
                    <a:pt x="317" y="175"/>
                  </a:cubicBezTo>
                  <a:cubicBezTo>
                    <a:pt x="317" y="174"/>
                    <a:pt x="317" y="174"/>
                    <a:pt x="317" y="174"/>
                  </a:cubicBezTo>
                  <a:cubicBezTo>
                    <a:pt x="318" y="174"/>
                    <a:pt x="318" y="174"/>
                    <a:pt x="318" y="174"/>
                  </a:cubicBezTo>
                  <a:cubicBezTo>
                    <a:pt x="318" y="174"/>
                    <a:pt x="318" y="174"/>
                    <a:pt x="318" y="174"/>
                  </a:cubicBezTo>
                  <a:cubicBezTo>
                    <a:pt x="318" y="175"/>
                    <a:pt x="318" y="175"/>
                    <a:pt x="318" y="175"/>
                  </a:cubicBezTo>
                  <a:cubicBezTo>
                    <a:pt x="319" y="176"/>
                    <a:pt x="319" y="176"/>
                    <a:pt x="319" y="176"/>
                  </a:cubicBezTo>
                  <a:cubicBezTo>
                    <a:pt x="319" y="176"/>
                    <a:pt x="319" y="176"/>
                    <a:pt x="319" y="176"/>
                  </a:cubicBezTo>
                  <a:cubicBezTo>
                    <a:pt x="319" y="175"/>
                    <a:pt x="319" y="175"/>
                    <a:pt x="319" y="175"/>
                  </a:cubicBezTo>
                  <a:cubicBezTo>
                    <a:pt x="319" y="174"/>
                    <a:pt x="319" y="174"/>
                    <a:pt x="319" y="174"/>
                  </a:cubicBezTo>
                  <a:cubicBezTo>
                    <a:pt x="320" y="174"/>
                    <a:pt x="320" y="174"/>
                    <a:pt x="320" y="174"/>
                  </a:cubicBezTo>
                  <a:cubicBezTo>
                    <a:pt x="320" y="174"/>
                    <a:pt x="320" y="174"/>
                    <a:pt x="320" y="174"/>
                  </a:cubicBezTo>
                  <a:cubicBezTo>
                    <a:pt x="320" y="175"/>
                    <a:pt x="320" y="175"/>
                    <a:pt x="320" y="175"/>
                  </a:cubicBezTo>
                  <a:cubicBezTo>
                    <a:pt x="320" y="175"/>
                    <a:pt x="320" y="175"/>
                    <a:pt x="320" y="175"/>
                  </a:cubicBezTo>
                  <a:cubicBezTo>
                    <a:pt x="321" y="175"/>
                    <a:pt x="321" y="175"/>
                    <a:pt x="321" y="175"/>
                  </a:cubicBezTo>
                  <a:cubicBezTo>
                    <a:pt x="321" y="175"/>
                    <a:pt x="321" y="175"/>
                    <a:pt x="321" y="175"/>
                  </a:cubicBezTo>
                  <a:cubicBezTo>
                    <a:pt x="321" y="176"/>
                    <a:pt x="321" y="176"/>
                    <a:pt x="321" y="176"/>
                  </a:cubicBezTo>
                  <a:cubicBezTo>
                    <a:pt x="322" y="176"/>
                    <a:pt x="322" y="176"/>
                    <a:pt x="322" y="176"/>
                  </a:cubicBezTo>
                  <a:cubicBezTo>
                    <a:pt x="322" y="176"/>
                    <a:pt x="322" y="176"/>
                    <a:pt x="322" y="176"/>
                  </a:cubicBezTo>
                  <a:cubicBezTo>
                    <a:pt x="322" y="177"/>
                    <a:pt x="322" y="177"/>
                    <a:pt x="322" y="177"/>
                  </a:cubicBezTo>
                  <a:cubicBezTo>
                    <a:pt x="323" y="177"/>
                    <a:pt x="323" y="177"/>
                    <a:pt x="323" y="177"/>
                  </a:cubicBezTo>
                  <a:cubicBezTo>
                    <a:pt x="323" y="178"/>
                    <a:pt x="323" y="178"/>
                    <a:pt x="323" y="178"/>
                  </a:cubicBezTo>
                  <a:cubicBezTo>
                    <a:pt x="323" y="178"/>
                    <a:pt x="323" y="178"/>
                    <a:pt x="323" y="178"/>
                  </a:cubicBezTo>
                  <a:cubicBezTo>
                    <a:pt x="322" y="178"/>
                    <a:pt x="322" y="178"/>
                    <a:pt x="322" y="178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21" y="177"/>
                    <a:pt x="321" y="177"/>
                    <a:pt x="321" y="177"/>
                  </a:cubicBezTo>
                  <a:cubicBezTo>
                    <a:pt x="320" y="177"/>
                    <a:pt x="320" y="177"/>
                    <a:pt x="320" y="177"/>
                  </a:cubicBezTo>
                  <a:cubicBezTo>
                    <a:pt x="320" y="177"/>
                    <a:pt x="320" y="177"/>
                    <a:pt x="320" y="177"/>
                  </a:cubicBezTo>
                  <a:cubicBezTo>
                    <a:pt x="320" y="177"/>
                    <a:pt x="320" y="177"/>
                    <a:pt x="320" y="177"/>
                  </a:cubicBezTo>
                  <a:cubicBezTo>
                    <a:pt x="319" y="178"/>
                    <a:pt x="319" y="178"/>
                    <a:pt x="319" y="178"/>
                  </a:cubicBezTo>
                  <a:cubicBezTo>
                    <a:pt x="320" y="177"/>
                    <a:pt x="320" y="177"/>
                    <a:pt x="320" y="177"/>
                  </a:cubicBezTo>
                  <a:cubicBezTo>
                    <a:pt x="320" y="177"/>
                    <a:pt x="320" y="177"/>
                    <a:pt x="320" y="177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20" y="178"/>
                    <a:pt x="320" y="178"/>
                    <a:pt x="320" y="178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0" y="179"/>
                    <a:pt x="320" y="179"/>
                    <a:pt x="320" y="179"/>
                  </a:cubicBezTo>
                  <a:cubicBezTo>
                    <a:pt x="319" y="179"/>
                    <a:pt x="319" y="179"/>
                    <a:pt x="319" y="179"/>
                  </a:cubicBezTo>
                  <a:cubicBezTo>
                    <a:pt x="320" y="179"/>
                    <a:pt x="320" y="179"/>
                    <a:pt x="320" y="179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1" y="179"/>
                    <a:pt x="321" y="179"/>
                    <a:pt x="321" y="179"/>
                  </a:cubicBezTo>
                  <a:cubicBezTo>
                    <a:pt x="321" y="180"/>
                    <a:pt x="321" y="180"/>
                    <a:pt x="321" y="180"/>
                  </a:cubicBezTo>
                  <a:cubicBezTo>
                    <a:pt x="320" y="180"/>
                    <a:pt x="320" y="180"/>
                    <a:pt x="320" y="180"/>
                  </a:cubicBezTo>
                  <a:cubicBezTo>
                    <a:pt x="320" y="180"/>
                    <a:pt x="320" y="180"/>
                    <a:pt x="320" y="180"/>
                  </a:cubicBezTo>
                  <a:cubicBezTo>
                    <a:pt x="319" y="180"/>
                    <a:pt x="319" y="180"/>
                    <a:pt x="319" y="180"/>
                  </a:cubicBezTo>
                  <a:cubicBezTo>
                    <a:pt x="318" y="180"/>
                    <a:pt x="318" y="180"/>
                    <a:pt x="318" y="180"/>
                  </a:cubicBezTo>
                  <a:cubicBezTo>
                    <a:pt x="318" y="179"/>
                    <a:pt x="318" y="179"/>
                    <a:pt x="318" y="179"/>
                  </a:cubicBezTo>
                  <a:cubicBezTo>
                    <a:pt x="318" y="179"/>
                    <a:pt x="318" y="179"/>
                    <a:pt x="318" y="179"/>
                  </a:cubicBezTo>
                  <a:cubicBezTo>
                    <a:pt x="318" y="178"/>
                    <a:pt x="318" y="178"/>
                    <a:pt x="318" y="178"/>
                  </a:cubicBezTo>
                  <a:cubicBezTo>
                    <a:pt x="317" y="178"/>
                    <a:pt x="317" y="178"/>
                    <a:pt x="317" y="178"/>
                  </a:cubicBezTo>
                  <a:cubicBezTo>
                    <a:pt x="317" y="178"/>
                    <a:pt x="317" y="178"/>
                    <a:pt x="317" y="178"/>
                  </a:cubicBezTo>
                  <a:cubicBezTo>
                    <a:pt x="317" y="179"/>
                    <a:pt x="317" y="179"/>
                    <a:pt x="317" y="179"/>
                  </a:cubicBezTo>
                  <a:cubicBezTo>
                    <a:pt x="317" y="179"/>
                    <a:pt x="317" y="179"/>
                    <a:pt x="317" y="179"/>
                  </a:cubicBezTo>
                  <a:cubicBezTo>
                    <a:pt x="318" y="180"/>
                    <a:pt x="318" y="180"/>
                    <a:pt x="318" y="180"/>
                  </a:cubicBezTo>
                  <a:cubicBezTo>
                    <a:pt x="318" y="180"/>
                    <a:pt x="318" y="180"/>
                    <a:pt x="318" y="180"/>
                  </a:cubicBezTo>
                  <a:cubicBezTo>
                    <a:pt x="317" y="180"/>
                    <a:pt x="317" y="180"/>
                    <a:pt x="317" y="180"/>
                  </a:cubicBezTo>
                  <a:cubicBezTo>
                    <a:pt x="316" y="180"/>
                    <a:pt x="316" y="180"/>
                    <a:pt x="316" y="180"/>
                  </a:cubicBezTo>
                  <a:cubicBezTo>
                    <a:pt x="316" y="179"/>
                    <a:pt x="316" y="179"/>
                    <a:pt x="316" y="179"/>
                  </a:cubicBezTo>
                  <a:cubicBezTo>
                    <a:pt x="316" y="180"/>
                    <a:pt x="316" y="180"/>
                    <a:pt x="316" y="180"/>
                  </a:cubicBezTo>
                  <a:cubicBezTo>
                    <a:pt x="316" y="180"/>
                    <a:pt x="316" y="180"/>
                    <a:pt x="316" y="180"/>
                  </a:cubicBezTo>
                  <a:cubicBezTo>
                    <a:pt x="317" y="180"/>
                    <a:pt x="317" y="180"/>
                    <a:pt x="317" y="180"/>
                  </a:cubicBezTo>
                  <a:cubicBezTo>
                    <a:pt x="318" y="181"/>
                    <a:pt x="318" y="181"/>
                    <a:pt x="318" y="181"/>
                  </a:cubicBezTo>
                  <a:cubicBezTo>
                    <a:pt x="318" y="181"/>
                    <a:pt x="318" y="181"/>
                    <a:pt x="318" y="181"/>
                  </a:cubicBezTo>
                  <a:cubicBezTo>
                    <a:pt x="318" y="181"/>
                    <a:pt x="318" y="181"/>
                    <a:pt x="318" y="181"/>
                  </a:cubicBezTo>
                  <a:cubicBezTo>
                    <a:pt x="318" y="182"/>
                    <a:pt x="318" y="182"/>
                    <a:pt x="318" y="182"/>
                  </a:cubicBezTo>
                  <a:cubicBezTo>
                    <a:pt x="317" y="182"/>
                    <a:pt x="317" y="182"/>
                    <a:pt x="317" y="182"/>
                  </a:cubicBezTo>
                  <a:cubicBezTo>
                    <a:pt x="317" y="181"/>
                    <a:pt x="317" y="181"/>
                    <a:pt x="317" y="181"/>
                  </a:cubicBezTo>
                  <a:cubicBezTo>
                    <a:pt x="316" y="181"/>
                    <a:pt x="316" y="181"/>
                    <a:pt x="316" y="181"/>
                  </a:cubicBezTo>
                  <a:cubicBezTo>
                    <a:pt x="315" y="181"/>
                    <a:pt x="315" y="181"/>
                    <a:pt x="315" y="181"/>
                  </a:cubicBezTo>
                  <a:cubicBezTo>
                    <a:pt x="315" y="181"/>
                    <a:pt x="315" y="181"/>
                    <a:pt x="315" y="181"/>
                  </a:cubicBezTo>
                  <a:cubicBezTo>
                    <a:pt x="315" y="181"/>
                    <a:pt x="315" y="181"/>
                    <a:pt x="315" y="181"/>
                  </a:cubicBezTo>
                  <a:cubicBezTo>
                    <a:pt x="316" y="181"/>
                    <a:pt x="316" y="181"/>
                    <a:pt x="316" y="181"/>
                  </a:cubicBezTo>
                  <a:cubicBezTo>
                    <a:pt x="317" y="182"/>
                    <a:pt x="317" y="182"/>
                    <a:pt x="317" y="182"/>
                  </a:cubicBezTo>
                  <a:cubicBezTo>
                    <a:pt x="317" y="183"/>
                    <a:pt x="317" y="183"/>
                    <a:pt x="317" y="183"/>
                  </a:cubicBezTo>
                  <a:cubicBezTo>
                    <a:pt x="316" y="183"/>
                    <a:pt x="316" y="183"/>
                    <a:pt x="316" y="183"/>
                  </a:cubicBezTo>
                  <a:cubicBezTo>
                    <a:pt x="316" y="183"/>
                    <a:pt x="316" y="183"/>
                    <a:pt x="316" y="183"/>
                  </a:cubicBezTo>
                  <a:cubicBezTo>
                    <a:pt x="316" y="183"/>
                    <a:pt x="316" y="183"/>
                    <a:pt x="316" y="183"/>
                  </a:cubicBezTo>
                  <a:cubicBezTo>
                    <a:pt x="315" y="182"/>
                    <a:pt x="315" y="182"/>
                    <a:pt x="315" y="182"/>
                  </a:cubicBezTo>
                  <a:cubicBezTo>
                    <a:pt x="315" y="182"/>
                    <a:pt x="315" y="182"/>
                    <a:pt x="315" y="182"/>
                  </a:cubicBezTo>
                  <a:cubicBezTo>
                    <a:pt x="315" y="182"/>
                    <a:pt x="315" y="182"/>
                    <a:pt x="315" y="182"/>
                  </a:cubicBezTo>
                  <a:cubicBezTo>
                    <a:pt x="315" y="183"/>
                    <a:pt x="315" y="183"/>
                    <a:pt x="315" y="183"/>
                  </a:cubicBezTo>
                  <a:cubicBezTo>
                    <a:pt x="315" y="183"/>
                    <a:pt x="315" y="183"/>
                    <a:pt x="315" y="183"/>
                  </a:cubicBezTo>
                  <a:cubicBezTo>
                    <a:pt x="315" y="184"/>
                    <a:pt x="315" y="184"/>
                    <a:pt x="315" y="184"/>
                  </a:cubicBezTo>
                  <a:cubicBezTo>
                    <a:pt x="315" y="184"/>
                    <a:pt x="315" y="184"/>
                    <a:pt x="315" y="184"/>
                  </a:cubicBezTo>
                  <a:cubicBezTo>
                    <a:pt x="314" y="184"/>
                    <a:pt x="314" y="184"/>
                    <a:pt x="314" y="184"/>
                  </a:cubicBezTo>
                  <a:cubicBezTo>
                    <a:pt x="314" y="184"/>
                    <a:pt x="314" y="184"/>
                    <a:pt x="314" y="184"/>
                  </a:cubicBezTo>
                  <a:cubicBezTo>
                    <a:pt x="314" y="184"/>
                    <a:pt x="314" y="184"/>
                    <a:pt x="314" y="184"/>
                  </a:cubicBezTo>
                  <a:cubicBezTo>
                    <a:pt x="314" y="184"/>
                    <a:pt x="314" y="184"/>
                    <a:pt x="314" y="184"/>
                  </a:cubicBezTo>
                  <a:cubicBezTo>
                    <a:pt x="314" y="184"/>
                    <a:pt x="314" y="184"/>
                    <a:pt x="314" y="184"/>
                  </a:cubicBezTo>
                  <a:cubicBezTo>
                    <a:pt x="313" y="184"/>
                    <a:pt x="313" y="184"/>
                    <a:pt x="313" y="184"/>
                  </a:cubicBezTo>
                  <a:cubicBezTo>
                    <a:pt x="313" y="184"/>
                    <a:pt x="313" y="184"/>
                    <a:pt x="313" y="184"/>
                  </a:cubicBezTo>
                  <a:cubicBezTo>
                    <a:pt x="313" y="184"/>
                    <a:pt x="313" y="184"/>
                    <a:pt x="313" y="184"/>
                  </a:cubicBezTo>
                  <a:cubicBezTo>
                    <a:pt x="313" y="183"/>
                    <a:pt x="313" y="183"/>
                    <a:pt x="313" y="183"/>
                  </a:cubicBezTo>
                  <a:cubicBezTo>
                    <a:pt x="312" y="182"/>
                    <a:pt x="312" y="182"/>
                    <a:pt x="312" y="182"/>
                  </a:cubicBezTo>
                  <a:cubicBezTo>
                    <a:pt x="312" y="182"/>
                    <a:pt x="312" y="182"/>
                    <a:pt x="312" y="182"/>
                  </a:cubicBezTo>
                  <a:cubicBezTo>
                    <a:pt x="312" y="182"/>
                    <a:pt x="312" y="182"/>
                    <a:pt x="312" y="182"/>
                  </a:cubicBezTo>
                  <a:cubicBezTo>
                    <a:pt x="312" y="184"/>
                    <a:pt x="312" y="184"/>
                    <a:pt x="312" y="184"/>
                  </a:cubicBezTo>
                  <a:cubicBezTo>
                    <a:pt x="312" y="184"/>
                    <a:pt x="312" y="184"/>
                    <a:pt x="312" y="184"/>
                  </a:cubicBezTo>
                  <a:cubicBezTo>
                    <a:pt x="311" y="184"/>
                    <a:pt x="311" y="184"/>
                    <a:pt x="311" y="184"/>
                  </a:cubicBezTo>
                  <a:cubicBezTo>
                    <a:pt x="311" y="184"/>
                    <a:pt x="311" y="184"/>
                    <a:pt x="311" y="184"/>
                  </a:cubicBezTo>
                  <a:cubicBezTo>
                    <a:pt x="312" y="184"/>
                    <a:pt x="312" y="184"/>
                    <a:pt x="312" y="184"/>
                  </a:cubicBezTo>
                  <a:cubicBezTo>
                    <a:pt x="312" y="184"/>
                    <a:pt x="312" y="184"/>
                    <a:pt x="312" y="184"/>
                  </a:cubicBezTo>
                  <a:cubicBezTo>
                    <a:pt x="312" y="185"/>
                    <a:pt x="312" y="185"/>
                    <a:pt x="312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2" y="185"/>
                    <a:pt x="312" y="185"/>
                    <a:pt x="312" y="185"/>
                  </a:cubicBezTo>
                  <a:cubicBezTo>
                    <a:pt x="312" y="186"/>
                    <a:pt x="312" y="186"/>
                    <a:pt x="312" y="186"/>
                  </a:cubicBezTo>
                  <a:cubicBezTo>
                    <a:pt x="312" y="186"/>
                    <a:pt x="312" y="186"/>
                    <a:pt x="312" y="186"/>
                  </a:cubicBezTo>
                  <a:cubicBezTo>
                    <a:pt x="311" y="186"/>
                    <a:pt x="311" y="186"/>
                    <a:pt x="311" y="186"/>
                  </a:cubicBezTo>
                  <a:cubicBezTo>
                    <a:pt x="311" y="186"/>
                    <a:pt x="311" y="186"/>
                    <a:pt x="311" y="186"/>
                  </a:cubicBezTo>
                  <a:cubicBezTo>
                    <a:pt x="311" y="187"/>
                    <a:pt x="311" y="187"/>
                    <a:pt x="311" y="187"/>
                  </a:cubicBezTo>
                  <a:cubicBezTo>
                    <a:pt x="311" y="187"/>
                    <a:pt x="311" y="187"/>
                    <a:pt x="311" y="187"/>
                  </a:cubicBezTo>
                  <a:cubicBezTo>
                    <a:pt x="311" y="187"/>
                    <a:pt x="311" y="187"/>
                    <a:pt x="311" y="187"/>
                  </a:cubicBezTo>
                  <a:cubicBezTo>
                    <a:pt x="311" y="187"/>
                    <a:pt x="311" y="187"/>
                    <a:pt x="311" y="187"/>
                  </a:cubicBezTo>
                  <a:cubicBezTo>
                    <a:pt x="311" y="187"/>
                    <a:pt x="311" y="187"/>
                    <a:pt x="311" y="187"/>
                  </a:cubicBezTo>
                  <a:cubicBezTo>
                    <a:pt x="311" y="188"/>
                    <a:pt x="311" y="188"/>
                    <a:pt x="311" y="188"/>
                  </a:cubicBezTo>
                  <a:cubicBezTo>
                    <a:pt x="311" y="188"/>
                    <a:pt x="311" y="188"/>
                    <a:pt x="311" y="188"/>
                  </a:cubicBezTo>
                  <a:cubicBezTo>
                    <a:pt x="311" y="189"/>
                    <a:pt x="311" y="189"/>
                    <a:pt x="311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10" y="189"/>
                    <a:pt x="310" y="189"/>
                    <a:pt x="310" y="189"/>
                  </a:cubicBezTo>
                  <a:cubicBezTo>
                    <a:pt x="309" y="188"/>
                    <a:pt x="309" y="188"/>
                    <a:pt x="309" y="188"/>
                  </a:cubicBezTo>
                  <a:cubicBezTo>
                    <a:pt x="309" y="188"/>
                    <a:pt x="309" y="188"/>
                    <a:pt x="309" y="188"/>
                  </a:cubicBezTo>
                  <a:cubicBezTo>
                    <a:pt x="309" y="188"/>
                    <a:pt x="309" y="188"/>
                    <a:pt x="309" y="188"/>
                  </a:cubicBezTo>
                  <a:cubicBezTo>
                    <a:pt x="309" y="187"/>
                    <a:pt x="309" y="187"/>
                    <a:pt x="309" y="187"/>
                  </a:cubicBezTo>
                  <a:cubicBezTo>
                    <a:pt x="309" y="187"/>
                    <a:pt x="309" y="187"/>
                    <a:pt x="309" y="187"/>
                  </a:cubicBezTo>
                  <a:cubicBezTo>
                    <a:pt x="308" y="188"/>
                    <a:pt x="308" y="188"/>
                    <a:pt x="308" y="188"/>
                  </a:cubicBezTo>
                  <a:cubicBezTo>
                    <a:pt x="308" y="188"/>
                    <a:pt x="308" y="188"/>
                    <a:pt x="308" y="188"/>
                  </a:cubicBezTo>
                  <a:cubicBezTo>
                    <a:pt x="308" y="188"/>
                    <a:pt x="308" y="188"/>
                    <a:pt x="308" y="188"/>
                  </a:cubicBezTo>
                  <a:cubicBezTo>
                    <a:pt x="308" y="188"/>
                    <a:pt x="308" y="188"/>
                    <a:pt x="308" y="188"/>
                  </a:cubicBezTo>
                  <a:cubicBezTo>
                    <a:pt x="308" y="187"/>
                    <a:pt x="308" y="187"/>
                    <a:pt x="308" y="187"/>
                  </a:cubicBezTo>
                  <a:cubicBezTo>
                    <a:pt x="308" y="187"/>
                    <a:pt x="308" y="187"/>
                    <a:pt x="308" y="187"/>
                  </a:cubicBezTo>
                  <a:cubicBezTo>
                    <a:pt x="308" y="187"/>
                    <a:pt x="308" y="187"/>
                    <a:pt x="308" y="187"/>
                  </a:cubicBezTo>
                  <a:cubicBezTo>
                    <a:pt x="308" y="186"/>
                    <a:pt x="308" y="186"/>
                    <a:pt x="308" y="186"/>
                  </a:cubicBezTo>
                  <a:cubicBezTo>
                    <a:pt x="308" y="186"/>
                    <a:pt x="308" y="186"/>
                    <a:pt x="308" y="186"/>
                  </a:cubicBezTo>
                  <a:cubicBezTo>
                    <a:pt x="308" y="186"/>
                    <a:pt x="308" y="186"/>
                    <a:pt x="308" y="186"/>
                  </a:cubicBezTo>
                  <a:cubicBezTo>
                    <a:pt x="308" y="186"/>
                    <a:pt x="308" y="186"/>
                    <a:pt x="308" y="186"/>
                  </a:cubicBezTo>
                  <a:cubicBezTo>
                    <a:pt x="307" y="186"/>
                    <a:pt x="307" y="186"/>
                    <a:pt x="307" y="186"/>
                  </a:cubicBezTo>
                  <a:cubicBezTo>
                    <a:pt x="307" y="187"/>
                    <a:pt x="307" y="187"/>
                    <a:pt x="307" y="187"/>
                  </a:cubicBezTo>
                  <a:cubicBezTo>
                    <a:pt x="307" y="187"/>
                    <a:pt x="307" y="187"/>
                    <a:pt x="307" y="187"/>
                  </a:cubicBezTo>
                  <a:cubicBezTo>
                    <a:pt x="306" y="187"/>
                    <a:pt x="306" y="187"/>
                    <a:pt x="306" y="187"/>
                  </a:cubicBezTo>
                  <a:cubicBezTo>
                    <a:pt x="306" y="187"/>
                    <a:pt x="306" y="187"/>
                    <a:pt x="306" y="187"/>
                  </a:cubicBezTo>
                  <a:cubicBezTo>
                    <a:pt x="306" y="186"/>
                    <a:pt x="306" y="186"/>
                    <a:pt x="306" y="186"/>
                  </a:cubicBezTo>
                  <a:cubicBezTo>
                    <a:pt x="306" y="186"/>
                    <a:pt x="306" y="186"/>
                    <a:pt x="306" y="186"/>
                  </a:cubicBezTo>
                  <a:cubicBezTo>
                    <a:pt x="306" y="185"/>
                    <a:pt x="306" y="185"/>
                    <a:pt x="306" y="185"/>
                  </a:cubicBezTo>
                  <a:cubicBezTo>
                    <a:pt x="307" y="185"/>
                    <a:pt x="307" y="185"/>
                    <a:pt x="307" y="185"/>
                  </a:cubicBezTo>
                  <a:cubicBezTo>
                    <a:pt x="307" y="185"/>
                    <a:pt x="307" y="185"/>
                    <a:pt x="307" y="185"/>
                  </a:cubicBezTo>
                  <a:cubicBezTo>
                    <a:pt x="307" y="185"/>
                    <a:pt x="307" y="185"/>
                    <a:pt x="307" y="185"/>
                  </a:cubicBezTo>
                  <a:cubicBezTo>
                    <a:pt x="307" y="185"/>
                    <a:pt x="307" y="185"/>
                    <a:pt x="307" y="185"/>
                  </a:cubicBezTo>
                  <a:cubicBezTo>
                    <a:pt x="307" y="185"/>
                    <a:pt x="307" y="185"/>
                    <a:pt x="307" y="185"/>
                  </a:cubicBezTo>
                  <a:cubicBezTo>
                    <a:pt x="306" y="185"/>
                    <a:pt x="306" y="185"/>
                    <a:pt x="306" y="185"/>
                  </a:cubicBezTo>
                  <a:cubicBezTo>
                    <a:pt x="306" y="185"/>
                    <a:pt x="306" y="185"/>
                    <a:pt x="306" y="185"/>
                  </a:cubicBezTo>
                  <a:cubicBezTo>
                    <a:pt x="305" y="184"/>
                    <a:pt x="305" y="184"/>
                    <a:pt x="305" y="184"/>
                  </a:cubicBezTo>
                  <a:cubicBezTo>
                    <a:pt x="306" y="184"/>
                    <a:pt x="306" y="184"/>
                    <a:pt x="306" y="184"/>
                  </a:cubicBezTo>
                  <a:cubicBezTo>
                    <a:pt x="306" y="184"/>
                    <a:pt x="306" y="184"/>
                    <a:pt x="306" y="184"/>
                  </a:cubicBezTo>
                  <a:cubicBezTo>
                    <a:pt x="307" y="183"/>
                    <a:pt x="307" y="183"/>
                    <a:pt x="307" y="183"/>
                  </a:cubicBezTo>
                  <a:cubicBezTo>
                    <a:pt x="306" y="183"/>
                    <a:pt x="306" y="183"/>
                    <a:pt x="306" y="183"/>
                  </a:cubicBezTo>
                  <a:cubicBezTo>
                    <a:pt x="306" y="183"/>
                    <a:pt x="306" y="183"/>
                    <a:pt x="306" y="183"/>
                  </a:cubicBezTo>
                  <a:cubicBezTo>
                    <a:pt x="306" y="183"/>
                    <a:pt x="306" y="183"/>
                    <a:pt x="306" y="183"/>
                  </a:cubicBezTo>
                  <a:cubicBezTo>
                    <a:pt x="305" y="183"/>
                    <a:pt x="305" y="183"/>
                    <a:pt x="305" y="183"/>
                  </a:cubicBezTo>
                  <a:cubicBezTo>
                    <a:pt x="306" y="183"/>
                    <a:pt x="306" y="183"/>
                    <a:pt x="306" y="183"/>
                  </a:cubicBezTo>
                  <a:cubicBezTo>
                    <a:pt x="306" y="182"/>
                    <a:pt x="306" y="182"/>
                    <a:pt x="306" y="182"/>
                  </a:cubicBezTo>
                  <a:cubicBezTo>
                    <a:pt x="307" y="182"/>
                    <a:pt x="307" y="182"/>
                    <a:pt x="307" y="182"/>
                  </a:cubicBezTo>
                  <a:cubicBezTo>
                    <a:pt x="307" y="182"/>
                    <a:pt x="307" y="182"/>
                    <a:pt x="307" y="182"/>
                  </a:cubicBezTo>
                  <a:cubicBezTo>
                    <a:pt x="306" y="182"/>
                    <a:pt x="306" y="182"/>
                    <a:pt x="306" y="182"/>
                  </a:cubicBezTo>
                  <a:cubicBezTo>
                    <a:pt x="305" y="182"/>
                    <a:pt x="305" y="182"/>
                    <a:pt x="305" y="182"/>
                  </a:cubicBezTo>
                  <a:cubicBezTo>
                    <a:pt x="305" y="182"/>
                    <a:pt x="305" y="182"/>
                    <a:pt x="305" y="182"/>
                  </a:cubicBezTo>
                  <a:cubicBezTo>
                    <a:pt x="305" y="182"/>
                    <a:pt x="305" y="182"/>
                    <a:pt x="305" y="182"/>
                  </a:cubicBezTo>
                  <a:cubicBezTo>
                    <a:pt x="306" y="181"/>
                    <a:pt x="306" y="181"/>
                    <a:pt x="306" y="181"/>
                  </a:cubicBezTo>
                  <a:cubicBezTo>
                    <a:pt x="306" y="181"/>
                    <a:pt x="306" y="181"/>
                    <a:pt x="306" y="181"/>
                  </a:cubicBezTo>
                  <a:cubicBezTo>
                    <a:pt x="307" y="181"/>
                    <a:pt x="307" y="181"/>
                    <a:pt x="307" y="181"/>
                  </a:cubicBezTo>
                  <a:cubicBezTo>
                    <a:pt x="308" y="180"/>
                    <a:pt x="308" y="180"/>
                    <a:pt x="308" y="180"/>
                  </a:cubicBezTo>
                  <a:cubicBezTo>
                    <a:pt x="308" y="180"/>
                    <a:pt x="308" y="180"/>
                    <a:pt x="308" y="180"/>
                  </a:cubicBezTo>
                  <a:cubicBezTo>
                    <a:pt x="309" y="179"/>
                    <a:pt x="309" y="179"/>
                    <a:pt x="309" y="179"/>
                  </a:cubicBezTo>
                  <a:cubicBezTo>
                    <a:pt x="309" y="179"/>
                    <a:pt x="309" y="179"/>
                    <a:pt x="309" y="179"/>
                  </a:cubicBezTo>
                  <a:cubicBezTo>
                    <a:pt x="310" y="178"/>
                    <a:pt x="310" y="178"/>
                    <a:pt x="310" y="178"/>
                  </a:cubicBezTo>
                  <a:cubicBezTo>
                    <a:pt x="310" y="178"/>
                    <a:pt x="310" y="178"/>
                    <a:pt x="310" y="178"/>
                  </a:cubicBezTo>
                  <a:cubicBezTo>
                    <a:pt x="309" y="178"/>
                    <a:pt x="309" y="178"/>
                    <a:pt x="309" y="178"/>
                  </a:cubicBezTo>
                  <a:cubicBezTo>
                    <a:pt x="309" y="179"/>
                    <a:pt x="309" y="179"/>
                    <a:pt x="309" y="179"/>
                  </a:cubicBezTo>
                  <a:cubicBezTo>
                    <a:pt x="308" y="179"/>
                    <a:pt x="308" y="179"/>
                    <a:pt x="308" y="179"/>
                  </a:cubicBezTo>
                  <a:cubicBezTo>
                    <a:pt x="308" y="180"/>
                    <a:pt x="308" y="180"/>
                    <a:pt x="308" y="180"/>
                  </a:cubicBezTo>
                  <a:cubicBezTo>
                    <a:pt x="307" y="180"/>
                    <a:pt x="307" y="180"/>
                    <a:pt x="307" y="180"/>
                  </a:cubicBezTo>
                  <a:cubicBezTo>
                    <a:pt x="306" y="180"/>
                    <a:pt x="306" y="180"/>
                    <a:pt x="306" y="180"/>
                  </a:cubicBezTo>
                  <a:cubicBezTo>
                    <a:pt x="305" y="181"/>
                    <a:pt x="305" y="181"/>
                    <a:pt x="305" y="181"/>
                  </a:cubicBezTo>
                  <a:cubicBezTo>
                    <a:pt x="304" y="181"/>
                    <a:pt x="304" y="181"/>
                    <a:pt x="304" y="181"/>
                  </a:cubicBezTo>
                  <a:cubicBezTo>
                    <a:pt x="304" y="181"/>
                    <a:pt x="304" y="181"/>
                    <a:pt x="304" y="181"/>
                  </a:cubicBezTo>
                  <a:cubicBezTo>
                    <a:pt x="304" y="180"/>
                    <a:pt x="304" y="180"/>
                    <a:pt x="304" y="180"/>
                  </a:cubicBezTo>
                  <a:cubicBezTo>
                    <a:pt x="305" y="179"/>
                    <a:pt x="305" y="179"/>
                    <a:pt x="305" y="179"/>
                  </a:cubicBezTo>
                  <a:cubicBezTo>
                    <a:pt x="306" y="179"/>
                    <a:pt x="306" y="179"/>
                    <a:pt x="306" y="179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06" y="178"/>
                    <a:pt x="306" y="178"/>
                    <a:pt x="306" y="178"/>
                  </a:cubicBezTo>
                  <a:cubicBezTo>
                    <a:pt x="304" y="179"/>
                    <a:pt x="304" y="179"/>
                    <a:pt x="304" y="179"/>
                  </a:cubicBezTo>
                  <a:cubicBezTo>
                    <a:pt x="303" y="180"/>
                    <a:pt x="303" y="180"/>
                    <a:pt x="303" y="180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3" y="178"/>
                    <a:pt x="303" y="178"/>
                    <a:pt x="303" y="178"/>
                  </a:cubicBezTo>
                  <a:cubicBezTo>
                    <a:pt x="302" y="178"/>
                    <a:pt x="302" y="178"/>
                    <a:pt x="302" y="178"/>
                  </a:cubicBezTo>
                  <a:cubicBezTo>
                    <a:pt x="302" y="178"/>
                    <a:pt x="302" y="178"/>
                    <a:pt x="302" y="178"/>
                  </a:cubicBezTo>
                  <a:cubicBezTo>
                    <a:pt x="302" y="178"/>
                    <a:pt x="302" y="178"/>
                    <a:pt x="302" y="178"/>
                  </a:cubicBezTo>
                  <a:cubicBezTo>
                    <a:pt x="302" y="178"/>
                    <a:pt x="302" y="178"/>
                    <a:pt x="302" y="178"/>
                  </a:cubicBezTo>
                  <a:cubicBezTo>
                    <a:pt x="302" y="177"/>
                    <a:pt x="302" y="177"/>
                    <a:pt x="302" y="177"/>
                  </a:cubicBezTo>
                  <a:cubicBezTo>
                    <a:pt x="302" y="177"/>
                    <a:pt x="302" y="177"/>
                    <a:pt x="302" y="177"/>
                  </a:cubicBezTo>
                  <a:cubicBezTo>
                    <a:pt x="302" y="177"/>
                    <a:pt x="302" y="177"/>
                    <a:pt x="302" y="177"/>
                  </a:cubicBezTo>
                  <a:cubicBezTo>
                    <a:pt x="302" y="177"/>
                    <a:pt x="302" y="177"/>
                    <a:pt x="302" y="177"/>
                  </a:cubicBezTo>
                  <a:cubicBezTo>
                    <a:pt x="302" y="176"/>
                    <a:pt x="302" y="176"/>
                    <a:pt x="302" y="176"/>
                  </a:cubicBezTo>
                  <a:cubicBezTo>
                    <a:pt x="302" y="176"/>
                    <a:pt x="302" y="176"/>
                    <a:pt x="302" y="176"/>
                  </a:cubicBezTo>
                  <a:cubicBezTo>
                    <a:pt x="302" y="176"/>
                    <a:pt x="302" y="176"/>
                    <a:pt x="302" y="176"/>
                  </a:cubicBezTo>
                  <a:cubicBezTo>
                    <a:pt x="302" y="175"/>
                    <a:pt x="302" y="175"/>
                    <a:pt x="302" y="175"/>
                  </a:cubicBezTo>
                  <a:cubicBezTo>
                    <a:pt x="301" y="175"/>
                    <a:pt x="301" y="175"/>
                    <a:pt x="301" y="175"/>
                  </a:cubicBezTo>
                  <a:cubicBezTo>
                    <a:pt x="301" y="175"/>
                    <a:pt x="301" y="175"/>
                    <a:pt x="301" y="175"/>
                  </a:cubicBezTo>
                  <a:cubicBezTo>
                    <a:pt x="301" y="176"/>
                    <a:pt x="301" y="176"/>
                    <a:pt x="301" y="176"/>
                  </a:cubicBezTo>
                  <a:cubicBezTo>
                    <a:pt x="301" y="176"/>
                    <a:pt x="301" y="176"/>
                    <a:pt x="301" y="176"/>
                  </a:cubicBezTo>
                  <a:cubicBezTo>
                    <a:pt x="301" y="176"/>
                    <a:pt x="301" y="176"/>
                    <a:pt x="301" y="176"/>
                  </a:cubicBezTo>
                  <a:cubicBezTo>
                    <a:pt x="300" y="176"/>
                    <a:pt x="300" y="176"/>
                    <a:pt x="300" y="176"/>
                  </a:cubicBezTo>
                  <a:cubicBezTo>
                    <a:pt x="300" y="175"/>
                    <a:pt x="300" y="175"/>
                    <a:pt x="300" y="175"/>
                  </a:cubicBezTo>
                  <a:cubicBezTo>
                    <a:pt x="299" y="175"/>
                    <a:pt x="299" y="175"/>
                    <a:pt x="299" y="175"/>
                  </a:cubicBezTo>
                  <a:cubicBezTo>
                    <a:pt x="300" y="176"/>
                    <a:pt x="300" y="176"/>
                    <a:pt x="300" y="176"/>
                  </a:cubicBezTo>
                  <a:cubicBezTo>
                    <a:pt x="300" y="177"/>
                    <a:pt x="300" y="177"/>
                    <a:pt x="300" y="177"/>
                  </a:cubicBezTo>
                  <a:cubicBezTo>
                    <a:pt x="300" y="177"/>
                    <a:pt x="300" y="177"/>
                    <a:pt x="300" y="177"/>
                  </a:cubicBezTo>
                  <a:cubicBezTo>
                    <a:pt x="300" y="177"/>
                    <a:pt x="300" y="177"/>
                    <a:pt x="300" y="177"/>
                  </a:cubicBezTo>
                  <a:cubicBezTo>
                    <a:pt x="300" y="177"/>
                    <a:pt x="300" y="177"/>
                    <a:pt x="300" y="177"/>
                  </a:cubicBezTo>
                  <a:cubicBezTo>
                    <a:pt x="300" y="178"/>
                    <a:pt x="300" y="178"/>
                    <a:pt x="300" y="178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299" y="177"/>
                    <a:pt x="299" y="177"/>
                    <a:pt x="299" y="177"/>
                  </a:cubicBezTo>
                  <a:cubicBezTo>
                    <a:pt x="299" y="177"/>
                    <a:pt x="299" y="177"/>
                    <a:pt x="299" y="177"/>
                  </a:cubicBezTo>
                  <a:cubicBezTo>
                    <a:pt x="298" y="176"/>
                    <a:pt x="298" y="176"/>
                    <a:pt x="298" y="176"/>
                  </a:cubicBezTo>
                  <a:cubicBezTo>
                    <a:pt x="298" y="177"/>
                    <a:pt x="298" y="177"/>
                    <a:pt x="298" y="177"/>
                  </a:cubicBezTo>
                  <a:cubicBezTo>
                    <a:pt x="298" y="177"/>
                    <a:pt x="298" y="177"/>
                    <a:pt x="298" y="177"/>
                  </a:cubicBezTo>
                  <a:cubicBezTo>
                    <a:pt x="298" y="177"/>
                    <a:pt x="298" y="177"/>
                    <a:pt x="298" y="177"/>
                  </a:cubicBezTo>
                  <a:cubicBezTo>
                    <a:pt x="298" y="178"/>
                    <a:pt x="298" y="178"/>
                    <a:pt x="298" y="178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299" y="179"/>
                    <a:pt x="299" y="179"/>
                    <a:pt x="299" y="179"/>
                  </a:cubicBezTo>
                  <a:cubicBezTo>
                    <a:pt x="300" y="179"/>
                    <a:pt x="300" y="179"/>
                    <a:pt x="300" y="179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300" y="180"/>
                    <a:pt x="300" y="180"/>
                    <a:pt x="300" y="180"/>
                  </a:cubicBezTo>
                  <a:cubicBezTo>
                    <a:pt x="300" y="180"/>
                    <a:pt x="300" y="180"/>
                    <a:pt x="300" y="180"/>
                  </a:cubicBezTo>
                  <a:cubicBezTo>
                    <a:pt x="299" y="181"/>
                    <a:pt x="299" y="181"/>
                    <a:pt x="299" y="181"/>
                  </a:cubicBezTo>
                  <a:cubicBezTo>
                    <a:pt x="298" y="180"/>
                    <a:pt x="298" y="180"/>
                    <a:pt x="298" y="180"/>
                  </a:cubicBezTo>
                  <a:cubicBezTo>
                    <a:pt x="298" y="180"/>
                    <a:pt x="298" y="180"/>
                    <a:pt x="298" y="180"/>
                  </a:cubicBezTo>
                  <a:cubicBezTo>
                    <a:pt x="298" y="181"/>
                    <a:pt x="298" y="181"/>
                    <a:pt x="298" y="181"/>
                  </a:cubicBezTo>
                  <a:cubicBezTo>
                    <a:pt x="297" y="181"/>
                    <a:pt x="297" y="181"/>
                    <a:pt x="297" y="181"/>
                  </a:cubicBezTo>
                  <a:cubicBezTo>
                    <a:pt x="297" y="180"/>
                    <a:pt x="297" y="180"/>
                    <a:pt x="297" y="180"/>
                  </a:cubicBezTo>
                  <a:cubicBezTo>
                    <a:pt x="297" y="179"/>
                    <a:pt x="297" y="179"/>
                    <a:pt x="297" y="179"/>
                  </a:cubicBezTo>
                  <a:cubicBezTo>
                    <a:pt x="297" y="179"/>
                    <a:pt x="297" y="179"/>
                    <a:pt x="297" y="179"/>
                  </a:cubicBezTo>
                  <a:cubicBezTo>
                    <a:pt x="297" y="178"/>
                    <a:pt x="297" y="178"/>
                    <a:pt x="297" y="178"/>
                  </a:cubicBezTo>
                  <a:cubicBezTo>
                    <a:pt x="296" y="178"/>
                    <a:pt x="296" y="178"/>
                    <a:pt x="296" y="178"/>
                  </a:cubicBezTo>
                  <a:cubicBezTo>
                    <a:pt x="295" y="178"/>
                    <a:pt x="295" y="178"/>
                    <a:pt x="295" y="178"/>
                  </a:cubicBezTo>
                  <a:cubicBezTo>
                    <a:pt x="295" y="178"/>
                    <a:pt x="295" y="178"/>
                    <a:pt x="295" y="178"/>
                  </a:cubicBezTo>
                  <a:cubicBezTo>
                    <a:pt x="295" y="177"/>
                    <a:pt x="295" y="177"/>
                    <a:pt x="295" y="177"/>
                  </a:cubicBezTo>
                  <a:cubicBezTo>
                    <a:pt x="294" y="177"/>
                    <a:pt x="294" y="177"/>
                    <a:pt x="294" y="177"/>
                  </a:cubicBezTo>
                  <a:cubicBezTo>
                    <a:pt x="294" y="177"/>
                    <a:pt x="294" y="177"/>
                    <a:pt x="294" y="177"/>
                  </a:cubicBezTo>
                  <a:cubicBezTo>
                    <a:pt x="293" y="177"/>
                    <a:pt x="293" y="177"/>
                    <a:pt x="293" y="177"/>
                  </a:cubicBezTo>
                  <a:cubicBezTo>
                    <a:pt x="293" y="178"/>
                    <a:pt x="293" y="178"/>
                    <a:pt x="293" y="178"/>
                  </a:cubicBezTo>
                  <a:cubicBezTo>
                    <a:pt x="294" y="178"/>
                    <a:pt x="294" y="178"/>
                    <a:pt x="294" y="178"/>
                  </a:cubicBezTo>
                  <a:cubicBezTo>
                    <a:pt x="295" y="178"/>
                    <a:pt x="295" y="178"/>
                    <a:pt x="295" y="178"/>
                  </a:cubicBezTo>
                  <a:cubicBezTo>
                    <a:pt x="296" y="178"/>
                    <a:pt x="296" y="178"/>
                    <a:pt x="296" y="178"/>
                  </a:cubicBezTo>
                  <a:cubicBezTo>
                    <a:pt x="296" y="179"/>
                    <a:pt x="296" y="179"/>
                    <a:pt x="296" y="179"/>
                  </a:cubicBezTo>
                  <a:cubicBezTo>
                    <a:pt x="295" y="180"/>
                    <a:pt x="295" y="180"/>
                    <a:pt x="295" y="180"/>
                  </a:cubicBezTo>
                  <a:cubicBezTo>
                    <a:pt x="295" y="180"/>
                    <a:pt x="295" y="180"/>
                    <a:pt x="295" y="180"/>
                  </a:cubicBezTo>
                  <a:cubicBezTo>
                    <a:pt x="296" y="180"/>
                    <a:pt x="296" y="180"/>
                    <a:pt x="296" y="180"/>
                  </a:cubicBezTo>
                  <a:cubicBezTo>
                    <a:pt x="296" y="180"/>
                    <a:pt x="296" y="180"/>
                    <a:pt x="296" y="180"/>
                  </a:cubicBezTo>
                  <a:cubicBezTo>
                    <a:pt x="296" y="181"/>
                    <a:pt x="296" y="181"/>
                    <a:pt x="296" y="181"/>
                  </a:cubicBezTo>
                  <a:cubicBezTo>
                    <a:pt x="296" y="181"/>
                    <a:pt x="296" y="181"/>
                    <a:pt x="296" y="181"/>
                  </a:cubicBezTo>
                  <a:cubicBezTo>
                    <a:pt x="297" y="181"/>
                    <a:pt x="297" y="181"/>
                    <a:pt x="297" y="181"/>
                  </a:cubicBezTo>
                  <a:cubicBezTo>
                    <a:pt x="297" y="181"/>
                    <a:pt x="297" y="181"/>
                    <a:pt x="297" y="181"/>
                  </a:cubicBezTo>
                  <a:cubicBezTo>
                    <a:pt x="296" y="182"/>
                    <a:pt x="296" y="182"/>
                    <a:pt x="296" y="182"/>
                  </a:cubicBezTo>
                  <a:cubicBezTo>
                    <a:pt x="295" y="183"/>
                    <a:pt x="295" y="183"/>
                    <a:pt x="295" y="183"/>
                  </a:cubicBezTo>
                  <a:cubicBezTo>
                    <a:pt x="294" y="184"/>
                    <a:pt x="294" y="184"/>
                    <a:pt x="294" y="184"/>
                  </a:cubicBezTo>
                  <a:cubicBezTo>
                    <a:pt x="296" y="183"/>
                    <a:pt x="296" y="183"/>
                    <a:pt x="296" y="183"/>
                  </a:cubicBezTo>
                  <a:cubicBezTo>
                    <a:pt x="296" y="183"/>
                    <a:pt x="296" y="183"/>
                    <a:pt x="296" y="183"/>
                  </a:cubicBezTo>
                  <a:cubicBezTo>
                    <a:pt x="297" y="182"/>
                    <a:pt x="297" y="182"/>
                    <a:pt x="297" y="182"/>
                  </a:cubicBezTo>
                  <a:cubicBezTo>
                    <a:pt x="298" y="182"/>
                    <a:pt x="298" y="182"/>
                    <a:pt x="298" y="182"/>
                  </a:cubicBezTo>
                  <a:cubicBezTo>
                    <a:pt x="298" y="183"/>
                    <a:pt x="298" y="183"/>
                    <a:pt x="298" y="183"/>
                  </a:cubicBezTo>
                  <a:cubicBezTo>
                    <a:pt x="298" y="183"/>
                    <a:pt x="298" y="183"/>
                    <a:pt x="298" y="183"/>
                  </a:cubicBezTo>
                  <a:cubicBezTo>
                    <a:pt x="297" y="183"/>
                    <a:pt x="297" y="183"/>
                    <a:pt x="297" y="183"/>
                  </a:cubicBezTo>
                  <a:cubicBezTo>
                    <a:pt x="297" y="184"/>
                    <a:pt x="297" y="184"/>
                    <a:pt x="297" y="184"/>
                  </a:cubicBezTo>
                  <a:cubicBezTo>
                    <a:pt x="297" y="184"/>
                    <a:pt x="297" y="184"/>
                    <a:pt x="297" y="184"/>
                  </a:cubicBezTo>
                  <a:cubicBezTo>
                    <a:pt x="298" y="184"/>
                    <a:pt x="298" y="184"/>
                    <a:pt x="298" y="184"/>
                  </a:cubicBezTo>
                  <a:cubicBezTo>
                    <a:pt x="299" y="185"/>
                    <a:pt x="299" y="185"/>
                    <a:pt x="299" y="185"/>
                  </a:cubicBezTo>
                  <a:cubicBezTo>
                    <a:pt x="298" y="185"/>
                    <a:pt x="298" y="185"/>
                    <a:pt x="298" y="185"/>
                  </a:cubicBezTo>
                  <a:cubicBezTo>
                    <a:pt x="297" y="185"/>
                    <a:pt x="297" y="185"/>
                    <a:pt x="297" y="185"/>
                  </a:cubicBezTo>
                  <a:cubicBezTo>
                    <a:pt x="297" y="185"/>
                    <a:pt x="297" y="185"/>
                    <a:pt x="297" y="185"/>
                  </a:cubicBezTo>
                  <a:cubicBezTo>
                    <a:pt x="298" y="185"/>
                    <a:pt x="298" y="185"/>
                    <a:pt x="298" y="185"/>
                  </a:cubicBezTo>
                  <a:cubicBezTo>
                    <a:pt x="298" y="186"/>
                    <a:pt x="298" y="186"/>
                    <a:pt x="298" y="186"/>
                  </a:cubicBezTo>
                  <a:cubicBezTo>
                    <a:pt x="298" y="186"/>
                    <a:pt x="298" y="186"/>
                    <a:pt x="298" y="186"/>
                  </a:cubicBezTo>
                  <a:cubicBezTo>
                    <a:pt x="298" y="186"/>
                    <a:pt x="298" y="186"/>
                    <a:pt x="298" y="186"/>
                  </a:cubicBezTo>
                  <a:cubicBezTo>
                    <a:pt x="298" y="186"/>
                    <a:pt x="298" y="186"/>
                    <a:pt x="298" y="186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8" y="188"/>
                    <a:pt x="298" y="188"/>
                    <a:pt x="298" y="188"/>
                  </a:cubicBezTo>
                  <a:cubicBezTo>
                    <a:pt x="299" y="189"/>
                    <a:pt x="299" y="189"/>
                    <a:pt x="299" y="189"/>
                  </a:cubicBezTo>
                  <a:cubicBezTo>
                    <a:pt x="299" y="188"/>
                    <a:pt x="299" y="188"/>
                    <a:pt x="299" y="188"/>
                  </a:cubicBezTo>
                  <a:cubicBezTo>
                    <a:pt x="299" y="187"/>
                    <a:pt x="299" y="187"/>
                    <a:pt x="299" y="187"/>
                  </a:cubicBezTo>
                  <a:cubicBezTo>
                    <a:pt x="299" y="187"/>
                    <a:pt x="299" y="187"/>
                    <a:pt x="299" y="187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0" y="188"/>
                    <a:pt x="300" y="188"/>
                    <a:pt x="300" y="188"/>
                  </a:cubicBezTo>
                  <a:cubicBezTo>
                    <a:pt x="300" y="189"/>
                    <a:pt x="300" y="189"/>
                    <a:pt x="300" y="189"/>
                  </a:cubicBezTo>
                  <a:cubicBezTo>
                    <a:pt x="300" y="189"/>
                    <a:pt x="300" y="189"/>
                    <a:pt x="300" y="189"/>
                  </a:cubicBezTo>
                  <a:cubicBezTo>
                    <a:pt x="300" y="189"/>
                    <a:pt x="300" y="189"/>
                    <a:pt x="300" y="189"/>
                  </a:cubicBezTo>
                  <a:cubicBezTo>
                    <a:pt x="300" y="190"/>
                    <a:pt x="300" y="190"/>
                    <a:pt x="300" y="190"/>
                  </a:cubicBezTo>
                  <a:cubicBezTo>
                    <a:pt x="301" y="190"/>
                    <a:pt x="301" y="190"/>
                    <a:pt x="301" y="190"/>
                  </a:cubicBezTo>
                  <a:cubicBezTo>
                    <a:pt x="301" y="189"/>
                    <a:pt x="301" y="189"/>
                    <a:pt x="301" y="189"/>
                  </a:cubicBezTo>
                  <a:cubicBezTo>
                    <a:pt x="301" y="190"/>
                    <a:pt x="301" y="190"/>
                    <a:pt x="301" y="190"/>
                  </a:cubicBezTo>
                  <a:cubicBezTo>
                    <a:pt x="301" y="189"/>
                    <a:pt x="301" y="189"/>
                    <a:pt x="301" y="189"/>
                  </a:cubicBezTo>
                  <a:cubicBezTo>
                    <a:pt x="301" y="189"/>
                    <a:pt x="301" y="189"/>
                    <a:pt x="301" y="189"/>
                  </a:cubicBezTo>
                  <a:cubicBezTo>
                    <a:pt x="302" y="189"/>
                    <a:pt x="302" y="189"/>
                    <a:pt x="302" y="189"/>
                  </a:cubicBezTo>
                  <a:cubicBezTo>
                    <a:pt x="302" y="190"/>
                    <a:pt x="302" y="190"/>
                    <a:pt x="302" y="190"/>
                  </a:cubicBezTo>
                  <a:cubicBezTo>
                    <a:pt x="302" y="190"/>
                    <a:pt x="302" y="190"/>
                    <a:pt x="302" y="190"/>
                  </a:cubicBezTo>
                  <a:cubicBezTo>
                    <a:pt x="302" y="191"/>
                    <a:pt x="302" y="191"/>
                    <a:pt x="302" y="191"/>
                  </a:cubicBezTo>
                  <a:cubicBezTo>
                    <a:pt x="301" y="191"/>
                    <a:pt x="301" y="191"/>
                    <a:pt x="301" y="191"/>
                  </a:cubicBezTo>
                  <a:cubicBezTo>
                    <a:pt x="301" y="191"/>
                    <a:pt x="301" y="191"/>
                    <a:pt x="301" y="191"/>
                  </a:cubicBezTo>
                  <a:cubicBezTo>
                    <a:pt x="302" y="192"/>
                    <a:pt x="302" y="192"/>
                    <a:pt x="302" y="192"/>
                  </a:cubicBezTo>
                  <a:cubicBezTo>
                    <a:pt x="303" y="192"/>
                    <a:pt x="303" y="192"/>
                    <a:pt x="303" y="192"/>
                  </a:cubicBezTo>
                  <a:cubicBezTo>
                    <a:pt x="303" y="191"/>
                    <a:pt x="303" y="191"/>
                    <a:pt x="303" y="191"/>
                  </a:cubicBezTo>
                  <a:cubicBezTo>
                    <a:pt x="304" y="192"/>
                    <a:pt x="304" y="192"/>
                    <a:pt x="304" y="192"/>
                  </a:cubicBezTo>
                  <a:cubicBezTo>
                    <a:pt x="303" y="192"/>
                    <a:pt x="303" y="192"/>
                    <a:pt x="303" y="192"/>
                  </a:cubicBezTo>
                  <a:cubicBezTo>
                    <a:pt x="303" y="192"/>
                    <a:pt x="303" y="192"/>
                    <a:pt x="303" y="192"/>
                  </a:cubicBezTo>
                  <a:cubicBezTo>
                    <a:pt x="302" y="193"/>
                    <a:pt x="302" y="193"/>
                    <a:pt x="302" y="193"/>
                  </a:cubicBezTo>
                  <a:cubicBezTo>
                    <a:pt x="302" y="193"/>
                    <a:pt x="302" y="193"/>
                    <a:pt x="302" y="193"/>
                  </a:cubicBezTo>
                  <a:cubicBezTo>
                    <a:pt x="303" y="194"/>
                    <a:pt x="303" y="194"/>
                    <a:pt x="303" y="194"/>
                  </a:cubicBezTo>
                  <a:cubicBezTo>
                    <a:pt x="303" y="195"/>
                    <a:pt x="303" y="195"/>
                    <a:pt x="303" y="195"/>
                  </a:cubicBezTo>
                  <a:cubicBezTo>
                    <a:pt x="303" y="195"/>
                    <a:pt x="303" y="195"/>
                    <a:pt x="303" y="195"/>
                  </a:cubicBezTo>
                  <a:cubicBezTo>
                    <a:pt x="303" y="196"/>
                    <a:pt x="303" y="196"/>
                    <a:pt x="303" y="196"/>
                  </a:cubicBezTo>
                  <a:cubicBezTo>
                    <a:pt x="304" y="197"/>
                    <a:pt x="304" y="197"/>
                    <a:pt x="304" y="197"/>
                  </a:cubicBezTo>
                  <a:cubicBezTo>
                    <a:pt x="304" y="197"/>
                    <a:pt x="304" y="197"/>
                    <a:pt x="304" y="197"/>
                  </a:cubicBezTo>
                  <a:cubicBezTo>
                    <a:pt x="304" y="198"/>
                    <a:pt x="304" y="198"/>
                    <a:pt x="304" y="198"/>
                  </a:cubicBezTo>
                  <a:cubicBezTo>
                    <a:pt x="304" y="199"/>
                    <a:pt x="304" y="199"/>
                    <a:pt x="304" y="199"/>
                  </a:cubicBezTo>
                  <a:cubicBezTo>
                    <a:pt x="303" y="199"/>
                    <a:pt x="303" y="199"/>
                    <a:pt x="303" y="199"/>
                  </a:cubicBezTo>
                  <a:cubicBezTo>
                    <a:pt x="304" y="200"/>
                    <a:pt x="304" y="200"/>
                    <a:pt x="304" y="200"/>
                  </a:cubicBezTo>
                  <a:cubicBezTo>
                    <a:pt x="303" y="201"/>
                    <a:pt x="303" y="201"/>
                    <a:pt x="303" y="201"/>
                  </a:cubicBezTo>
                  <a:cubicBezTo>
                    <a:pt x="302" y="199"/>
                    <a:pt x="302" y="199"/>
                    <a:pt x="302" y="199"/>
                  </a:cubicBezTo>
                  <a:cubicBezTo>
                    <a:pt x="302" y="199"/>
                    <a:pt x="302" y="199"/>
                    <a:pt x="302" y="199"/>
                  </a:cubicBezTo>
                  <a:cubicBezTo>
                    <a:pt x="302" y="198"/>
                    <a:pt x="302" y="198"/>
                    <a:pt x="302" y="198"/>
                  </a:cubicBezTo>
                  <a:cubicBezTo>
                    <a:pt x="302" y="197"/>
                    <a:pt x="302" y="197"/>
                    <a:pt x="302" y="197"/>
                  </a:cubicBezTo>
                  <a:cubicBezTo>
                    <a:pt x="302" y="198"/>
                    <a:pt x="302" y="198"/>
                    <a:pt x="302" y="198"/>
                  </a:cubicBezTo>
                  <a:cubicBezTo>
                    <a:pt x="302" y="199"/>
                    <a:pt x="302" y="199"/>
                    <a:pt x="302" y="199"/>
                  </a:cubicBezTo>
                  <a:cubicBezTo>
                    <a:pt x="302" y="200"/>
                    <a:pt x="302" y="200"/>
                    <a:pt x="302" y="200"/>
                  </a:cubicBezTo>
                  <a:cubicBezTo>
                    <a:pt x="302" y="201"/>
                    <a:pt x="302" y="201"/>
                    <a:pt x="302" y="201"/>
                  </a:cubicBezTo>
                  <a:cubicBezTo>
                    <a:pt x="302" y="202"/>
                    <a:pt x="302" y="202"/>
                    <a:pt x="302" y="202"/>
                  </a:cubicBezTo>
                  <a:cubicBezTo>
                    <a:pt x="302" y="203"/>
                    <a:pt x="302" y="203"/>
                    <a:pt x="302" y="203"/>
                  </a:cubicBezTo>
                  <a:cubicBezTo>
                    <a:pt x="302" y="203"/>
                    <a:pt x="302" y="203"/>
                    <a:pt x="302" y="203"/>
                  </a:cubicBezTo>
                  <a:cubicBezTo>
                    <a:pt x="301" y="203"/>
                    <a:pt x="301" y="203"/>
                    <a:pt x="301" y="203"/>
                  </a:cubicBezTo>
                  <a:cubicBezTo>
                    <a:pt x="301" y="202"/>
                    <a:pt x="301" y="202"/>
                    <a:pt x="301" y="202"/>
                  </a:cubicBezTo>
                  <a:cubicBezTo>
                    <a:pt x="300" y="202"/>
                    <a:pt x="300" y="202"/>
                    <a:pt x="300" y="202"/>
                  </a:cubicBezTo>
                  <a:cubicBezTo>
                    <a:pt x="301" y="204"/>
                    <a:pt x="301" y="204"/>
                    <a:pt x="301" y="204"/>
                  </a:cubicBezTo>
                  <a:cubicBezTo>
                    <a:pt x="300" y="205"/>
                    <a:pt x="300" y="205"/>
                    <a:pt x="300" y="205"/>
                  </a:cubicBezTo>
                  <a:cubicBezTo>
                    <a:pt x="301" y="205"/>
                    <a:pt x="301" y="205"/>
                    <a:pt x="301" y="205"/>
                  </a:cubicBezTo>
                  <a:cubicBezTo>
                    <a:pt x="301" y="205"/>
                    <a:pt x="301" y="205"/>
                    <a:pt x="301" y="205"/>
                  </a:cubicBezTo>
                  <a:cubicBezTo>
                    <a:pt x="300" y="205"/>
                    <a:pt x="300" y="205"/>
                    <a:pt x="300" y="205"/>
                  </a:cubicBezTo>
                  <a:cubicBezTo>
                    <a:pt x="299" y="205"/>
                    <a:pt x="299" y="205"/>
                    <a:pt x="299" y="205"/>
                  </a:cubicBezTo>
                  <a:cubicBezTo>
                    <a:pt x="299" y="204"/>
                    <a:pt x="299" y="204"/>
                    <a:pt x="299" y="204"/>
                  </a:cubicBezTo>
                  <a:cubicBezTo>
                    <a:pt x="299" y="203"/>
                    <a:pt x="299" y="203"/>
                    <a:pt x="299" y="203"/>
                  </a:cubicBezTo>
                  <a:cubicBezTo>
                    <a:pt x="299" y="202"/>
                    <a:pt x="299" y="202"/>
                    <a:pt x="299" y="202"/>
                  </a:cubicBezTo>
                  <a:cubicBezTo>
                    <a:pt x="299" y="203"/>
                    <a:pt x="299" y="203"/>
                    <a:pt x="299" y="203"/>
                  </a:cubicBezTo>
                  <a:cubicBezTo>
                    <a:pt x="298" y="203"/>
                    <a:pt x="298" y="203"/>
                    <a:pt x="298" y="203"/>
                  </a:cubicBezTo>
                  <a:cubicBezTo>
                    <a:pt x="298" y="202"/>
                    <a:pt x="298" y="202"/>
                    <a:pt x="298" y="202"/>
                  </a:cubicBezTo>
                  <a:cubicBezTo>
                    <a:pt x="298" y="201"/>
                    <a:pt x="298" y="201"/>
                    <a:pt x="298" y="201"/>
                  </a:cubicBezTo>
                  <a:cubicBezTo>
                    <a:pt x="298" y="202"/>
                    <a:pt x="298" y="202"/>
                    <a:pt x="298" y="202"/>
                  </a:cubicBezTo>
                  <a:cubicBezTo>
                    <a:pt x="298" y="202"/>
                    <a:pt x="298" y="202"/>
                    <a:pt x="298" y="202"/>
                  </a:cubicBezTo>
                  <a:cubicBezTo>
                    <a:pt x="297" y="202"/>
                    <a:pt x="297" y="202"/>
                    <a:pt x="297" y="202"/>
                  </a:cubicBezTo>
                  <a:cubicBezTo>
                    <a:pt x="297" y="201"/>
                    <a:pt x="297" y="201"/>
                    <a:pt x="297" y="201"/>
                  </a:cubicBezTo>
                  <a:cubicBezTo>
                    <a:pt x="297" y="201"/>
                    <a:pt x="297" y="201"/>
                    <a:pt x="297" y="201"/>
                  </a:cubicBezTo>
                  <a:cubicBezTo>
                    <a:pt x="297" y="201"/>
                    <a:pt x="297" y="201"/>
                    <a:pt x="297" y="201"/>
                  </a:cubicBezTo>
                  <a:cubicBezTo>
                    <a:pt x="297" y="201"/>
                    <a:pt x="297" y="201"/>
                    <a:pt x="297" y="201"/>
                  </a:cubicBezTo>
                  <a:cubicBezTo>
                    <a:pt x="297" y="201"/>
                    <a:pt x="297" y="201"/>
                    <a:pt x="297" y="201"/>
                  </a:cubicBezTo>
                  <a:cubicBezTo>
                    <a:pt x="297" y="202"/>
                    <a:pt x="297" y="202"/>
                    <a:pt x="297" y="202"/>
                  </a:cubicBezTo>
                  <a:cubicBezTo>
                    <a:pt x="296" y="201"/>
                    <a:pt x="296" y="201"/>
                    <a:pt x="296" y="201"/>
                  </a:cubicBezTo>
                  <a:cubicBezTo>
                    <a:pt x="296" y="201"/>
                    <a:pt x="296" y="201"/>
                    <a:pt x="296" y="201"/>
                  </a:cubicBezTo>
                  <a:cubicBezTo>
                    <a:pt x="296" y="201"/>
                    <a:pt x="296" y="201"/>
                    <a:pt x="296" y="201"/>
                  </a:cubicBezTo>
                  <a:cubicBezTo>
                    <a:pt x="296" y="200"/>
                    <a:pt x="296" y="200"/>
                    <a:pt x="296" y="200"/>
                  </a:cubicBezTo>
                  <a:cubicBezTo>
                    <a:pt x="295" y="199"/>
                    <a:pt x="295" y="199"/>
                    <a:pt x="295" y="199"/>
                  </a:cubicBezTo>
                  <a:cubicBezTo>
                    <a:pt x="295" y="198"/>
                    <a:pt x="295" y="198"/>
                    <a:pt x="295" y="198"/>
                  </a:cubicBezTo>
                  <a:cubicBezTo>
                    <a:pt x="295" y="199"/>
                    <a:pt x="295" y="199"/>
                    <a:pt x="295" y="199"/>
                  </a:cubicBezTo>
                  <a:cubicBezTo>
                    <a:pt x="295" y="200"/>
                    <a:pt x="295" y="200"/>
                    <a:pt x="295" y="200"/>
                  </a:cubicBezTo>
                  <a:cubicBezTo>
                    <a:pt x="295" y="201"/>
                    <a:pt x="295" y="201"/>
                    <a:pt x="295" y="201"/>
                  </a:cubicBezTo>
                  <a:cubicBezTo>
                    <a:pt x="295" y="201"/>
                    <a:pt x="295" y="201"/>
                    <a:pt x="295" y="201"/>
                  </a:cubicBezTo>
                  <a:cubicBezTo>
                    <a:pt x="294" y="200"/>
                    <a:pt x="294" y="200"/>
                    <a:pt x="294" y="200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293" y="199"/>
                    <a:pt x="293" y="199"/>
                    <a:pt x="293" y="199"/>
                  </a:cubicBezTo>
                  <a:cubicBezTo>
                    <a:pt x="293" y="198"/>
                    <a:pt x="293" y="198"/>
                    <a:pt x="293" y="198"/>
                  </a:cubicBezTo>
                  <a:cubicBezTo>
                    <a:pt x="292" y="197"/>
                    <a:pt x="292" y="197"/>
                    <a:pt x="292" y="197"/>
                  </a:cubicBezTo>
                  <a:cubicBezTo>
                    <a:pt x="292" y="197"/>
                    <a:pt x="292" y="197"/>
                    <a:pt x="292" y="197"/>
                  </a:cubicBezTo>
                  <a:cubicBezTo>
                    <a:pt x="292" y="196"/>
                    <a:pt x="292" y="196"/>
                    <a:pt x="292" y="196"/>
                  </a:cubicBezTo>
                  <a:cubicBezTo>
                    <a:pt x="291" y="197"/>
                    <a:pt x="291" y="197"/>
                    <a:pt x="291" y="197"/>
                  </a:cubicBezTo>
                  <a:cubicBezTo>
                    <a:pt x="291" y="197"/>
                    <a:pt x="291" y="197"/>
                    <a:pt x="291" y="197"/>
                  </a:cubicBezTo>
                  <a:cubicBezTo>
                    <a:pt x="292" y="198"/>
                    <a:pt x="292" y="198"/>
                    <a:pt x="292" y="198"/>
                  </a:cubicBezTo>
                  <a:cubicBezTo>
                    <a:pt x="292" y="199"/>
                    <a:pt x="292" y="199"/>
                    <a:pt x="292" y="199"/>
                  </a:cubicBezTo>
                  <a:cubicBezTo>
                    <a:pt x="291" y="198"/>
                    <a:pt x="291" y="198"/>
                    <a:pt x="291" y="198"/>
                  </a:cubicBezTo>
                  <a:cubicBezTo>
                    <a:pt x="291" y="198"/>
                    <a:pt x="291" y="198"/>
                    <a:pt x="291" y="198"/>
                  </a:cubicBezTo>
                  <a:cubicBezTo>
                    <a:pt x="291" y="197"/>
                    <a:pt x="291" y="197"/>
                    <a:pt x="291" y="197"/>
                  </a:cubicBezTo>
                  <a:cubicBezTo>
                    <a:pt x="290" y="197"/>
                    <a:pt x="290" y="197"/>
                    <a:pt x="290" y="197"/>
                  </a:cubicBezTo>
                  <a:cubicBezTo>
                    <a:pt x="289" y="196"/>
                    <a:pt x="289" y="196"/>
                    <a:pt x="289" y="196"/>
                  </a:cubicBezTo>
                  <a:cubicBezTo>
                    <a:pt x="289" y="195"/>
                    <a:pt x="289" y="195"/>
                    <a:pt x="289" y="195"/>
                  </a:cubicBezTo>
                  <a:cubicBezTo>
                    <a:pt x="288" y="195"/>
                    <a:pt x="288" y="195"/>
                    <a:pt x="288" y="195"/>
                  </a:cubicBezTo>
                  <a:cubicBezTo>
                    <a:pt x="288" y="196"/>
                    <a:pt x="288" y="196"/>
                    <a:pt x="288" y="196"/>
                  </a:cubicBezTo>
                  <a:cubicBezTo>
                    <a:pt x="287" y="195"/>
                    <a:pt x="287" y="195"/>
                    <a:pt x="287" y="195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88" y="197"/>
                    <a:pt x="288" y="197"/>
                    <a:pt x="288" y="197"/>
                  </a:cubicBezTo>
                  <a:cubicBezTo>
                    <a:pt x="289" y="198"/>
                    <a:pt x="289" y="198"/>
                    <a:pt x="289" y="198"/>
                  </a:cubicBezTo>
                  <a:cubicBezTo>
                    <a:pt x="289" y="198"/>
                    <a:pt x="289" y="198"/>
                    <a:pt x="289" y="198"/>
                  </a:cubicBezTo>
                  <a:cubicBezTo>
                    <a:pt x="289" y="199"/>
                    <a:pt x="289" y="199"/>
                    <a:pt x="289" y="199"/>
                  </a:cubicBezTo>
                  <a:cubicBezTo>
                    <a:pt x="289" y="200"/>
                    <a:pt x="289" y="200"/>
                    <a:pt x="289" y="200"/>
                  </a:cubicBezTo>
                  <a:cubicBezTo>
                    <a:pt x="289" y="200"/>
                    <a:pt x="289" y="200"/>
                    <a:pt x="289" y="200"/>
                  </a:cubicBezTo>
                  <a:cubicBezTo>
                    <a:pt x="290" y="200"/>
                    <a:pt x="290" y="200"/>
                    <a:pt x="290" y="200"/>
                  </a:cubicBezTo>
                  <a:cubicBezTo>
                    <a:pt x="291" y="200"/>
                    <a:pt x="291" y="200"/>
                    <a:pt x="291" y="200"/>
                  </a:cubicBezTo>
                  <a:cubicBezTo>
                    <a:pt x="291" y="201"/>
                    <a:pt x="291" y="201"/>
                    <a:pt x="291" y="201"/>
                  </a:cubicBezTo>
                  <a:cubicBezTo>
                    <a:pt x="291" y="201"/>
                    <a:pt x="291" y="201"/>
                    <a:pt x="291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1" y="202"/>
                    <a:pt x="291" y="202"/>
                    <a:pt x="291" y="202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93" y="203"/>
                    <a:pt x="293" y="203"/>
                    <a:pt x="293" y="203"/>
                  </a:cubicBezTo>
                  <a:cubicBezTo>
                    <a:pt x="293" y="203"/>
                    <a:pt x="293" y="203"/>
                    <a:pt x="293" y="203"/>
                  </a:cubicBezTo>
                  <a:cubicBezTo>
                    <a:pt x="293" y="203"/>
                    <a:pt x="293" y="203"/>
                    <a:pt x="293" y="203"/>
                  </a:cubicBezTo>
                  <a:cubicBezTo>
                    <a:pt x="294" y="204"/>
                    <a:pt x="294" y="204"/>
                    <a:pt x="294" y="204"/>
                  </a:cubicBezTo>
                  <a:cubicBezTo>
                    <a:pt x="294" y="204"/>
                    <a:pt x="294" y="204"/>
                    <a:pt x="294" y="204"/>
                  </a:cubicBezTo>
                  <a:cubicBezTo>
                    <a:pt x="293" y="205"/>
                    <a:pt x="293" y="205"/>
                    <a:pt x="293" y="205"/>
                  </a:cubicBezTo>
                  <a:cubicBezTo>
                    <a:pt x="294" y="205"/>
                    <a:pt x="294" y="205"/>
                    <a:pt x="294" y="205"/>
                  </a:cubicBezTo>
                  <a:cubicBezTo>
                    <a:pt x="294" y="206"/>
                    <a:pt x="294" y="206"/>
                    <a:pt x="294" y="206"/>
                  </a:cubicBezTo>
                  <a:cubicBezTo>
                    <a:pt x="294" y="206"/>
                    <a:pt x="294" y="206"/>
                    <a:pt x="294" y="206"/>
                  </a:cubicBezTo>
                  <a:cubicBezTo>
                    <a:pt x="295" y="205"/>
                    <a:pt x="295" y="205"/>
                    <a:pt x="295" y="205"/>
                  </a:cubicBezTo>
                  <a:cubicBezTo>
                    <a:pt x="295" y="206"/>
                    <a:pt x="295" y="206"/>
                    <a:pt x="295" y="206"/>
                  </a:cubicBezTo>
                  <a:cubicBezTo>
                    <a:pt x="295" y="206"/>
                    <a:pt x="295" y="206"/>
                    <a:pt x="295" y="206"/>
                  </a:cubicBezTo>
                  <a:cubicBezTo>
                    <a:pt x="295" y="207"/>
                    <a:pt x="295" y="207"/>
                    <a:pt x="295" y="207"/>
                  </a:cubicBezTo>
                  <a:cubicBezTo>
                    <a:pt x="295" y="207"/>
                    <a:pt x="295" y="207"/>
                    <a:pt x="295" y="207"/>
                  </a:cubicBezTo>
                  <a:cubicBezTo>
                    <a:pt x="296" y="207"/>
                    <a:pt x="296" y="207"/>
                    <a:pt x="296" y="207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95" y="207"/>
                    <a:pt x="295" y="207"/>
                    <a:pt x="295" y="207"/>
                  </a:cubicBezTo>
                  <a:cubicBezTo>
                    <a:pt x="294" y="208"/>
                    <a:pt x="294" y="208"/>
                    <a:pt x="294" y="208"/>
                  </a:cubicBezTo>
                  <a:cubicBezTo>
                    <a:pt x="295" y="208"/>
                    <a:pt x="295" y="208"/>
                    <a:pt x="295" y="208"/>
                  </a:cubicBezTo>
                  <a:cubicBezTo>
                    <a:pt x="295" y="209"/>
                    <a:pt x="295" y="209"/>
                    <a:pt x="295" y="209"/>
                  </a:cubicBezTo>
                  <a:cubicBezTo>
                    <a:pt x="295" y="209"/>
                    <a:pt x="295" y="209"/>
                    <a:pt x="295" y="209"/>
                  </a:cubicBezTo>
                  <a:cubicBezTo>
                    <a:pt x="295" y="209"/>
                    <a:pt x="295" y="209"/>
                    <a:pt x="295" y="209"/>
                  </a:cubicBezTo>
                  <a:close/>
                  <a:moveTo>
                    <a:pt x="221" y="190"/>
                  </a:moveTo>
                  <a:cubicBezTo>
                    <a:pt x="221" y="190"/>
                    <a:pt x="221" y="190"/>
                    <a:pt x="221" y="190"/>
                  </a:cubicBezTo>
                  <a:cubicBezTo>
                    <a:pt x="222" y="189"/>
                    <a:pt x="222" y="189"/>
                    <a:pt x="222" y="189"/>
                  </a:cubicBezTo>
                  <a:cubicBezTo>
                    <a:pt x="222" y="189"/>
                    <a:pt x="222" y="189"/>
                    <a:pt x="222" y="189"/>
                  </a:cubicBezTo>
                  <a:cubicBezTo>
                    <a:pt x="222" y="189"/>
                    <a:pt x="222" y="189"/>
                    <a:pt x="222" y="189"/>
                  </a:cubicBezTo>
                  <a:cubicBezTo>
                    <a:pt x="223" y="189"/>
                    <a:pt x="223" y="189"/>
                    <a:pt x="223" y="189"/>
                  </a:cubicBezTo>
                  <a:cubicBezTo>
                    <a:pt x="223" y="189"/>
                    <a:pt x="223" y="189"/>
                    <a:pt x="223" y="189"/>
                  </a:cubicBezTo>
                  <a:cubicBezTo>
                    <a:pt x="224" y="189"/>
                    <a:pt x="224" y="189"/>
                    <a:pt x="224" y="189"/>
                  </a:cubicBezTo>
                  <a:cubicBezTo>
                    <a:pt x="224" y="189"/>
                    <a:pt x="224" y="189"/>
                    <a:pt x="224" y="189"/>
                  </a:cubicBezTo>
                  <a:cubicBezTo>
                    <a:pt x="225" y="189"/>
                    <a:pt x="225" y="189"/>
                    <a:pt x="225" y="189"/>
                  </a:cubicBezTo>
                  <a:cubicBezTo>
                    <a:pt x="225" y="190"/>
                    <a:pt x="225" y="190"/>
                    <a:pt x="225" y="190"/>
                  </a:cubicBezTo>
                  <a:cubicBezTo>
                    <a:pt x="224" y="191"/>
                    <a:pt x="224" y="191"/>
                    <a:pt x="224" y="191"/>
                  </a:cubicBezTo>
                  <a:cubicBezTo>
                    <a:pt x="224" y="191"/>
                    <a:pt x="224" y="191"/>
                    <a:pt x="224" y="191"/>
                  </a:cubicBezTo>
                  <a:cubicBezTo>
                    <a:pt x="224" y="192"/>
                    <a:pt x="224" y="192"/>
                    <a:pt x="224" y="192"/>
                  </a:cubicBezTo>
                  <a:cubicBezTo>
                    <a:pt x="224" y="193"/>
                    <a:pt x="224" y="193"/>
                    <a:pt x="224" y="193"/>
                  </a:cubicBezTo>
                  <a:cubicBezTo>
                    <a:pt x="224" y="193"/>
                    <a:pt x="224" y="193"/>
                    <a:pt x="224" y="193"/>
                  </a:cubicBezTo>
                  <a:cubicBezTo>
                    <a:pt x="225" y="193"/>
                    <a:pt x="225" y="193"/>
                    <a:pt x="225" y="193"/>
                  </a:cubicBezTo>
                  <a:cubicBezTo>
                    <a:pt x="225" y="193"/>
                    <a:pt x="225" y="193"/>
                    <a:pt x="225" y="193"/>
                  </a:cubicBezTo>
                  <a:cubicBezTo>
                    <a:pt x="225" y="193"/>
                    <a:pt x="225" y="193"/>
                    <a:pt x="225" y="193"/>
                  </a:cubicBezTo>
                  <a:cubicBezTo>
                    <a:pt x="226" y="193"/>
                    <a:pt x="226" y="193"/>
                    <a:pt x="226" y="193"/>
                  </a:cubicBezTo>
                  <a:cubicBezTo>
                    <a:pt x="227" y="193"/>
                    <a:pt x="227" y="193"/>
                    <a:pt x="227" y="193"/>
                  </a:cubicBezTo>
                  <a:cubicBezTo>
                    <a:pt x="227" y="193"/>
                    <a:pt x="227" y="193"/>
                    <a:pt x="227" y="193"/>
                  </a:cubicBezTo>
                  <a:cubicBezTo>
                    <a:pt x="228" y="192"/>
                    <a:pt x="228" y="192"/>
                    <a:pt x="228" y="192"/>
                  </a:cubicBezTo>
                  <a:cubicBezTo>
                    <a:pt x="228" y="192"/>
                    <a:pt x="228" y="192"/>
                    <a:pt x="228" y="192"/>
                  </a:cubicBezTo>
                  <a:cubicBezTo>
                    <a:pt x="229" y="192"/>
                    <a:pt x="229" y="192"/>
                    <a:pt x="229" y="192"/>
                  </a:cubicBezTo>
                  <a:cubicBezTo>
                    <a:pt x="229" y="191"/>
                    <a:pt x="229" y="191"/>
                    <a:pt x="229" y="191"/>
                  </a:cubicBezTo>
                  <a:cubicBezTo>
                    <a:pt x="230" y="190"/>
                    <a:pt x="230" y="190"/>
                    <a:pt x="230" y="190"/>
                  </a:cubicBezTo>
                  <a:cubicBezTo>
                    <a:pt x="230" y="190"/>
                    <a:pt x="230" y="190"/>
                    <a:pt x="230" y="190"/>
                  </a:cubicBezTo>
                  <a:cubicBezTo>
                    <a:pt x="230" y="190"/>
                    <a:pt x="230" y="190"/>
                    <a:pt x="230" y="190"/>
                  </a:cubicBezTo>
                  <a:cubicBezTo>
                    <a:pt x="231" y="190"/>
                    <a:pt x="231" y="190"/>
                    <a:pt x="231" y="190"/>
                  </a:cubicBezTo>
                  <a:cubicBezTo>
                    <a:pt x="232" y="190"/>
                    <a:pt x="232" y="190"/>
                    <a:pt x="232" y="190"/>
                  </a:cubicBezTo>
                  <a:cubicBezTo>
                    <a:pt x="232" y="190"/>
                    <a:pt x="232" y="190"/>
                    <a:pt x="232" y="190"/>
                  </a:cubicBezTo>
                  <a:cubicBezTo>
                    <a:pt x="232" y="190"/>
                    <a:pt x="232" y="190"/>
                    <a:pt x="232" y="190"/>
                  </a:cubicBezTo>
                  <a:cubicBezTo>
                    <a:pt x="233" y="189"/>
                    <a:pt x="233" y="189"/>
                    <a:pt x="233" y="189"/>
                  </a:cubicBezTo>
                  <a:cubicBezTo>
                    <a:pt x="233" y="188"/>
                    <a:pt x="233" y="188"/>
                    <a:pt x="233" y="188"/>
                  </a:cubicBezTo>
                  <a:cubicBezTo>
                    <a:pt x="233" y="187"/>
                    <a:pt x="233" y="187"/>
                    <a:pt x="233" y="187"/>
                  </a:cubicBezTo>
                  <a:cubicBezTo>
                    <a:pt x="234" y="187"/>
                    <a:pt x="234" y="187"/>
                    <a:pt x="234" y="187"/>
                  </a:cubicBezTo>
                  <a:cubicBezTo>
                    <a:pt x="234" y="187"/>
                    <a:pt x="234" y="187"/>
                    <a:pt x="234" y="187"/>
                  </a:cubicBezTo>
                  <a:cubicBezTo>
                    <a:pt x="235" y="187"/>
                    <a:pt x="235" y="187"/>
                    <a:pt x="235" y="187"/>
                  </a:cubicBezTo>
                  <a:cubicBezTo>
                    <a:pt x="235" y="187"/>
                    <a:pt x="235" y="187"/>
                    <a:pt x="235" y="187"/>
                  </a:cubicBezTo>
                  <a:cubicBezTo>
                    <a:pt x="236" y="186"/>
                    <a:pt x="236" y="186"/>
                    <a:pt x="236" y="186"/>
                  </a:cubicBezTo>
                  <a:cubicBezTo>
                    <a:pt x="236" y="187"/>
                    <a:pt x="236" y="187"/>
                    <a:pt x="236" y="187"/>
                  </a:cubicBezTo>
                  <a:cubicBezTo>
                    <a:pt x="236" y="187"/>
                    <a:pt x="236" y="187"/>
                    <a:pt x="236" y="187"/>
                  </a:cubicBezTo>
                  <a:cubicBezTo>
                    <a:pt x="236" y="188"/>
                    <a:pt x="236" y="188"/>
                    <a:pt x="236" y="188"/>
                  </a:cubicBezTo>
                  <a:cubicBezTo>
                    <a:pt x="235" y="188"/>
                    <a:pt x="235" y="188"/>
                    <a:pt x="235" y="188"/>
                  </a:cubicBezTo>
                  <a:cubicBezTo>
                    <a:pt x="236" y="188"/>
                    <a:pt x="236" y="188"/>
                    <a:pt x="236" y="188"/>
                  </a:cubicBezTo>
                  <a:cubicBezTo>
                    <a:pt x="237" y="188"/>
                    <a:pt x="237" y="188"/>
                    <a:pt x="237" y="188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37" y="190"/>
                    <a:pt x="237" y="190"/>
                    <a:pt x="237" y="190"/>
                  </a:cubicBezTo>
                  <a:cubicBezTo>
                    <a:pt x="237" y="190"/>
                    <a:pt x="237" y="190"/>
                    <a:pt x="237" y="190"/>
                  </a:cubicBezTo>
                  <a:cubicBezTo>
                    <a:pt x="237" y="191"/>
                    <a:pt x="237" y="191"/>
                    <a:pt x="237" y="191"/>
                  </a:cubicBezTo>
                  <a:cubicBezTo>
                    <a:pt x="237" y="191"/>
                    <a:pt x="237" y="191"/>
                    <a:pt x="237" y="191"/>
                  </a:cubicBezTo>
                  <a:cubicBezTo>
                    <a:pt x="238" y="191"/>
                    <a:pt x="238" y="191"/>
                    <a:pt x="238" y="191"/>
                  </a:cubicBezTo>
                  <a:cubicBezTo>
                    <a:pt x="238" y="191"/>
                    <a:pt x="238" y="191"/>
                    <a:pt x="238" y="191"/>
                  </a:cubicBezTo>
                  <a:cubicBezTo>
                    <a:pt x="239" y="191"/>
                    <a:pt x="239" y="191"/>
                    <a:pt x="239" y="191"/>
                  </a:cubicBezTo>
                  <a:cubicBezTo>
                    <a:pt x="239" y="191"/>
                    <a:pt x="239" y="191"/>
                    <a:pt x="239" y="191"/>
                  </a:cubicBezTo>
                  <a:cubicBezTo>
                    <a:pt x="239" y="192"/>
                    <a:pt x="239" y="192"/>
                    <a:pt x="239" y="192"/>
                  </a:cubicBezTo>
                  <a:cubicBezTo>
                    <a:pt x="240" y="192"/>
                    <a:pt x="240" y="192"/>
                    <a:pt x="240" y="192"/>
                  </a:cubicBezTo>
                  <a:cubicBezTo>
                    <a:pt x="241" y="192"/>
                    <a:pt x="241" y="192"/>
                    <a:pt x="241" y="192"/>
                  </a:cubicBezTo>
                  <a:cubicBezTo>
                    <a:pt x="241" y="192"/>
                    <a:pt x="241" y="192"/>
                    <a:pt x="241" y="192"/>
                  </a:cubicBezTo>
                  <a:cubicBezTo>
                    <a:pt x="242" y="193"/>
                    <a:pt x="242" y="193"/>
                    <a:pt x="242" y="193"/>
                  </a:cubicBezTo>
                  <a:cubicBezTo>
                    <a:pt x="243" y="193"/>
                    <a:pt x="243" y="193"/>
                    <a:pt x="243" y="193"/>
                  </a:cubicBezTo>
                  <a:cubicBezTo>
                    <a:pt x="243" y="192"/>
                    <a:pt x="243" y="192"/>
                    <a:pt x="243" y="192"/>
                  </a:cubicBezTo>
                  <a:cubicBezTo>
                    <a:pt x="244" y="191"/>
                    <a:pt x="244" y="191"/>
                    <a:pt x="244" y="191"/>
                  </a:cubicBezTo>
                  <a:cubicBezTo>
                    <a:pt x="244" y="191"/>
                    <a:pt x="244" y="191"/>
                    <a:pt x="244" y="191"/>
                  </a:cubicBezTo>
                  <a:cubicBezTo>
                    <a:pt x="245" y="191"/>
                    <a:pt x="245" y="191"/>
                    <a:pt x="245" y="191"/>
                  </a:cubicBezTo>
                  <a:cubicBezTo>
                    <a:pt x="245" y="190"/>
                    <a:pt x="245" y="190"/>
                    <a:pt x="245" y="190"/>
                  </a:cubicBezTo>
                  <a:cubicBezTo>
                    <a:pt x="245" y="190"/>
                    <a:pt x="245" y="190"/>
                    <a:pt x="245" y="190"/>
                  </a:cubicBezTo>
                  <a:cubicBezTo>
                    <a:pt x="244" y="190"/>
                    <a:pt x="244" y="190"/>
                    <a:pt x="244" y="190"/>
                  </a:cubicBezTo>
                  <a:cubicBezTo>
                    <a:pt x="245" y="190"/>
                    <a:pt x="245" y="190"/>
                    <a:pt x="245" y="190"/>
                  </a:cubicBezTo>
                  <a:cubicBezTo>
                    <a:pt x="245" y="189"/>
                    <a:pt x="245" y="189"/>
                    <a:pt x="245" y="189"/>
                  </a:cubicBezTo>
                  <a:cubicBezTo>
                    <a:pt x="244" y="189"/>
                    <a:pt x="244" y="189"/>
                    <a:pt x="244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4" y="189"/>
                    <a:pt x="244" y="189"/>
                    <a:pt x="244" y="189"/>
                  </a:cubicBezTo>
                  <a:cubicBezTo>
                    <a:pt x="244" y="189"/>
                    <a:pt x="244" y="189"/>
                    <a:pt x="244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2" y="188"/>
                    <a:pt x="242" y="188"/>
                    <a:pt x="242" y="188"/>
                  </a:cubicBezTo>
                  <a:cubicBezTo>
                    <a:pt x="242" y="188"/>
                    <a:pt x="242" y="188"/>
                    <a:pt x="242" y="188"/>
                  </a:cubicBezTo>
                  <a:cubicBezTo>
                    <a:pt x="241" y="189"/>
                    <a:pt x="241" y="189"/>
                    <a:pt x="241" y="189"/>
                  </a:cubicBezTo>
                  <a:cubicBezTo>
                    <a:pt x="240" y="189"/>
                    <a:pt x="240" y="189"/>
                    <a:pt x="240" y="189"/>
                  </a:cubicBezTo>
                  <a:cubicBezTo>
                    <a:pt x="240" y="188"/>
                    <a:pt x="240" y="188"/>
                    <a:pt x="240" y="188"/>
                  </a:cubicBezTo>
                  <a:cubicBezTo>
                    <a:pt x="240" y="188"/>
                    <a:pt x="240" y="188"/>
                    <a:pt x="240" y="188"/>
                  </a:cubicBezTo>
                  <a:cubicBezTo>
                    <a:pt x="241" y="188"/>
                    <a:pt x="241" y="188"/>
                    <a:pt x="241" y="188"/>
                  </a:cubicBezTo>
                  <a:cubicBezTo>
                    <a:pt x="242" y="187"/>
                    <a:pt x="242" y="187"/>
                    <a:pt x="242" y="187"/>
                  </a:cubicBezTo>
                  <a:cubicBezTo>
                    <a:pt x="242" y="187"/>
                    <a:pt x="242" y="187"/>
                    <a:pt x="242" y="187"/>
                  </a:cubicBezTo>
                  <a:cubicBezTo>
                    <a:pt x="241" y="187"/>
                    <a:pt x="241" y="187"/>
                    <a:pt x="241" y="187"/>
                  </a:cubicBezTo>
                  <a:cubicBezTo>
                    <a:pt x="241" y="186"/>
                    <a:pt x="241" y="186"/>
                    <a:pt x="241" y="186"/>
                  </a:cubicBezTo>
                  <a:cubicBezTo>
                    <a:pt x="241" y="185"/>
                    <a:pt x="241" y="185"/>
                    <a:pt x="241" y="185"/>
                  </a:cubicBezTo>
                  <a:cubicBezTo>
                    <a:pt x="241" y="185"/>
                    <a:pt x="241" y="185"/>
                    <a:pt x="241" y="185"/>
                  </a:cubicBezTo>
                  <a:cubicBezTo>
                    <a:pt x="241" y="184"/>
                    <a:pt x="241" y="184"/>
                    <a:pt x="241" y="184"/>
                  </a:cubicBezTo>
                  <a:cubicBezTo>
                    <a:pt x="241" y="184"/>
                    <a:pt x="241" y="184"/>
                    <a:pt x="241" y="184"/>
                  </a:cubicBezTo>
                  <a:cubicBezTo>
                    <a:pt x="240" y="183"/>
                    <a:pt x="240" y="183"/>
                    <a:pt x="240" y="183"/>
                  </a:cubicBezTo>
                  <a:cubicBezTo>
                    <a:pt x="239" y="182"/>
                    <a:pt x="239" y="182"/>
                    <a:pt x="239" y="182"/>
                  </a:cubicBezTo>
                  <a:cubicBezTo>
                    <a:pt x="239" y="182"/>
                    <a:pt x="239" y="182"/>
                    <a:pt x="239" y="182"/>
                  </a:cubicBezTo>
                  <a:cubicBezTo>
                    <a:pt x="238" y="181"/>
                    <a:pt x="238" y="181"/>
                    <a:pt x="238" y="181"/>
                  </a:cubicBezTo>
                  <a:cubicBezTo>
                    <a:pt x="238" y="181"/>
                    <a:pt x="238" y="181"/>
                    <a:pt x="238" y="181"/>
                  </a:cubicBezTo>
                  <a:cubicBezTo>
                    <a:pt x="238" y="181"/>
                    <a:pt x="238" y="181"/>
                    <a:pt x="238" y="181"/>
                  </a:cubicBezTo>
                  <a:cubicBezTo>
                    <a:pt x="238" y="180"/>
                    <a:pt x="238" y="180"/>
                    <a:pt x="238" y="180"/>
                  </a:cubicBezTo>
                  <a:cubicBezTo>
                    <a:pt x="237" y="179"/>
                    <a:pt x="237" y="179"/>
                    <a:pt x="237" y="179"/>
                  </a:cubicBezTo>
                  <a:cubicBezTo>
                    <a:pt x="236" y="179"/>
                    <a:pt x="236" y="179"/>
                    <a:pt x="236" y="179"/>
                  </a:cubicBezTo>
                  <a:cubicBezTo>
                    <a:pt x="235" y="179"/>
                    <a:pt x="235" y="179"/>
                    <a:pt x="235" y="179"/>
                  </a:cubicBezTo>
                  <a:cubicBezTo>
                    <a:pt x="234" y="178"/>
                    <a:pt x="234" y="178"/>
                    <a:pt x="234" y="178"/>
                  </a:cubicBezTo>
                  <a:cubicBezTo>
                    <a:pt x="235" y="177"/>
                    <a:pt x="235" y="177"/>
                    <a:pt x="235" y="177"/>
                  </a:cubicBezTo>
                  <a:cubicBezTo>
                    <a:pt x="235" y="177"/>
                    <a:pt x="235" y="177"/>
                    <a:pt x="235" y="177"/>
                  </a:cubicBezTo>
                  <a:cubicBezTo>
                    <a:pt x="234" y="177"/>
                    <a:pt x="234" y="177"/>
                    <a:pt x="234" y="177"/>
                  </a:cubicBezTo>
                  <a:cubicBezTo>
                    <a:pt x="234" y="176"/>
                    <a:pt x="234" y="176"/>
                    <a:pt x="234" y="176"/>
                  </a:cubicBezTo>
                  <a:cubicBezTo>
                    <a:pt x="234" y="176"/>
                    <a:pt x="234" y="176"/>
                    <a:pt x="234" y="176"/>
                  </a:cubicBezTo>
                  <a:cubicBezTo>
                    <a:pt x="233" y="177"/>
                    <a:pt x="233" y="177"/>
                    <a:pt x="233" y="177"/>
                  </a:cubicBezTo>
                  <a:cubicBezTo>
                    <a:pt x="233" y="178"/>
                    <a:pt x="233" y="178"/>
                    <a:pt x="233" y="178"/>
                  </a:cubicBezTo>
                  <a:cubicBezTo>
                    <a:pt x="232" y="178"/>
                    <a:pt x="232" y="178"/>
                    <a:pt x="232" y="178"/>
                  </a:cubicBezTo>
                  <a:cubicBezTo>
                    <a:pt x="232" y="178"/>
                    <a:pt x="232" y="178"/>
                    <a:pt x="232" y="178"/>
                  </a:cubicBezTo>
                  <a:cubicBezTo>
                    <a:pt x="232" y="177"/>
                    <a:pt x="232" y="177"/>
                    <a:pt x="232" y="177"/>
                  </a:cubicBezTo>
                  <a:cubicBezTo>
                    <a:pt x="232" y="176"/>
                    <a:pt x="232" y="176"/>
                    <a:pt x="232" y="176"/>
                  </a:cubicBezTo>
                  <a:cubicBezTo>
                    <a:pt x="232" y="175"/>
                    <a:pt x="232" y="175"/>
                    <a:pt x="232" y="175"/>
                  </a:cubicBezTo>
                  <a:cubicBezTo>
                    <a:pt x="232" y="175"/>
                    <a:pt x="232" y="175"/>
                    <a:pt x="232" y="175"/>
                  </a:cubicBezTo>
                  <a:cubicBezTo>
                    <a:pt x="233" y="175"/>
                    <a:pt x="233" y="175"/>
                    <a:pt x="233" y="175"/>
                  </a:cubicBezTo>
                  <a:cubicBezTo>
                    <a:pt x="233" y="175"/>
                    <a:pt x="233" y="175"/>
                    <a:pt x="233" y="175"/>
                  </a:cubicBezTo>
                  <a:cubicBezTo>
                    <a:pt x="233" y="174"/>
                    <a:pt x="233" y="174"/>
                    <a:pt x="233" y="174"/>
                  </a:cubicBezTo>
                  <a:cubicBezTo>
                    <a:pt x="232" y="174"/>
                    <a:pt x="232" y="174"/>
                    <a:pt x="232" y="174"/>
                  </a:cubicBezTo>
                  <a:cubicBezTo>
                    <a:pt x="232" y="174"/>
                    <a:pt x="232" y="174"/>
                    <a:pt x="232" y="174"/>
                  </a:cubicBezTo>
                  <a:cubicBezTo>
                    <a:pt x="232" y="173"/>
                    <a:pt x="232" y="173"/>
                    <a:pt x="232" y="173"/>
                  </a:cubicBezTo>
                  <a:cubicBezTo>
                    <a:pt x="232" y="172"/>
                    <a:pt x="232" y="172"/>
                    <a:pt x="232" y="172"/>
                  </a:cubicBezTo>
                  <a:cubicBezTo>
                    <a:pt x="232" y="172"/>
                    <a:pt x="232" y="172"/>
                    <a:pt x="232" y="172"/>
                  </a:cubicBezTo>
                  <a:cubicBezTo>
                    <a:pt x="230" y="173"/>
                    <a:pt x="230" y="173"/>
                    <a:pt x="230" y="173"/>
                  </a:cubicBezTo>
                  <a:cubicBezTo>
                    <a:pt x="229" y="174"/>
                    <a:pt x="229" y="174"/>
                    <a:pt x="229" y="174"/>
                  </a:cubicBezTo>
                  <a:cubicBezTo>
                    <a:pt x="229" y="175"/>
                    <a:pt x="229" y="175"/>
                    <a:pt x="229" y="175"/>
                  </a:cubicBezTo>
                  <a:cubicBezTo>
                    <a:pt x="228" y="176"/>
                    <a:pt x="228" y="176"/>
                    <a:pt x="228" y="176"/>
                  </a:cubicBezTo>
                  <a:cubicBezTo>
                    <a:pt x="228" y="177"/>
                    <a:pt x="228" y="177"/>
                    <a:pt x="228" y="177"/>
                  </a:cubicBezTo>
                  <a:cubicBezTo>
                    <a:pt x="227" y="177"/>
                    <a:pt x="227" y="177"/>
                    <a:pt x="227" y="177"/>
                  </a:cubicBezTo>
                  <a:cubicBezTo>
                    <a:pt x="227" y="178"/>
                    <a:pt x="227" y="178"/>
                    <a:pt x="227" y="178"/>
                  </a:cubicBezTo>
                  <a:cubicBezTo>
                    <a:pt x="226" y="179"/>
                    <a:pt x="226" y="179"/>
                    <a:pt x="226" y="179"/>
                  </a:cubicBezTo>
                  <a:cubicBezTo>
                    <a:pt x="227" y="180"/>
                    <a:pt x="227" y="180"/>
                    <a:pt x="227" y="180"/>
                  </a:cubicBezTo>
                  <a:cubicBezTo>
                    <a:pt x="226" y="180"/>
                    <a:pt x="226" y="180"/>
                    <a:pt x="226" y="180"/>
                  </a:cubicBezTo>
                  <a:cubicBezTo>
                    <a:pt x="226" y="181"/>
                    <a:pt x="226" y="181"/>
                    <a:pt x="226" y="181"/>
                  </a:cubicBezTo>
                  <a:cubicBezTo>
                    <a:pt x="226" y="181"/>
                    <a:pt x="226" y="181"/>
                    <a:pt x="226" y="181"/>
                  </a:cubicBezTo>
                  <a:cubicBezTo>
                    <a:pt x="225" y="182"/>
                    <a:pt x="225" y="182"/>
                    <a:pt x="225" y="182"/>
                  </a:cubicBezTo>
                  <a:cubicBezTo>
                    <a:pt x="224" y="183"/>
                    <a:pt x="224" y="183"/>
                    <a:pt x="224" y="183"/>
                  </a:cubicBezTo>
                  <a:cubicBezTo>
                    <a:pt x="224" y="184"/>
                    <a:pt x="224" y="184"/>
                    <a:pt x="224" y="184"/>
                  </a:cubicBezTo>
                  <a:cubicBezTo>
                    <a:pt x="224" y="184"/>
                    <a:pt x="224" y="184"/>
                    <a:pt x="224" y="184"/>
                  </a:cubicBezTo>
                  <a:cubicBezTo>
                    <a:pt x="224" y="186"/>
                    <a:pt x="224" y="186"/>
                    <a:pt x="224" y="186"/>
                  </a:cubicBezTo>
                  <a:cubicBezTo>
                    <a:pt x="224" y="186"/>
                    <a:pt x="224" y="186"/>
                    <a:pt x="224" y="186"/>
                  </a:cubicBezTo>
                  <a:cubicBezTo>
                    <a:pt x="223" y="186"/>
                    <a:pt x="223" y="186"/>
                    <a:pt x="223" y="186"/>
                  </a:cubicBezTo>
                  <a:cubicBezTo>
                    <a:pt x="221" y="187"/>
                    <a:pt x="221" y="187"/>
                    <a:pt x="221" y="187"/>
                  </a:cubicBezTo>
                  <a:cubicBezTo>
                    <a:pt x="221" y="187"/>
                    <a:pt x="221" y="187"/>
                    <a:pt x="221" y="187"/>
                  </a:cubicBezTo>
                  <a:cubicBezTo>
                    <a:pt x="221" y="189"/>
                    <a:pt x="221" y="189"/>
                    <a:pt x="221" y="189"/>
                  </a:cubicBezTo>
                  <a:cubicBezTo>
                    <a:pt x="221" y="190"/>
                    <a:pt x="221" y="190"/>
                    <a:pt x="221" y="190"/>
                  </a:cubicBezTo>
                  <a:close/>
                  <a:moveTo>
                    <a:pt x="228" y="201"/>
                  </a:moveTo>
                  <a:cubicBezTo>
                    <a:pt x="228" y="201"/>
                    <a:pt x="228" y="201"/>
                    <a:pt x="228" y="201"/>
                  </a:cubicBezTo>
                  <a:cubicBezTo>
                    <a:pt x="229" y="201"/>
                    <a:pt x="229" y="201"/>
                    <a:pt x="229" y="201"/>
                  </a:cubicBezTo>
                  <a:cubicBezTo>
                    <a:pt x="229" y="200"/>
                    <a:pt x="229" y="200"/>
                    <a:pt x="229" y="200"/>
                  </a:cubicBezTo>
                  <a:cubicBezTo>
                    <a:pt x="230" y="200"/>
                    <a:pt x="230" y="200"/>
                    <a:pt x="230" y="200"/>
                  </a:cubicBezTo>
                  <a:cubicBezTo>
                    <a:pt x="230" y="201"/>
                    <a:pt x="230" y="201"/>
                    <a:pt x="230" y="201"/>
                  </a:cubicBezTo>
                  <a:cubicBezTo>
                    <a:pt x="231" y="201"/>
                    <a:pt x="231" y="201"/>
                    <a:pt x="231" y="201"/>
                  </a:cubicBezTo>
                  <a:cubicBezTo>
                    <a:pt x="231" y="201"/>
                    <a:pt x="231" y="201"/>
                    <a:pt x="231" y="201"/>
                  </a:cubicBezTo>
                  <a:cubicBezTo>
                    <a:pt x="232" y="200"/>
                    <a:pt x="232" y="200"/>
                    <a:pt x="232" y="200"/>
                  </a:cubicBezTo>
                  <a:cubicBezTo>
                    <a:pt x="233" y="200"/>
                    <a:pt x="233" y="200"/>
                    <a:pt x="233" y="200"/>
                  </a:cubicBezTo>
                  <a:cubicBezTo>
                    <a:pt x="234" y="199"/>
                    <a:pt x="234" y="199"/>
                    <a:pt x="234" y="199"/>
                  </a:cubicBezTo>
                  <a:cubicBezTo>
                    <a:pt x="235" y="198"/>
                    <a:pt x="235" y="198"/>
                    <a:pt x="235" y="198"/>
                  </a:cubicBezTo>
                  <a:cubicBezTo>
                    <a:pt x="235" y="198"/>
                    <a:pt x="235" y="198"/>
                    <a:pt x="235" y="198"/>
                  </a:cubicBezTo>
                  <a:cubicBezTo>
                    <a:pt x="236" y="198"/>
                    <a:pt x="236" y="198"/>
                    <a:pt x="236" y="198"/>
                  </a:cubicBezTo>
                  <a:cubicBezTo>
                    <a:pt x="236" y="197"/>
                    <a:pt x="236" y="197"/>
                    <a:pt x="236" y="197"/>
                  </a:cubicBezTo>
                  <a:cubicBezTo>
                    <a:pt x="237" y="197"/>
                    <a:pt x="237" y="197"/>
                    <a:pt x="237" y="197"/>
                  </a:cubicBezTo>
                  <a:cubicBezTo>
                    <a:pt x="237" y="196"/>
                    <a:pt x="237" y="196"/>
                    <a:pt x="237" y="196"/>
                  </a:cubicBezTo>
                  <a:cubicBezTo>
                    <a:pt x="236" y="196"/>
                    <a:pt x="236" y="196"/>
                    <a:pt x="236" y="196"/>
                  </a:cubicBezTo>
                  <a:cubicBezTo>
                    <a:pt x="236" y="196"/>
                    <a:pt x="236" y="196"/>
                    <a:pt x="236" y="196"/>
                  </a:cubicBezTo>
                  <a:cubicBezTo>
                    <a:pt x="235" y="196"/>
                    <a:pt x="235" y="196"/>
                    <a:pt x="235" y="196"/>
                  </a:cubicBezTo>
                  <a:cubicBezTo>
                    <a:pt x="234" y="196"/>
                    <a:pt x="234" y="196"/>
                    <a:pt x="234" y="196"/>
                  </a:cubicBezTo>
                  <a:cubicBezTo>
                    <a:pt x="234" y="196"/>
                    <a:pt x="234" y="196"/>
                    <a:pt x="234" y="196"/>
                  </a:cubicBezTo>
                  <a:cubicBezTo>
                    <a:pt x="233" y="196"/>
                    <a:pt x="233" y="196"/>
                    <a:pt x="233" y="196"/>
                  </a:cubicBezTo>
                  <a:cubicBezTo>
                    <a:pt x="233" y="197"/>
                    <a:pt x="233" y="197"/>
                    <a:pt x="233" y="197"/>
                  </a:cubicBezTo>
                  <a:cubicBezTo>
                    <a:pt x="232" y="197"/>
                    <a:pt x="232" y="197"/>
                    <a:pt x="232" y="197"/>
                  </a:cubicBezTo>
                  <a:cubicBezTo>
                    <a:pt x="232" y="196"/>
                    <a:pt x="232" y="196"/>
                    <a:pt x="232" y="196"/>
                  </a:cubicBezTo>
                  <a:cubicBezTo>
                    <a:pt x="232" y="196"/>
                    <a:pt x="232" y="196"/>
                    <a:pt x="232" y="196"/>
                  </a:cubicBezTo>
                  <a:cubicBezTo>
                    <a:pt x="231" y="196"/>
                    <a:pt x="231" y="196"/>
                    <a:pt x="231" y="196"/>
                  </a:cubicBezTo>
                  <a:cubicBezTo>
                    <a:pt x="230" y="197"/>
                    <a:pt x="230" y="197"/>
                    <a:pt x="230" y="197"/>
                  </a:cubicBezTo>
                  <a:cubicBezTo>
                    <a:pt x="230" y="198"/>
                    <a:pt x="230" y="198"/>
                    <a:pt x="230" y="198"/>
                  </a:cubicBezTo>
                  <a:cubicBezTo>
                    <a:pt x="229" y="198"/>
                    <a:pt x="229" y="198"/>
                    <a:pt x="229" y="198"/>
                  </a:cubicBezTo>
                  <a:cubicBezTo>
                    <a:pt x="228" y="198"/>
                    <a:pt x="228" y="198"/>
                    <a:pt x="228" y="198"/>
                  </a:cubicBezTo>
                  <a:cubicBezTo>
                    <a:pt x="228" y="199"/>
                    <a:pt x="228" y="199"/>
                    <a:pt x="228" y="199"/>
                  </a:cubicBezTo>
                  <a:cubicBezTo>
                    <a:pt x="228" y="199"/>
                    <a:pt x="228" y="199"/>
                    <a:pt x="228" y="199"/>
                  </a:cubicBezTo>
                  <a:cubicBezTo>
                    <a:pt x="228" y="200"/>
                    <a:pt x="228" y="200"/>
                    <a:pt x="228" y="200"/>
                  </a:cubicBezTo>
                  <a:cubicBezTo>
                    <a:pt x="228" y="201"/>
                    <a:pt x="228" y="201"/>
                    <a:pt x="228" y="201"/>
                  </a:cubicBezTo>
                  <a:cubicBezTo>
                    <a:pt x="228" y="201"/>
                    <a:pt x="228" y="201"/>
                    <a:pt x="228" y="201"/>
                  </a:cubicBezTo>
                  <a:close/>
                  <a:moveTo>
                    <a:pt x="300" y="206"/>
                  </a:moveTo>
                  <a:cubicBezTo>
                    <a:pt x="300" y="207"/>
                    <a:pt x="300" y="207"/>
                    <a:pt x="300" y="207"/>
                  </a:cubicBezTo>
                  <a:cubicBezTo>
                    <a:pt x="301" y="207"/>
                    <a:pt x="301" y="207"/>
                    <a:pt x="301" y="207"/>
                  </a:cubicBezTo>
                  <a:cubicBezTo>
                    <a:pt x="301" y="207"/>
                    <a:pt x="301" y="207"/>
                    <a:pt x="301" y="207"/>
                  </a:cubicBezTo>
                  <a:cubicBezTo>
                    <a:pt x="302" y="207"/>
                    <a:pt x="302" y="207"/>
                    <a:pt x="302" y="207"/>
                  </a:cubicBezTo>
                  <a:cubicBezTo>
                    <a:pt x="302" y="207"/>
                    <a:pt x="302" y="207"/>
                    <a:pt x="302" y="207"/>
                  </a:cubicBezTo>
                  <a:cubicBezTo>
                    <a:pt x="302" y="206"/>
                    <a:pt x="302" y="206"/>
                    <a:pt x="302" y="206"/>
                  </a:cubicBezTo>
                  <a:cubicBezTo>
                    <a:pt x="302" y="206"/>
                    <a:pt x="302" y="206"/>
                    <a:pt x="302" y="206"/>
                  </a:cubicBezTo>
                  <a:cubicBezTo>
                    <a:pt x="302" y="206"/>
                    <a:pt x="302" y="206"/>
                    <a:pt x="302" y="206"/>
                  </a:cubicBezTo>
                  <a:cubicBezTo>
                    <a:pt x="301" y="206"/>
                    <a:pt x="301" y="206"/>
                    <a:pt x="301" y="206"/>
                  </a:cubicBezTo>
                  <a:cubicBezTo>
                    <a:pt x="300" y="206"/>
                    <a:pt x="300" y="206"/>
                    <a:pt x="300" y="206"/>
                  </a:cubicBezTo>
                  <a:cubicBezTo>
                    <a:pt x="300" y="206"/>
                    <a:pt x="300" y="206"/>
                    <a:pt x="300" y="206"/>
                  </a:cubicBezTo>
                  <a:close/>
                  <a:moveTo>
                    <a:pt x="277" y="201"/>
                  </a:moveTo>
                  <a:cubicBezTo>
                    <a:pt x="278" y="201"/>
                    <a:pt x="278" y="201"/>
                    <a:pt x="278" y="201"/>
                  </a:cubicBezTo>
                  <a:cubicBezTo>
                    <a:pt x="278" y="202"/>
                    <a:pt x="278" y="202"/>
                    <a:pt x="278" y="202"/>
                  </a:cubicBezTo>
                  <a:cubicBezTo>
                    <a:pt x="279" y="202"/>
                    <a:pt x="279" y="202"/>
                    <a:pt x="279" y="202"/>
                  </a:cubicBezTo>
                  <a:cubicBezTo>
                    <a:pt x="278" y="202"/>
                    <a:pt x="278" y="202"/>
                    <a:pt x="278" y="202"/>
                  </a:cubicBezTo>
                  <a:cubicBezTo>
                    <a:pt x="279" y="203"/>
                    <a:pt x="279" y="203"/>
                    <a:pt x="279" y="203"/>
                  </a:cubicBezTo>
                  <a:cubicBezTo>
                    <a:pt x="279" y="203"/>
                    <a:pt x="279" y="203"/>
                    <a:pt x="279" y="203"/>
                  </a:cubicBezTo>
                  <a:cubicBezTo>
                    <a:pt x="279" y="203"/>
                    <a:pt x="279" y="203"/>
                    <a:pt x="279" y="203"/>
                  </a:cubicBezTo>
                  <a:cubicBezTo>
                    <a:pt x="280" y="203"/>
                    <a:pt x="280" y="203"/>
                    <a:pt x="280" y="203"/>
                  </a:cubicBezTo>
                  <a:cubicBezTo>
                    <a:pt x="280" y="203"/>
                    <a:pt x="280" y="203"/>
                    <a:pt x="280" y="203"/>
                  </a:cubicBezTo>
                  <a:cubicBezTo>
                    <a:pt x="280" y="203"/>
                    <a:pt x="280" y="203"/>
                    <a:pt x="280" y="203"/>
                  </a:cubicBezTo>
                  <a:cubicBezTo>
                    <a:pt x="280" y="202"/>
                    <a:pt x="280" y="202"/>
                    <a:pt x="280" y="202"/>
                  </a:cubicBezTo>
                  <a:cubicBezTo>
                    <a:pt x="280" y="202"/>
                    <a:pt x="280" y="202"/>
                    <a:pt x="280" y="202"/>
                  </a:cubicBezTo>
                  <a:cubicBezTo>
                    <a:pt x="279" y="202"/>
                    <a:pt x="279" y="202"/>
                    <a:pt x="279" y="202"/>
                  </a:cubicBezTo>
                  <a:cubicBezTo>
                    <a:pt x="279" y="201"/>
                    <a:pt x="279" y="201"/>
                    <a:pt x="279" y="201"/>
                  </a:cubicBezTo>
                  <a:cubicBezTo>
                    <a:pt x="278" y="201"/>
                    <a:pt x="278" y="201"/>
                    <a:pt x="278" y="201"/>
                  </a:cubicBezTo>
                  <a:cubicBezTo>
                    <a:pt x="278" y="201"/>
                    <a:pt x="278" y="201"/>
                    <a:pt x="278" y="201"/>
                  </a:cubicBezTo>
                  <a:cubicBezTo>
                    <a:pt x="277" y="201"/>
                    <a:pt x="277" y="201"/>
                    <a:pt x="277" y="201"/>
                  </a:cubicBezTo>
                  <a:close/>
                  <a:moveTo>
                    <a:pt x="299" y="212"/>
                  </a:moveTo>
                  <a:cubicBezTo>
                    <a:pt x="298" y="211"/>
                    <a:pt x="298" y="211"/>
                    <a:pt x="298" y="211"/>
                  </a:cubicBezTo>
                  <a:cubicBezTo>
                    <a:pt x="298" y="211"/>
                    <a:pt x="298" y="211"/>
                    <a:pt x="298" y="211"/>
                  </a:cubicBezTo>
                  <a:cubicBezTo>
                    <a:pt x="298" y="210"/>
                    <a:pt x="298" y="210"/>
                    <a:pt x="298" y="210"/>
                  </a:cubicBezTo>
                  <a:cubicBezTo>
                    <a:pt x="298" y="210"/>
                    <a:pt x="298" y="210"/>
                    <a:pt x="298" y="210"/>
                  </a:cubicBezTo>
                  <a:cubicBezTo>
                    <a:pt x="298" y="210"/>
                    <a:pt x="298" y="210"/>
                    <a:pt x="298" y="210"/>
                  </a:cubicBezTo>
                  <a:cubicBezTo>
                    <a:pt x="298" y="210"/>
                    <a:pt x="298" y="210"/>
                    <a:pt x="298" y="210"/>
                  </a:cubicBezTo>
                  <a:cubicBezTo>
                    <a:pt x="298" y="210"/>
                    <a:pt x="298" y="210"/>
                    <a:pt x="298" y="210"/>
                  </a:cubicBezTo>
                  <a:cubicBezTo>
                    <a:pt x="299" y="211"/>
                    <a:pt x="299" y="211"/>
                    <a:pt x="299" y="211"/>
                  </a:cubicBezTo>
                  <a:cubicBezTo>
                    <a:pt x="299" y="211"/>
                    <a:pt x="299" y="211"/>
                    <a:pt x="299" y="211"/>
                  </a:cubicBezTo>
                  <a:cubicBezTo>
                    <a:pt x="299" y="212"/>
                    <a:pt x="299" y="212"/>
                    <a:pt x="299" y="212"/>
                  </a:cubicBezTo>
                  <a:close/>
                  <a:moveTo>
                    <a:pt x="298" y="214"/>
                  </a:moveTo>
                  <a:cubicBezTo>
                    <a:pt x="298" y="214"/>
                    <a:pt x="298" y="214"/>
                    <a:pt x="298" y="214"/>
                  </a:cubicBezTo>
                  <a:cubicBezTo>
                    <a:pt x="298" y="213"/>
                    <a:pt x="298" y="213"/>
                    <a:pt x="298" y="213"/>
                  </a:cubicBezTo>
                  <a:cubicBezTo>
                    <a:pt x="297" y="213"/>
                    <a:pt x="297" y="213"/>
                    <a:pt x="297" y="213"/>
                  </a:cubicBezTo>
                  <a:cubicBezTo>
                    <a:pt x="297" y="213"/>
                    <a:pt x="297" y="213"/>
                    <a:pt x="297" y="213"/>
                  </a:cubicBezTo>
                  <a:cubicBezTo>
                    <a:pt x="296" y="212"/>
                    <a:pt x="296" y="212"/>
                    <a:pt x="296" y="212"/>
                  </a:cubicBezTo>
                  <a:cubicBezTo>
                    <a:pt x="296" y="212"/>
                    <a:pt x="296" y="212"/>
                    <a:pt x="296" y="212"/>
                  </a:cubicBezTo>
                  <a:cubicBezTo>
                    <a:pt x="297" y="212"/>
                    <a:pt x="297" y="212"/>
                    <a:pt x="297" y="212"/>
                  </a:cubicBezTo>
                  <a:cubicBezTo>
                    <a:pt x="297" y="212"/>
                    <a:pt x="297" y="212"/>
                    <a:pt x="297" y="212"/>
                  </a:cubicBezTo>
                  <a:cubicBezTo>
                    <a:pt x="298" y="212"/>
                    <a:pt x="298" y="212"/>
                    <a:pt x="298" y="212"/>
                  </a:cubicBezTo>
                  <a:cubicBezTo>
                    <a:pt x="299" y="212"/>
                    <a:pt x="299" y="212"/>
                    <a:pt x="299" y="212"/>
                  </a:cubicBezTo>
                  <a:cubicBezTo>
                    <a:pt x="299" y="213"/>
                    <a:pt x="299" y="213"/>
                    <a:pt x="299" y="213"/>
                  </a:cubicBezTo>
                  <a:cubicBezTo>
                    <a:pt x="299" y="213"/>
                    <a:pt x="299" y="213"/>
                    <a:pt x="299" y="213"/>
                  </a:cubicBezTo>
                  <a:cubicBezTo>
                    <a:pt x="299" y="213"/>
                    <a:pt x="299" y="213"/>
                    <a:pt x="299" y="213"/>
                  </a:cubicBezTo>
                  <a:cubicBezTo>
                    <a:pt x="298" y="214"/>
                    <a:pt x="298" y="214"/>
                    <a:pt x="298" y="214"/>
                  </a:cubicBezTo>
                  <a:cubicBezTo>
                    <a:pt x="298" y="214"/>
                    <a:pt x="298" y="214"/>
                    <a:pt x="298" y="214"/>
                  </a:cubicBezTo>
                  <a:cubicBezTo>
                    <a:pt x="298" y="214"/>
                    <a:pt x="298" y="214"/>
                    <a:pt x="298" y="214"/>
                  </a:cubicBezTo>
                  <a:close/>
                  <a:moveTo>
                    <a:pt x="276" y="226"/>
                  </a:moveTo>
                  <a:cubicBezTo>
                    <a:pt x="276" y="227"/>
                    <a:pt x="276" y="227"/>
                    <a:pt x="276" y="227"/>
                  </a:cubicBezTo>
                  <a:cubicBezTo>
                    <a:pt x="276" y="226"/>
                    <a:pt x="276" y="226"/>
                    <a:pt x="276" y="226"/>
                  </a:cubicBezTo>
                  <a:cubicBezTo>
                    <a:pt x="276" y="226"/>
                    <a:pt x="276" y="226"/>
                    <a:pt x="276" y="226"/>
                  </a:cubicBezTo>
                  <a:close/>
                  <a:moveTo>
                    <a:pt x="276" y="226"/>
                  </a:moveTo>
                  <a:cubicBezTo>
                    <a:pt x="276" y="227"/>
                    <a:pt x="276" y="227"/>
                    <a:pt x="276" y="227"/>
                  </a:cubicBezTo>
                  <a:cubicBezTo>
                    <a:pt x="276" y="227"/>
                    <a:pt x="276" y="227"/>
                    <a:pt x="276" y="227"/>
                  </a:cubicBezTo>
                  <a:cubicBezTo>
                    <a:pt x="276" y="226"/>
                    <a:pt x="276" y="226"/>
                    <a:pt x="276" y="226"/>
                  </a:cubicBezTo>
                  <a:close/>
                  <a:moveTo>
                    <a:pt x="277" y="226"/>
                  </a:moveTo>
                  <a:cubicBezTo>
                    <a:pt x="277" y="227"/>
                    <a:pt x="277" y="227"/>
                    <a:pt x="277" y="227"/>
                  </a:cubicBezTo>
                  <a:cubicBezTo>
                    <a:pt x="277" y="227"/>
                    <a:pt x="277" y="227"/>
                    <a:pt x="277" y="227"/>
                  </a:cubicBezTo>
                  <a:cubicBezTo>
                    <a:pt x="277" y="228"/>
                    <a:pt x="277" y="228"/>
                    <a:pt x="277" y="228"/>
                  </a:cubicBezTo>
                  <a:cubicBezTo>
                    <a:pt x="277" y="227"/>
                    <a:pt x="277" y="227"/>
                    <a:pt x="277" y="227"/>
                  </a:cubicBezTo>
                  <a:cubicBezTo>
                    <a:pt x="277" y="227"/>
                    <a:pt x="277" y="227"/>
                    <a:pt x="277" y="227"/>
                  </a:cubicBezTo>
                  <a:cubicBezTo>
                    <a:pt x="277" y="226"/>
                    <a:pt x="277" y="226"/>
                    <a:pt x="277" y="226"/>
                  </a:cubicBezTo>
                  <a:close/>
                  <a:moveTo>
                    <a:pt x="283" y="220"/>
                  </a:moveTo>
                  <a:cubicBezTo>
                    <a:pt x="283" y="220"/>
                    <a:pt x="283" y="220"/>
                    <a:pt x="283" y="220"/>
                  </a:cubicBezTo>
                  <a:cubicBezTo>
                    <a:pt x="283" y="219"/>
                    <a:pt x="283" y="219"/>
                    <a:pt x="283" y="219"/>
                  </a:cubicBezTo>
                  <a:cubicBezTo>
                    <a:pt x="283" y="219"/>
                    <a:pt x="283" y="219"/>
                    <a:pt x="283" y="219"/>
                  </a:cubicBezTo>
                  <a:cubicBezTo>
                    <a:pt x="283" y="218"/>
                    <a:pt x="283" y="218"/>
                    <a:pt x="283" y="218"/>
                  </a:cubicBezTo>
                  <a:cubicBezTo>
                    <a:pt x="284" y="218"/>
                    <a:pt x="284" y="218"/>
                    <a:pt x="284" y="218"/>
                  </a:cubicBezTo>
                  <a:cubicBezTo>
                    <a:pt x="285" y="217"/>
                    <a:pt x="285" y="217"/>
                    <a:pt x="285" y="217"/>
                  </a:cubicBezTo>
                  <a:cubicBezTo>
                    <a:pt x="285" y="218"/>
                    <a:pt x="285" y="218"/>
                    <a:pt x="285" y="218"/>
                  </a:cubicBezTo>
                  <a:cubicBezTo>
                    <a:pt x="285" y="218"/>
                    <a:pt x="285" y="218"/>
                    <a:pt x="285" y="218"/>
                  </a:cubicBezTo>
                  <a:cubicBezTo>
                    <a:pt x="285" y="218"/>
                    <a:pt x="285" y="218"/>
                    <a:pt x="285" y="218"/>
                  </a:cubicBezTo>
                  <a:cubicBezTo>
                    <a:pt x="285" y="219"/>
                    <a:pt x="285" y="219"/>
                    <a:pt x="285" y="219"/>
                  </a:cubicBezTo>
                  <a:cubicBezTo>
                    <a:pt x="285" y="219"/>
                    <a:pt x="285" y="219"/>
                    <a:pt x="285" y="219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3" y="220"/>
                    <a:pt x="283" y="220"/>
                    <a:pt x="283" y="220"/>
                  </a:cubicBezTo>
                  <a:cubicBezTo>
                    <a:pt x="283" y="220"/>
                    <a:pt x="283" y="220"/>
                    <a:pt x="283" y="220"/>
                  </a:cubicBezTo>
                  <a:close/>
                  <a:moveTo>
                    <a:pt x="263" y="200"/>
                  </a:moveTo>
                  <a:cubicBezTo>
                    <a:pt x="264" y="201"/>
                    <a:pt x="264" y="201"/>
                    <a:pt x="264" y="201"/>
                  </a:cubicBezTo>
                  <a:cubicBezTo>
                    <a:pt x="265" y="201"/>
                    <a:pt x="265" y="201"/>
                    <a:pt x="265" y="201"/>
                  </a:cubicBezTo>
                  <a:cubicBezTo>
                    <a:pt x="265" y="201"/>
                    <a:pt x="265" y="201"/>
                    <a:pt x="265" y="201"/>
                  </a:cubicBezTo>
                  <a:cubicBezTo>
                    <a:pt x="266" y="202"/>
                    <a:pt x="266" y="202"/>
                    <a:pt x="266" y="202"/>
                  </a:cubicBezTo>
                  <a:cubicBezTo>
                    <a:pt x="266" y="201"/>
                    <a:pt x="266" y="201"/>
                    <a:pt x="266" y="201"/>
                  </a:cubicBezTo>
                  <a:cubicBezTo>
                    <a:pt x="265" y="201"/>
                    <a:pt x="265" y="201"/>
                    <a:pt x="265" y="201"/>
                  </a:cubicBezTo>
                  <a:cubicBezTo>
                    <a:pt x="264" y="200"/>
                    <a:pt x="264" y="200"/>
                    <a:pt x="264" y="200"/>
                  </a:cubicBezTo>
                  <a:cubicBezTo>
                    <a:pt x="264" y="200"/>
                    <a:pt x="264" y="200"/>
                    <a:pt x="264" y="200"/>
                  </a:cubicBezTo>
                  <a:cubicBezTo>
                    <a:pt x="263" y="200"/>
                    <a:pt x="263" y="200"/>
                    <a:pt x="263" y="200"/>
                  </a:cubicBezTo>
                  <a:close/>
                  <a:moveTo>
                    <a:pt x="257" y="195"/>
                  </a:moveTo>
                  <a:cubicBezTo>
                    <a:pt x="257" y="195"/>
                    <a:pt x="257" y="195"/>
                    <a:pt x="257" y="195"/>
                  </a:cubicBezTo>
                  <a:cubicBezTo>
                    <a:pt x="257" y="195"/>
                    <a:pt x="257" y="195"/>
                    <a:pt x="257" y="195"/>
                  </a:cubicBezTo>
                  <a:cubicBezTo>
                    <a:pt x="258" y="195"/>
                    <a:pt x="258" y="195"/>
                    <a:pt x="258" y="195"/>
                  </a:cubicBezTo>
                  <a:cubicBezTo>
                    <a:pt x="258" y="195"/>
                    <a:pt x="258" y="195"/>
                    <a:pt x="258" y="195"/>
                  </a:cubicBezTo>
                  <a:cubicBezTo>
                    <a:pt x="258" y="195"/>
                    <a:pt x="258" y="195"/>
                    <a:pt x="258" y="195"/>
                  </a:cubicBezTo>
                  <a:cubicBezTo>
                    <a:pt x="259" y="195"/>
                    <a:pt x="259" y="195"/>
                    <a:pt x="259" y="195"/>
                  </a:cubicBezTo>
                  <a:cubicBezTo>
                    <a:pt x="259" y="194"/>
                    <a:pt x="259" y="194"/>
                    <a:pt x="259" y="194"/>
                  </a:cubicBezTo>
                  <a:cubicBezTo>
                    <a:pt x="258" y="194"/>
                    <a:pt x="258" y="194"/>
                    <a:pt x="258" y="194"/>
                  </a:cubicBezTo>
                  <a:cubicBezTo>
                    <a:pt x="259" y="194"/>
                    <a:pt x="259" y="194"/>
                    <a:pt x="259" y="194"/>
                  </a:cubicBezTo>
                  <a:cubicBezTo>
                    <a:pt x="259" y="194"/>
                    <a:pt x="259" y="194"/>
                    <a:pt x="259" y="194"/>
                  </a:cubicBezTo>
                  <a:cubicBezTo>
                    <a:pt x="258" y="193"/>
                    <a:pt x="258" y="193"/>
                    <a:pt x="258" y="193"/>
                  </a:cubicBezTo>
                  <a:cubicBezTo>
                    <a:pt x="257" y="193"/>
                    <a:pt x="257" y="193"/>
                    <a:pt x="257" y="193"/>
                  </a:cubicBezTo>
                  <a:cubicBezTo>
                    <a:pt x="257" y="193"/>
                    <a:pt x="257" y="193"/>
                    <a:pt x="257" y="193"/>
                  </a:cubicBezTo>
                  <a:cubicBezTo>
                    <a:pt x="257" y="193"/>
                    <a:pt x="257" y="193"/>
                    <a:pt x="257" y="193"/>
                  </a:cubicBezTo>
                  <a:cubicBezTo>
                    <a:pt x="256" y="193"/>
                    <a:pt x="256" y="193"/>
                    <a:pt x="256" y="193"/>
                  </a:cubicBezTo>
                  <a:cubicBezTo>
                    <a:pt x="256" y="192"/>
                    <a:pt x="256" y="192"/>
                    <a:pt x="256" y="192"/>
                  </a:cubicBezTo>
                  <a:cubicBezTo>
                    <a:pt x="255" y="193"/>
                    <a:pt x="255" y="193"/>
                    <a:pt x="255" y="193"/>
                  </a:cubicBezTo>
                  <a:cubicBezTo>
                    <a:pt x="255" y="193"/>
                    <a:pt x="255" y="193"/>
                    <a:pt x="255" y="193"/>
                  </a:cubicBezTo>
                  <a:cubicBezTo>
                    <a:pt x="255" y="193"/>
                    <a:pt x="255" y="193"/>
                    <a:pt x="255" y="193"/>
                  </a:cubicBezTo>
                  <a:cubicBezTo>
                    <a:pt x="256" y="193"/>
                    <a:pt x="256" y="193"/>
                    <a:pt x="256" y="193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7" y="194"/>
                    <a:pt x="257" y="194"/>
                    <a:pt x="257" y="194"/>
                  </a:cubicBezTo>
                  <a:cubicBezTo>
                    <a:pt x="257" y="195"/>
                    <a:pt x="257" y="195"/>
                    <a:pt x="257" y="195"/>
                  </a:cubicBezTo>
                  <a:close/>
                  <a:moveTo>
                    <a:pt x="252" y="197"/>
                  </a:moveTo>
                  <a:cubicBezTo>
                    <a:pt x="253" y="197"/>
                    <a:pt x="253" y="197"/>
                    <a:pt x="253" y="197"/>
                  </a:cubicBezTo>
                  <a:cubicBezTo>
                    <a:pt x="253" y="197"/>
                    <a:pt x="253" y="197"/>
                    <a:pt x="253" y="197"/>
                  </a:cubicBezTo>
                  <a:cubicBezTo>
                    <a:pt x="254" y="196"/>
                    <a:pt x="254" y="196"/>
                    <a:pt x="254" y="196"/>
                  </a:cubicBezTo>
                  <a:cubicBezTo>
                    <a:pt x="254" y="196"/>
                    <a:pt x="254" y="196"/>
                    <a:pt x="254" y="196"/>
                  </a:cubicBezTo>
                  <a:cubicBezTo>
                    <a:pt x="254" y="196"/>
                    <a:pt x="254" y="196"/>
                    <a:pt x="254" y="196"/>
                  </a:cubicBezTo>
                  <a:cubicBezTo>
                    <a:pt x="254" y="196"/>
                    <a:pt x="254" y="196"/>
                    <a:pt x="254" y="196"/>
                  </a:cubicBezTo>
                  <a:cubicBezTo>
                    <a:pt x="254" y="194"/>
                    <a:pt x="254" y="194"/>
                    <a:pt x="254" y="194"/>
                  </a:cubicBezTo>
                  <a:cubicBezTo>
                    <a:pt x="254" y="194"/>
                    <a:pt x="254" y="194"/>
                    <a:pt x="254" y="194"/>
                  </a:cubicBezTo>
                  <a:cubicBezTo>
                    <a:pt x="253" y="194"/>
                    <a:pt x="253" y="194"/>
                    <a:pt x="253" y="194"/>
                  </a:cubicBezTo>
                  <a:cubicBezTo>
                    <a:pt x="252" y="194"/>
                    <a:pt x="252" y="194"/>
                    <a:pt x="252" y="194"/>
                  </a:cubicBezTo>
                  <a:cubicBezTo>
                    <a:pt x="252" y="193"/>
                    <a:pt x="252" y="193"/>
                    <a:pt x="252" y="193"/>
                  </a:cubicBezTo>
                  <a:cubicBezTo>
                    <a:pt x="252" y="194"/>
                    <a:pt x="252" y="194"/>
                    <a:pt x="252" y="194"/>
                  </a:cubicBezTo>
                  <a:cubicBezTo>
                    <a:pt x="251" y="194"/>
                    <a:pt x="251" y="194"/>
                    <a:pt x="251" y="194"/>
                  </a:cubicBezTo>
                  <a:cubicBezTo>
                    <a:pt x="250" y="193"/>
                    <a:pt x="250" y="193"/>
                    <a:pt x="250" y="193"/>
                  </a:cubicBezTo>
                  <a:cubicBezTo>
                    <a:pt x="250" y="194"/>
                    <a:pt x="250" y="194"/>
                    <a:pt x="250" y="194"/>
                  </a:cubicBezTo>
                  <a:cubicBezTo>
                    <a:pt x="250" y="194"/>
                    <a:pt x="250" y="194"/>
                    <a:pt x="250" y="194"/>
                  </a:cubicBezTo>
                  <a:cubicBezTo>
                    <a:pt x="251" y="195"/>
                    <a:pt x="251" y="195"/>
                    <a:pt x="251" y="195"/>
                  </a:cubicBezTo>
                  <a:cubicBezTo>
                    <a:pt x="251" y="196"/>
                    <a:pt x="251" y="196"/>
                    <a:pt x="251" y="196"/>
                  </a:cubicBezTo>
                  <a:cubicBezTo>
                    <a:pt x="252" y="196"/>
                    <a:pt x="252" y="196"/>
                    <a:pt x="252" y="196"/>
                  </a:cubicBezTo>
                  <a:cubicBezTo>
                    <a:pt x="252" y="197"/>
                    <a:pt x="252" y="197"/>
                    <a:pt x="252" y="197"/>
                  </a:cubicBezTo>
                  <a:cubicBezTo>
                    <a:pt x="252" y="197"/>
                    <a:pt x="252" y="197"/>
                    <a:pt x="252" y="197"/>
                  </a:cubicBezTo>
                  <a:close/>
                  <a:moveTo>
                    <a:pt x="251" y="200"/>
                  </a:moveTo>
                  <a:cubicBezTo>
                    <a:pt x="251" y="200"/>
                    <a:pt x="252" y="200"/>
                    <a:pt x="252" y="200"/>
                  </a:cubicBezTo>
                  <a:cubicBezTo>
                    <a:pt x="251" y="200"/>
                    <a:pt x="251" y="200"/>
                    <a:pt x="251" y="200"/>
                  </a:cubicBezTo>
                  <a:cubicBezTo>
                    <a:pt x="250" y="200"/>
                    <a:pt x="250" y="200"/>
                    <a:pt x="250" y="200"/>
                  </a:cubicBezTo>
                  <a:cubicBezTo>
                    <a:pt x="251" y="200"/>
                    <a:pt x="251" y="200"/>
                    <a:pt x="251" y="200"/>
                  </a:cubicBezTo>
                  <a:cubicBezTo>
                    <a:pt x="251" y="200"/>
                    <a:pt x="251" y="200"/>
                    <a:pt x="251" y="200"/>
                  </a:cubicBezTo>
                  <a:close/>
                  <a:moveTo>
                    <a:pt x="242" y="207"/>
                  </a:moveTo>
                  <a:cubicBezTo>
                    <a:pt x="242" y="207"/>
                    <a:pt x="242" y="207"/>
                    <a:pt x="242" y="207"/>
                  </a:cubicBezTo>
                  <a:cubicBezTo>
                    <a:pt x="242" y="206"/>
                    <a:pt x="242" y="206"/>
                    <a:pt x="242" y="206"/>
                  </a:cubicBezTo>
                  <a:cubicBezTo>
                    <a:pt x="242" y="206"/>
                    <a:pt x="242" y="206"/>
                    <a:pt x="242" y="206"/>
                  </a:cubicBezTo>
                  <a:cubicBezTo>
                    <a:pt x="242" y="206"/>
                    <a:pt x="242" y="206"/>
                    <a:pt x="242" y="206"/>
                  </a:cubicBezTo>
                  <a:cubicBezTo>
                    <a:pt x="243" y="205"/>
                    <a:pt x="243" y="205"/>
                    <a:pt x="243" y="205"/>
                  </a:cubicBezTo>
                  <a:cubicBezTo>
                    <a:pt x="242" y="205"/>
                    <a:pt x="242" y="205"/>
                    <a:pt x="242" y="205"/>
                  </a:cubicBezTo>
                  <a:cubicBezTo>
                    <a:pt x="242" y="205"/>
                    <a:pt x="242" y="205"/>
                    <a:pt x="242" y="205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4" y="203"/>
                    <a:pt x="244" y="203"/>
                    <a:pt x="244" y="203"/>
                  </a:cubicBezTo>
                  <a:cubicBezTo>
                    <a:pt x="244" y="203"/>
                    <a:pt x="244" y="203"/>
                    <a:pt x="244" y="203"/>
                  </a:cubicBezTo>
                  <a:cubicBezTo>
                    <a:pt x="244" y="203"/>
                    <a:pt x="244" y="203"/>
                    <a:pt x="244" y="203"/>
                  </a:cubicBezTo>
                  <a:cubicBezTo>
                    <a:pt x="244" y="203"/>
                    <a:pt x="244" y="203"/>
                    <a:pt x="244" y="203"/>
                  </a:cubicBezTo>
                  <a:cubicBezTo>
                    <a:pt x="244" y="202"/>
                    <a:pt x="244" y="202"/>
                    <a:pt x="244" y="202"/>
                  </a:cubicBezTo>
                  <a:cubicBezTo>
                    <a:pt x="245" y="202"/>
                    <a:pt x="245" y="202"/>
                    <a:pt x="245" y="202"/>
                  </a:cubicBezTo>
                  <a:cubicBezTo>
                    <a:pt x="245" y="201"/>
                    <a:pt x="245" y="201"/>
                    <a:pt x="245" y="201"/>
                  </a:cubicBezTo>
                  <a:cubicBezTo>
                    <a:pt x="245" y="201"/>
                    <a:pt x="245" y="201"/>
                    <a:pt x="245" y="201"/>
                  </a:cubicBezTo>
                  <a:cubicBezTo>
                    <a:pt x="245" y="201"/>
                    <a:pt x="245" y="201"/>
                    <a:pt x="245" y="201"/>
                  </a:cubicBezTo>
                  <a:cubicBezTo>
                    <a:pt x="245" y="200"/>
                    <a:pt x="245" y="200"/>
                    <a:pt x="245" y="200"/>
                  </a:cubicBezTo>
                  <a:cubicBezTo>
                    <a:pt x="244" y="201"/>
                    <a:pt x="244" y="201"/>
                    <a:pt x="244" y="201"/>
                  </a:cubicBezTo>
                  <a:cubicBezTo>
                    <a:pt x="244" y="201"/>
                    <a:pt x="244" y="201"/>
                    <a:pt x="244" y="201"/>
                  </a:cubicBezTo>
                  <a:cubicBezTo>
                    <a:pt x="243" y="200"/>
                    <a:pt x="243" y="200"/>
                    <a:pt x="243" y="200"/>
                  </a:cubicBezTo>
                  <a:cubicBezTo>
                    <a:pt x="243" y="200"/>
                    <a:pt x="243" y="200"/>
                    <a:pt x="243" y="200"/>
                  </a:cubicBezTo>
                  <a:cubicBezTo>
                    <a:pt x="243" y="200"/>
                    <a:pt x="243" y="200"/>
                    <a:pt x="243" y="200"/>
                  </a:cubicBezTo>
                  <a:cubicBezTo>
                    <a:pt x="242" y="201"/>
                    <a:pt x="242" y="201"/>
                    <a:pt x="242" y="201"/>
                  </a:cubicBezTo>
                  <a:cubicBezTo>
                    <a:pt x="241" y="201"/>
                    <a:pt x="241" y="201"/>
                    <a:pt x="241" y="201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41" y="203"/>
                    <a:pt x="241" y="203"/>
                    <a:pt x="241" y="203"/>
                  </a:cubicBezTo>
                  <a:cubicBezTo>
                    <a:pt x="240" y="203"/>
                    <a:pt x="240" y="203"/>
                    <a:pt x="240" y="203"/>
                  </a:cubicBezTo>
                  <a:cubicBezTo>
                    <a:pt x="240" y="204"/>
                    <a:pt x="240" y="204"/>
                    <a:pt x="240" y="204"/>
                  </a:cubicBezTo>
                  <a:cubicBezTo>
                    <a:pt x="240" y="204"/>
                    <a:pt x="240" y="204"/>
                    <a:pt x="240" y="204"/>
                  </a:cubicBezTo>
                  <a:cubicBezTo>
                    <a:pt x="240" y="205"/>
                    <a:pt x="240" y="205"/>
                    <a:pt x="240" y="205"/>
                  </a:cubicBezTo>
                  <a:cubicBezTo>
                    <a:pt x="240" y="205"/>
                    <a:pt x="240" y="205"/>
                    <a:pt x="240" y="205"/>
                  </a:cubicBezTo>
                  <a:cubicBezTo>
                    <a:pt x="241" y="205"/>
                    <a:pt x="241" y="205"/>
                    <a:pt x="241" y="205"/>
                  </a:cubicBezTo>
                  <a:cubicBezTo>
                    <a:pt x="241" y="206"/>
                    <a:pt x="241" y="206"/>
                    <a:pt x="241" y="206"/>
                  </a:cubicBezTo>
                  <a:cubicBezTo>
                    <a:pt x="241" y="206"/>
                    <a:pt x="241" y="206"/>
                    <a:pt x="241" y="206"/>
                  </a:cubicBezTo>
                  <a:cubicBezTo>
                    <a:pt x="242" y="207"/>
                    <a:pt x="242" y="207"/>
                    <a:pt x="242" y="207"/>
                  </a:cubicBezTo>
                  <a:close/>
                  <a:moveTo>
                    <a:pt x="233" y="240"/>
                  </a:moveTo>
                  <a:cubicBezTo>
                    <a:pt x="233" y="240"/>
                    <a:pt x="233" y="240"/>
                    <a:pt x="233" y="240"/>
                  </a:cubicBezTo>
                  <a:cubicBezTo>
                    <a:pt x="233" y="240"/>
                    <a:pt x="233" y="240"/>
                    <a:pt x="233" y="240"/>
                  </a:cubicBezTo>
                  <a:cubicBezTo>
                    <a:pt x="233" y="240"/>
                    <a:pt x="233" y="240"/>
                    <a:pt x="233" y="240"/>
                  </a:cubicBezTo>
                  <a:cubicBezTo>
                    <a:pt x="233" y="240"/>
                    <a:pt x="233" y="240"/>
                    <a:pt x="233" y="240"/>
                  </a:cubicBezTo>
                  <a:close/>
                  <a:moveTo>
                    <a:pt x="233" y="243"/>
                  </a:moveTo>
                  <a:cubicBezTo>
                    <a:pt x="234" y="243"/>
                    <a:pt x="234" y="243"/>
                    <a:pt x="234" y="243"/>
                  </a:cubicBezTo>
                  <a:cubicBezTo>
                    <a:pt x="234" y="242"/>
                    <a:pt x="234" y="242"/>
                    <a:pt x="234" y="242"/>
                  </a:cubicBezTo>
                  <a:cubicBezTo>
                    <a:pt x="234" y="242"/>
                    <a:pt x="234" y="242"/>
                    <a:pt x="234" y="242"/>
                  </a:cubicBezTo>
                  <a:cubicBezTo>
                    <a:pt x="234" y="243"/>
                    <a:pt x="234" y="243"/>
                    <a:pt x="234" y="243"/>
                  </a:cubicBezTo>
                  <a:cubicBezTo>
                    <a:pt x="234" y="243"/>
                    <a:pt x="234" y="243"/>
                    <a:pt x="234" y="243"/>
                  </a:cubicBezTo>
                  <a:cubicBezTo>
                    <a:pt x="234" y="243"/>
                    <a:pt x="233" y="243"/>
                    <a:pt x="233" y="243"/>
                  </a:cubicBezTo>
                  <a:close/>
                  <a:moveTo>
                    <a:pt x="228" y="242"/>
                  </a:moveTo>
                  <a:cubicBezTo>
                    <a:pt x="228" y="242"/>
                    <a:pt x="228" y="242"/>
                    <a:pt x="228" y="242"/>
                  </a:cubicBezTo>
                  <a:cubicBezTo>
                    <a:pt x="229" y="242"/>
                    <a:pt x="229" y="242"/>
                    <a:pt x="229" y="242"/>
                  </a:cubicBezTo>
                  <a:cubicBezTo>
                    <a:pt x="229" y="241"/>
                    <a:pt x="229" y="241"/>
                    <a:pt x="229" y="241"/>
                  </a:cubicBezTo>
                  <a:cubicBezTo>
                    <a:pt x="230" y="241"/>
                    <a:pt x="230" y="241"/>
                    <a:pt x="230" y="241"/>
                  </a:cubicBezTo>
                  <a:cubicBezTo>
                    <a:pt x="230" y="241"/>
                    <a:pt x="230" y="241"/>
                    <a:pt x="230" y="241"/>
                  </a:cubicBezTo>
                  <a:cubicBezTo>
                    <a:pt x="231" y="241"/>
                    <a:pt x="231" y="241"/>
                    <a:pt x="231" y="241"/>
                  </a:cubicBezTo>
                  <a:cubicBezTo>
                    <a:pt x="230" y="242"/>
                    <a:pt x="230" y="242"/>
                    <a:pt x="230" y="242"/>
                  </a:cubicBezTo>
                  <a:cubicBezTo>
                    <a:pt x="229" y="242"/>
                    <a:pt x="229" y="242"/>
                    <a:pt x="229" y="242"/>
                  </a:cubicBezTo>
                  <a:cubicBezTo>
                    <a:pt x="228" y="243"/>
                    <a:pt x="228" y="243"/>
                    <a:pt x="228" y="243"/>
                  </a:cubicBezTo>
                  <a:cubicBezTo>
                    <a:pt x="228" y="242"/>
                    <a:pt x="228" y="242"/>
                    <a:pt x="228" y="242"/>
                  </a:cubicBezTo>
                  <a:close/>
                  <a:moveTo>
                    <a:pt x="232" y="244"/>
                  </a:moveTo>
                  <a:cubicBezTo>
                    <a:pt x="233" y="243"/>
                    <a:pt x="233" y="243"/>
                    <a:pt x="233" y="243"/>
                  </a:cubicBezTo>
                  <a:cubicBezTo>
                    <a:pt x="233" y="242"/>
                    <a:pt x="233" y="242"/>
                    <a:pt x="233" y="242"/>
                  </a:cubicBezTo>
                  <a:cubicBezTo>
                    <a:pt x="233" y="242"/>
                    <a:pt x="233" y="242"/>
                    <a:pt x="233" y="242"/>
                  </a:cubicBezTo>
                  <a:cubicBezTo>
                    <a:pt x="233" y="243"/>
                    <a:pt x="233" y="243"/>
                    <a:pt x="233" y="243"/>
                  </a:cubicBezTo>
                  <a:cubicBezTo>
                    <a:pt x="232" y="244"/>
                    <a:pt x="232" y="244"/>
                    <a:pt x="232" y="244"/>
                  </a:cubicBezTo>
                  <a:cubicBezTo>
                    <a:pt x="232" y="244"/>
                    <a:pt x="232" y="244"/>
                    <a:pt x="232" y="244"/>
                  </a:cubicBezTo>
                  <a:cubicBezTo>
                    <a:pt x="232" y="244"/>
                    <a:pt x="232" y="244"/>
                    <a:pt x="232" y="244"/>
                  </a:cubicBezTo>
                  <a:cubicBezTo>
                    <a:pt x="233" y="243"/>
                    <a:pt x="233" y="243"/>
                    <a:pt x="233" y="243"/>
                  </a:cubicBezTo>
                  <a:cubicBezTo>
                    <a:pt x="234" y="243"/>
                    <a:pt x="234" y="243"/>
                    <a:pt x="234" y="243"/>
                  </a:cubicBezTo>
                  <a:cubicBezTo>
                    <a:pt x="234" y="242"/>
                    <a:pt x="234" y="242"/>
                    <a:pt x="234" y="242"/>
                  </a:cubicBezTo>
                  <a:cubicBezTo>
                    <a:pt x="233" y="241"/>
                    <a:pt x="233" y="241"/>
                    <a:pt x="233" y="241"/>
                  </a:cubicBezTo>
                  <a:cubicBezTo>
                    <a:pt x="233" y="241"/>
                    <a:pt x="233" y="241"/>
                    <a:pt x="233" y="241"/>
                  </a:cubicBezTo>
                  <a:cubicBezTo>
                    <a:pt x="233" y="241"/>
                    <a:pt x="233" y="241"/>
                    <a:pt x="233" y="241"/>
                  </a:cubicBezTo>
                  <a:cubicBezTo>
                    <a:pt x="232" y="241"/>
                    <a:pt x="232" y="241"/>
                    <a:pt x="232" y="241"/>
                  </a:cubicBezTo>
                  <a:cubicBezTo>
                    <a:pt x="232" y="241"/>
                    <a:pt x="232" y="241"/>
                    <a:pt x="232" y="241"/>
                  </a:cubicBezTo>
                  <a:cubicBezTo>
                    <a:pt x="232" y="242"/>
                    <a:pt x="232" y="242"/>
                    <a:pt x="232" y="242"/>
                  </a:cubicBezTo>
                  <a:cubicBezTo>
                    <a:pt x="231" y="243"/>
                    <a:pt x="231" y="243"/>
                    <a:pt x="231" y="243"/>
                  </a:cubicBezTo>
                  <a:cubicBezTo>
                    <a:pt x="230" y="243"/>
                    <a:pt x="230" y="243"/>
                    <a:pt x="230" y="243"/>
                  </a:cubicBezTo>
                  <a:cubicBezTo>
                    <a:pt x="231" y="242"/>
                    <a:pt x="231" y="242"/>
                    <a:pt x="231" y="242"/>
                  </a:cubicBezTo>
                  <a:cubicBezTo>
                    <a:pt x="231" y="242"/>
                    <a:pt x="231" y="242"/>
                    <a:pt x="231" y="242"/>
                  </a:cubicBezTo>
                  <a:cubicBezTo>
                    <a:pt x="232" y="241"/>
                    <a:pt x="232" y="241"/>
                    <a:pt x="232" y="241"/>
                  </a:cubicBezTo>
                  <a:cubicBezTo>
                    <a:pt x="231" y="241"/>
                    <a:pt x="231" y="241"/>
                    <a:pt x="231" y="241"/>
                  </a:cubicBezTo>
                  <a:cubicBezTo>
                    <a:pt x="231" y="241"/>
                    <a:pt x="231" y="241"/>
                    <a:pt x="231" y="241"/>
                  </a:cubicBezTo>
                  <a:cubicBezTo>
                    <a:pt x="230" y="242"/>
                    <a:pt x="230" y="242"/>
                    <a:pt x="230" y="242"/>
                  </a:cubicBezTo>
                  <a:cubicBezTo>
                    <a:pt x="229" y="243"/>
                    <a:pt x="229" y="243"/>
                    <a:pt x="229" y="243"/>
                  </a:cubicBezTo>
                  <a:cubicBezTo>
                    <a:pt x="229" y="244"/>
                    <a:pt x="229" y="244"/>
                    <a:pt x="229" y="244"/>
                  </a:cubicBezTo>
                  <a:cubicBezTo>
                    <a:pt x="229" y="244"/>
                    <a:pt x="229" y="244"/>
                    <a:pt x="229" y="244"/>
                  </a:cubicBezTo>
                  <a:cubicBezTo>
                    <a:pt x="229" y="245"/>
                    <a:pt x="229" y="245"/>
                    <a:pt x="229" y="245"/>
                  </a:cubicBezTo>
                  <a:cubicBezTo>
                    <a:pt x="229" y="245"/>
                    <a:pt x="229" y="245"/>
                    <a:pt x="229" y="245"/>
                  </a:cubicBezTo>
                  <a:cubicBezTo>
                    <a:pt x="230" y="244"/>
                    <a:pt x="230" y="244"/>
                    <a:pt x="230" y="244"/>
                  </a:cubicBezTo>
                  <a:cubicBezTo>
                    <a:pt x="230" y="244"/>
                    <a:pt x="230" y="244"/>
                    <a:pt x="230" y="244"/>
                  </a:cubicBezTo>
                  <a:cubicBezTo>
                    <a:pt x="230" y="244"/>
                    <a:pt x="230" y="244"/>
                    <a:pt x="230" y="244"/>
                  </a:cubicBezTo>
                  <a:cubicBezTo>
                    <a:pt x="230" y="245"/>
                    <a:pt x="230" y="245"/>
                    <a:pt x="230" y="245"/>
                  </a:cubicBezTo>
                  <a:cubicBezTo>
                    <a:pt x="230" y="245"/>
                    <a:pt x="230" y="245"/>
                    <a:pt x="230" y="245"/>
                  </a:cubicBezTo>
                  <a:cubicBezTo>
                    <a:pt x="230" y="245"/>
                    <a:pt x="230" y="245"/>
                    <a:pt x="230" y="245"/>
                  </a:cubicBezTo>
                  <a:cubicBezTo>
                    <a:pt x="231" y="245"/>
                    <a:pt x="231" y="245"/>
                    <a:pt x="231" y="245"/>
                  </a:cubicBezTo>
                  <a:cubicBezTo>
                    <a:pt x="231" y="245"/>
                    <a:pt x="232" y="244"/>
                    <a:pt x="232" y="244"/>
                  </a:cubicBezTo>
                  <a:close/>
                  <a:moveTo>
                    <a:pt x="231" y="244"/>
                  </a:moveTo>
                  <a:cubicBezTo>
                    <a:pt x="231" y="243"/>
                    <a:pt x="231" y="243"/>
                    <a:pt x="231" y="243"/>
                  </a:cubicBezTo>
                  <a:cubicBezTo>
                    <a:pt x="232" y="242"/>
                    <a:pt x="232" y="242"/>
                    <a:pt x="232" y="242"/>
                  </a:cubicBezTo>
                  <a:cubicBezTo>
                    <a:pt x="232" y="243"/>
                    <a:pt x="232" y="243"/>
                    <a:pt x="232" y="243"/>
                  </a:cubicBezTo>
                  <a:cubicBezTo>
                    <a:pt x="231" y="244"/>
                    <a:pt x="231" y="244"/>
                    <a:pt x="231" y="244"/>
                  </a:cubicBezTo>
                  <a:cubicBezTo>
                    <a:pt x="231" y="244"/>
                    <a:pt x="231" y="244"/>
                    <a:pt x="231" y="244"/>
                  </a:cubicBezTo>
                  <a:close/>
                  <a:moveTo>
                    <a:pt x="291" y="299"/>
                  </a:moveTo>
                  <a:cubicBezTo>
                    <a:pt x="290" y="299"/>
                    <a:pt x="290" y="299"/>
                    <a:pt x="290" y="299"/>
                  </a:cubicBezTo>
                  <a:cubicBezTo>
                    <a:pt x="290" y="298"/>
                    <a:pt x="290" y="298"/>
                    <a:pt x="290" y="298"/>
                  </a:cubicBezTo>
                  <a:cubicBezTo>
                    <a:pt x="290" y="298"/>
                    <a:pt x="290" y="298"/>
                    <a:pt x="290" y="298"/>
                  </a:cubicBezTo>
                  <a:cubicBezTo>
                    <a:pt x="291" y="298"/>
                    <a:pt x="291" y="298"/>
                    <a:pt x="291" y="298"/>
                  </a:cubicBezTo>
                  <a:cubicBezTo>
                    <a:pt x="291" y="297"/>
                    <a:pt x="291" y="297"/>
                    <a:pt x="291" y="297"/>
                  </a:cubicBezTo>
                  <a:cubicBezTo>
                    <a:pt x="291" y="297"/>
                    <a:pt x="291" y="297"/>
                    <a:pt x="291" y="297"/>
                  </a:cubicBezTo>
                  <a:cubicBezTo>
                    <a:pt x="291" y="297"/>
                    <a:pt x="291" y="297"/>
                    <a:pt x="291" y="297"/>
                  </a:cubicBezTo>
                  <a:cubicBezTo>
                    <a:pt x="291" y="297"/>
                    <a:pt x="291" y="297"/>
                    <a:pt x="291" y="297"/>
                  </a:cubicBezTo>
                  <a:cubicBezTo>
                    <a:pt x="290" y="298"/>
                    <a:pt x="290" y="298"/>
                    <a:pt x="290" y="298"/>
                  </a:cubicBezTo>
                  <a:cubicBezTo>
                    <a:pt x="290" y="298"/>
                    <a:pt x="290" y="298"/>
                    <a:pt x="290" y="298"/>
                  </a:cubicBezTo>
                  <a:cubicBezTo>
                    <a:pt x="290" y="299"/>
                    <a:pt x="290" y="299"/>
                    <a:pt x="290" y="299"/>
                  </a:cubicBezTo>
                  <a:cubicBezTo>
                    <a:pt x="290" y="299"/>
                    <a:pt x="290" y="299"/>
                    <a:pt x="290" y="299"/>
                  </a:cubicBezTo>
                  <a:cubicBezTo>
                    <a:pt x="291" y="299"/>
                    <a:pt x="291" y="299"/>
                    <a:pt x="291" y="299"/>
                  </a:cubicBezTo>
                  <a:close/>
                  <a:moveTo>
                    <a:pt x="312" y="302"/>
                  </a:moveTo>
                  <a:cubicBezTo>
                    <a:pt x="312" y="302"/>
                    <a:pt x="312" y="302"/>
                    <a:pt x="312" y="302"/>
                  </a:cubicBezTo>
                  <a:cubicBezTo>
                    <a:pt x="312" y="301"/>
                    <a:pt x="312" y="301"/>
                    <a:pt x="312" y="301"/>
                  </a:cubicBezTo>
                  <a:cubicBezTo>
                    <a:pt x="312" y="301"/>
                    <a:pt x="312" y="301"/>
                    <a:pt x="312" y="301"/>
                  </a:cubicBezTo>
                  <a:cubicBezTo>
                    <a:pt x="312" y="300"/>
                    <a:pt x="312" y="300"/>
                    <a:pt x="312" y="300"/>
                  </a:cubicBezTo>
                  <a:cubicBezTo>
                    <a:pt x="312" y="300"/>
                    <a:pt x="312" y="300"/>
                    <a:pt x="312" y="300"/>
                  </a:cubicBezTo>
                  <a:cubicBezTo>
                    <a:pt x="313" y="300"/>
                    <a:pt x="313" y="300"/>
                    <a:pt x="313" y="300"/>
                  </a:cubicBezTo>
                  <a:cubicBezTo>
                    <a:pt x="313" y="300"/>
                    <a:pt x="313" y="300"/>
                    <a:pt x="313" y="300"/>
                  </a:cubicBezTo>
                  <a:cubicBezTo>
                    <a:pt x="313" y="300"/>
                    <a:pt x="313" y="300"/>
                    <a:pt x="313" y="300"/>
                  </a:cubicBezTo>
                  <a:cubicBezTo>
                    <a:pt x="313" y="301"/>
                    <a:pt x="313" y="301"/>
                    <a:pt x="313" y="301"/>
                  </a:cubicBezTo>
                  <a:cubicBezTo>
                    <a:pt x="312" y="301"/>
                    <a:pt x="312" y="301"/>
                    <a:pt x="312" y="301"/>
                  </a:cubicBezTo>
                  <a:cubicBezTo>
                    <a:pt x="312" y="301"/>
                    <a:pt x="312" y="301"/>
                    <a:pt x="312" y="301"/>
                  </a:cubicBezTo>
                  <a:cubicBezTo>
                    <a:pt x="313" y="302"/>
                    <a:pt x="313" y="302"/>
                    <a:pt x="313" y="302"/>
                  </a:cubicBezTo>
                  <a:cubicBezTo>
                    <a:pt x="313" y="302"/>
                    <a:pt x="313" y="302"/>
                    <a:pt x="313" y="302"/>
                  </a:cubicBezTo>
                  <a:cubicBezTo>
                    <a:pt x="313" y="302"/>
                    <a:pt x="313" y="302"/>
                    <a:pt x="313" y="302"/>
                  </a:cubicBezTo>
                  <a:cubicBezTo>
                    <a:pt x="312" y="302"/>
                    <a:pt x="312" y="302"/>
                    <a:pt x="312" y="302"/>
                  </a:cubicBezTo>
                  <a:close/>
                  <a:moveTo>
                    <a:pt x="313" y="303"/>
                  </a:moveTo>
                  <a:cubicBezTo>
                    <a:pt x="313" y="302"/>
                    <a:pt x="313" y="302"/>
                    <a:pt x="313" y="302"/>
                  </a:cubicBezTo>
                  <a:cubicBezTo>
                    <a:pt x="314" y="302"/>
                    <a:pt x="314" y="302"/>
                    <a:pt x="314" y="302"/>
                  </a:cubicBezTo>
                  <a:cubicBezTo>
                    <a:pt x="314" y="303"/>
                    <a:pt x="314" y="303"/>
                    <a:pt x="314" y="303"/>
                  </a:cubicBezTo>
                  <a:cubicBezTo>
                    <a:pt x="313" y="303"/>
                    <a:pt x="313" y="303"/>
                    <a:pt x="313" y="303"/>
                  </a:cubicBezTo>
                  <a:cubicBezTo>
                    <a:pt x="313" y="303"/>
                    <a:pt x="313" y="303"/>
                    <a:pt x="313" y="303"/>
                  </a:cubicBezTo>
                  <a:close/>
                  <a:moveTo>
                    <a:pt x="322" y="275"/>
                  </a:moveTo>
                  <a:cubicBezTo>
                    <a:pt x="322" y="274"/>
                    <a:pt x="322" y="274"/>
                    <a:pt x="322" y="274"/>
                  </a:cubicBezTo>
                  <a:cubicBezTo>
                    <a:pt x="323" y="273"/>
                    <a:pt x="323" y="273"/>
                    <a:pt x="323" y="273"/>
                  </a:cubicBezTo>
                  <a:cubicBezTo>
                    <a:pt x="323" y="274"/>
                    <a:pt x="323" y="274"/>
                    <a:pt x="323" y="274"/>
                  </a:cubicBezTo>
                  <a:cubicBezTo>
                    <a:pt x="322" y="275"/>
                    <a:pt x="322" y="275"/>
                    <a:pt x="322" y="275"/>
                  </a:cubicBezTo>
                  <a:cubicBezTo>
                    <a:pt x="322" y="275"/>
                    <a:pt x="322" y="275"/>
                    <a:pt x="322" y="275"/>
                  </a:cubicBezTo>
                  <a:cubicBezTo>
                    <a:pt x="322" y="275"/>
                    <a:pt x="322" y="275"/>
                    <a:pt x="322" y="275"/>
                  </a:cubicBezTo>
                  <a:close/>
                  <a:moveTo>
                    <a:pt x="319" y="280"/>
                  </a:moveTo>
                  <a:cubicBezTo>
                    <a:pt x="319" y="281"/>
                    <a:pt x="319" y="281"/>
                    <a:pt x="319" y="281"/>
                  </a:cubicBezTo>
                  <a:cubicBezTo>
                    <a:pt x="319" y="281"/>
                    <a:pt x="319" y="281"/>
                    <a:pt x="319" y="281"/>
                  </a:cubicBezTo>
                  <a:cubicBezTo>
                    <a:pt x="320" y="281"/>
                    <a:pt x="320" y="281"/>
                    <a:pt x="320" y="281"/>
                  </a:cubicBezTo>
                  <a:cubicBezTo>
                    <a:pt x="320" y="281"/>
                    <a:pt x="320" y="281"/>
                    <a:pt x="320" y="281"/>
                  </a:cubicBezTo>
                  <a:cubicBezTo>
                    <a:pt x="320" y="280"/>
                    <a:pt x="320" y="280"/>
                    <a:pt x="320" y="280"/>
                  </a:cubicBezTo>
                  <a:cubicBezTo>
                    <a:pt x="320" y="280"/>
                    <a:pt x="320" y="280"/>
                    <a:pt x="320" y="280"/>
                  </a:cubicBezTo>
                  <a:cubicBezTo>
                    <a:pt x="319" y="280"/>
                    <a:pt x="319" y="280"/>
                    <a:pt x="319" y="280"/>
                  </a:cubicBezTo>
                  <a:close/>
                  <a:moveTo>
                    <a:pt x="324" y="287"/>
                  </a:moveTo>
                  <a:cubicBezTo>
                    <a:pt x="324" y="286"/>
                    <a:pt x="324" y="286"/>
                    <a:pt x="324" y="286"/>
                  </a:cubicBezTo>
                  <a:cubicBezTo>
                    <a:pt x="324" y="286"/>
                    <a:pt x="324" y="286"/>
                    <a:pt x="324" y="286"/>
                  </a:cubicBezTo>
                  <a:cubicBezTo>
                    <a:pt x="324" y="286"/>
                    <a:pt x="324" y="286"/>
                    <a:pt x="324" y="286"/>
                  </a:cubicBezTo>
                  <a:cubicBezTo>
                    <a:pt x="324" y="286"/>
                    <a:pt x="324" y="286"/>
                    <a:pt x="324" y="286"/>
                  </a:cubicBezTo>
                  <a:cubicBezTo>
                    <a:pt x="324" y="286"/>
                    <a:pt x="324" y="286"/>
                    <a:pt x="324" y="286"/>
                  </a:cubicBezTo>
                  <a:cubicBezTo>
                    <a:pt x="325" y="287"/>
                    <a:pt x="325" y="287"/>
                    <a:pt x="325" y="287"/>
                  </a:cubicBezTo>
                  <a:cubicBezTo>
                    <a:pt x="325" y="287"/>
                    <a:pt x="325" y="287"/>
                    <a:pt x="325" y="287"/>
                  </a:cubicBezTo>
                  <a:cubicBezTo>
                    <a:pt x="324" y="287"/>
                    <a:pt x="324" y="287"/>
                    <a:pt x="324" y="287"/>
                  </a:cubicBezTo>
                  <a:cubicBezTo>
                    <a:pt x="324" y="287"/>
                    <a:pt x="324" y="287"/>
                    <a:pt x="324" y="287"/>
                  </a:cubicBezTo>
                  <a:close/>
                  <a:moveTo>
                    <a:pt x="322" y="287"/>
                  </a:moveTo>
                  <a:cubicBezTo>
                    <a:pt x="322" y="287"/>
                    <a:pt x="322" y="287"/>
                    <a:pt x="322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2" y="286"/>
                    <a:pt x="322" y="286"/>
                    <a:pt x="322" y="286"/>
                  </a:cubicBezTo>
                  <a:cubicBezTo>
                    <a:pt x="323" y="286"/>
                    <a:pt x="323" y="286"/>
                    <a:pt x="323" y="286"/>
                  </a:cubicBezTo>
                  <a:cubicBezTo>
                    <a:pt x="323" y="287"/>
                    <a:pt x="323" y="287"/>
                    <a:pt x="323" y="287"/>
                  </a:cubicBezTo>
                  <a:cubicBezTo>
                    <a:pt x="322" y="287"/>
                    <a:pt x="322" y="287"/>
                    <a:pt x="322" y="287"/>
                  </a:cubicBezTo>
                  <a:cubicBezTo>
                    <a:pt x="322" y="288"/>
                    <a:pt x="322" y="288"/>
                    <a:pt x="322" y="288"/>
                  </a:cubicBezTo>
                  <a:cubicBezTo>
                    <a:pt x="321" y="288"/>
                    <a:pt x="321" y="288"/>
                    <a:pt x="321" y="288"/>
                  </a:cubicBezTo>
                  <a:cubicBezTo>
                    <a:pt x="321" y="287"/>
                    <a:pt x="321" y="287"/>
                    <a:pt x="321" y="287"/>
                  </a:cubicBezTo>
                  <a:cubicBezTo>
                    <a:pt x="322" y="287"/>
                    <a:pt x="322" y="287"/>
                    <a:pt x="322" y="287"/>
                  </a:cubicBezTo>
                  <a:close/>
                  <a:moveTo>
                    <a:pt x="315" y="297"/>
                  </a:moveTo>
                  <a:cubicBezTo>
                    <a:pt x="315" y="297"/>
                    <a:pt x="315" y="297"/>
                    <a:pt x="315" y="297"/>
                  </a:cubicBezTo>
                  <a:cubicBezTo>
                    <a:pt x="315" y="297"/>
                    <a:pt x="315" y="297"/>
                    <a:pt x="315" y="297"/>
                  </a:cubicBezTo>
                  <a:cubicBezTo>
                    <a:pt x="315" y="297"/>
                    <a:pt x="315" y="297"/>
                    <a:pt x="315" y="297"/>
                  </a:cubicBezTo>
                  <a:cubicBezTo>
                    <a:pt x="315" y="297"/>
                    <a:pt x="315" y="297"/>
                    <a:pt x="315" y="297"/>
                  </a:cubicBezTo>
                  <a:close/>
                  <a:moveTo>
                    <a:pt x="324" y="295"/>
                  </a:moveTo>
                  <a:cubicBezTo>
                    <a:pt x="324" y="295"/>
                    <a:pt x="324" y="295"/>
                    <a:pt x="324" y="295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25" y="295"/>
                    <a:pt x="325" y="295"/>
                    <a:pt x="325" y="295"/>
                  </a:cubicBezTo>
                  <a:cubicBezTo>
                    <a:pt x="325" y="295"/>
                    <a:pt x="325" y="295"/>
                    <a:pt x="325" y="295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24" y="295"/>
                    <a:pt x="324" y="295"/>
                    <a:pt x="324" y="295"/>
                  </a:cubicBezTo>
                  <a:close/>
                  <a:moveTo>
                    <a:pt x="314" y="280"/>
                  </a:moveTo>
                  <a:cubicBezTo>
                    <a:pt x="313" y="280"/>
                    <a:pt x="313" y="280"/>
                    <a:pt x="313" y="280"/>
                  </a:cubicBezTo>
                  <a:cubicBezTo>
                    <a:pt x="313" y="281"/>
                    <a:pt x="313" y="281"/>
                    <a:pt x="313" y="281"/>
                  </a:cubicBezTo>
                  <a:cubicBezTo>
                    <a:pt x="312" y="281"/>
                    <a:pt x="312" y="281"/>
                    <a:pt x="312" y="281"/>
                  </a:cubicBezTo>
                  <a:cubicBezTo>
                    <a:pt x="312" y="281"/>
                    <a:pt x="312" y="281"/>
                    <a:pt x="312" y="281"/>
                  </a:cubicBezTo>
                  <a:cubicBezTo>
                    <a:pt x="312" y="281"/>
                    <a:pt x="312" y="281"/>
                    <a:pt x="312" y="281"/>
                  </a:cubicBezTo>
                  <a:cubicBezTo>
                    <a:pt x="312" y="281"/>
                    <a:pt x="312" y="281"/>
                    <a:pt x="312" y="281"/>
                  </a:cubicBezTo>
                  <a:cubicBezTo>
                    <a:pt x="312" y="282"/>
                    <a:pt x="312" y="282"/>
                    <a:pt x="312" y="282"/>
                  </a:cubicBezTo>
                  <a:cubicBezTo>
                    <a:pt x="312" y="282"/>
                    <a:pt x="312" y="282"/>
                    <a:pt x="312" y="282"/>
                  </a:cubicBezTo>
                  <a:cubicBezTo>
                    <a:pt x="312" y="282"/>
                    <a:pt x="312" y="282"/>
                    <a:pt x="312" y="282"/>
                  </a:cubicBezTo>
                  <a:cubicBezTo>
                    <a:pt x="311" y="282"/>
                    <a:pt x="311" y="282"/>
                    <a:pt x="311" y="282"/>
                  </a:cubicBezTo>
                  <a:cubicBezTo>
                    <a:pt x="311" y="283"/>
                    <a:pt x="311" y="283"/>
                    <a:pt x="311" y="283"/>
                  </a:cubicBezTo>
                  <a:cubicBezTo>
                    <a:pt x="311" y="283"/>
                    <a:pt x="311" y="283"/>
                    <a:pt x="311" y="283"/>
                  </a:cubicBezTo>
                  <a:cubicBezTo>
                    <a:pt x="311" y="283"/>
                    <a:pt x="311" y="283"/>
                    <a:pt x="311" y="283"/>
                  </a:cubicBezTo>
                  <a:cubicBezTo>
                    <a:pt x="311" y="283"/>
                    <a:pt x="311" y="283"/>
                    <a:pt x="311" y="283"/>
                  </a:cubicBezTo>
                  <a:cubicBezTo>
                    <a:pt x="311" y="284"/>
                    <a:pt x="311" y="284"/>
                    <a:pt x="311" y="284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5"/>
                    <a:pt x="310" y="285"/>
                    <a:pt x="310" y="285"/>
                  </a:cubicBezTo>
                  <a:cubicBezTo>
                    <a:pt x="309" y="286"/>
                    <a:pt x="309" y="286"/>
                    <a:pt x="309" y="286"/>
                  </a:cubicBezTo>
                  <a:cubicBezTo>
                    <a:pt x="309" y="286"/>
                    <a:pt x="309" y="286"/>
                    <a:pt x="309" y="286"/>
                  </a:cubicBezTo>
                  <a:cubicBezTo>
                    <a:pt x="309" y="287"/>
                    <a:pt x="309" y="287"/>
                    <a:pt x="309" y="287"/>
                  </a:cubicBezTo>
                  <a:cubicBezTo>
                    <a:pt x="309" y="287"/>
                    <a:pt x="309" y="287"/>
                    <a:pt x="309" y="287"/>
                  </a:cubicBezTo>
                  <a:cubicBezTo>
                    <a:pt x="309" y="287"/>
                    <a:pt x="309" y="287"/>
                    <a:pt x="309" y="287"/>
                  </a:cubicBezTo>
                  <a:cubicBezTo>
                    <a:pt x="309" y="287"/>
                    <a:pt x="309" y="287"/>
                    <a:pt x="309" y="287"/>
                  </a:cubicBezTo>
                  <a:cubicBezTo>
                    <a:pt x="308" y="287"/>
                    <a:pt x="308" y="287"/>
                    <a:pt x="308" y="287"/>
                  </a:cubicBezTo>
                  <a:cubicBezTo>
                    <a:pt x="308" y="287"/>
                    <a:pt x="308" y="287"/>
                    <a:pt x="308" y="287"/>
                  </a:cubicBezTo>
                  <a:cubicBezTo>
                    <a:pt x="307" y="288"/>
                    <a:pt x="307" y="288"/>
                    <a:pt x="307" y="288"/>
                  </a:cubicBezTo>
                  <a:cubicBezTo>
                    <a:pt x="307" y="288"/>
                    <a:pt x="307" y="288"/>
                    <a:pt x="307" y="288"/>
                  </a:cubicBezTo>
                  <a:cubicBezTo>
                    <a:pt x="308" y="288"/>
                    <a:pt x="308" y="288"/>
                    <a:pt x="308" y="288"/>
                  </a:cubicBezTo>
                  <a:cubicBezTo>
                    <a:pt x="308" y="289"/>
                    <a:pt x="308" y="289"/>
                    <a:pt x="308" y="289"/>
                  </a:cubicBezTo>
                  <a:cubicBezTo>
                    <a:pt x="308" y="289"/>
                    <a:pt x="308" y="289"/>
                    <a:pt x="308" y="289"/>
                  </a:cubicBezTo>
                  <a:cubicBezTo>
                    <a:pt x="308" y="289"/>
                    <a:pt x="308" y="289"/>
                    <a:pt x="308" y="289"/>
                  </a:cubicBezTo>
                  <a:cubicBezTo>
                    <a:pt x="307" y="290"/>
                    <a:pt x="307" y="290"/>
                    <a:pt x="307" y="290"/>
                  </a:cubicBezTo>
                  <a:cubicBezTo>
                    <a:pt x="306" y="289"/>
                    <a:pt x="306" y="289"/>
                    <a:pt x="306" y="289"/>
                  </a:cubicBezTo>
                  <a:cubicBezTo>
                    <a:pt x="306" y="290"/>
                    <a:pt x="306" y="290"/>
                    <a:pt x="306" y="290"/>
                  </a:cubicBezTo>
                  <a:cubicBezTo>
                    <a:pt x="306" y="290"/>
                    <a:pt x="306" y="290"/>
                    <a:pt x="306" y="290"/>
                  </a:cubicBezTo>
                  <a:cubicBezTo>
                    <a:pt x="306" y="290"/>
                    <a:pt x="306" y="290"/>
                    <a:pt x="306" y="290"/>
                  </a:cubicBezTo>
                  <a:cubicBezTo>
                    <a:pt x="305" y="291"/>
                    <a:pt x="305" y="291"/>
                    <a:pt x="305" y="291"/>
                  </a:cubicBezTo>
                  <a:cubicBezTo>
                    <a:pt x="305" y="292"/>
                    <a:pt x="305" y="292"/>
                    <a:pt x="305" y="292"/>
                  </a:cubicBezTo>
                  <a:cubicBezTo>
                    <a:pt x="304" y="292"/>
                    <a:pt x="304" y="292"/>
                    <a:pt x="304" y="292"/>
                  </a:cubicBezTo>
                  <a:cubicBezTo>
                    <a:pt x="304" y="291"/>
                    <a:pt x="304" y="291"/>
                    <a:pt x="304" y="291"/>
                  </a:cubicBezTo>
                  <a:cubicBezTo>
                    <a:pt x="304" y="292"/>
                    <a:pt x="304" y="292"/>
                    <a:pt x="304" y="292"/>
                  </a:cubicBezTo>
                  <a:cubicBezTo>
                    <a:pt x="304" y="291"/>
                    <a:pt x="304" y="291"/>
                    <a:pt x="304" y="291"/>
                  </a:cubicBezTo>
                  <a:cubicBezTo>
                    <a:pt x="304" y="291"/>
                    <a:pt x="304" y="291"/>
                    <a:pt x="304" y="291"/>
                  </a:cubicBezTo>
                  <a:cubicBezTo>
                    <a:pt x="304" y="290"/>
                    <a:pt x="304" y="290"/>
                    <a:pt x="304" y="290"/>
                  </a:cubicBezTo>
                  <a:cubicBezTo>
                    <a:pt x="305" y="290"/>
                    <a:pt x="305" y="290"/>
                    <a:pt x="305" y="290"/>
                  </a:cubicBezTo>
                  <a:cubicBezTo>
                    <a:pt x="304" y="290"/>
                    <a:pt x="304" y="290"/>
                    <a:pt x="304" y="290"/>
                  </a:cubicBezTo>
                  <a:cubicBezTo>
                    <a:pt x="304" y="291"/>
                    <a:pt x="304" y="291"/>
                    <a:pt x="304" y="291"/>
                  </a:cubicBezTo>
                  <a:cubicBezTo>
                    <a:pt x="303" y="291"/>
                    <a:pt x="303" y="291"/>
                    <a:pt x="303" y="291"/>
                  </a:cubicBezTo>
                  <a:cubicBezTo>
                    <a:pt x="302" y="292"/>
                    <a:pt x="302" y="292"/>
                    <a:pt x="302" y="292"/>
                  </a:cubicBezTo>
                  <a:cubicBezTo>
                    <a:pt x="303" y="292"/>
                    <a:pt x="303" y="292"/>
                    <a:pt x="303" y="292"/>
                  </a:cubicBezTo>
                  <a:cubicBezTo>
                    <a:pt x="303" y="292"/>
                    <a:pt x="303" y="292"/>
                    <a:pt x="303" y="292"/>
                  </a:cubicBezTo>
                  <a:cubicBezTo>
                    <a:pt x="304" y="292"/>
                    <a:pt x="304" y="292"/>
                    <a:pt x="304" y="292"/>
                  </a:cubicBezTo>
                  <a:cubicBezTo>
                    <a:pt x="305" y="292"/>
                    <a:pt x="305" y="292"/>
                    <a:pt x="305" y="292"/>
                  </a:cubicBezTo>
                  <a:cubicBezTo>
                    <a:pt x="305" y="292"/>
                    <a:pt x="305" y="292"/>
                    <a:pt x="305" y="292"/>
                  </a:cubicBezTo>
                  <a:cubicBezTo>
                    <a:pt x="304" y="293"/>
                    <a:pt x="304" y="293"/>
                    <a:pt x="304" y="293"/>
                  </a:cubicBezTo>
                  <a:cubicBezTo>
                    <a:pt x="303" y="294"/>
                    <a:pt x="303" y="294"/>
                    <a:pt x="303" y="294"/>
                  </a:cubicBezTo>
                  <a:cubicBezTo>
                    <a:pt x="302" y="295"/>
                    <a:pt x="302" y="295"/>
                    <a:pt x="302" y="295"/>
                  </a:cubicBezTo>
                  <a:cubicBezTo>
                    <a:pt x="302" y="295"/>
                    <a:pt x="302" y="295"/>
                    <a:pt x="302" y="295"/>
                  </a:cubicBezTo>
                  <a:cubicBezTo>
                    <a:pt x="301" y="295"/>
                    <a:pt x="301" y="295"/>
                    <a:pt x="301" y="295"/>
                  </a:cubicBezTo>
                  <a:cubicBezTo>
                    <a:pt x="301" y="296"/>
                    <a:pt x="301" y="296"/>
                    <a:pt x="301" y="296"/>
                  </a:cubicBezTo>
                  <a:cubicBezTo>
                    <a:pt x="301" y="296"/>
                    <a:pt x="301" y="296"/>
                    <a:pt x="301" y="296"/>
                  </a:cubicBezTo>
                  <a:cubicBezTo>
                    <a:pt x="301" y="297"/>
                    <a:pt x="301" y="297"/>
                    <a:pt x="301" y="297"/>
                  </a:cubicBezTo>
                  <a:cubicBezTo>
                    <a:pt x="301" y="297"/>
                    <a:pt x="301" y="297"/>
                    <a:pt x="301" y="297"/>
                  </a:cubicBezTo>
                  <a:cubicBezTo>
                    <a:pt x="302" y="297"/>
                    <a:pt x="302" y="297"/>
                    <a:pt x="302" y="297"/>
                  </a:cubicBezTo>
                  <a:cubicBezTo>
                    <a:pt x="302" y="297"/>
                    <a:pt x="302" y="297"/>
                    <a:pt x="302" y="297"/>
                  </a:cubicBezTo>
                  <a:cubicBezTo>
                    <a:pt x="303" y="297"/>
                    <a:pt x="303" y="297"/>
                    <a:pt x="303" y="297"/>
                  </a:cubicBezTo>
                  <a:cubicBezTo>
                    <a:pt x="304" y="297"/>
                    <a:pt x="304" y="297"/>
                    <a:pt x="304" y="297"/>
                  </a:cubicBezTo>
                  <a:cubicBezTo>
                    <a:pt x="305" y="297"/>
                    <a:pt x="305" y="297"/>
                    <a:pt x="305" y="297"/>
                  </a:cubicBezTo>
                  <a:cubicBezTo>
                    <a:pt x="305" y="296"/>
                    <a:pt x="305" y="296"/>
                    <a:pt x="305" y="296"/>
                  </a:cubicBezTo>
                  <a:cubicBezTo>
                    <a:pt x="305" y="296"/>
                    <a:pt x="305" y="296"/>
                    <a:pt x="305" y="296"/>
                  </a:cubicBezTo>
                  <a:cubicBezTo>
                    <a:pt x="306" y="296"/>
                    <a:pt x="306" y="296"/>
                    <a:pt x="306" y="296"/>
                  </a:cubicBezTo>
                  <a:cubicBezTo>
                    <a:pt x="305" y="297"/>
                    <a:pt x="305" y="297"/>
                    <a:pt x="305" y="297"/>
                  </a:cubicBezTo>
                  <a:cubicBezTo>
                    <a:pt x="306" y="297"/>
                    <a:pt x="306" y="297"/>
                    <a:pt x="306" y="297"/>
                  </a:cubicBezTo>
                  <a:cubicBezTo>
                    <a:pt x="307" y="297"/>
                    <a:pt x="307" y="297"/>
                    <a:pt x="307" y="297"/>
                  </a:cubicBezTo>
                  <a:cubicBezTo>
                    <a:pt x="307" y="297"/>
                    <a:pt x="307" y="297"/>
                    <a:pt x="307" y="297"/>
                  </a:cubicBezTo>
                  <a:cubicBezTo>
                    <a:pt x="308" y="297"/>
                    <a:pt x="308" y="297"/>
                    <a:pt x="308" y="297"/>
                  </a:cubicBezTo>
                  <a:cubicBezTo>
                    <a:pt x="309" y="297"/>
                    <a:pt x="309" y="297"/>
                    <a:pt x="309" y="297"/>
                  </a:cubicBezTo>
                  <a:cubicBezTo>
                    <a:pt x="309" y="297"/>
                    <a:pt x="309" y="297"/>
                    <a:pt x="309" y="297"/>
                  </a:cubicBezTo>
                  <a:cubicBezTo>
                    <a:pt x="309" y="297"/>
                    <a:pt x="309" y="297"/>
                    <a:pt x="309" y="297"/>
                  </a:cubicBezTo>
                  <a:cubicBezTo>
                    <a:pt x="310" y="298"/>
                    <a:pt x="310" y="298"/>
                    <a:pt x="310" y="298"/>
                  </a:cubicBezTo>
                  <a:cubicBezTo>
                    <a:pt x="310" y="297"/>
                    <a:pt x="310" y="297"/>
                    <a:pt x="310" y="297"/>
                  </a:cubicBezTo>
                  <a:cubicBezTo>
                    <a:pt x="311" y="298"/>
                    <a:pt x="311" y="298"/>
                    <a:pt x="311" y="298"/>
                  </a:cubicBezTo>
                  <a:cubicBezTo>
                    <a:pt x="311" y="298"/>
                    <a:pt x="311" y="298"/>
                    <a:pt x="311" y="298"/>
                  </a:cubicBezTo>
                  <a:cubicBezTo>
                    <a:pt x="311" y="297"/>
                    <a:pt x="311" y="297"/>
                    <a:pt x="311" y="297"/>
                  </a:cubicBezTo>
                  <a:cubicBezTo>
                    <a:pt x="311" y="297"/>
                    <a:pt x="311" y="297"/>
                    <a:pt x="311" y="297"/>
                  </a:cubicBezTo>
                  <a:cubicBezTo>
                    <a:pt x="312" y="297"/>
                    <a:pt x="312" y="297"/>
                    <a:pt x="312" y="297"/>
                  </a:cubicBezTo>
                  <a:cubicBezTo>
                    <a:pt x="312" y="297"/>
                    <a:pt x="312" y="297"/>
                    <a:pt x="312" y="297"/>
                  </a:cubicBezTo>
                  <a:cubicBezTo>
                    <a:pt x="313" y="297"/>
                    <a:pt x="313" y="297"/>
                    <a:pt x="313" y="297"/>
                  </a:cubicBezTo>
                  <a:cubicBezTo>
                    <a:pt x="313" y="297"/>
                    <a:pt x="313" y="297"/>
                    <a:pt x="313" y="297"/>
                  </a:cubicBezTo>
                  <a:cubicBezTo>
                    <a:pt x="313" y="297"/>
                    <a:pt x="313" y="297"/>
                    <a:pt x="313" y="297"/>
                  </a:cubicBezTo>
                  <a:cubicBezTo>
                    <a:pt x="314" y="297"/>
                    <a:pt x="314" y="297"/>
                    <a:pt x="314" y="297"/>
                  </a:cubicBezTo>
                  <a:cubicBezTo>
                    <a:pt x="314" y="297"/>
                    <a:pt x="314" y="297"/>
                    <a:pt x="314" y="297"/>
                  </a:cubicBezTo>
                  <a:cubicBezTo>
                    <a:pt x="314" y="297"/>
                    <a:pt x="314" y="297"/>
                    <a:pt x="314" y="297"/>
                  </a:cubicBezTo>
                  <a:cubicBezTo>
                    <a:pt x="314" y="296"/>
                    <a:pt x="314" y="296"/>
                    <a:pt x="314" y="296"/>
                  </a:cubicBezTo>
                  <a:cubicBezTo>
                    <a:pt x="314" y="296"/>
                    <a:pt x="314" y="296"/>
                    <a:pt x="314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4" y="297"/>
                    <a:pt x="314" y="297"/>
                    <a:pt x="314" y="297"/>
                  </a:cubicBezTo>
                  <a:cubicBezTo>
                    <a:pt x="315" y="297"/>
                    <a:pt x="315" y="297"/>
                    <a:pt x="315" y="297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6"/>
                    <a:pt x="315" y="296"/>
                    <a:pt x="315" y="296"/>
                  </a:cubicBezTo>
                  <a:cubicBezTo>
                    <a:pt x="315" y="297"/>
                    <a:pt x="315" y="297"/>
                    <a:pt x="315" y="297"/>
                  </a:cubicBezTo>
                  <a:cubicBezTo>
                    <a:pt x="315" y="297"/>
                    <a:pt x="315" y="297"/>
                    <a:pt x="315" y="297"/>
                  </a:cubicBezTo>
                  <a:cubicBezTo>
                    <a:pt x="316" y="297"/>
                    <a:pt x="316" y="297"/>
                    <a:pt x="316" y="297"/>
                  </a:cubicBezTo>
                  <a:cubicBezTo>
                    <a:pt x="316" y="297"/>
                    <a:pt x="316" y="297"/>
                    <a:pt x="316" y="297"/>
                  </a:cubicBezTo>
                  <a:cubicBezTo>
                    <a:pt x="316" y="297"/>
                    <a:pt x="316" y="297"/>
                    <a:pt x="316" y="297"/>
                  </a:cubicBezTo>
                  <a:cubicBezTo>
                    <a:pt x="315" y="298"/>
                    <a:pt x="315" y="298"/>
                    <a:pt x="315" y="298"/>
                  </a:cubicBezTo>
                  <a:cubicBezTo>
                    <a:pt x="314" y="298"/>
                    <a:pt x="314" y="298"/>
                    <a:pt x="314" y="298"/>
                  </a:cubicBezTo>
                  <a:cubicBezTo>
                    <a:pt x="314" y="298"/>
                    <a:pt x="314" y="298"/>
                    <a:pt x="314" y="298"/>
                  </a:cubicBezTo>
                  <a:cubicBezTo>
                    <a:pt x="315" y="298"/>
                    <a:pt x="315" y="298"/>
                    <a:pt x="315" y="298"/>
                  </a:cubicBezTo>
                  <a:cubicBezTo>
                    <a:pt x="315" y="298"/>
                    <a:pt x="315" y="298"/>
                    <a:pt x="315" y="298"/>
                  </a:cubicBezTo>
                  <a:cubicBezTo>
                    <a:pt x="315" y="298"/>
                    <a:pt x="315" y="298"/>
                    <a:pt x="315" y="298"/>
                  </a:cubicBezTo>
                  <a:cubicBezTo>
                    <a:pt x="316" y="298"/>
                    <a:pt x="316" y="298"/>
                    <a:pt x="316" y="298"/>
                  </a:cubicBezTo>
                  <a:cubicBezTo>
                    <a:pt x="316" y="298"/>
                    <a:pt x="316" y="298"/>
                    <a:pt x="316" y="298"/>
                  </a:cubicBezTo>
                  <a:cubicBezTo>
                    <a:pt x="316" y="298"/>
                    <a:pt x="316" y="298"/>
                    <a:pt x="316" y="298"/>
                  </a:cubicBezTo>
                  <a:cubicBezTo>
                    <a:pt x="317" y="298"/>
                    <a:pt x="317" y="298"/>
                    <a:pt x="317" y="298"/>
                  </a:cubicBezTo>
                  <a:cubicBezTo>
                    <a:pt x="317" y="298"/>
                    <a:pt x="317" y="298"/>
                    <a:pt x="317" y="298"/>
                  </a:cubicBezTo>
                  <a:cubicBezTo>
                    <a:pt x="317" y="297"/>
                    <a:pt x="317" y="297"/>
                    <a:pt x="317" y="297"/>
                  </a:cubicBezTo>
                  <a:cubicBezTo>
                    <a:pt x="317" y="297"/>
                    <a:pt x="317" y="297"/>
                    <a:pt x="317" y="297"/>
                  </a:cubicBezTo>
                  <a:cubicBezTo>
                    <a:pt x="318" y="297"/>
                    <a:pt x="318" y="297"/>
                    <a:pt x="318" y="297"/>
                  </a:cubicBezTo>
                  <a:cubicBezTo>
                    <a:pt x="318" y="298"/>
                    <a:pt x="318" y="298"/>
                    <a:pt x="318" y="298"/>
                  </a:cubicBezTo>
                  <a:cubicBezTo>
                    <a:pt x="319" y="298"/>
                    <a:pt x="319" y="298"/>
                    <a:pt x="319" y="298"/>
                  </a:cubicBezTo>
                  <a:cubicBezTo>
                    <a:pt x="319" y="297"/>
                    <a:pt x="319" y="297"/>
                    <a:pt x="319" y="297"/>
                  </a:cubicBezTo>
                  <a:cubicBezTo>
                    <a:pt x="320" y="297"/>
                    <a:pt x="320" y="297"/>
                    <a:pt x="320" y="297"/>
                  </a:cubicBezTo>
                  <a:cubicBezTo>
                    <a:pt x="319" y="298"/>
                    <a:pt x="319" y="298"/>
                    <a:pt x="319" y="298"/>
                  </a:cubicBezTo>
                  <a:cubicBezTo>
                    <a:pt x="319" y="298"/>
                    <a:pt x="319" y="298"/>
                    <a:pt x="319" y="298"/>
                  </a:cubicBezTo>
                  <a:cubicBezTo>
                    <a:pt x="319" y="298"/>
                    <a:pt x="319" y="298"/>
                    <a:pt x="319" y="298"/>
                  </a:cubicBezTo>
                  <a:cubicBezTo>
                    <a:pt x="318" y="298"/>
                    <a:pt x="318" y="298"/>
                    <a:pt x="318" y="298"/>
                  </a:cubicBezTo>
                  <a:cubicBezTo>
                    <a:pt x="317" y="299"/>
                    <a:pt x="317" y="299"/>
                    <a:pt x="317" y="299"/>
                  </a:cubicBezTo>
                  <a:cubicBezTo>
                    <a:pt x="317" y="299"/>
                    <a:pt x="317" y="299"/>
                    <a:pt x="317" y="299"/>
                  </a:cubicBezTo>
                  <a:cubicBezTo>
                    <a:pt x="317" y="299"/>
                    <a:pt x="317" y="299"/>
                    <a:pt x="317" y="299"/>
                  </a:cubicBezTo>
                  <a:cubicBezTo>
                    <a:pt x="317" y="300"/>
                    <a:pt x="317" y="300"/>
                    <a:pt x="317" y="300"/>
                  </a:cubicBezTo>
                  <a:cubicBezTo>
                    <a:pt x="317" y="300"/>
                    <a:pt x="317" y="300"/>
                    <a:pt x="317" y="300"/>
                  </a:cubicBezTo>
                  <a:cubicBezTo>
                    <a:pt x="316" y="300"/>
                    <a:pt x="316" y="300"/>
                    <a:pt x="316" y="300"/>
                  </a:cubicBezTo>
                  <a:cubicBezTo>
                    <a:pt x="316" y="300"/>
                    <a:pt x="316" y="300"/>
                    <a:pt x="316" y="300"/>
                  </a:cubicBezTo>
                  <a:cubicBezTo>
                    <a:pt x="316" y="300"/>
                    <a:pt x="316" y="300"/>
                    <a:pt x="316" y="300"/>
                  </a:cubicBezTo>
                  <a:cubicBezTo>
                    <a:pt x="315" y="300"/>
                    <a:pt x="315" y="300"/>
                    <a:pt x="315" y="300"/>
                  </a:cubicBezTo>
                  <a:cubicBezTo>
                    <a:pt x="314" y="301"/>
                    <a:pt x="314" y="301"/>
                    <a:pt x="314" y="301"/>
                  </a:cubicBezTo>
                  <a:cubicBezTo>
                    <a:pt x="314" y="301"/>
                    <a:pt x="314" y="301"/>
                    <a:pt x="314" y="301"/>
                  </a:cubicBezTo>
                  <a:cubicBezTo>
                    <a:pt x="314" y="301"/>
                    <a:pt x="314" y="301"/>
                    <a:pt x="314" y="301"/>
                  </a:cubicBezTo>
                  <a:cubicBezTo>
                    <a:pt x="315" y="302"/>
                    <a:pt x="315" y="302"/>
                    <a:pt x="315" y="302"/>
                  </a:cubicBezTo>
                  <a:cubicBezTo>
                    <a:pt x="315" y="302"/>
                    <a:pt x="315" y="302"/>
                    <a:pt x="315" y="302"/>
                  </a:cubicBezTo>
                  <a:cubicBezTo>
                    <a:pt x="315" y="301"/>
                    <a:pt x="315" y="301"/>
                    <a:pt x="315" y="301"/>
                  </a:cubicBezTo>
                  <a:cubicBezTo>
                    <a:pt x="316" y="301"/>
                    <a:pt x="316" y="301"/>
                    <a:pt x="316" y="301"/>
                  </a:cubicBezTo>
                  <a:cubicBezTo>
                    <a:pt x="316" y="301"/>
                    <a:pt x="316" y="301"/>
                    <a:pt x="316" y="301"/>
                  </a:cubicBezTo>
                  <a:cubicBezTo>
                    <a:pt x="316" y="301"/>
                    <a:pt x="316" y="301"/>
                    <a:pt x="316" y="301"/>
                  </a:cubicBezTo>
                  <a:cubicBezTo>
                    <a:pt x="316" y="302"/>
                    <a:pt x="316" y="302"/>
                    <a:pt x="316" y="302"/>
                  </a:cubicBezTo>
                  <a:cubicBezTo>
                    <a:pt x="317" y="301"/>
                    <a:pt x="317" y="301"/>
                    <a:pt x="317" y="301"/>
                  </a:cubicBezTo>
                  <a:cubicBezTo>
                    <a:pt x="317" y="301"/>
                    <a:pt x="317" y="301"/>
                    <a:pt x="317" y="301"/>
                  </a:cubicBezTo>
                  <a:cubicBezTo>
                    <a:pt x="318" y="301"/>
                    <a:pt x="318" y="301"/>
                    <a:pt x="318" y="301"/>
                  </a:cubicBezTo>
                  <a:cubicBezTo>
                    <a:pt x="318" y="301"/>
                    <a:pt x="318" y="301"/>
                    <a:pt x="318" y="301"/>
                  </a:cubicBezTo>
                  <a:cubicBezTo>
                    <a:pt x="318" y="300"/>
                    <a:pt x="318" y="300"/>
                    <a:pt x="318" y="300"/>
                  </a:cubicBezTo>
                  <a:cubicBezTo>
                    <a:pt x="318" y="300"/>
                    <a:pt x="318" y="300"/>
                    <a:pt x="318" y="300"/>
                  </a:cubicBezTo>
                  <a:cubicBezTo>
                    <a:pt x="318" y="300"/>
                    <a:pt x="318" y="300"/>
                    <a:pt x="318" y="300"/>
                  </a:cubicBezTo>
                  <a:cubicBezTo>
                    <a:pt x="319" y="299"/>
                    <a:pt x="319" y="299"/>
                    <a:pt x="319" y="299"/>
                  </a:cubicBezTo>
                  <a:cubicBezTo>
                    <a:pt x="319" y="299"/>
                    <a:pt x="319" y="299"/>
                    <a:pt x="319" y="299"/>
                  </a:cubicBezTo>
                  <a:cubicBezTo>
                    <a:pt x="320" y="299"/>
                    <a:pt x="320" y="299"/>
                    <a:pt x="320" y="299"/>
                  </a:cubicBezTo>
                  <a:cubicBezTo>
                    <a:pt x="320" y="299"/>
                    <a:pt x="320" y="299"/>
                    <a:pt x="320" y="299"/>
                  </a:cubicBezTo>
                  <a:cubicBezTo>
                    <a:pt x="320" y="299"/>
                    <a:pt x="320" y="299"/>
                    <a:pt x="320" y="299"/>
                  </a:cubicBezTo>
                  <a:cubicBezTo>
                    <a:pt x="320" y="299"/>
                    <a:pt x="320" y="299"/>
                    <a:pt x="320" y="299"/>
                  </a:cubicBezTo>
                  <a:cubicBezTo>
                    <a:pt x="321" y="299"/>
                    <a:pt x="321" y="299"/>
                    <a:pt x="321" y="299"/>
                  </a:cubicBezTo>
                  <a:cubicBezTo>
                    <a:pt x="321" y="298"/>
                    <a:pt x="321" y="298"/>
                    <a:pt x="321" y="298"/>
                  </a:cubicBezTo>
                  <a:cubicBezTo>
                    <a:pt x="322" y="297"/>
                    <a:pt x="322" y="297"/>
                    <a:pt x="322" y="297"/>
                  </a:cubicBezTo>
                  <a:cubicBezTo>
                    <a:pt x="322" y="296"/>
                    <a:pt x="322" y="296"/>
                    <a:pt x="322" y="296"/>
                  </a:cubicBezTo>
                  <a:cubicBezTo>
                    <a:pt x="322" y="296"/>
                    <a:pt x="322" y="296"/>
                    <a:pt x="322" y="296"/>
                  </a:cubicBezTo>
                  <a:cubicBezTo>
                    <a:pt x="322" y="296"/>
                    <a:pt x="322" y="296"/>
                    <a:pt x="322" y="296"/>
                  </a:cubicBezTo>
                  <a:cubicBezTo>
                    <a:pt x="322" y="296"/>
                    <a:pt x="322" y="296"/>
                    <a:pt x="322" y="296"/>
                  </a:cubicBezTo>
                  <a:cubicBezTo>
                    <a:pt x="323" y="296"/>
                    <a:pt x="323" y="296"/>
                    <a:pt x="323" y="296"/>
                  </a:cubicBezTo>
                  <a:cubicBezTo>
                    <a:pt x="323" y="297"/>
                    <a:pt x="323" y="297"/>
                    <a:pt x="323" y="297"/>
                  </a:cubicBezTo>
                  <a:cubicBezTo>
                    <a:pt x="323" y="298"/>
                    <a:pt x="323" y="298"/>
                    <a:pt x="323" y="298"/>
                  </a:cubicBezTo>
                  <a:cubicBezTo>
                    <a:pt x="323" y="298"/>
                    <a:pt x="323" y="298"/>
                    <a:pt x="323" y="298"/>
                  </a:cubicBezTo>
                  <a:cubicBezTo>
                    <a:pt x="323" y="299"/>
                    <a:pt x="323" y="299"/>
                    <a:pt x="323" y="299"/>
                  </a:cubicBezTo>
                  <a:cubicBezTo>
                    <a:pt x="323" y="299"/>
                    <a:pt x="323" y="299"/>
                    <a:pt x="323" y="299"/>
                  </a:cubicBezTo>
                  <a:cubicBezTo>
                    <a:pt x="323" y="299"/>
                    <a:pt x="323" y="299"/>
                    <a:pt x="323" y="299"/>
                  </a:cubicBezTo>
                  <a:cubicBezTo>
                    <a:pt x="322" y="300"/>
                    <a:pt x="322" y="300"/>
                    <a:pt x="322" y="300"/>
                  </a:cubicBezTo>
                  <a:cubicBezTo>
                    <a:pt x="322" y="301"/>
                    <a:pt x="322" y="301"/>
                    <a:pt x="322" y="301"/>
                  </a:cubicBezTo>
                  <a:cubicBezTo>
                    <a:pt x="322" y="302"/>
                    <a:pt x="322" y="302"/>
                    <a:pt x="322" y="302"/>
                  </a:cubicBezTo>
                  <a:cubicBezTo>
                    <a:pt x="321" y="302"/>
                    <a:pt x="321" y="302"/>
                    <a:pt x="321" y="302"/>
                  </a:cubicBezTo>
                  <a:cubicBezTo>
                    <a:pt x="321" y="302"/>
                    <a:pt x="321" y="302"/>
                    <a:pt x="321" y="302"/>
                  </a:cubicBezTo>
                  <a:cubicBezTo>
                    <a:pt x="322" y="302"/>
                    <a:pt x="322" y="302"/>
                    <a:pt x="322" y="302"/>
                  </a:cubicBezTo>
                  <a:cubicBezTo>
                    <a:pt x="322" y="302"/>
                    <a:pt x="322" y="302"/>
                    <a:pt x="322" y="302"/>
                  </a:cubicBezTo>
                  <a:cubicBezTo>
                    <a:pt x="323" y="301"/>
                    <a:pt x="323" y="301"/>
                    <a:pt x="323" y="301"/>
                  </a:cubicBezTo>
                  <a:cubicBezTo>
                    <a:pt x="323" y="301"/>
                    <a:pt x="323" y="301"/>
                    <a:pt x="323" y="301"/>
                  </a:cubicBezTo>
                  <a:cubicBezTo>
                    <a:pt x="324" y="300"/>
                    <a:pt x="324" y="300"/>
                    <a:pt x="324" y="300"/>
                  </a:cubicBezTo>
                  <a:cubicBezTo>
                    <a:pt x="324" y="300"/>
                    <a:pt x="324" y="300"/>
                    <a:pt x="324" y="300"/>
                  </a:cubicBezTo>
                  <a:cubicBezTo>
                    <a:pt x="324" y="300"/>
                    <a:pt x="324" y="300"/>
                    <a:pt x="324" y="300"/>
                  </a:cubicBezTo>
                  <a:cubicBezTo>
                    <a:pt x="325" y="300"/>
                    <a:pt x="325" y="300"/>
                    <a:pt x="325" y="300"/>
                  </a:cubicBezTo>
                  <a:cubicBezTo>
                    <a:pt x="325" y="300"/>
                    <a:pt x="325" y="300"/>
                    <a:pt x="325" y="300"/>
                  </a:cubicBezTo>
                  <a:cubicBezTo>
                    <a:pt x="325" y="300"/>
                    <a:pt x="325" y="300"/>
                    <a:pt x="325" y="300"/>
                  </a:cubicBezTo>
                  <a:cubicBezTo>
                    <a:pt x="324" y="301"/>
                    <a:pt x="324" y="301"/>
                    <a:pt x="324" y="301"/>
                  </a:cubicBezTo>
                  <a:cubicBezTo>
                    <a:pt x="324" y="302"/>
                    <a:pt x="324" y="302"/>
                    <a:pt x="324" y="302"/>
                  </a:cubicBezTo>
                  <a:cubicBezTo>
                    <a:pt x="324" y="302"/>
                    <a:pt x="324" y="302"/>
                    <a:pt x="324" y="302"/>
                  </a:cubicBezTo>
                  <a:cubicBezTo>
                    <a:pt x="324" y="302"/>
                    <a:pt x="324" y="302"/>
                    <a:pt x="324" y="302"/>
                  </a:cubicBezTo>
                  <a:cubicBezTo>
                    <a:pt x="324" y="303"/>
                    <a:pt x="324" y="303"/>
                    <a:pt x="324" y="303"/>
                  </a:cubicBezTo>
                  <a:cubicBezTo>
                    <a:pt x="324" y="304"/>
                    <a:pt x="324" y="304"/>
                    <a:pt x="324" y="304"/>
                  </a:cubicBezTo>
                  <a:cubicBezTo>
                    <a:pt x="324" y="303"/>
                    <a:pt x="324" y="303"/>
                    <a:pt x="324" y="303"/>
                  </a:cubicBezTo>
                  <a:cubicBezTo>
                    <a:pt x="325" y="303"/>
                    <a:pt x="325" y="303"/>
                    <a:pt x="325" y="303"/>
                  </a:cubicBezTo>
                  <a:cubicBezTo>
                    <a:pt x="325" y="303"/>
                    <a:pt x="325" y="303"/>
                    <a:pt x="325" y="303"/>
                  </a:cubicBezTo>
                  <a:cubicBezTo>
                    <a:pt x="325" y="303"/>
                    <a:pt x="326" y="303"/>
                    <a:pt x="326" y="303"/>
                  </a:cubicBezTo>
                  <a:cubicBezTo>
                    <a:pt x="326" y="303"/>
                    <a:pt x="326" y="303"/>
                    <a:pt x="326" y="303"/>
                  </a:cubicBezTo>
                  <a:cubicBezTo>
                    <a:pt x="327" y="303"/>
                    <a:pt x="327" y="303"/>
                    <a:pt x="327" y="303"/>
                  </a:cubicBezTo>
                  <a:cubicBezTo>
                    <a:pt x="327" y="302"/>
                    <a:pt x="327" y="302"/>
                    <a:pt x="327" y="302"/>
                  </a:cubicBezTo>
                  <a:cubicBezTo>
                    <a:pt x="327" y="302"/>
                    <a:pt x="327" y="302"/>
                    <a:pt x="327" y="302"/>
                  </a:cubicBezTo>
                  <a:cubicBezTo>
                    <a:pt x="327" y="302"/>
                    <a:pt x="327" y="302"/>
                    <a:pt x="327" y="302"/>
                  </a:cubicBezTo>
                  <a:cubicBezTo>
                    <a:pt x="327" y="302"/>
                    <a:pt x="327" y="302"/>
                    <a:pt x="327" y="302"/>
                  </a:cubicBezTo>
                  <a:cubicBezTo>
                    <a:pt x="327" y="301"/>
                    <a:pt x="327" y="301"/>
                    <a:pt x="327" y="301"/>
                  </a:cubicBezTo>
                  <a:cubicBezTo>
                    <a:pt x="327" y="301"/>
                    <a:pt x="327" y="301"/>
                    <a:pt x="327" y="301"/>
                  </a:cubicBezTo>
                  <a:cubicBezTo>
                    <a:pt x="327" y="301"/>
                    <a:pt x="327" y="301"/>
                    <a:pt x="327" y="301"/>
                  </a:cubicBezTo>
                  <a:cubicBezTo>
                    <a:pt x="327" y="300"/>
                    <a:pt x="327" y="300"/>
                    <a:pt x="327" y="300"/>
                  </a:cubicBezTo>
                  <a:cubicBezTo>
                    <a:pt x="328" y="299"/>
                    <a:pt x="328" y="299"/>
                    <a:pt x="328" y="299"/>
                  </a:cubicBezTo>
                  <a:cubicBezTo>
                    <a:pt x="329" y="299"/>
                    <a:pt x="329" y="299"/>
                    <a:pt x="329" y="299"/>
                  </a:cubicBezTo>
                  <a:cubicBezTo>
                    <a:pt x="328" y="297"/>
                    <a:pt x="328" y="297"/>
                    <a:pt x="328" y="297"/>
                  </a:cubicBezTo>
                  <a:cubicBezTo>
                    <a:pt x="328" y="297"/>
                    <a:pt x="328" y="297"/>
                    <a:pt x="328" y="297"/>
                  </a:cubicBezTo>
                  <a:cubicBezTo>
                    <a:pt x="328" y="297"/>
                    <a:pt x="328" y="297"/>
                    <a:pt x="328" y="297"/>
                  </a:cubicBezTo>
                  <a:cubicBezTo>
                    <a:pt x="328" y="297"/>
                    <a:pt x="328" y="297"/>
                    <a:pt x="328" y="297"/>
                  </a:cubicBezTo>
                  <a:cubicBezTo>
                    <a:pt x="328" y="298"/>
                    <a:pt x="328" y="298"/>
                    <a:pt x="328" y="298"/>
                  </a:cubicBezTo>
                  <a:cubicBezTo>
                    <a:pt x="327" y="298"/>
                    <a:pt x="327" y="298"/>
                    <a:pt x="327" y="298"/>
                  </a:cubicBezTo>
                  <a:cubicBezTo>
                    <a:pt x="327" y="299"/>
                    <a:pt x="327" y="299"/>
                    <a:pt x="327" y="299"/>
                  </a:cubicBezTo>
                  <a:cubicBezTo>
                    <a:pt x="326" y="299"/>
                    <a:pt x="326" y="299"/>
                    <a:pt x="326" y="299"/>
                  </a:cubicBezTo>
                  <a:cubicBezTo>
                    <a:pt x="326" y="298"/>
                    <a:pt x="326" y="298"/>
                    <a:pt x="326" y="298"/>
                  </a:cubicBezTo>
                  <a:cubicBezTo>
                    <a:pt x="326" y="298"/>
                    <a:pt x="326" y="298"/>
                    <a:pt x="326" y="298"/>
                  </a:cubicBezTo>
                  <a:cubicBezTo>
                    <a:pt x="326" y="297"/>
                    <a:pt x="326" y="297"/>
                    <a:pt x="326" y="297"/>
                  </a:cubicBezTo>
                  <a:cubicBezTo>
                    <a:pt x="327" y="297"/>
                    <a:pt x="327" y="297"/>
                    <a:pt x="327" y="297"/>
                  </a:cubicBezTo>
                  <a:cubicBezTo>
                    <a:pt x="327" y="296"/>
                    <a:pt x="327" y="296"/>
                    <a:pt x="327" y="296"/>
                  </a:cubicBezTo>
                  <a:cubicBezTo>
                    <a:pt x="328" y="296"/>
                    <a:pt x="328" y="296"/>
                    <a:pt x="328" y="296"/>
                  </a:cubicBezTo>
                  <a:cubicBezTo>
                    <a:pt x="328" y="296"/>
                    <a:pt x="328" y="296"/>
                    <a:pt x="328" y="296"/>
                  </a:cubicBezTo>
                  <a:cubicBezTo>
                    <a:pt x="328" y="296"/>
                    <a:pt x="328" y="296"/>
                    <a:pt x="328" y="296"/>
                  </a:cubicBezTo>
                  <a:cubicBezTo>
                    <a:pt x="328" y="295"/>
                    <a:pt x="328" y="295"/>
                    <a:pt x="328" y="295"/>
                  </a:cubicBezTo>
                  <a:cubicBezTo>
                    <a:pt x="328" y="296"/>
                    <a:pt x="328" y="296"/>
                    <a:pt x="328" y="296"/>
                  </a:cubicBezTo>
                  <a:cubicBezTo>
                    <a:pt x="327" y="296"/>
                    <a:pt x="327" y="296"/>
                    <a:pt x="327" y="296"/>
                  </a:cubicBezTo>
                  <a:cubicBezTo>
                    <a:pt x="327" y="296"/>
                    <a:pt x="327" y="296"/>
                    <a:pt x="327" y="296"/>
                  </a:cubicBezTo>
                  <a:cubicBezTo>
                    <a:pt x="326" y="296"/>
                    <a:pt x="326" y="296"/>
                    <a:pt x="326" y="296"/>
                  </a:cubicBezTo>
                  <a:cubicBezTo>
                    <a:pt x="326" y="296"/>
                    <a:pt x="326" y="296"/>
                    <a:pt x="326" y="296"/>
                  </a:cubicBezTo>
                  <a:cubicBezTo>
                    <a:pt x="326" y="297"/>
                    <a:pt x="326" y="297"/>
                    <a:pt x="326" y="297"/>
                  </a:cubicBezTo>
                  <a:cubicBezTo>
                    <a:pt x="325" y="297"/>
                    <a:pt x="325" y="297"/>
                    <a:pt x="325" y="297"/>
                  </a:cubicBezTo>
                  <a:cubicBezTo>
                    <a:pt x="325" y="298"/>
                    <a:pt x="325" y="298"/>
                    <a:pt x="325" y="298"/>
                  </a:cubicBezTo>
                  <a:cubicBezTo>
                    <a:pt x="324" y="298"/>
                    <a:pt x="324" y="298"/>
                    <a:pt x="324" y="298"/>
                  </a:cubicBezTo>
                  <a:cubicBezTo>
                    <a:pt x="324" y="298"/>
                    <a:pt x="324" y="298"/>
                    <a:pt x="324" y="298"/>
                  </a:cubicBezTo>
                  <a:cubicBezTo>
                    <a:pt x="324" y="297"/>
                    <a:pt x="324" y="297"/>
                    <a:pt x="324" y="297"/>
                  </a:cubicBezTo>
                  <a:cubicBezTo>
                    <a:pt x="323" y="297"/>
                    <a:pt x="323" y="297"/>
                    <a:pt x="323" y="297"/>
                  </a:cubicBezTo>
                  <a:cubicBezTo>
                    <a:pt x="323" y="296"/>
                    <a:pt x="323" y="296"/>
                    <a:pt x="323" y="296"/>
                  </a:cubicBezTo>
                  <a:cubicBezTo>
                    <a:pt x="324" y="297"/>
                    <a:pt x="324" y="297"/>
                    <a:pt x="324" y="297"/>
                  </a:cubicBezTo>
                  <a:cubicBezTo>
                    <a:pt x="324" y="297"/>
                    <a:pt x="324" y="297"/>
                    <a:pt x="324" y="297"/>
                  </a:cubicBezTo>
                  <a:cubicBezTo>
                    <a:pt x="324" y="296"/>
                    <a:pt x="324" y="296"/>
                    <a:pt x="324" y="296"/>
                  </a:cubicBezTo>
                  <a:cubicBezTo>
                    <a:pt x="324" y="296"/>
                    <a:pt x="324" y="296"/>
                    <a:pt x="324" y="296"/>
                  </a:cubicBezTo>
                  <a:cubicBezTo>
                    <a:pt x="324" y="296"/>
                    <a:pt x="324" y="296"/>
                    <a:pt x="324" y="296"/>
                  </a:cubicBezTo>
                  <a:cubicBezTo>
                    <a:pt x="324" y="296"/>
                    <a:pt x="324" y="296"/>
                    <a:pt x="324" y="296"/>
                  </a:cubicBezTo>
                  <a:cubicBezTo>
                    <a:pt x="325" y="296"/>
                    <a:pt x="325" y="296"/>
                    <a:pt x="325" y="296"/>
                  </a:cubicBezTo>
                  <a:cubicBezTo>
                    <a:pt x="324" y="296"/>
                    <a:pt x="324" y="296"/>
                    <a:pt x="324" y="296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24" y="295"/>
                    <a:pt x="324" y="295"/>
                    <a:pt x="324" y="295"/>
                  </a:cubicBezTo>
                  <a:cubicBezTo>
                    <a:pt x="325" y="295"/>
                    <a:pt x="325" y="295"/>
                    <a:pt x="325" y="295"/>
                  </a:cubicBezTo>
                  <a:cubicBezTo>
                    <a:pt x="325" y="295"/>
                    <a:pt x="325" y="295"/>
                    <a:pt x="325" y="295"/>
                  </a:cubicBezTo>
                  <a:cubicBezTo>
                    <a:pt x="325" y="294"/>
                    <a:pt x="325" y="294"/>
                    <a:pt x="325" y="294"/>
                  </a:cubicBezTo>
                  <a:cubicBezTo>
                    <a:pt x="326" y="293"/>
                    <a:pt x="326" y="293"/>
                    <a:pt x="326" y="293"/>
                  </a:cubicBezTo>
                  <a:cubicBezTo>
                    <a:pt x="326" y="293"/>
                    <a:pt x="326" y="293"/>
                    <a:pt x="326" y="293"/>
                  </a:cubicBezTo>
                  <a:cubicBezTo>
                    <a:pt x="327" y="294"/>
                    <a:pt x="327" y="294"/>
                    <a:pt x="327" y="294"/>
                  </a:cubicBezTo>
                  <a:cubicBezTo>
                    <a:pt x="327" y="293"/>
                    <a:pt x="327" y="293"/>
                    <a:pt x="327" y="293"/>
                  </a:cubicBezTo>
                  <a:cubicBezTo>
                    <a:pt x="328" y="293"/>
                    <a:pt x="328" y="293"/>
                    <a:pt x="328" y="293"/>
                  </a:cubicBezTo>
                  <a:cubicBezTo>
                    <a:pt x="328" y="292"/>
                    <a:pt x="328" y="292"/>
                    <a:pt x="328" y="292"/>
                  </a:cubicBezTo>
                  <a:cubicBezTo>
                    <a:pt x="327" y="292"/>
                    <a:pt x="327" y="292"/>
                    <a:pt x="327" y="292"/>
                  </a:cubicBezTo>
                  <a:cubicBezTo>
                    <a:pt x="327" y="292"/>
                    <a:pt x="327" y="292"/>
                    <a:pt x="327" y="292"/>
                  </a:cubicBezTo>
                  <a:cubicBezTo>
                    <a:pt x="326" y="293"/>
                    <a:pt x="326" y="293"/>
                    <a:pt x="326" y="293"/>
                  </a:cubicBezTo>
                  <a:cubicBezTo>
                    <a:pt x="326" y="292"/>
                    <a:pt x="326" y="292"/>
                    <a:pt x="326" y="292"/>
                  </a:cubicBezTo>
                  <a:cubicBezTo>
                    <a:pt x="326" y="292"/>
                    <a:pt x="326" y="292"/>
                    <a:pt x="326" y="292"/>
                  </a:cubicBezTo>
                  <a:cubicBezTo>
                    <a:pt x="326" y="293"/>
                    <a:pt x="326" y="293"/>
                    <a:pt x="326" y="293"/>
                  </a:cubicBezTo>
                  <a:cubicBezTo>
                    <a:pt x="326" y="293"/>
                    <a:pt x="326" y="293"/>
                    <a:pt x="326" y="293"/>
                  </a:cubicBezTo>
                  <a:cubicBezTo>
                    <a:pt x="325" y="293"/>
                    <a:pt x="325" y="293"/>
                    <a:pt x="325" y="293"/>
                  </a:cubicBezTo>
                  <a:cubicBezTo>
                    <a:pt x="325" y="293"/>
                    <a:pt x="325" y="293"/>
                    <a:pt x="325" y="293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3" y="294"/>
                    <a:pt x="323" y="294"/>
                    <a:pt x="323" y="294"/>
                  </a:cubicBezTo>
                  <a:cubicBezTo>
                    <a:pt x="324" y="294"/>
                    <a:pt x="324" y="294"/>
                    <a:pt x="324" y="294"/>
                  </a:cubicBezTo>
                  <a:cubicBezTo>
                    <a:pt x="324" y="293"/>
                    <a:pt x="324" y="293"/>
                    <a:pt x="324" y="293"/>
                  </a:cubicBezTo>
                  <a:cubicBezTo>
                    <a:pt x="324" y="293"/>
                    <a:pt x="324" y="293"/>
                    <a:pt x="324" y="293"/>
                  </a:cubicBezTo>
                  <a:cubicBezTo>
                    <a:pt x="324" y="293"/>
                    <a:pt x="324" y="293"/>
                    <a:pt x="324" y="293"/>
                  </a:cubicBezTo>
                  <a:cubicBezTo>
                    <a:pt x="324" y="292"/>
                    <a:pt x="324" y="292"/>
                    <a:pt x="324" y="292"/>
                  </a:cubicBezTo>
                  <a:cubicBezTo>
                    <a:pt x="325" y="292"/>
                    <a:pt x="325" y="292"/>
                    <a:pt x="325" y="292"/>
                  </a:cubicBezTo>
                  <a:cubicBezTo>
                    <a:pt x="324" y="292"/>
                    <a:pt x="324" y="292"/>
                    <a:pt x="324" y="292"/>
                  </a:cubicBezTo>
                  <a:cubicBezTo>
                    <a:pt x="324" y="292"/>
                    <a:pt x="324" y="292"/>
                    <a:pt x="324" y="292"/>
                  </a:cubicBezTo>
                  <a:cubicBezTo>
                    <a:pt x="324" y="292"/>
                    <a:pt x="324" y="292"/>
                    <a:pt x="324" y="292"/>
                  </a:cubicBezTo>
                  <a:cubicBezTo>
                    <a:pt x="324" y="291"/>
                    <a:pt x="324" y="291"/>
                    <a:pt x="324" y="291"/>
                  </a:cubicBezTo>
                  <a:cubicBezTo>
                    <a:pt x="324" y="291"/>
                    <a:pt x="324" y="291"/>
                    <a:pt x="324" y="291"/>
                  </a:cubicBezTo>
                  <a:cubicBezTo>
                    <a:pt x="323" y="291"/>
                    <a:pt x="323" y="291"/>
                    <a:pt x="323" y="291"/>
                  </a:cubicBezTo>
                  <a:cubicBezTo>
                    <a:pt x="323" y="291"/>
                    <a:pt x="323" y="291"/>
                    <a:pt x="323" y="291"/>
                  </a:cubicBezTo>
                  <a:cubicBezTo>
                    <a:pt x="323" y="291"/>
                    <a:pt x="323" y="291"/>
                    <a:pt x="323" y="291"/>
                  </a:cubicBezTo>
                  <a:cubicBezTo>
                    <a:pt x="324" y="291"/>
                    <a:pt x="324" y="291"/>
                    <a:pt x="324" y="291"/>
                  </a:cubicBezTo>
                  <a:cubicBezTo>
                    <a:pt x="324" y="291"/>
                    <a:pt x="324" y="291"/>
                    <a:pt x="324" y="291"/>
                  </a:cubicBezTo>
                  <a:cubicBezTo>
                    <a:pt x="325" y="291"/>
                    <a:pt x="325" y="291"/>
                    <a:pt x="325" y="291"/>
                  </a:cubicBezTo>
                  <a:cubicBezTo>
                    <a:pt x="325" y="290"/>
                    <a:pt x="325" y="290"/>
                    <a:pt x="325" y="290"/>
                  </a:cubicBezTo>
                  <a:cubicBezTo>
                    <a:pt x="326" y="290"/>
                    <a:pt x="326" y="290"/>
                    <a:pt x="326" y="290"/>
                  </a:cubicBezTo>
                  <a:cubicBezTo>
                    <a:pt x="326" y="290"/>
                    <a:pt x="326" y="290"/>
                    <a:pt x="326" y="290"/>
                  </a:cubicBezTo>
                  <a:cubicBezTo>
                    <a:pt x="326" y="289"/>
                    <a:pt x="326" y="289"/>
                    <a:pt x="326" y="289"/>
                  </a:cubicBezTo>
                  <a:cubicBezTo>
                    <a:pt x="326" y="289"/>
                    <a:pt x="326" y="289"/>
                    <a:pt x="326" y="289"/>
                  </a:cubicBezTo>
                  <a:cubicBezTo>
                    <a:pt x="326" y="289"/>
                    <a:pt x="326" y="289"/>
                    <a:pt x="326" y="289"/>
                  </a:cubicBezTo>
                  <a:cubicBezTo>
                    <a:pt x="326" y="289"/>
                    <a:pt x="326" y="289"/>
                    <a:pt x="326" y="289"/>
                  </a:cubicBezTo>
                  <a:cubicBezTo>
                    <a:pt x="325" y="288"/>
                    <a:pt x="325" y="288"/>
                    <a:pt x="325" y="288"/>
                  </a:cubicBezTo>
                  <a:cubicBezTo>
                    <a:pt x="324" y="288"/>
                    <a:pt x="324" y="288"/>
                    <a:pt x="324" y="288"/>
                  </a:cubicBezTo>
                  <a:cubicBezTo>
                    <a:pt x="324" y="288"/>
                    <a:pt x="324" y="288"/>
                    <a:pt x="324" y="288"/>
                  </a:cubicBezTo>
                  <a:cubicBezTo>
                    <a:pt x="323" y="288"/>
                    <a:pt x="323" y="288"/>
                    <a:pt x="323" y="288"/>
                  </a:cubicBezTo>
                  <a:cubicBezTo>
                    <a:pt x="323" y="288"/>
                    <a:pt x="323" y="288"/>
                    <a:pt x="323" y="288"/>
                  </a:cubicBezTo>
                  <a:cubicBezTo>
                    <a:pt x="323" y="289"/>
                    <a:pt x="323" y="289"/>
                    <a:pt x="323" y="289"/>
                  </a:cubicBezTo>
                  <a:cubicBezTo>
                    <a:pt x="323" y="290"/>
                    <a:pt x="323" y="290"/>
                    <a:pt x="323" y="290"/>
                  </a:cubicBezTo>
                  <a:cubicBezTo>
                    <a:pt x="322" y="290"/>
                    <a:pt x="322" y="290"/>
                    <a:pt x="322" y="290"/>
                  </a:cubicBezTo>
                  <a:cubicBezTo>
                    <a:pt x="323" y="290"/>
                    <a:pt x="323" y="290"/>
                    <a:pt x="323" y="290"/>
                  </a:cubicBezTo>
                  <a:cubicBezTo>
                    <a:pt x="323" y="289"/>
                    <a:pt x="323" y="289"/>
                    <a:pt x="323" y="289"/>
                  </a:cubicBezTo>
                  <a:cubicBezTo>
                    <a:pt x="323" y="289"/>
                    <a:pt x="323" y="289"/>
                    <a:pt x="323" y="289"/>
                  </a:cubicBezTo>
                  <a:cubicBezTo>
                    <a:pt x="323" y="288"/>
                    <a:pt x="323" y="288"/>
                    <a:pt x="323" y="288"/>
                  </a:cubicBezTo>
                  <a:cubicBezTo>
                    <a:pt x="323" y="288"/>
                    <a:pt x="323" y="288"/>
                    <a:pt x="323" y="288"/>
                  </a:cubicBezTo>
                  <a:cubicBezTo>
                    <a:pt x="323" y="288"/>
                    <a:pt x="323" y="288"/>
                    <a:pt x="323" y="288"/>
                  </a:cubicBezTo>
                  <a:cubicBezTo>
                    <a:pt x="322" y="288"/>
                    <a:pt x="322" y="288"/>
                    <a:pt x="322" y="288"/>
                  </a:cubicBezTo>
                  <a:cubicBezTo>
                    <a:pt x="322" y="288"/>
                    <a:pt x="322" y="288"/>
                    <a:pt x="322" y="288"/>
                  </a:cubicBezTo>
                  <a:cubicBezTo>
                    <a:pt x="321" y="289"/>
                    <a:pt x="321" y="289"/>
                    <a:pt x="321" y="289"/>
                  </a:cubicBezTo>
                  <a:cubicBezTo>
                    <a:pt x="321" y="289"/>
                    <a:pt x="321" y="289"/>
                    <a:pt x="321" y="289"/>
                  </a:cubicBezTo>
                  <a:cubicBezTo>
                    <a:pt x="321" y="289"/>
                    <a:pt x="321" y="289"/>
                    <a:pt x="321" y="289"/>
                  </a:cubicBezTo>
                  <a:cubicBezTo>
                    <a:pt x="321" y="289"/>
                    <a:pt x="321" y="289"/>
                    <a:pt x="321" y="289"/>
                  </a:cubicBezTo>
                  <a:cubicBezTo>
                    <a:pt x="320" y="289"/>
                    <a:pt x="320" y="289"/>
                    <a:pt x="320" y="289"/>
                  </a:cubicBezTo>
                  <a:cubicBezTo>
                    <a:pt x="320" y="289"/>
                    <a:pt x="320" y="289"/>
                    <a:pt x="320" y="289"/>
                  </a:cubicBezTo>
                  <a:cubicBezTo>
                    <a:pt x="320" y="290"/>
                    <a:pt x="320" y="290"/>
                    <a:pt x="320" y="290"/>
                  </a:cubicBezTo>
                  <a:cubicBezTo>
                    <a:pt x="319" y="290"/>
                    <a:pt x="319" y="290"/>
                    <a:pt x="319" y="290"/>
                  </a:cubicBezTo>
                  <a:cubicBezTo>
                    <a:pt x="319" y="290"/>
                    <a:pt x="319" y="290"/>
                    <a:pt x="319" y="290"/>
                  </a:cubicBezTo>
                  <a:cubicBezTo>
                    <a:pt x="320" y="289"/>
                    <a:pt x="320" y="289"/>
                    <a:pt x="320" y="289"/>
                  </a:cubicBezTo>
                  <a:cubicBezTo>
                    <a:pt x="320" y="288"/>
                    <a:pt x="320" y="288"/>
                    <a:pt x="320" y="288"/>
                  </a:cubicBezTo>
                  <a:cubicBezTo>
                    <a:pt x="320" y="288"/>
                    <a:pt x="320" y="288"/>
                    <a:pt x="320" y="288"/>
                  </a:cubicBezTo>
                  <a:cubicBezTo>
                    <a:pt x="319" y="288"/>
                    <a:pt x="319" y="288"/>
                    <a:pt x="319" y="288"/>
                  </a:cubicBezTo>
                  <a:cubicBezTo>
                    <a:pt x="319" y="289"/>
                    <a:pt x="319" y="289"/>
                    <a:pt x="319" y="289"/>
                  </a:cubicBezTo>
                  <a:cubicBezTo>
                    <a:pt x="319" y="289"/>
                    <a:pt x="319" y="289"/>
                    <a:pt x="319" y="289"/>
                  </a:cubicBezTo>
                  <a:cubicBezTo>
                    <a:pt x="319" y="289"/>
                    <a:pt x="319" y="289"/>
                    <a:pt x="319" y="289"/>
                  </a:cubicBezTo>
                  <a:cubicBezTo>
                    <a:pt x="319" y="288"/>
                    <a:pt x="319" y="288"/>
                    <a:pt x="319" y="288"/>
                  </a:cubicBezTo>
                  <a:cubicBezTo>
                    <a:pt x="319" y="288"/>
                    <a:pt x="319" y="288"/>
                    <a:pt x="319" y="288"/>
                  </a:cubicBezTo>
                  <a:cubicBezTo>
                    <a:pt x="319" y="288"/>
                    <a:pt x="319" y="288"/>
                    <a:pt x="319" y="288"/>
                  </a:cubicBezTo>
                  <a:cubicBezTo>
                    <a:pt x="318" y="288"/>
                    <a:pt x="318" y="288"/>
                    <a:pt x="318" y="288"/>
                  </a:cubicBezTo>
                  <a:cubicBezTo>
                    <a:pt x="318" y="289"/>
                    <a:pt x="318" y="289"/>
                    <a:pt x="318" y="289"/>
                  </a:cubicBezTo>
                  <a:cubicBezTo>
                    <a:pt x="317" y="288"/>
                    <a:pt x="317" y="288"/>
                    <a:pt x="317" y="288"/>
                  </a:cubicBezTo>
                  <a:cubicBezTo>
                    <a:pt x="317" y="288"/>
                    <a:pt x="317" y="288"/>
                    <a:pt x="317" y="288"/>
                  </a:cubicBezTo>
                  <a:cubicBezTo>
                    <a:pt x="317" y="288"/>
                    <a:pt x="317" y="288"/>
                    <a:pt x="317" y="288"/>
                  </a:cubicBezTo>
                  <a:cubicBezTo>
                    <a:pt x="316" y="288"/>
                    <a:pt x="316" y="288"/>
                    <a:pt x="316" y="288"/>
                  </a:cubicBezTo>
                  <a:cubicBezTo>
                    <a:pt x="316" y="288"/>
                    <a:pt x="316" y="288"/>
                    <a:pt x="316" y="288"/>
                  </a:cubicBezTo>
                  <a:cubicBezTo>
                    <a:pt x="316" y="288"/>
                    <a:pt x="316" y="288"/>
                    <a:pt x="316" y="288"/>
                  </a:cubicBezTo>
                  <a:cubicBezTo>
                    <a:pt x="316" y="288"/>
                    <a:pt x="316" y="288"/>
                    <a:pt x="316" y="288"/>
                  </a:cubicBezTo>
                  <a:cubicBezTo>
                    <a:pt x="317" y="287"/>
                    <a:pt x="317" y="287"/>
                    <a:pt x="317" y="287"/>
                  </a:cubicBezTo>
                  <a:cubicBezTo>
                    <a:pt x="317" y="286"/>
                    <a:pt x="317" y="286"/>
                    <a:pt x="317" y="286"/>
                  </a:cubicBezTo>
                  <a:cubicBezTo>
                    <a:pt x="317" y="286"/>
                    <a:pt x="317" y="286"/>
                    <a:pt x="317" y="286"/>
                  </a:cubicBezTo>
                  <a:cubicBezTo>
                    <a:pt x="317" y="286"/>
                    <a:pt x="317" y="286"/>
                    <a:pt x="317" y="286"/>
                  </a:cubicBezTo>
                  <a:cubicBezTo>
                    <a:pt x="316" y="287"/>
                    <a:pt x="316" y="287"/>
                    <a:pt x="316" y="287"/>
                  </a:cubicBezTo>
                  <a:cubicBezTo>
                    <a:pt x="316" y="286"/>
                    <a:pt x="316" y="286"/>
                    <a:pt x="316" y="286"/>
                  </a:cubicBezTo>
                  <a:cubicBezTo>
                    <a:pt x="317" y="286"/>
                    <a:pt x="317" y="286"/>
                    <a:pt x="317" y="286"/>
                  </a:cubicBezTo>
                  <a:cubicBezTo>
                    <a:pt x="318" y="286"/>
                    <a:pt x="318" y="286"/>
                    <a:pt x="318" y="286"/>
                  </a:cubicBezTo>
                  <a:cubicBezTo>
                    <a:pt x="318" y="286"/>
                    <a:pt x="318" y="286"/>
                    <a:pt x="318" y="286"/>
                  </a:cubicBezTo>
                  <a:cubicBezTo>
                    <a:pt x="319" y="286"/>
                    <a:pt x="319" y="286"/>
                    <a:pt x="319" y="286"/>
                  </a:cubicBezTo>
                  <a:cubicBezTo>
                    <a:pt x="319" y="285"/>
                    <a:pt x="319" y="285"/>
                    <a:pt x="319" y="285"/>
                  </a:cubicBezTo>
                  <a:cubicBezTo>
                    <a:pt x="319" y="285"/>
                    <a:pt x="319" y="285"/>
                    <a:pt x="319" y="285"/>
                  </a:cubicBezTo>
                  <a:cubicBezTo>
                    <a:pt x="319" y="285"/>
                    <a:pt x="319" y="285"/>
                    <a:pt x="319" y="285"/>
                  </a:cubicBezTo>
                  <a:cubicBezTo>
                    <a:pt x="318" y="285"/>
                    <a:pt x="318" y="285"/>
                    <a:pt x="318" y="285"/>
                  </a:cubicBezTo>
                  <a:cubicBezTo>
                    <a:pt x="318" y="285"/>
                    <a:pt x="318" y="285"/>
                    <a:pt x="318" y="285"/>
                  </a:cubicBezTo>
                  <a:cubicBezTo>
                    <a:pt x="317" y="285"/>
                    <a:pt x="317" y="285"/>
                    <a:pt x="317" y="285"/>
                  </a:cubicBezTo>
                  <a:cubicBezTo>
                    <a:pt x="317" y="285"/>
                    <a:pt x="317" y="285"/>
                    <a:pt x="317" y="285"/>
                  </a:cubicBezTo>
                  <a:cubicBezTo>
                    <a:pt x="316" y="285"/>
                    <a:pt x="316" y="285"/>
                    <a:pt x="316" y="285"/>
                  </a:cubicBezTo>
                  <a:cubicBezTo>
                    <a:pt x="317" y="284"/>
                    <a:pt x="317" y="284"/>
                    <a:pt x="317" y="284"/>
                  </a:cubicBezTo>
                  <a:cubicBezTo>
                    <a:pt x="317" y="284"/>
                    <a:pt x="317" y="284"/>
                    <a:pt x="317" y="284"/>
                  </a:cubicBezTo>
                  <a:cubicBezTo>
                    <a:pt x="317" y="284"/>
                    <a:pt x="317" y="284"/>
                    <a:pt x="317" y="284"/>
                  </a:cubicBezTo>
                  <a:cubicBezTo>
                    <a:pt x="316" y="284"/>
                    <a:pt x="316" y="284"/>
                    <a:pt x="316" y="284"/>
                  </a:cubicBezTo>
                  <a:cubicBezTo>
                    <a:pt x="316" y="284"/>
                    <a:pt x="316" y="284"/>
                    <a:pt x="316" y="284"/>
                  </a:cubicBezTo>
                  <a:cubicBezTo>
                    <a:pt x="315" y="285"/>
                    <a:pt x="315" y="285"/>
                    <a:pt x="315" y="285"/>
                  </a:cubicBezTo>
                  <a:cubicBezTo>
                    <a:pt x="315" y="285"/>
                    <a:pt x="315" y="285"/>
                    <a:pt x="315" y="285"/>
                  </a:cubicBezTo>
                  <a:cubicBezTo>
                    <a:pt x="314" y="286"/>
                    <a:pt x="314" y="286"/>
                    <a:pt x="314" y="286"/>
                  </a:cubicBezTo>
                  <a:cubicBezTo>
                    <a:pt x="314" y="286"/>
                    <a:pt x="314" y="286"/>
                    <a:pt x="314" y="286"/>
                  </a:cubicBezTo>
                  <a:cubicBezTo>
                    <a:pt x="314" y="286"/>
                    <a:pt x="314" y="286"/>
                    <a:pt x="314" y="286"/>
                  </a:cubicBezTo>
                  <a:cubicBezTo>
                    <a:pt x="313" y="287"/>
                    <a:pt x="313" y="287"/>
                    <a:pt x="313" y="287"/>
                  </a:cubicBezTo>
                  <a:cubicBezTo>
                    <a:pt x="313" y="286"/>
                    <a:pt x="313" y="286"/>
                    <a:pt x="313" y="286"/>
                  </a:cubicBezTo>
                  <a:cubicBezTo>
                    <a:pt x="313" y="286"/>
                    <a:pt x="313" y="286"/>
                    <a:pt x="313" y="286"/>
                  </a:cubicBezTo>
                  <a:cubicBezTo>
                    <a:pt x="314" y="285"/>
                    <a:pt x="314" y="285"/>
                    <a:pt x="314" y="285"/>
                  </a:cubicBezTo>
                  <a:cubicBezTo>
                    <a:pt x="314" y="285"/>
                    <a:pt x="314" y="285"/>
                    <a:pt x="314" y="285"/>
                  </a:cubicBezTo>
                  <a:cubicBezTo>
                    <a:pt x="314" y="284"/>
                    <a:pt x="314" y="284"/>
                    <a:pt x="314" y="284"/>
                  </a:cubicBezTo>
                  <a:cubicBezTo>
                    <a:pt x="315" y="284"/>
                    <a:pt x="315" y="284"/>
                    <a:pt x="315" y="284"/>
                  </a:cubicBezTo>
                  <a:cubicBezTo>
                    <a:pt x="315" y="283"/>
                    <a:pt x="315" y="283"/>
                    <a:pt x="315" y="283"/>
                  </a:cubicBezTo>
                  <a:cubicBezTo>
                    <a:pt x="315" y="283"/>
                    <a:pt x="315" y="283"/>
                    <a:pt x="315" y="283"/>
                  </a:cubicBezTo>
                  <a:cubicBezTo>
                    <a:pt x="315" y="283"/>
                    <a:pt x="315" y="283"/>
                    <a:pt x="315" y="283"/>
                  </a:cubicBezTo>
                  <a:cubicBezTo>
                    <a:pt x="316" y="282"/>
                    <a:pt x="316" y="282"/>
                    <a:pt x="316" y="282"/>
                  </a:cubicBezTo>
                  <a:cubicBezTo>
                    <a:pt x="316" y="282"/>
                    <a:pt x="316" y="282"/>
                    <a:pt x="316" y="282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7" y="280"/>
                    <a:pt x="317" y="280"/>
                    <a:pt x="317" y="280"/>
                  </a:cubicBezTo>
                  <a:cubicBezTo>
                    <a:pt x="317" y="280"/>
                    <a:pt x="317" y="280"/>
                    <a:pt x="317" y="280"/>
                  </a:cubicBezTo>
                  <a:cubicBezTo>
                    <a:pt x="318" y="280"/>
                    <a:pt x="318" y="280"/>
                    <a:pt x="318" y="280"/>
                  </a:cubicBezTo>
                  <a:cubicBezTo>
                    <a:pt x="318" y="280"/>
                    <a:pt x="318" y="280"/>
                    <a:pt x="318" y="280"/>
                  </a:cubicBezTo>
                  <a:cubicBezTo>
                    <a:pt x="317" y="280"/>
                    <a:pt x="317" y="280"/>
                    <a:pt x="317" y="280"/>
                  </a:cubicBezTo>
                  <a:cubicBezTo>
                    <a:pt x="318" y="281"/>
                    <a:pt x="318" y="281"/>
                    <a:pt x="318" y="281"/>
                  </a:cubicBezTo>
                  <a:cubicBezTo>
                    <a:pt x="318" y="280"/>
                    <a:pt x="318" y="280"/>
                    <a:pt x="318" y="280"/>
                  </a:cubicBezTo>
                  <a:cubicBezTo>
                    <a:pt x="319" y="279"/>
                    <a:pt x="319" y="279"/>
                    <a:pt x="319" y="279"/>
                  </a:cubicBezTo>
                  <a:cubicBezTo>
                    <a:pt x="319" y="279"/>
                    <a:pt x="319" y="279"/>
                    <a:pt x="319" y="279"/>
                  </a:cubicBezTo>
                  <a:cubicBezTo>
                    <a:pt x="319" y="278"/>
                    <a:pt x="319" y="278"/>
                    <a:pt x="319" y="278"/>
                  </a:cubicBezTo>
                  <a:cubicBezTo>
                    <a:pt x="319" y="278"/>
                    <a:pt x="319" y="278"/>
                    <a:pt x="319" y="278"/>
                  </a:cubicBezTo>
                  <a:cubicBezTo>
                    <a:pt x="318" y="279"/>
                    <a:pt x="318" y="279"/>
                    <a:pt x="318" y="279"/>
                  </a:cubicBezTo>
                  <a:cubicBezTo>
                    <a:pt x="318" y="278"/>
                    <a:pt x="318" y="278"/>
                    <a:pt x="318" y="278"/>
                  </a:cubicBezTo>
                  <a:cubicBezTo>
                    <a:pt x="318" y="278"/>
                    <a:pt x="318" y="278"/>
                    <a:pt x="318" y="278"/>
                  </a:cubicBezTo>
                  <a:cubicBezTo>
                    <a:pt x="318" y="277"/>
                    <a:pt x="318" y="277"/>
                    <a:pt x="318" y="277"/>
                  </a:cubicBezTo>
                  <a:cubicBezTo>
                    <a:pt x="319" y="277"/>
                    <a:pt x="319" y="277"/>
                    <a:pt x="319" y="277"/>
                  </a:cubicBezTo>
                  <a:cubicBezTo>
                    <a:pt x="319" y="278"/>
                    <a:pt x="319" y="278"/>
                    <a:pt x="319" y="278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20" y="277"/>
                    <a:pt x="320" y="277"/>
                    <a:pt x="320" y="277"/>
                  </a:cubicBezTo>
                  <a:cubicBezTo>
                    <a:pt x="320" y="276"/>
                    <a:pt x="320" y="276"/>
                    <a:pt x="320" y="276"/>
                  </a:cubicBezTo>
                  <a:cubicBezTo>
                    <a:pt x="320" y="276"/>
                    <a:pt x="320" y="276"/>
                    <a:pt x="320" y="276"/>
                  </a:cubicBezTo>
                  <a:cubicBezTo>
                    <a:pt x="319" y="276"/>
                    <a:pt x="319" y="276"/>
                    <a:pt x="319" y="276"/>
                  </a:cubicBezTo>
                  <a:cubicBezTo>
                    <a:pt x="319" y="277"/>
                    <a:pt x="319" y="277"/>
                    <a:pt x="319" y="277"/>
                  </a:cubicBezTo>
                  <a:cubicBezTo>
                    <a:pt x="319" y="277"/>
                    <a:pt x="319" y="277"/>
                    <a:pt x="319" y="277"/>
                  </a:cubicBezTo>
                  <a:cubicBezTo>
                    <a:pt x="319" y="276"/>
                    <a:pt x="319" y="276"/>
                    <a:pt x="319" y="276"/>
                  </a:cubicBezTo>
                  <a:cubicBezTo>
                    <a:pt x="319" y="276"/>
                    <a:pt x="319" y="276"/>
                    <a:pt x="319" y="276"/>
                  </a:cubicBezTo>
                  <a:cubicBezTo>
                    <a:pt x="319" y="276"/>
                    <a:pt x="319" y="276"/>
                    <a:pt x="319" y="276"/>
                  </a:cubicBezTo>
                  <a:cubicBezTo>
                    <a:pt x="318" y="277"/>
                    <a:pt x="318" y="277"/>
                    <a:pt x="318" y="277"/>
                  </a:cubicBezTo>
                  <a:cubicBezTo>
                    <a:pt x="318" y="277"/>
                    <a:pt x="318" y="277"/>
                    <a:pt x="318" y="277"/>
                  </a:cubicBezTo>
                  <a:cubicBezTo>
                    <a:pt x="317" y="277"/>
                    <a:pt x="317" y="277"/>
                    <a:pt x="317" y="277"/>
                  </a:cubicBezTo>
                  <a:cubicBezTo>
                    <a:pt x="317" y="277"/>
                    <a:pt x="317" y="277"/>
                    <a:pt x="317" y="277"/>
                  </a:cubicBezTo>
                  <a:cubicBezTo>
                    <a:pt x="316" y="277"/>
                    <a:pt x="316" y="277"/>
                    <a:pt x="316" y="277"/>
                  </a:cubicBezTo>
                  <a:cubicBezTo>
                    <a:pt x="315" y="278"/>
                    <a:pt x="315" y="278"/>
                    <a:pt x="315" y="278"/>
                  </a:cubicBezTo>
                  <a:cubicBezTo>
                    <a:pt x="315" y="278"/>
                    <a:pt x="315" y="278"/>
                    <a:pt x="315" y="278"/>
                  </a:cubicBezTo>
                  <a:cubicBezTo>
                    <a:pt x="315" y="279"/>
                    <a:pt x="315" y="279"/>
                    <a:pt x="315" y="279"/>
                  </a:cubicBezTo>
                  <a:cubicBezTo>
                    <a:pt x="314" y="279"/>
                    <a:pt x="314" y="279"/>
                    <a:pt x="314" y="279"/>
                  </a:cubicBezTo>
                  <a:cubicBezTo>
                    <a:pt x="314" y="279"/>
                    <a:pt x="314" y="279"/>
                    <a:pt x="314" y="279"/>
                  </a:cubicBezTo>
                  <a:cubicBezTo>
                    <a:pt x="314" y="279"/>
                    <a:pt x="314" y="279"/>
                    <a:pt x="314" y="279"/>
                  </a:cubicBezTo>
                  <a:cubicBezTo>
                    <a:pt x="314" y="279"/>
                    <a:pt x="314" y="279"/>
                    <a:pt x="314" y="279"/>
                  </a:cubicBezTo>
                  <a:cubicBezTo>
                    <a:pt x="314" y="280"/>
                    <a:pt x="314" y="280"/>
                    <a:pt x="314" y="280"/>
                  </a:cubicBezTo>
                  <a:close/>
                  <a:moveTo>
                    <a:pt x="285" y="287"/>
                  </a:moveTo>
                  <a:cubicBezTo>
                    <a:pt x="286" y="287"/>
                    <a:pt x="286" y="287"/>
                    <a:pt x="286" y="287"/>
                  </a:cubicBezTo>
                  <a:cubicBezTo>
                    <a:pt x="288" y="288"/>
                    <a:pt x="288" y="288"/>
                    <a:pt x="288" y="288"/>
                  </a:cubicBezTo>
                  <a:cubicBezTo>
                    <a:pt x="289" y="288"/>
                    <a:pt x="289" y="288"/>
                    <a:pt x="289" y="288"/>
                  </a:cubicBezTo>
                  <a:cubicBezTo>
                    <a:pt x="290" y="288"/>
                    <a:pt x="290" y="288"/>
                    <a:pt x="290" y="288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1" y="289"/>
                    <a:pt x="291" y="289"/>
                    <a:pt x="291" y="289"/>
                  </a:cubicBezTo>
                  <a:cubicBezTo>
                    <a:pt x="292" y="289"/>
                    <a:pt x="292" y="289"/>
                    <a:pt x="292" y="289"/>
                  </a:cubicBezTo>
                  <a:cubicBezTo>
                    <a:pt x="293" y="289"/>
                    <a:pt x="293" y="289"/>
                    <a:pt x="293" y="289"/>
                  </a:cubicBezTo>
                  <a:cubicBezTo>
                    <a:pt x="293" y="289"/>
                    <a:pt x="293" y="289"/>
                    <a:pt x="293" y="289"/>
                  </a:cubicBezTo>
                  <a:cubicBezTo>
                    <a:pt x="292" y="288"/>
                    <a:pt x="292" y="288"/>
                    <a:pt x="292" y="288"/>
                  </a:cubicBezTo>
                  <a:cubicBezTo>
                    <a:pt x="292" y="288"/>
                    <a:pt x="292" y="288"/>
                    <a:pt x="292" y="288"/>
                  </a:cubicBezTo>
                  <a:cubicBezTo>
                    <a:pt x="292" y="287"/>
                    <a:pt x="292" y="287"/>
                    <a:pt x="292" y="287"/>
                  </a:cubicBezTo>
                  <a:cubicBezTo>
                    <a:pt x="291" y="287"/>
                    <a:pt x="291" y="287"/>
                    <a:pt x="291" y="287"/>
                  </a:cubicBezTo>
                  <a:cubicBezTo>
                    <a:pt x="290" y="286"/>
                    <a:pt x="290" y="286"/>
                    <a:pt x="290" y="286"/>
                  </a:cubicBezTo>
                  <a:cubicBezTo>
                    <a:pt x="289" y="286"/>
                    <a:pt x="289" y="286"/>
                    <a:pt x="289" y="286"/>
                  </a:cubicBezTo>
                  <a:cubicBezTo>
                    <a:pt x="289" y="286"/>
                    <a:pt x="289" y="286"/>
                    <a:pt x="289" y="286"/>
                  </a:cubicBezTo>
                  <a:cubicBezTo>
                    <a:pt x="288" y="285"/>
                    <a:pt x="288" y="285"/>
                    <a:pt x="288" y="285"/>
                  </a:cubicBezTo>
                  <a:cubicBezTo>
                    <a:pt x="287" y="285"/>
                    <a:pt x="287" y="285"/>
                    <a:pt x="287" y="285"/>
                  </a:cubicBezTo>
                  <a:cubicBezTo>
                    <a:pt x="286" y="284"/>
                    <a:pt x="286" y="284"/>
                    <a:pt x="286" y="284"/>
                  </a:cubicBezTo>
                  <a:cubicBezTo>
                    <a:pt x="284" y="284"/>
                    <a:pt x="284" y="284"/>
                    <a:pt x="284" y="284"/>
                  </a:cubicBezTo>
                  <a:cubicBezTo>
                    <a:pt x="283" y="284"/>
                    <a:pt x="283" y="284"/>
                    <a:pt x="283" y="284"/>
                  </a:cubicBezTo>
                  <a:cubicBezTo>
                    <a:pt x="282" y="284"/>
                    <a:pt x="282" y="284"/>
                    <a:pt x="282" y="284"/>
                  </a:cubicBezTo>
                  <a:cubicBezTo>
                    <a:pt x="283" y="285"/>
                    <a:pt x="283" y="285"/>
                    <a:pt x="283" y="285"/>
                  </a:cubicBezTo>
                  <a:cubicBezTo>
                    <a:pt x="284" y="285"/>
                    <a:pt x="284" y="285"/>
                    <a:pt x="284" y="285"/>
                  </a:cubicBezTo>
                  <a:cubicBezTo>
                    <a:pt x="285" y="286"/>
                    <a:pt x="285" y="286"/>
                    <a:pt x="285" y="286"/>
                  </a:cubicBezTo>
                  <a:cubicBezTo>
                    <a:pt x="285" y="287"/>
                    <a:pt x="285" y="287"/>
                    <a:pt x="285" y="287"/>
                  </a:cubicBezTo>
                  <a:cubicBezTo>
                    <a:pt x="285" y="287"/>
                    <a:pt x="285" y="287"/>
                    <a:pt x="285" y="287"/>
                  </a:cubicBezTo>
                  <a:close/>
                  <a:moveTo>
                    <a:pt x="286" y="305"/>
                  </a:moveTo>
                  <a:cubicBezTo>
                    <a:pt x="285" y="305"/>
                    <a:pt x="285" y="305"/>
                    <a:pt x="285" y="305"/>
                  </a:cubicBezTo>
                  <a:cubicBezTo>
                    <a:pt x="284" y="304"/>
                    <a:pt x="284" y="304"/>
                    <a:pt x="284" y="304"/>
                  </a:cubicBezTo>
                  <a:cubicBezTo>
                    <a:pt x="282" y="304"/>
                    <a:pt x="282" y="304"/>
                    <a:pt x="282" y="304"/>
                  </a:cubicBezTo>
                  <a:cubicBezTo>
                    <a:pt x="282" y="304"/>
                    <a:pt x="282" y="304"/>
                    <a:pt x="282" y="304"/>
                  </a:cubicBezTo>
                  <a:cubicBezTo>
                    <a:pt x="282" y="303"/>
                    <a:pt x="282" y="303"/>
                    <a:pt x="282" y="303"/>
                  </a:cubicBezTo>
                  <a:cubicBezTo>
                    <a:pt x="281" y="303"/>
                    <a:pt x="281" y="303"/>
                    <a:pt x="281" y="303"/>
                  </a:cubicBezTo>
                  <a:cubicBezTo>
                    <a:pt x="281" y="303"/>
                    <a:pt x="281" y="303"/>
                    <a:pt x="281" y="303"/>
                  </a:cubicBezTo>
                  <a:cubicBezTo>
                    <a:pt x="281" y="302"/>
                    <a:pt x="281" y="302"/>
                    <a:pt x="281" y="302"/>
                  </a:cubicBezTo>
                  <a:cubicBezTo>
                    <a:pt x="280" y="302"/>
                    <a:pt x="280" y="302"/>
                    <a:pt x="280" y="302"/>
                  </a:cubicBezTo>
                  <a:cubicBezTo>
                    <a:pt x="280" y="302"/>
                    <a:pt x="280" y="302"/>
                    <a:pt x="280" y="302"/>
                  </a:cubicBezTo>
                  <a:cubicBezTo>
                    <a:pt x="280" y="301"/>
                    <a:pt x="280" y="301"/>
                    <a:pt x="280" y="301"/>
                  </a:cubicBezTo>
                  <a:cubicBezTo>
                    <a:pt x="279" y="301"/>
                    <a:pt x="279" y="301"/>
                    <a:pt x="279" y="301"/>
                  </a:cubicBezTo>
                  <a:cubicBezTo>
                    <a:pt x="279" y="301"/>
                    <a:pt x="279" y="301"/>
                    <a:pt x="279" y="301"/>
                  </a:cubicBezTo>
                  <a:cubicBezTo>
                    <a:pt x="279" y="300"/>
                    <a:pt x="279" y="300"/>
                    <a:pt x="279" y="300"/>
                  </a:cubicBezTo>
                  <a:cubicBezTo>
                    <a:pt x="281" y="299"/>
                    <a:pt x="281" y="299"/>
                    <a:pt x="281" y="299"/>
                  </a:cubicBezTo>
                  <a:cubicBezTo>
                    <a:pt x="281" y="300"/>
                    <a:pt x="281" y="300"/>
                    <a:pt x="281" y="300"/>
                  </a:cubicBezTo>
                  <a:cubicBezTo>
                    <a:pt x="281" y="301"/>
                    <a:pt x="281" y="301"/>
                    <a:pt x="281" y="301"/>
                  </a:cubicBezTo>
                  <a:cubicBezTo>
                    <a:pt x="281" y="301"/>
                    <a:pt x="281" y="301"/>
                    <a:pt x="281" y="301"/>
                  </a:cubicBezTo>
                  <a:cubicBezTo>
                    <a:pt x="281" y="301"/>
                    <a:pt x="281" y="301"/>
                    <a:pt x="281" y="301"/>
                  </a:cubicBezTo>
                  <a:cubicBezTo>
                    <a:pt x="281" y="302"/>
                    <a:pt x="281" y="302"/>
                    <a:pt x="281" y="302"/>
                  </a:cubicBezTo>
                  <a:cubicBezTo>
                    <a:pt x="282" y="302"/>
                    <a:pt x="282" y="302"/>
                    <a:pt x="282" y="302"/>
                  </a:cubicBezTo>
                  <a:cubicBezTo>
                    <a:pt x="282" y="302"/>
                    <a:pt x="282" y="302"/>
                    <a:pt x="282" y="302"/>
                  </a:cubicBezTo>
                  <a:cubicBezTo>
                    <a:pt x="283" y="302"/>
                    <a:pt x="283" y="302"/>
                    <a:pt x="283" y="302"/>
                  </a:cubicBezTo>
                  <a:cubicBezTo>
                    <a:pt x="284" y="303"/>
                    <a:pt x="284" y="303"/>
                    <a:pt x="284" y="303"/>
                  </a:cubicBezTo>
                  <a:cubicBezTo>
                    <a:pt x="284" y="303"/>
                    <a:pt x="284" y="303"/>
                    <a:pt x="284" y="303"/>
                  </a:cubicBezTo>
                  <a:cubicBezTo>
                    <a:pt x="285" y="303"/>
                    <a:pt x="285" y="303"/>
                    <a:pt x="285" y="303"/>
                  </a:cubicBezTo>
                  <a:cubicBezTo>
                    <a:pt x="286" y="303"/>
                    <a:pt x="286" y="303"/>
                    <a:pt x="286" y="303"/>
                  </a:cubicBezTo>
                  <a:cubicBezTo>
                    <a:pt x="286" y="302"/>
                    <a:pt x="286" y="302"/>
                    <a:pt x="286" y="302"/>
                  </a:cubicBezTo>
                  <a:cubicBezTo>
                    <a:pt x="287" y="303"/>
                    <a:pt x="287" y="303"/>
                    <a:pt x="287" y="303"/>
                  </a:cubicBezTo>
                  <a:cubicBezTo>
                    <a:pt x="288" y="303"/>
                    <a:pt x="288" y="303"/>
                    <a:pt x="288" y="303"/>
                  </a:cubicBezTo>
                  <a:cubicBezTo>
                    <a:pt x="288" y="303"/>
                    <a:pt x="288" y="303"/>
                    <a:pt x="288" y="303"/>
                  </a:cubicBezTo>
                  <a:cubicBezTo>
                    <a:pt x="287" y="303"/>
                    <a:pt x="287" y="303"/>
                    <a:pt x="287" y="303"/>
                  </a:cubicBezTo>
                  <a:cubicBezTo>
                    <a:pt x="287" y="304"/>
                    <a:pt x="287" y="304"/>
                    <a:pt x="287" y="304"/>
                  </a:cubicBezTo>
                  <a:cubicBezTo>
                    <a:pt x="287" y="304"/>
                    <a:pt x="287" y="304"/>
                    <a:pt x="287" y="304"/>
                  </a:cubicBezTo>
                  <a:cubicBezTo>
                    <a:pt x="286" y="305"/>
                    <a:pt x="286" y="305"/>
                    <a:pt x="286" y="305"/>
                  </a:cubicBezTo>
                  <a:cubicBezTo>
                    <a:pt x="286" y="305"/>
                    <a:pt x="286" y="305"/>
                    <a:pt x="286" y="305"/>
                  </a:cubicBezTo>
                  <a:close/>
                  <a:moveTo>
                    <a:pt x="292" y="308"/>
                  </a:moveTo>
                  <a:cubicBezTo>
                    <a:pt x="292" y="308"/>
                    <a:pt x="292" y="308"/>
                    <a:pt x="292" y="308"/>
                  </a:cubicBezTo>
                  <a:cubicBezTo>
                    <a:pt x="290" y="307"/>
                    <a:pt x="290" y="307"/>
                    <a:pt x="290" y="307"/>
                  </a:cubicBezTo>
                  <a:cubicBezTo>
                    <a:pt x="290" y="306"/>
                    <a:pt x="290" y="306"/>
                    <a:pt x="290" y="306"/>
                  </a:cubicBezTo>
                  <a:cubicBezTo>
                    <a:pt x="290" y="305"/>
                    <a:pt x="290" y="305"/>
                    <a:pt x="290" y="305"/>
                  </a:cubicBezTo>
                  <a:cubicBezTo>
                    <a:pt x="290" y="305"/>
                    <a:pt x="290" y="305"/>
                    <a:pt x="290" y="305"/>
                  </a:cubicBezTo>
                  <a:cubicBezTo>
                    <a:pt x="292" y="304"/>
                    <a:pt x="292" y="304"/>
                    <a:pt x="292" y="304"/>
                  </a:cubicBezTo>
                  <a:cubicBezTo>
                    <a:pt x="293" y="303"/>
                    <a:pt x="293" y="303"/>
                    <a:pt x="293" y="303"/>
                  </a:cubicBezTo>
                  <a:cubicBezTo>
                    <a:pt x="293" y="302"/>
                    <a:pt x="293" y="302"/>
                    <a:pt x="293" y="302"/>
                  </a:cubicBezTo>
                  <a:cubicBezTo>
                    <a:pt x="293" y="302"/>
                    <a:pt x="293" y="302"/>
                    <a:pt x="293" y="302"/>
                  </a:cubicBezTo>
                  <a:cubicBezTo>
                    <a:pt x="294" y="301"/>
                    <a:pt x="294" y="301"/>
                    <a:pt x="294" y="301"/>
                  </a:cubicBezTo>
                  <a:cubicBezTo>
                    <a:pt x="295" y="300"/>
                    <a:pt x="295" y="300"/>
                    <a:pt x="295" y="300"/>
                  </a:cubicBezTo>
                  <a:cubicBezTo>
                    <a:pt x="296" y="300"/>
                    <a:pt x="296" y="300"/>
                    <a:pt x="296" y="300"/>
                  </a:cubicBezTo>
                  <a:cubicBezTo>
                    <a:pt x="296" y="301"/>
                    <a:pt x="296" y="301"/>
                    <a:pt x="296" y="301"/>
                  </a:cubicBezTo>
                  <a:cubicBezTo>
                    <a:pt x="295" y="301"/>
                    <a:pt x="295" y="301"/>
                    <a:pt x="295" y="301"/>
                  </a:cubicBezTo>
                  <a:cubicBezTo>
                    <a:pt x="296" y="301"/>
                    <a:pt x="296" y="301"/>
                    <a:pt x="296" y="301"/>
                  </a:cubicBezTo>
                  <a:cubicBezTo>
                    <a:pt x="296" y="302"/>
                    <a:pt x="296" y="302"/>
                    <a:pt x="296" y="302"/>
                  </a:cubicBezTo>
                  <a:cubicBezTo>
                    <a:pt x="295" y="303"/>
                    <a:pt x="295" y="303"/>
                    <a:pt x="295" y="303"/>
                  </a:cubicBezTo>
                  <a:cubicBezTo>
                    <a:pt x="294" y="304"/>
                    <a:pt x="294" y="304"/>
                    <a:pt x="294" y="304"/>
                  </a:cubicBezTo>
                  <a:cubicBezTo>
                    <a:pt x="295" y="304"/>
                    <a:pt x="295" y="304"/>
                    <a:pt x="295" y="304"/>
                  </a:cubicBezTo>
                  <a:cubicBezTo>
                    <a:pt x="296" y="305"/>
                    <a:pt x="296" y="305"/>
                    <a:pt x="296" y="305"/>
                  </a:cubicBezTo>
                  <a:cubicBezTo>
                    <a:pt x="295" y="305"/>
                    <a:pt x="295" y="305"/>
                    <a:pt x="295" y="305"/>
                  </a:cubicBezTo>
                  <a:cubicBezTo>
                    <a:pt x="296" y="305"/>
                    <a:pt x="296" y="305"/>
                    <a:pt x="296" y="305"/>
                  </a:cubicBezTo>
                  <a:cubicBezTo>
                    <a:pt x="296" y="305"/>
                    <a:pt x="296" y="305"/>
                    <a:pt x="296" y="305"/>
                  </a:cubicBezTo>
                  <a:cubicBezTo>
                    <a:pt x="296" y="304"/>
                    <a:pt x="296" y="304"/>
                    <a:pt x="296" y="304"/>
                  </a:cubicBezTo>
                  <a:cubicBezTo>
                    <a:pt x="297" y="304"/>
                    <a:pt x="297" y="304"/>
                    <a:pt x="297" y="304"/>
                  </a:cubicBezTo>
                  <a:cubicBezTo>
                    <a:pt x="298" y="305"/>
                    <a:pt x="298" y="305"/>
                    <a:pt x="298" y="305"/>
                  </a:cubicBezTo>
                  <a:cubicBezTo>
                    <a:pt x="298" y="306"/>
                    <a:pt x="298" y="306"/>
                    <a:pt x="298" y="306"/>
                  </a:cubicBezTo>
                  <a:cubicBezTo>
                    <a:pt x="298" y="306"/>
                    <a:pt x="298" y="306"/>
                    <a:pt x="298" y="306"/>
                  </a:cubicBezTo>
                  <a:cubicBezTo>
                    <a:pt x="297" y="306"/>
                    <a:pt x="297" y="306"/>
                    <a:pt x="297" y="306"/>
                  </a:cubicBezTo>
                  <a:cubicBezTo>
                    <a:pt x="297" y="306"/>
                    <a:pt x="297" y="306"/>
                    <a:pt x="297" y="306"/>
                  </a:cubicBezTo>
                  <a:cubicBezTo>
                    <a:pt x="295" y="307"/>
                    <a:pt x="295" y="307"/>
                    <a:pt x="295" y="307"/>
                  </a:cubicBezTo>
                  <a:cubicBezTo>
                    <a:pt x="294" y="307"/>
                    <a:pt x="294" y="307"/>
                    <a:pt x="294" y="307"/>
                  </a:cubicBezTo>
                  <a:cubicBezTo>
                    <a:pt x="293" y="307"/>
                    <a:pt x="293" y="307"/>
                    <a:pt x="293" y="307"/>
                  </a:cubicBezTo>
                  <a:cubicBezTo>
                    <a:pt x="293" y="307"/>
                    <a:pt x="293" y="307"/>
                    <a:pt x="293" y="307"/>
                  </a:cubicBezTo>
                  <a:cubicBezTo>
                    <a:pt x="293" y="307"/>
                    <a:pt x="293" y="307"/>
                    <a:pt x="293" y="307"/>
                  </a:cubicBezTo>
                  <a:cubicBezTo>
                    <a:pt x="292" y="308"/>
                    <a:pt x="292" y="308"/>
                    <a:pt x="292" y="308"/>
                  </a:cubicBezTo>
                  <a:cubicBezTo>
                    <a:pt x="292" y="308"/>
                    <a:pt x="292" y="308"/>
                    <a:pt x="292" y="308"/>
                  </a:cubicBezTo>
                  <a:close/>
                  <a:moveTo>
                    <a:pt x="224" y="260"/>
                  </a:moveTo>
                  <a:cubicBezTo>
                    <a:pt x="224" y="261"/>
                    <a:pt x="224" y="261"/>
                    <a:pt x="224" y="261"/>
                  </a:cubicBezTo>
                  <a:cubicBezTo>
                    <a:pt x="224" y="261"/>
                    <a:pt x="224" y="261"/>
                    <a:pt x="224" y="261"/>
                  </a:cubicBezTo>
                  <a:cubicBezTo>
                    <a:pt x="224" y="260"/>
                    <a:pt x="224" y="260"/>
                    <a:pt x="224" y="260"/>
                  </a:cubicBezTo>
                  <a:cubicBezTo>
                    <a:pt x="224" y="259"/>
                    <a:pt x="224" y="259"/>
                    <a:pt x="224" y="259"/>
                  </a:cubicBezTo>
                  <a:cubicBezTo>
                    <a:pt x="224" y="260"/>
                    <a:pt x="224" y="260"/>
                    <a:pt x="224" y="260"/>
                  </a:cubicBezTo>
                  <a:cubicBezTo>
                    <a:pt x="224" y="260"/>
                    <a:pt x="224" y="260"/>
                    <a:pt x="224" y="260"/>
                  </a:cubicBezTo>
                  <a:close/>
                  <a:moveTo>
                    <a:pt x="223" y="269"/>
                  </a:moveTo>
                  <a:cubicBezTo>
                    <a:pt x="224" y="268"/>
                    <a:pt x="224" y="268"/>
                    <a:pt x="224" y="268"/>
                  </a:cubicBezTo>
                  <a:cubicBezTo>
                    <a:pt x="224" y="268"/>
                    <a:pt x="224" y="268"/>
                    <a:pt x="224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4" y="269"/>
                    <a:pt x="224" y="269"/>
                    <a:pt x="224" y="269"/>
                  </a:cubicBezTo>
                  <a:cubicBezTo>
                    <a:pt x="223" y="269"/>
                    <a:pt x="223" y="269"/>
                    <a:pt x="223" y="269"/>
                  </a:cubicBezTo>
                  <a:close/>
                  <a:moveTo>
                    <a:pt x="215" y="262"/>
                  </a:moveTo>
                  <a:cubicBezTo>
                    <a:pt x="216" y="261"/>
                    <a:pt x="216" y="261"/>
                    <a:pt x="216" y="261"/>
                  </a:cubicBezTo>
                  <a:cubicBezTo>
                    <a:pt x="217" y="261"/>
                    <a:pt x="217" y="261"/>
                    <a:pt x="217" y="261"/>
                  </a:cubicBezTo>
                  <a:cubicBezTo>
                    <a:pt x="217" y="261"/>
                    <a:pt x="217" y="261"/>
                    <a:pt x="217" y="261"/>
                  </a:cubicBezTo>
                  <a:cubicBezTo>
                    <a:pt x="217" y="261"/>
                    <a:pt x="217" y="261"/>
                    <a:pt x="217" y="261"/>
                  </a:cubicBezTo>
                  <a:cubicBezTo>
                    <a:pt x="218" y="261"/>
                    <a:pt x="218" y="261"/>
                    <a:pt x="218" y="261"/>
                  </a:cubicBezTo>
                  <a:cubicBezTo>
                    <a:pt x="218" y="261"/>
                    <a:pt x="218" y="261"/>
                    <a:pt x="218" y="261"/>
                  </a:cubicBezTo>
                  <a:cubicBezTo>
                    <a:pt x="219" y="261"/>
                    <a:pt x="219" y="261"/>
                    <a:pt x="219" y="261"/>
                  </a:cubicBezTo>
                  <a:cubicBezTo>
                    <a:pt x="220" y="262"/>
                    <a:pt x="220" y="262"/>
                    <a:pt x="220" y="262"/>
                  </a:cubicBezTo>
                  <a:cubicBezTo>
                    <a:pt x="220" y="262"/>
                    <a:pt x="220" y="262"/>
                    <a:pt x="220" y="262"/>
                  </a:cubicBezTo>
                  <a:cubicBezTo>
                    <a:pt x="220" y="263"/>
                    <a:pt x="220" y="263"/>
                    <a:pt x="220" y="263"/>
                  </a:cubicBezTo>
                  <a:cubicBezTo>
                    <a:pt x="220" y="263"/>
                    <a:pt x="220" y="263"/>
                    <a:pt x="220" y="263"/>
                  </a:cubicBezTo>
                  <a:cubicBezTo>
                    <a:pt x="218" y="263"/>
                    <a:pt x="218" y="263"/>
                    <a:pt x="218" y="263"/>
                  </a:cubicBezTo>
                  <a:cubicBezTo>
                    <a:pt x="217" y="263"/>
                    <a:pt x="217" y="263"/>
                    <a:pt x="217" y="263"/>
                  </a:cubicBezTo>
                  <a:cubicBezTo>
                    <a:pt x="217" y="263"/>
                    <a:pt x="217" y="263"/>
                    <a:pt x="217" y="263"/>
                  </a:cubicBezTo>
                  <a:cubicBezTo>
                    <a:pt x="217" y="263"/>
                    <a:pt x="217" y="263"/>
                    <a:pt x="217" y="263"/>
                  </a:cubicBezTo>
                  <a:cubicBezTo>
                    <a:pt x="217" y="263"/>
                    <a:pt x="217" y="263"/>
                    <a:pt x="217" y="263"/>
                  </a:cubicBezTo>
                  <a:cubicBezTo>
                    <a:pt x="216" y="263"/>
                    <a:pt x="216" y="263"/>
                    <a:pt x="216" y="263"/>
                  </a:cubicBezTo>
                  <a:cubicBezTo>
                    <a:pt x="216" y="263"/>
                    <a:pt x="216" y="263"/>
                    <a:pt x="216" y="263"/>
                  </a:cubicBezTo>
                  <a:cubicBezTo>
                    <a:pt x="215" y="263"/>
                    <a:pt x="215" y="263"/>
                    <a:pt x="215" y="263"/>
                  </a:cubicBezTo>
                  <a:cubicBezTo>
                    <a:pt x="215" y="262"/>
                    <a:pt x="215" y="262"/>
                    <a:pt x="215" y="262"/>
                  </a:cubicBezTo>
                  <a:close/>
                  <a:moveTo>
                    <a:pt x="34" y="266"/>
                  </a:moveTo>
                  <a:cubicBezTo>
                    <a:pt x="35" y="266"/>
                    <a:pt x="35" y="266"/>
                    <a:pt x="35" y="266"/>
                  </a:cubicBezTo>
                  <a:cubicBezTo>
                    <a:pt x="35" y="267"/>
                    <a:pt x="35" y="267"/>
                    <a:pt x="35" y="267"/>
                  </a:cubicBezTo>
                  <a:cubicBezTo>
                    <a:pt x="35" y="268"/>
                    <a:pt x="35" y="268"/>
                    <a:pt x="35" y="268"/>
                  </a:cubicBezTo>
                  <a:cubicBezTo>
                    <a:pt x="34" y="267"/>
                    <a:pt x="34" y="267"/>
                    <a:pt x="34" y="267"/>
                  </a:cubicBezTo>
                  <a:cubicBezTo>
                    <a:pt x="34" y="266"/>
                    <a:pt x="34" y="266"/>
                    <a:pt x="34" y="266"/>
                  </a:cubicBezTo>
                  <a:close/>
                  <a:moveTo>
                    <a:pt x="32" y="264"/>
                  </a:moveTo>
                  <a:cubicBezTo>
                    <a:pt x="32" y="263"/>
                    <a:pt x="32" y="263"/>
                    <a:pt x="32" y="263"/>
                  </a:cubicBezTo>
                  <a:cubicBezTo>
                    <a:pt x="33" y="262"/>
                    <a:pt x="33" y="262"/>
                    <a:pt x="33" y="262"/>
                  </a:cubicBezTo>
                  <a:cubicBezTo>
                    <a:pt x="32" y="264"/>
                    <a:pt x="32" y="264"/>
                    <a:pt x="32" y="264"/>
                  </a:cubicBezTo>
                  <a:close/>
                  <a:moveTo>
                    <a:pt x="27" y="260"/>
                  </a:moveTo>
                  <a:cubicBezTo>
                    <a:pt x="28" y="260"/>
                    <a:pt x="28" y="260"/>
                    <a:pt x="28" y="260"/>
                  </a:cubicBezTo>
                  <a:cubicBezTo>
                    <a:pt x="28" y="260"/>
                    <a:pt x="28" y="260"/>
                    <a:pt x="28" y="260"/>
                  </a:cubicBezTo>
                  <a:cubicBezTo>
                    <a:pt x="27" y="260"/>
                    <a:pt x="27" y="260"/>
                    <a:pt x="27" y="260"/>
                  </a:cubicBezTo>
                  <a:close/>
                  <a:moveTo>
                    <a:pt x="20" y="257"/>
                  </a:moveTo>
                  <a:cubicBezTo>
                    <a:pt x="20" y="258"/>
                    <a:pt x="20" y="258"/>
                    <a:pt x="20" y="258"/>
                  </a:cubicBezTo>
                  <a:cubicBezTo>
                    <a:pt x="21" y="258"/>
                    <a:pt x="21" y="258"/>
                    <a:pt x="21" y="258"/>
                  </a:cubicBezTo>
                  <a:cubicBezTo>
                    <a:pt x="21" y="259"/>
                    <a:pt x="21" y="259"/>
                    <a:pt x="21" y="259"/>
                  </a:cubicBezTo>
                  <a:cubicBezTo>
                    <a:pt x="23" y="259"/>
                    <a:pt x="23" y="259"/>
                    <a:pt x="23" y="259"/>
                  </a:cubicBezTo>
                  <a:cubicBezTo>
                    <a:pt x="22" y="260"/>
                    <a:pt x="22" y="260"/>
                    <a:pt x="22" y="260"/>
                  </a:cubicBezTo>
                  <a:cubicBezTo>
                    <a:pt x="21" y="260"/>
                    <a:pt x="21" y="260"/>
                    <a:pt x="21" y="260"/>
                  </a:cubicBezTo>
                  <a:cubicBezTo>
                    <a:pt x="21" y="261"/>
                    <a:pt x="21" y="261"/>
                    <a:pt x="21" y="261"/>
                  </a:cubicBezTo>
                  <a:cubicBezTo>
                    <a:pt x="21" y="261"/>
                    <a:pt x="21" y="261"/>
                    <a:pt x="21" y="261"/>
                  </a:cubicBezTo>
                  <a:cubicBezTo>
                    <a:pt x="21" y="262"/>
                    <a:pt x="21" y="262"/>
                    <a:pt x="21" y="262"/>
                  </a:cubicBezTo>
                  <a:cubicBezTo>
                    <a:pt x="21" y="262"/>
                    <a:pt x="21" y="262"/>
                    <a:pt x="21" y="262"/>
                  </a:cubicBezTo>
                  <a:cubicBezTo>
                    <a:pt x="22" y="262"/>
                    <a:pt x="22" y="262"/>
                    <a:pt x="22" y="262"/>
                  </a:cubicBezTo>
                  <a:cubicBezTo>
                    <a:pt x="22" y="263"/>
                    <a:pt x="22" y="263"/>
                    <a:pt x="22" y="263"/>
                  </a:cubicBezTo>
                  <a:cubicBezTo>
                    <a:pt x="23" y="263"/>
                    <a:pt x="23" y="263"/>
                    <a:pt x="23" y="263"/>
                  </a:cubicBezTo>
                  <a:cubicBezTo>
                    <a:pt x="23" y="263"/>
                    <a:pt x="23" y="263"/>
                    <a:pt x="23" y="263"/>
                  </a:cubicBezTo>
                  <a:cubicBezTo>
                    <a:pt x="24" y="264"/>
                    <a:pt x="24" y="264"/>
                    <a:pt x="24" y="264"/>
                  </a:cubicBezTo>
                  <a:cubicBezTo>
                    <a:pt x="25" y="263"/>
                    <a:pt x="25" y="263"/>
                    <a:pt x="25" y="263"/>
                  </a:cubicBezTo>
                  <a:cubicBezTo>
                    <a:pt x="24" y="265"/>
                    <a:pt x="24" y="265"/>
                    <a:pt x="24" y="265"/>
                  </a:cubicBezTo>
                  <a:cubicBezTo>
                    <a:pt x="24" y="266"/>
                    <a:pt x="24" y="266"/>
                    <a:pt x="24" y="266"/>
                  </a:cubicBezTo>
                  <a:cubicBezTo>
                    <a:pt x="25" y="265"/>
                    <a:pt x="25" y="265"/>
                    <a:pt x="25" y="265"/>
                  </a:cubicBezTo>
                  <a:cubicBezTo>
                    <a:pt x="25" y="265"/>
                    <a:pt x="25" y="265"/>
                    <a:pt x="25" y="265"/>
                  </a:cubicBezTo>
                  <a:cubicBezTo>
                    <a:pt x="26" y="264"/>
                    <a:pt x="26" y="264"/>
                    <a:pt x="26" y="264"/>
                  </a:cubicBezTo>
                  <a:cubicBezTo>
                    <a:pt x="26" y="265"/>
                    <a:pt x="26" y="265"/>
                    <a:pt x="26" y="265"/>
                  </a:cubicBezTo>
                  <a:cubicBezTo>
                    <a:pt x="25" y="266"/>
                    <a:pt x="25" y="266"/>
                    <a:pt x="25" y="266"/>
                  </a:cubicBezTo>
                  <a:cubicBezTo>
                    <a:pt x="25" y="267"/>
                    <a:pt x="25" y="267"/>
                    <a:pt x="25" y="267"/>
                  </a:cubicBezTo>
                  <a:cubicBezTo>
                    <a:pt x="25" y="266"/>
                    <a:pt x="25" y="266"/>
                    <a:pt x="25" y="266"/>
                  </a:cubicBezTo>
                  <a:cubicBezTo>
                    <a:pt x="26" y="267"/>
                    <a:pt x="26" y="267"/>
                    <a:pt x="26" y="267"/>
                  </a:cubicBezTo>
                  <a:cubicBezTo>
                    <a:pt x="27" y="267"/>
                    <a:pt x="27" y="267"/>
                    <a:pt x="27" y="267"/>
                  </a:cubicBezTo>
                  <a:cubicBezTo>
                    <a:pt x="27" y="268"/>
                    <a:pt x="27" y="268"/>
                    <a:pt x="27" y="268"/>
                  </a:cubicBezTo>
                  <a:cubicBezTo>
                    <a:pt x="28" y="268"/>
                    <a:pt x="28" y="268"/>
                    <a:pt x="28" y="268"/>
                  </a:cubicBezTo>
                  <a:cubicBezTo>
                    <a:pt x="28" y="269"/>
                    <a:pt x="28" y="269"/>
                    <a:pt x="28" y="269"/>
                  </a:cubicBezTo>
                  <a:cubicBezTo>
                    <a:pt x="28" y="270"/>
                    <a:pt x="28" y="270"/>
                    <a:pt x="28" y="270"/>
                  </a:cubicBezTo>
                  <a:cubicBezTo>
                    <a:pt x="29" y="270"/>
                    <a:pt x="29" y="270"/>
                    <a:pt x="29" y="270"/>
                  </a:cubicBezTo>
                  <a:cubicBezTo>
                    <a:pt x="29" y="270"/>
                    <a:pt x="29" y="270"/>
                    <a:pt x="29" y="270"/>
                  </a:cubicBezTo>
                  <a:cubicBezTo>
                    <a:pt x="30" y="270"/>
                    <a:pt x="30" y="270"/>
                    <a:pt x="30" y="270"/>
                  </a:cubicBezTo>
                  <a:cubicBezTo>
                    <a:pt x="31" y="270"/>
                    <a:pt x="31" y="270"/>
                    <a:pt x="31" y="270"/>
                  </a:cubicBezTo>
                  <a:cubicBezTo>
                    <a:pt x="29" y="271"/>
                    <a:pt x="29" y="271"/>
                    <a:pt x="29" y="271"/>
                  </a:cubicBezTo>
                  <a:cubicBezTo>
                    <a:pt x="31" y="273"/>
                    <a:pt x="31" y="273"/>
                    <a:pt x="31" y="273"/>
                  </a:cubicBezTo>
                  <a:cubicBezTo>
                    <a:pt x="32" y="273"/>
                    <a:pt x="32" y="273"/>
                    <a:pt x="32" y="273"/>
                  </a:cubicBezTo>
                  <a:cubicBezTo>
                    <a:pt x="32" y="274"/>
                    <a:pt x="32" y="274"/>
                    <a:pt x="32" y="274"/>
                  </a:cubicBezTo>
                  <a:cubicBezTo>
                    <a:pt x="35" y="275"/>
                    <a:pt x="35" y="275"/>
                    <a:pt x="35" y="275"/>
                  </a:cubicBezTo>
                  <a:cubicBezTo>
                    <a:pt x="35" y="275"/>
                    <a:pt x="35" y="275"/>
                    <a:pt x="35" y="275"/>
                  </a:cubicBezTo>
                  <a:cubicBezTo>
                    <a:pt x="36" y="275"/>
                    <a:pt x="36" y="275"/>
                    <a:pt x="36" y="275"/>
                  </a:cubicBezTo>
                  <a:cubicBezTo>
                    <a:pt x="35" y="273"/>
                    <a:pt x="35" y="273"/>
                    <a:pt x="35" y="273"/>
                  </a:cubicBezTo>
                  <a:cubicBezTo>
                    <a:pt x="36" y="272"/>
                    <a:pt x="36" y="272"/>
                    <a:pt x="36" y="272"/>
                  </a:cubicBezTo>
                  <a:cubicBezTo>
                    <a:pt x="35" y="271"/>
                    <a:pt x="35" y="271"/>
                    <a:pt x="35" y="271"/>
                  </a:cubicBezTo>
                  <a:cubicBezTo>
                    <a:pt x="35" y="270"/>
                    <a:pt x="35" y="270"/>
                    <a:pt x="35" y="270"/>
                  </a:cubicBezTo>
                  <a:cubicBezTo>
                    <a:pt x="35" y="269"/>
                    <a:pt x="35" y="269"/>
                    <a:pt x="35" y="269"/>
                  </a:cubicBezTo>
                  <a:cubicBezTo>
                    <a:pt x="33" y="267"/>
                    <a:pt x="33" y="267"/>
                    <a:pt x="33" y="267"/>
                  </a:cubicBezTo>
                  <a:cubicBezTo>
                    <a:pt x="32" y="265"/>
                    <a:pt x="32" y="265"/>
                    <a:pt x="32" y="265"/>
                  </a:cubicBezTo>
                  <a:cubicBezTo>
                    <a:pt x="31" y="264"/>
                    <a:pt x="31" y="264"/>
                    <a:pt x="31" y="264"/>
                  </a:cubicBezTo>
                  <a:cubicBezTo>
                    <a:pt x="31" y="262"/>
                    <a:pt x="31" y="262"/>
                    <a:pt x="31" y="262"/>
                  </a:cubicBezTo>
                  <a:cubicBezTo>
                    <a:pt x="31" y="262"/>
                    <a:pt x="31" y="262"/>
                    <a:pt x="31" y="262"/>
                  </a:cubicBezTo>
                  <a:cubicBezTo>
                    <a:pt x="30" y="262"/>
                    <a:pt x="30" y="262"/>
                    <a:pt x="30" y="262"/>
                  </a:cubicBezTo>
                  <a:cubicBezTo>
                    <a:pt x="28" y="261"/>
                    <a:pt x="28" y="261"/>
                    <a:pt x="28" y="261"/>
                  </a:cubicBezTo>
                  <a:cubicBezTo>
                    <a:pt x="27" y="261"/>
                    <a:pt x="27" y="261"/>
                    <a:pt x="27" y="261"/>
                  </a:cubicBezTo>
                  <a:cubicBezTo>
                    <a:pt x="27" y="261"/>
                    <a:pt x="27" y="261"/>
                    <a:pt x="27" y="261"/>
                  </a:cubicBezTo>
                  <a:cubicBezTo>
                    <a:pt x="26" y="260"/>
                    <a:pt x="26" y="260"/>
                    <a:pt x="26" y="260"/>
                  </a:cubicBezTo>
                  <a:cubicBezTo>
                    <a:pt x="25" y="259"/>
                    <a:pt x="25" y="259"/>
                    <a:pt x="25" y="259"/>
                  </a:cubicBezTo>
                  <a:cubicBezTo>
                    <a:pt x="24" y="259"/>
                    <a:pt x="24" y="259"/>
                    <a:pt x="24" y="259"/>
                  </a:cubicBezTo>
                  <a:cubicBezTo>
                    <a:pt x="24" y="258"/>
                    <a:pt x="24" y="258"/>
                    <a:pt x="24" y="258"/>
                  </a:cubicBezTo>
                  <a:cubicBezTo>
                    <a:pt x="23" y="258"/>
                    <a:pt x="23" y="258"/>
                    <a:pt x="23" y="258"/>
                  </a:cubicBezTo>
                  <a:cubicBezTo>
                    <a:pt x="22" y="257"/>
                    <a:pt x="22" y="257"/>
                    <a:pt x="22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20" y="257"/>
                    <a:pt x="20" y="257"/>
                    <a:pt x="20" y="257"/>
                  </a:cubicBezTo>
                  <a:close/>
                  <a:moveTo>
                    <a:pt x="28" y="259"/>
                  </a:moveTo>
                  <a:cubicBezTo>
                    <a:pt x="28" y="259"/>
                    <a:pt x="28" y="259"/>
                    <a:pt x="28" y="259"/>
                  </a:cubicBezTo>
                  <a:cubicBezTo>
                    <a:pt x="29" y="258"/>
                    <a:pt x="29" y="258"/>
                    <a:pt x="29" y="258"/>
                  </a:cubicBezTo>
                  <a:cubicBezTo>
                    <a:pt x="29" y="259"/>
                    <a:pt x="29" y="259"/>
                    <a:pt x="29" y="259"/>
                  </a:cubicBezTo>
                  <a:cubicBezTo>
                    <a:pt x="29" y="259"/>
                    <a:pt x="29" y="259"/>
                    <a:pt x="29" y="259"/>
                  </a:cubicBezTo>
                  <a:cubicBezTo>
                    <a:pt x="28" y="259"/>
                    <a:pt x="28" y="259"/>
                    <a:pt x="28" y="259"/>
                  </a:cubicBezTo>
                  <a:cubicBezTo>
                    <a:pt x="28" y="259"/>
                    <a:pt x="28" y="259"/>
                    <a:pt x="28" y="259"/>
                  </a:cubicBezTo>
                  <a:close/>
                  <a:moveTo>
                    <a:pt x="27" y="258"/>
                  </a:moveTo>
                  <a:cubicBezTo>
                    <a:pt x="28" y="258"/>
                    <a:pt x="28" y="258"/>
                    <a:pt x="28" y="258"/>
                  </a:cubicBezTo>
                  <a:cubicBezTo>
                    <a:pt x="28" y="258"/>
                    <a:pt x="28" y="258"/>
                    <a:pt x="28" y="258"/>
                  </a:cubicBezTo>
                  <a:cubicBezTo>
                    <a:pt x="27" y="258"/>
                    <a:pt x="27" y="258"/>
                    <a:pt x="27" y="258"/>
                  </a:cubicBezTo>
                  <a:close/>
                  <a:moveTo>
                    <a:pt x="22" y="240"/>
                  </a:moveTo>
                  <a:cubicBezTo>
                    <a:pt x="22" y="241"/>
                    <a:pt x="22" y="241"/>
                    <a:pt x="22" y="241"/>
                  </a:cubicBezTo>
                  <a:cubicBezTo>
                    <a:pt x="22" y="241"/>
                    <a:pt x="22" y="241"/>
                    <a:pt x="22" y="241"/>
                  </a:cubicBezTo>
                  <a:cubicBezTo>
                    <a:pt x="22" y="240"/>
                    <a:pt x="22" y="240"/>
                    <a:pt x="22" y="240"/>
                  </a:cubicBezTo>
                  <a:close/>
                  <a:moveTo>
                    <a:pt x="24" y="249"/>
                  </a:moveTo>
                  <a:cubicBezTo>
                    <a:pt x="24" y="248"/>
                    <a:pt x="24" y="248"/>
                    <a:pt x="24" y="248"/>
                  </a:cubicBezTo>
                  <a:cubicBezTo>
                    <a:pt x="25" y="248"/>
                    <a:pt x="25" y="248"/>
                    <a:pt x="25" y="248"/>
                  </a:cubicBezTo>
                  <a:cubicBezTo>
                    <a:pt x="25" y="248"/>
                    <a:pt x="25" y="248"/>
                    <a:pt x="25" y="248"/>
                  </a:cubicBezTo>
                  <a:cubicBezTo>
                    <a:pt x="25" y="249"/>
                    <a:pt x="25" y="249"/>
                    <a:pt x="25" y="249"/>
                  </a:cubicBezTo>
                  <a:cubicBezTo>
                    <a:pt x="24" y="249"/>
                    <a:pt x="24" y="249"/>
                    <a:pt x="24" y="249"/>
                  </a:cubicBezTo>
                  <a:close/>
                  <a:moveTo>
                    <a:pt x="24" y="251"/>
                  </a:moveTo>
                  <a:cubicBezTo>
                    <a:pt x="23" y="252"/>
                    <a:pt x="23" y="252"/>
                    <a:pt x="23" y="252"/>
                  </a:cubicBezTo>
                  <a:cubicBezTo>
                    <a:pt x="24" y="253"/>
                    <a:pt x="24" y="253"/>
                    <a:pt x="24" y="253"/>
                  </a:cubicBezTo>
                  <a:cubicBezTo>
                    <a:pt x="24" y="253"/>
                    <a:pt x="24" y="253"/>
                    <a:pt x="24" y="253"/>
                  </a:cubicBezTo>
                  <a:cubicBezTo>
                    <a:pt x="24" y="252"/>
                    <a:pt x="24" y="252"/>
                    <a:pt x="24" y="252"/>
                  </a:cubicBezTo>
                  <a:cubicBezTo>
                    <a:pt x="24" y="251"/>
                    <a:pt x="24" y="251"/>
                    <a:pt x="24" y="251"/>
                  </a:cubicBezTo>
                  <a:close/>
                  <a:moveTo>
                    <a:pt x="25" y="250"/>
                  </a:moveTo>
                  <a:cubicBezTo>
                    <a:pt x="25" y="249"/>
                    <a:pt x="25" y="249"/>
                    <a:pt x="25" y="249"/>
                  </a:cubicBezTo>
                  <a:cubicBezTo>
                    <a:pt x="25" y="249"/>
                    <a:pt x="25" y="249"/>
                    <a:pt x="25" y="249"/>
                  </a:cubicBezTo>
                  <a:cubicBezTo>
                    <a:pt x="24" y="250"/>
                    <a:pt x="24" y="250"/>
                    <a:pt x="24" y="250"/>
                  </a:cubicBezTo>
                  <a:cubicBezTo>
                    <a:pt x="24" y="250"/>
                    <a:pt x="24" y="250"/>
                    <a:pt x="24" y="250"/>
                  </a:cubicBezTo>
                  <a:cubicBezTo>
                    <a:pt x="24" y="250"/>
                    <a:pt x="24" y="250"/>
                    <a:pt x="24" y="250"/>
                  </a:cubicBezTo>
                  <a:cubicBezTo>
                    <a:pt x="24" y="250"/>
                    <a:pt x="25" y="250"/>
                    <a:pt x="25" y="250"/>
                  </a:cubicBezTo>
                  <a:close/>
                  <a:moveTo>
                    <a:pt x="26" y="249"/>
                  </a:moveTo>
                  <a:cubicBezTo>
                    <a:pt x="27" y="248"/>
                    <a:pt x="27" y="248"/>
                    <a:pt x="27" y="248"/>
                  </a:cubicBezTo>
                  <a:cubicBezTo>
                    <a:pt x="27" y="248"/>
                    <a:pt x="27" y="248"/>
                    <a:pt x="27" y="248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8" y="249"/>
                    <a:pt x="28" y="249"/>
                    <a:pt x="28" y="249"/>
                  </a:cubicBezTo>
                  <a:cubicBezTo>
                    <a:pt x="27" y="249"/>
                    <a:pt x="27" y="249"/>
                    <a:pt x="27" y="249"/>
                  </a:cubicBezTo>
                  <a:cubicBezTo>
                    <a:pt x="26" y="249"/>
                    <a:pt x="26" y="249"/>
                    <a:pt x="26" y="249"/>
                  </a:cubicBezTo>
                  <a:cubicBezTo>
                    <a:pt x="26" y="249"/>
                    <a:pt x="26" y="249"/>
                    <a:pt x="26" y="249"/>
                  </a:cubicBezTo>
                  <a:close/>
                  <a:moveTo>
                    <a:pt x="25" y="245"/>
                  </a:moveTo>
                  <a:cubicBezTo>
                    <a:pt x="25" y="244"/>
                    <a:pt x="25" y="244"/>
                    <a:pt x="25" y="244"/>
                  </a:cubicBezTo>
                  <a:cubicBezTo>
                    <a:pt x="26" y="244"/>
                    <a:pt x="26" y="244"/>
                    <a:pt x="26" y="244"/>
                  </a:cubicBezTo>
                  <a:cubicBezTo>
                    <a:pt x="26" y="244"/>
                    <a:pt x="26" y="244"/>
                    <a:pt x="26" y="244"/>
                  </a:cubicBezTo>
                  <a:cubicBezTo>
                    <a:pt x="25" y="245"/>
                    <a:pt x="25" y="245"/>
                    <a:pt x="25" y="245"/>
                  </a:cubicBezTo>
                  <a:cubicBezTo>
                    <a:pt x="25" y="245"/>
                    <a:pt x="25" y="245"/>
                    <a:pt x="25" y="245"/>
                  </a:cubicBezTo>
                  <a:cubicBezTo>
                    <a:pt x="25" y="245"/>
                    <a:pt x="25" y="245"/>
                    <a:pt x="25" y="245"/>
                  </a:cubicBezTo>
                  <a:close/>
                  <a:moveTo>
                    <a:pt x="23" y="245"/>
                  </a:moveTo>
                  <a:cubicBezTo>
                    <a:pt x="24" y="245"/>
                    <a:pt x="24" y="245"/>
                    <a:pt x="24" y="245"/>
                  </a:cubicBezTo>
                  <a:cubicBezTo>
                    <a:pt x="24" y="245"/>
                    <a:pt x="24" y="245"/>
                    <a:pt x="24" y="245"/>
                  </a:cubicBezTo>
                  <a:cubicBezTo>
                    <a:pt x="24" y="244"/>
                    <a:pt x="24" y="244"/>
                    <a:pt x="24" y="244"/>
                  </a:cubicBezTo>
                  <a:cubicBezTo>
                    <a:pt x="23" y="245"/>
                    <a:pt x="23" y="245"/>
                    <a:pt x="23" y="245"/>
                  </a:cubicBezTo>
                  <a:close/>
                  <a:moveTo>
                    <a:pt x="22" y="243"/>
                  </a:moveTo>
                  <a:cubicBezTo>
                    <a:pt x="22" y="244"/>
                    <a:pt x="22" y="244"/>
                    <a:pt x="22" y="244"/>
                  </a:cubicBezTo>
                  <a:cubicBezTo>
                    <a:pt x="22" y="244"/>
                    <a:pt x="22" y="244"/>
                    <a:pt x="22" y="244"/>
                  </a:cubicBezTo>
                  <a:cubicBezTo>
                    <a:pt x="22" y="245"/>
                    <a:pt x="22" y="245"/>
                    <a:pt x="22" y="245"/>
                  </a:cubicBezTo>
                  <a:cubicBezTo>
                    <a:pt x="23" y="244"/>
                    <a:pt x="23" y="244"/>
                    <a:pt x="23" y="244"/>
                  </a:cubicBezTo>
                  <a:cubicBezTo>
                    <a:pt x="22" y="243"/>
                    <a:pt x="22" y="243"/>
                    <a:pt x="22" y="243"/>
                  </a:cubicBezTo>
                  <a:cubicBezTo>
                    <a:pt x="22" y="243"/>
                    <a:pt x="22" y="243"/>
                    <a:pt x="22" y="243"/>
                  </a:cubicBezTo>
                  <a:close/>
                  <a:moveTo>
                    <a:pt x="23" y="242"/>
                  </a:moveTo>
                  <a:cubicBezTo>
                    <a:pt x="23" y="242"/>
                    <a:pt x="23" y="242"/>
                    <a:pt x="23" y="242"/>
                  </a:cubicBezTo>
                  <a:cubicBezTo>
                    <a:pt x="23" y="242"/>
                    <a:pt x="23" y="242"/>
                    <a:pt x="23" y="242"/>
                  </a:cubicBezTo>
                  <a:cubicBezTo>
                    <a:pt x="23" y="243"/>
                    <a:pt x="23" y="243"/>
                    <a:pt x="23" y="243"/>
                  </a:cubicBezTo>
                  <a:cubicBezTo>
                    <a:pt x="24" y="243"/>
                    <a:pt x="24" y="243"/>
                    <a:pt x="24" y="243"/>
                  </a:cubicBezTo>
                  <a:cubicBezTo>
                    <a:pt x="25" y="242"/>
                    <a:pt x="25" y="242"/>
                    <a:pt x="25" y="242"/>
                  </a:cubicBezTo>
                  <a:cubicBezTo>
                    <a:pt x="24" y="243"/>
                    <a:pt x="24" y="243"/>
                    <a:pt x="24" y="243"/>
                  </a:cubicBezTo>
                  <a:cubicBezTo>
                    <a:pt x="24" y="244"/>
                    <a:pt x="24" y="244"/>
                    <a:pt x="24" y="244"/>
                  </a:cubicBezTo>
                  <a:cubicBezTo>
                    <a:pt x="25" y="243"/>
                    <a:pt x="25" y="243"/>
                    <a:pt x="25" y="243"/>
                  </a:cubicBezTo>
                  <a:cubicBezTo>
                    <a:pt x="25" y="241"/>
                    <a:pt x="25" y="241"/>
                    <a:pt x="25" y="241"/>
                  </a:cubicBezTo>
                  <a:cubicBezTo>
                    <a:pt x="24" y="241"/>
                    <a:pt x="24" y="241"/>
                    <a:pt x="24" y="241"/>
                  </a:cubicBezTo>
                  <a:cubicBezTo>
                    <a:pt x="23" y="241"/>
                    <a:pt x="23" y="241"/>
                    <a:pt x="23" y="241"/>
                  </a:cubicBezTo>
                  <a:cubicBezTo>
                    <a:pt x="23" y="242"/>
                    <a:pt x="23" y="242"/>
                    <a:pt x="23" y="242"/>
                  </a:cubicBezTo>
                  <a:close/>
                  <a:moveTo>
                    <a:pt x="23" y="240"/>
                  </a:moveTo>
                  <a:cubicBezTo>
                    <a:pt x="23" y="241"/>
                    <a:pt x="23" y="241"/>
                    <a:pt x="23" y="241"/>
                  </a:cubicBezTo>
                  <a:cubicBezTo>
                    <a:pt x="23" y="240"/>
                    <a:pt x="23" y="240"/>
                    <a:pt x="23" y="240"/>
                  </a:cubicBezTo>
                  <a:cubicBezTo>
                    <a:pt x="23" y="240"/>
                    <a:pt x="23" y="240"/>
                    <a:pt x="23" y="240"/>
                  </a:cubicBezTo>
                  <a:cubicBezTo>
                    <a:pt x="23" y="240"/>
                    <a:pt x="23" y="240"/>
                    <a:pt x="23" y="240"/>
                  </a:cubicBezTo>
                  <a:close/>
                  <a:moveTo>
                    <a:pt x="24" y="239"/>
                  </a:moveTo>
                  <a:cubicBezTo>
                    <a:pt x="25" y="238"/>
                    <a:pt x="25" y="238"/>
                    <a:pt x="25" y="238"/>
                  </a:cubicBezTo>
                  <a:cubicBezTo>
                    <a:pt x="25" y="237"/>
                    <a:pt x="25" y="237"/>
                    <a:pt x="25" y="237"/>
                  </a:cubicBezTo>
                  <a:cubicBezTo>
                    <a:pt x="26" y="237"/>
                    <a:pt x="26" y="237"/>
                    <a:pt x="26" y="237"/>
                  </a:cubicBezTo>
                  <a:cubicBezTo>
                    <a:pt x="26" y="238"/>
                    <a:pt x="26" y="238"/>
                    <a:pt x="26" y="238"/>
                  </a:cubicBezTo>
                  <a:cubicBezTo>
                    <a:pt x="25" y="238"/>
                    <a:pt x="25" y="238"/>
                    <a:pt x="25" y="238"/>
                  </a:cubicBezTo>
                  <a:cubicBezTo>
                    <a:pt x="24" y="239"/>
                    <a:pt x="24" y="239"/>
                    <a:pt x="24" y="239"/>
                  </a:cubicBezTo>
                  <a:close/>
                  <a:moveTo>
                    <a:pt x="19" y="236"/>
                  </a:moveTo>
                  <a:cubicBezTo>
                    <a:pt x="21" y="238"/>
                    <a:pt x="21" y="238"/>
                    <a:pt x="21" y="238"/>
                  </a:cubicBezTo>
                  <a:cubicBezTo>
                    <a:pt x="21" y="240"/>
                    <a:pt x="21" y="240"/>
                    <a:pt x="21" y="240"/>
                  </a:cubicBezTo>
                  <a:cubicBezTo>
                    <a:pt x="21" y="240"/>
                    <a:pt x="21" y="240"/>
                    <a:pt x="21" y="240"/>
                  </a:cubicBezTo>
                  <a:cubicBezTo>
                    <a:pt x="20" y="240"/>
                    <a:pt x="20" y="240"/>
                    <a:pt x="20" y="240"/>
                  </a:cubicBezTo>
                  <a:cubicBezTo>
                    <a:pt x="20" y="239"/>
                    <a:pt x="20" y="239"/>
                    <a:pt x="20" y="239"/>
                  </a:cubicBezTo>
                  <a:cubicBezTo>
                    <a:pt x="19" y="238"/>
                    <a:pt x="19" y="238"/>
                    <a:pt x="19" y="238"/>
                  </a:cubicBezTo>
                  <a:cubicBezTo>
                    <a:pt x="19" y="237"/>
                    <a:pt x="19" y="237"/>
                    <a:pt x="19" y="237"/>
                  </a:cubicBezTo>
                  <a:cubicBezTo>
                    <a:pt x="19" y="237"/>
                    <a:pt x="19" y="236"/>
                    <a:pt x="19" y="236"/>
                  </a:cubicBezTo>
                  <a:close/>
                  <a:moveTo>
                    <a:pt x="21" y="236"/>
                  </a:moveTo>
                  <a:cubicBezTo>
                    <a:pt x="21" y="237"/>
                    <a:pt x="21" y="237"/>
                    <a:pt x="21" y="237"/>
                  </a:cubicBezTo>
                  <a:cubicBezTo>
                    <a:pt x="21" y="238"/>
                    <a:pt x="21" y="238"/>
                    <a:pt x="21" y="238"/>
                  </a:cubicBezTo>
                  <a:cubicBezTo>
                    <a:pt x="21" y="239"/>
                    <a:pt x="21" y="239"/>
                    <a:pt x="21" y="239"/>
                  </a:cubicBezTo>
                  <a:cubicBezTo>
                    <a:pt x="22" y="239"/>
                    <a:pt x="22" y="239"/>
                    <a:pt x="22" y="239"/>
                  </a:cubicBezTo>
                  <a:cubicBezTo>
                    <a:pt x="22" y="238"/>
                    <a:pt x="22" y="238"/>
                    <a:pt x="22" y="238"/>
                  </a:cubicBezTo>
                  <a:cubicBezTo>
                    <a:pt x="22" y="237"/>
                    <a:pt x="22" y="237"/>
                    <a:pt x="22" y="237"/>
                  </a:cubicBezTo>
                  <a:cubicBezTo>
                    <a:pt x="21" y="236"/>
                    <a:pt x="21" y="236"/>
                    <a:pt x="21" y="236"/>
                  </a:cubicBezTo>
                  <a:cubicBezTo>
                    <a:pt x="21" y="235"/>
                    <a:pt x="21" y="235"/>
                    <a:pt x="21" y="235"/>
                  </a:cubicBezTo>
                  <a:cubicBezTo>
                    <a:pt x="21" y="236"/>
                    <a:pt x="21" y="236"/>
                    <a:pt x="21" y="236"/>
                  </a:cubicBezTo>
                  <a:close/>
                  <a:moveTo>
                    <a:pt x="19" y="235"/>
                  </a:moveTo>
                  <a:cubicBezTo>
                    <a:pt x="20" y="235"/>
                    <a:pt x="20" y="235"/>
                    <a:pt x="20" y="235"/>
                  </a:cubicBezTo>
                  <a:cubicBezTo>
                    <a:pt x="20" y="235"/>
                    <a:pt x="20" y="235"/>
                    <a:pt x="20" y="235"/>
                  </a:cubicBezTo>
                  <a:cubicBezTo>
                    <a:pt x="21" y="235"/>
                    <a:pt x="21" y="235"/>
                    <a:pt x="21" y="235"/>
                  </a:cubicBezTo>
                  <a:cubicBezTo>
                    <a:pt x="21" y="234"/>
                    <a:pt x="21" y="234"/>
                    <a:pt x="21" y="234"/>
                  </a:cubicBezTo>
                  <a:cubicBezTo>
                    <a:pt x="21" y="234"/>
                    <a:pt x="21" y="234"/>
                    <a:pt x="21" y="234"/>
                  </a:cubicBezTo>
                  <a:cubicBezTo>
                    <a:pt x="19" y="234"/>
                    <a:pt x="19" y="234"/>
                    <a:pt x="19" y="234"/>
                  </a:cubicBezTo>
                  <a:cubicBezTo>
                    <a:pt x="19" y="235"/>
                    <a:pt x="19" y="235"/>
                    <a:pt x="19" y="235"/>
                  </a:cubicBezTo>
                  <a:close/>
                  <a:moveTo>
                    <a:pt x="10" y="235"/>
                  </a:moveTo>
                  <a:cubicBezTo>
                    <a:pt x="9" y="234"/>
                    <a:pt x="9" y="234"/>
                    <a:pt x="9" y="234"/>
                  </a:cubicBezTo>
                  <a:cubicBezTo>
                    <a:pt x="11" y="232"/>
                    <a:pt x="11" y="232"/>
                    <a:pt x="11" y="232"/>
                  </a:cubicBezTo>
                  <a:cubicBezTo>
                    <a:pt x="12" y="232"/>
                    <a:pt x="12" y="232"/>
                    <a:pt x="12" y="232"/>
                  </a:cubicBezTo>
                  <a:cubicBezTo>
                    <a:pt x="12" y="233"/>
                    <a:pt x="12" y="233"/>
                    <a:pt x="12" y="233"/>
                  </a:cubicBezTo>
                  <a:cubicBezTo>
                    <a:pt x="12" y="233"/>
                    <a:pt x="12" y="233"/>
                    <a:pt x="12" y="233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14" y="233"/>
                    <a:pt x="14" y="233"/>
                    <a:pt x="14" y="233"/>
                  </a:cubicBezTo>
                  <a:cubicBezTo>
                    <a:pt x="14" y="233"/>
                    <a:pt x="14" y="233"/>
                    <a:pt x="14" y="233"/>
                  </a:cubicBezTo>
                  <a:cubicBezTo>
                    <a:pt x="14" y="234"/>
                    <a:pt x="14" y="234"/>
                    <a:pt x="14" y="234"/>
                  </a:cubicBezTo>
                  <a:cubicBezTo>
                    <a:pt x="13" y="235"/>
                    <a:pt x="13" y="235"/>
                    <a:pt x="13" y="235"/>
                  </a:cubicBezTo>
                  <a:cubicBezTo>
                    <a:pt x="11" y="235"/>
                    <a:pt x="11" y="235"/>
                    <a:pt x="11" y="235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5"/>
                    <a:pt x="13" y="235"/>
                    <a:pt x="13" y="235"/>
                  </a:cubicBezTo>
                  <a:cubicBezTo>
                    <a:pt x="14" y="233"/>
                    <a:pt x="14" y="233"/>
                    <a:pt x="14" y="233"/>
                  </a:cubicBezTo>
                  <a:cubicBezTo>
                    <a:pt x="16" y="233"/>
                    <a:pt x="16" y="233"/>
                    <a:pt x="16" y="233"/>
                  </a:cubicBezTo>
                  <a:cubicBezTo>
                    <a:pt x="16" y="233"/>
                    <a:pt x="16" y="233"/>
                    <a:pt x="16" y="233"/>
                  </a:cubicBezTo>
                  <a:cubicBezTo>
                    <a:pt x="15" y="234"/>
                    <a:pt x="15" y="234"/>
                    <a:pt x="15" y="234"/>
                  </a:cubicBezTo>
                  <a:cubicBezTo>
                    <a:pt x="14" y="236"/>
                    <a:pt x="14" y="236"/>
                    <a:pt x="14" y="236"/>
                  </a:cubicBezTo>
                  <a:cubicBezTo>
                    <a:pt x="14" y="237"/>
                    <a:pt x="14" y="237"/>
                    <a:pt x="14" y="237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2" y="239"/>
                    <a:pt x="12" y="239"/>
                    <a:pt x="12" y="239"/>
                  </a:cubicBezTo>
                  <a:cubicBezTo>
                    <a:pt x="12" y="239"/>
                    <a:pt x="12" y="239"/>
                    <a:pt x="12" y="239"/>
                  </a:cubicBezTo>
                  <a:cubicBezTo>
                    <a:pt x="11" y="239"/>
                    <a:pt x="11" y="239"/>
                    <a:pt x="11" y="239"/>
                  </a:cubicBezTo>
                  <a:cubicBezTo>
                    <a:pt x="12" y="239"/>
                    <a:pt x="12" y="239"/>
                    <a:pt x="12" y="239"/>
                  </a:cubicBezTo>
                  <a:cubicBezTo>
                    <a:pt x="12" y="239"/>
                    <a:pt x="12" y="239"/>
                    <a:pt x="12" y="239"/>
                  </a:cubicBezTo>
                  <a:cubicBezTo>
                    <a:pt x="13" y="239"/>
                    <a:pt x="13" y="239"/>
                    <a:pt x="13" y="239"/>
                  </a:cubicBezTo>
                  <a:cubicBezTo>
                    <a:pt x="13" y="240"/>
                    <a:pt x="13" y="240"/>
                    <a:pt x="13" y="240"/>
                  </a:cubicBezTo>
                  <a:cubicBezTo>
                    <a:pt x="12" y="240"/>
                    <a:pt x="12" y="240"/>
                    <a:pt x="12" y="240"/>
                  </a:cubicBezTo>
                  <a:cubicBezTo>
                    <a:pt x="12" y="241"/>
                    <a:pt x="12" y="241"/>
                    <a:pt x="12" y="241"/>
                  </a:cubicBezTo>
                  <a:cubicBezTo>
                    <a:pt x="12" y="242"/>
                    <a:pt x="12" y="242"/>
                    <a:pt x="12" y="242"/>
                  </a:cubicBezTo>
                  <a:cubicBezTo>
                    <a:pt x="12" y="243"/>
                    <a:pt x="12" y="243"/>
                    <a:pt x="12" y="243"/>
                  </a:cubicBezTo>
                  <a:cubicBezTo>
                    <a:pt x="12" y="244"/>
                    <a:pt x="12" y="244"/>
                    <a:pt x="12" y="244"/>
                  </a:cubicBezTo>
                  <a:cubicBezTo>
                    <a:pt x="12" y="245"/>
                    <a:pt x="12" y="245"/>
                    <a:pt x="12" y="245"/>
                  </a:cubicBezTo>
                  <a:cubicBezTo>
                    <a:pt x="13" y="245"/>
                    <a:pt x="13" y="245"/>
                    <a:pt x="13" y="245"/>
                  </a:cubicBezTo>
                  <a:cubicBezTo>
                    <a:pt x="14" y="246"/>
                    <a:pt x="14" y="246"/>
                    <a:pt x="14" y="246"/>
                  </a:cubicBezTo>
                  <a:cubicBezTo>
                    <a:pt x="13" y="247"/>
                    <a:pt x="13" y="247"/>
                    <a:pt x="13" y="247"/>
                  </a:cubicBezTo>
                  <a:cubicBezTo>
                    <a:pt x="12" y="246"/>
                    <a:pt x="12" y="246"/>
                    <a:pt x="12" y="246"/>
                  </a:cubicBezTo>
                  <a:cubicBezTo>
                    <a:pt x="11" y="244"/>
                    <a:pt x="11" y="244"/>
                    <a:pt x="11" y="244"/>
                  </a:cubicBezTo>
                  <a:cubicBezTo>
                    <a:pt x="10" y="243"/>
                    <a:pt x="10" y="243"/>
                    <a:pt x="10" y="243"/>
                  </a:cubicBezTo>
                  <a:cubicBezTo>
                    <a:pt x="11" y="242"/>
                    <a:pt x="11" y="242"/>
                    <a:pt x="11" y="242"/>
                  </a:cubicBezTo>
                  <a:cubicBezTo>
                    <a:pt x="10" y="242"/>
                    <a:pt x="10" y="242"/>
                    <a:pt x="10" y="242"/>
                  </a:cubicBezTo>
                  <a:cubicBezTo>
                    <a:pt x="9" y="241"/>
                    <a:pt x="9" y="241"/>
                    <a:pt x="9" y="241"/>
                  </a:cubicBezTo>
                  <a:cubicBezTo>
                    <a:pt x="10" y="241"/>
                    <a:pt x="10" y="241"/>
                    <a:pt x="10" y="241"/>
                  </a:cubicBezTo>
                  <a:cubicBezTo>
                    <a:pt x="11" y="241"/>
                    <a:pt x="11" y="241"/>
                    <a:pt x="11" y="241"/>
                  </a:cubicBezTo>
                  <a:cubicBezTo>
                    <a:pt x="10" y="240"/>
                    <a:pt x="10" y="240"/>
                    <a:pt x="10" y="240"/>
                  </a:cubicBezTo>
                  <a:cubicBezTo>
                    <a:pt x="9" y="240"/>
                    <a:pt x="9" y="240"/>
                    <a:pt x="9" y="240"/>
                  </a:cubicBezTo>
                  <a:cubicBezTo>
                    <a:pt x="10" y="239"/>
                    <a:pt x="10" y="239"/>
                    <a:pt x="10" y="239"/>
                  </a:cubicBezTo>
                  <a:cubicBezTo>
                    <a:pt x="9" y="238"/>
                    <a:pt x="9" y="238"/>
                    <a:pt x="9" y="238"/>
                  </a:cubicBezTo>
                  <a:cubicBezTo>
                    <a:pt x="9" y="238"/>
                    <a:pt x="9" y="238"/>
                    <a:pt x="9" y="238"/>
                  </a:cubicBezTo>
                  <a:cubicBezTo>
                    <a:pt x="10" y="238"/>
                    <a:pt x="10" y="238"/>
                    <a:pt x="10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1" y="237"/>
                  </a:cubicBezTo>
                  <a:cubicBezTo>
                    <a:pt x="10" y="237"/>
                    <a:pt x="10" y="237"/>
                    <a:pt x="10" y="237"/>
                  </a:cubicBezTo>
                  <a:cubicBezTo>
                    <a:pt x="9" y="237"/>
                    <a:pt x="9" y="237"/>
                    <a:pt x="9" y="237"/>
                  </a:cubicBezTo>
                  <a:cubicBezTo>
                    <a:pt x="9" y="236"/>
                    <a:pt x="9" y="236"/>
                    <a:pt x="9" y="236"/>
                  </a:cubicBezTo>
                  <a:cubicBezTo>
                    <a:pt x="10" y="235"/>
                    <a:pt x="10" y="235"/>
                    <a:pt x="10" y="235"/>
                  </a:cubicBezTo>
                  <a:close/>
                  <a:moveTo>
                    <a:pt x="20" y="231"/>
                  </a:moveTo>
                  <a:cubicBezTo>
                    <a:pt x="20" y="230"/>
                    <a:pt x="20" y="230"/>
                    <a:pt x="20" y="230"/>
                  </a:cubicBezTo>
                  <a:cubicBezTo>
                    <a:pt x="21" y="230"/>
                    <a:pt x="21" y="230"/>
                    <a:pt x="21" y="230"/>
                  </a:cubicBezTo>
                  <a:cubicBezTo>
                    <a:pt x="21" y="230"/>
                    <a:pt x="21" y="230"/>
                    <a:pt x="21" y="230"/>
                  </a:cubicBezTo>
                  <a:cubicBezTo>
                    <a:pt x="20" y="231"/>
                    <a:pt x="20" y="231"/>
                    <a:pt x="20" y="231"/>
                  </a:cubicBezTo>
                  <a:close/>
                  <a:moveTo>
                    <a:pt x="111" y="109"/>
                  </a:moveTo>
                  <a:cubicBezTo>
                    <a:pt x="111" y="109"/>
                    <a:pt x="111" y="109"/>
                    <a:pt x="111" y="109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12" y="109"/>
                    <a:pt x="112" y="109"/>
                    <a:pt x="112" y="109"/>
                  </a:cubicBezTo>
                  <a:cubicBezTo>
                    <a:pt x="112" y="108"/>
                    <a:pt x="112" y="108"/>
                    <a:pt x="112" y="108"/>
                  </a:cubicBezTo>
                  <a:cubicBezTo>
                    <a:pt x="111" y="108"/>
                    <a:pt x="111" y="108"/>
                    <a:pt x="111" y="108"/>
                  </a:cubicBezTo>
                  <a:cubicBezTo>
                    <a:pt x="111" y="109"/>
                    <a:pt x="111" y="109"/>
                    <a:pt x="111" y="109"/>
                  </a:cubicBezTo>
                  <a:close/>
                  <a:moveTo>
                    <a:pt x="102" y="101"/>
                  </a:moveTo>
                  <a:cubicBezTo>
                    <a:pt x="103" y="101"/>
                    <a:pt x="103" y="101"/>
                    <a:pt x="103" y="101"/>
                  </a:cubicBezTo>
                  <a:cubicBezTo>
                    <a:pt x="103" y="101"/>
                    <a:pt x="103" y="101"/>
                    <a:pt x="103" y="101"/>
                  </a:cubicBezTo>
                  <a:cubicBezTo>
                    <a:pt x="103" y="100"/>
                    <a:pt x="103" y="100"/>
                    <a:pt x="103" y="100"/>
                  </a:cubicBezTo>
                  <a:cubicBezTo>
                    <a:pt x="103" y="100"/>
                    <a:pt x="103" y="100"/>
                    <a:pt x="103" y="100"/>
                  </a:cubicBezTo>
                  <a:cubicBezTo>
                    <a:pt x="102" y="101"/>
                    <a:pt x="102" y="101"/>
                    <a:pt x="102" y="101"/>
                  </a:cubicBezTo>
                  <a:close/>
                  <a:moveTo>
                    <a:pt x="71" y="103"/>
                  </a:moveTo>
                  <a:cubicBezTo>
                    <a:pt x="71" y="104"/>
                    <a:pt x="71" y="104"/>
                    <a:pt x="71" y="104"/>
                  </a:cubicBezTo>
                  <a:cubicBezTo>
                    <a:pt x="72" y="103"/>
                    <a:pt x="72" y="103"/>
                    <a:pt x="72" y="103"/>
                  </a:cubicBezTo>
                  <a:cubicBezTo>
                    <a:pt x="71" y="103"/>
                    <a:pt x="71" y="103"/>
                    <a:pt x="71" y="103"/>
                  </a:cubicBezTo>
                  <a:cubicBezTo>
                    <a:pt x="71" y="103"/>
                    <a:pt x="71" y="103"/>
                    <a:pt x="71" y="103"/>
                  </a:cubicBezTo>
                  <a:close/>
                  <a:moveTo>
                    <a:pt x="71" y="105"/>
                  </a:moveTo>
                  <a:cubicBezTo>
                    <a:pt x="71" y="104"/>
                    <a:pt x="71" y="104"/>
                    <a:pt x="71" y="104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1" y="105"/>
                    <a:pt x="71" y="105"/>
                    <a:pt x="71" y="105"/>
                  </a:cubicBezTo>
                  <a:close/>
                  <a:moveTo>
                    <a:pt x="69" y="107"/>
                  </a:moveTo>
                  <a:cubicBezTo>
                    <a:pt x="69" y="108"/>
                    <a:pt x="69" y="108"/>
                    <a:pt x="69" y="108"/>
                  </a:cubicBezTo>
                  <a:cubicBezTo>
                    <a:pt x="69" y="109"/>
                    <a:pt x="69" y="109"/>
                    <a:pt x="69" y="109"/>
                  </a:cubicBezTo>
                  <a:cubicBezTo>
                    <a:pt x="69" y="110"/>
                    <a:pt x="69" y="110"/>
                    <a:pt x="69" y="110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70" y="109"/>
                    <a:pt x="70" y="109"/>
                    <a:pt x="70" y="109"/>
                  </a:cubicBezTo>
                  <a:cubicBezTo>
                    <a:pt x="71" y="109"/>
                    <a:pt x="71" y="109"/>
                    <a:pt x="71" y="109"/>
                  </a:cubicBezTo>
                  <a:cubicBezTo>
                    <a:pt x="74" y="107"/>
                    <a:pt x="74" y="107"/>
                    <a:pt x="74" y="107"/>
                  </a:cubicBezTo>
                  <a:cubicBezTo>
                    <a:pt x="75" y="106"/>
                    <a:pt x="75" y="106"/>
                    <a:pt x="75" y="106"/>
                  </a:cubicBezTo>
                  <a:cubicBezTo>
                    <a:pt x="76" y="105"/>
                    <a:pt x="76" y="105"/>
                    <a:pt x="76" y="105"/>
                  </a:cubicBezTo>
                  <a:cubicBezTo>
                    <a:pt x="75" y="106"/>
                    <a:pt x="75" y="106"/>
                    <a:pt x="75" y="106"/>
                  </a:cubicBezTo>
                  <a:cubicBezTo>
                    <a:pt x="75" y="105"/>
                    <a:pt x="75" y="105"/>
                    <a:pt x="75" y="105"/>
                  </a:cubicBezTo>
                  <a:cubicBezTo>
                    <a:pt x="75" y="104"/>
                    <a:pt x="75" y="104"/>
                    <a:pt x="75" y="104"/>
                  </a:cubicBezTo>
                  <a:cubicBezTo>
                    <a:pt x="74" y="104"/>
                    <a:pt x="74" y="104"/>
                    <a:pt x="74" y="104"/>
                  </a:cubicBezTo>
                  <a:cubicBezTo>
                    <a:pt x="74" y="105"/>
                    <a:pt x="74" y="105"/>
                    <a:pt x="74" y="105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73" y="106"/>
                    <a:pt x="73" y="106"/>
                    <a:pt x="73" y="106"/>
                  </a:cubicBezTo>
                  <a:cubicBezTo>
                    <a:pt x="72" y="106"/>
                    <a:pt x="72" y="106"/>
                    <a:pt x="72" y="106"/>
                  </a:cubicBezTo>
                  <a:cubicBezTo>
                    <a:pt x="72" y="106"/>
                    <a:pt x="72" y="106"/>
                    <a:pt x="72" y="106"/>
                  </a:cubicBezTo>
                  <a:cubicBezTo>
                    <a:pt x="72" y="107"/>
                    <a:pt x="72" y="107"/>
                    <a:pt x="72" y="107"/>
                  </a:cubicBezTo>
                  <a:cubicBezTo>
                    <a:pt x="71" y="106"/>
                    <a:pt x="71" y="106"/>
                    <a:pt x="71" y="106"/>
                  </a:cubicBezTo>
                  <a:cubicBezTo>
                    <a:pt x="71" y="106"/>
                    <a:pt x="71" y="106"/>
                    <a:pt x="71" y="106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0" y="106"/>
                    <a:pt x="70" y="106"/>
                    <a:pt x="70" y="106"/>
                  </a:cubicBezTo>
                  <a:cubicBezTo>
                    <a:pt x="70" y="106"/>
                    <a:pt x="70" y="106"/>
                    <a:pt x="70" y="106"/>
                  </a:cubicBezTo>
                  <a:cubicBezTo>
                    <a:pt x="70" y="107"/>
                    <a:pt x="70" y="107"/>
                    <a:pt x="70" y="107"/>
                  </a:cubicBezTo>
                  <a:cubicBezTo>
                    <a:pt x="69" y="107"/>
                    <a:pt x="69" y="107"/>
                    <a:pt x="69" y="107"/>
                  </a:cubicBezTo>
                  <a:close/>
                  <a:moveTo>
                    <a:pt x="66" y="110"/>
                  </a:moveTo>
                  <a:cubicBezTo>
                    <a:pt x="66" y="109"/>
                    <a:pt x="66" y="109"/>
                    <a:pt x="66" y="109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5" y="108"/>
                    <a:pt x="65" y="108"/>
                    <a:pt x="65" y="108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09"/>
                    <a:pt x="66" y="110"/>
                    <a:pt x="66" y="110"/>
                  </a:cubicBezTo>
                  <a:close/>
                  <a:moveTo>
                    <a:pt x="66" y="110"/>
                  </a:moveTo>
                  <a:cubicBezTo>
                    <a:pt x="67" y="110"/>
                    <a:pt x="67" y="110"/>
                    <a:pt x="67" y="110"/>
                  </a:cubicBezTo>
                  <a:cubicBezTo>
                    <a:pt x="67" y="109"/>
                    <a:pt x="67" y="109"/>
                    <a:pt x="67" y="109"/>
                  </a:cubicBezTo>
                  <a:cubicBezTo>
                    <a:pt x="67" y="109"/>
                    <a:pt x="67" y="109"/>
                    <a:pt x="67" y="109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8" y="106"/>
                    <a:pt x="68" y="106"/>
                    <a:pt x="68" y="106"/>
                  </a:cubicBezTo>
                  <a:cubicBezTo>
                    <a:pt x="68" y="106"/>
                    <a:pt x="68" y="106"/>
                    <a:pt x="68" y="106"/>
                  </a:cubicBezTo>
                  <a:cubicBezTo>
                    <a:pt x="69" y="107"/>
                    <a:pt x="69" y="107"/>
                    <a:pt x="69" y="107"/>
                  </a:cubicBezTo>
                  <a:cubicBezTo>
                    <a:pt x="68" y="109"/>
                    <a:pt x="68" y="109"/>
                    <a:pt x="68" y="109"/>
                  </a:cubicBezTo>
                  <a:cubicBezTo>
                    <a:pt x="68" y="110"/>
                    <a:pt x="68" y="110"/>
                    <a:pt x="68" y="110"/>
                  </a:cubicBezTo>
                  <a:cubicBezTo>
                    <a:pt x="68" y="110"/>
                    <a:pt x="68" y="110"/>
                    <a:pt x="68" y="110"/>
                  </a:cubicBezTo>
                  <a:cubicBezTo>
                    <a:pt x="67" y="111"/>
                    <a:pt x="67" y="111"/>
                    <a:pt x="67" y="111"/>
                  </a:cubicBezTo>
                  <a:cubicBezTo>
                    <a:pt x="66" y="110"/>
                    <a:pt x="66" y="110"/>
                    <a:pt x="66" y="110"/>
                  </a:cubicBezTo>
                  <a:close/>
                  <a:moveTo>
                    <a:pt x="68" y="114"/>
                  </a:moveTo>
                  <a:cubicBezTo>
                    <a:pt x="68" y="114"/>
                    <a:pt x="68" y="114"/>
                    <a:pt x="68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1"/>
                    <a:pt x="67" y="111"/>
                    <a:pt x="67" y="111"/>
                  </a:cubicBezTo>
                  <a:cubicBezTo>
                    <a:pt x="67" y="111"/>
                    <a:pt x="67" y="111"/>
                    <a:pt x="67" y="111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6" y="112"/>
                    <a:pt x="66" y="112"/>
                    <a:pt x="66" y="112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8" y="114"/>
                    <a:pt x="68" y="114"/>
                    <a:pt x="68" y="114"/>
                  </a:cubicBezTo>
                  <a:close/>
                  <a:moveTo>
                    <a:pt x="58" y="100"/>
                  </a:moveTo>
                  <a:cubicBezTo>
                    <a:pt x="58" y="101"/>
                    <a:pt x="58" y="101"/>
                    <a:pt x="58" y="101"/>
                  </a:cubicBezTo>
                  <a:cubicBezTo>
                    <a:pt x="59" y="101"/>
                    <a:pt x="59" y="101"/>
                    <a:pt x="59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59" y="100"/>
                    <a:pt x="59" y="100"/>
                    <a:pt x="59" y="100"/>
                  </a:cubicBezTo>
                  <a:cubicBezTo>
                    <a:pt x="58" y="99"/>
                    <a:pt x="58" y="99"/>
                    <a:pt x="58" y="99"/>
                  </a:cubicBezTo>
                  <a:cubicBezTo>
                    <a:pt x="58" y="100"/>
                    <a:pt x="58" y="100"/>
                    <a:pt x="58" y="100"/>
                  </a:cubicBezTo>
                  <a:close/>
                  <a:moveTo>
                    <a:pt x="39" y="271"/>
                  </a:moveTo>
                  <a:cubicBezTo>
                    <a:pt x="39" y="271"/>
                    <a:pt x="39" y="271"/>
                    <a:pt x="39" y="271"/>
                  </a:cubicBezTo>
                  <a:cubicBezTo>
                    <a:pt x="38" y="271"/>
                    <a:pt x="38" y="271"/>
                    <a:pt x="38" y="271"/>
                  </a:cubicBezTo>
                  <a:cubicBezTo>
                    <a:pt x="38" y="269"/>
                    <a:pt x="38" y="269"/>
                    <a:pt x="38" y="269"/>
                  </a:cubicBezTo>
                  <a:cubicBezTo>
                    <a:pt x="39" y="268"/>
                    <a:pt x="39" y="268"/>
                    <a:pt x="39" y="268"/>
                  </a:cubicBezTo>
                  <a:cubicBezTo>
                    <a:pt x="39" y="267"/>
                    <a:pt x="39" y="267"/>
                    <a:pt x="39" y="267"/>
                  </a:cubicBezTo>
                  <a:cubicBezTo>
                    <a:pt x="39" y="267"/>
                    <a:pt x="39" y="267"/>
                    <a:pt x="39" y="267"/>
                  </a:cubicBezTo>
                  <a:cubicBezTo>
                    <a:pt x="38" y="268"/>
                    <a:pt x="38" y="268"/>
                    <a:pt x="38" y="268"/>
                  </a:cubicBezTo>
                  <a:cubicBezTo>
                    <a:pt x="37" y="268"/>
                    <a:pt x="37" y="268"/>
                    <a:pt x="37" y="268"/>
                  </a:cubicBezTo>
                  <a:cubicBezTo>
                    <a:pt x="36" y="267"/>
                    <a:pt x="36" y="267"/>
                    <a:pt x="36" y="267"/>
                  </a:cubicBezTo>
                  <a:cubicBezTo>
                    <a:pt x="36" y="266"/>
                    <a:pt x="36" y="266"/>
                    <a:pt x="36" y="266"/>
                  </a:cubicBezTo>
                  <a:cubicBezTo>
                    <a:pt x="36" y="266"/>
                    <a:pt x="36" y="266"/>
                    <a:pt x="36" y="266"/>
                  </a:cubicBezTo>
                  <a:cubicBezTo>
                    <a:pt x="37" y="267"/>
                    <a:pt x="37" y="267"/>
                    <a:pt x="37" y="267"/>
                  </a:cubicBezTo>
                  <a:cubicBezTo>
                    <a:pt x="37" y="267"/>
                    <a:pt x="37" y="267"/>
                    <a:pt x="37" y="267"/>
                  </a:cubicBezTo>
                  <a:cubicBezTo>
                    <a:pt x="37" y="267"/>
                    <a:pt x="37" y="267"/>
                    <a:pt x="37" y="267"/>
                  </a:cubicBezTo>
                  <a:cubicBezTo>
                    <a:pt x="37" y="266"/>
                    <a:pt x="37" y="266"/>
                    <a:pt x="37" y="266"/>
                  </a:cubicBezTo>
                  <a:cubicBezTo>
                    <a:pt x="36" y="265"/>
                    <a:pt x="36" y="265"/>
                    <a:pt x="36" y="265"/>
                  </a:cubicBezTo>
                  <a:cubicBezTo>
                    <a:pt x="36" y="265"/>
                    <a:pt x="36" y="265"/>
                    <a:pt x="36" y="265"/>
                  </a:cubicBezTo>
                  <a:cubicBezTo>
                    <a:pt x="35" y="266"/>
                    <a:pt x="35" y="266"/>
                    <a:pt x="35" y="266"/>
                  </a:cubicBezTo>
                  <a:cubicBezTo>
                    <a:pt x="34" y="265"/>
                    <a:pt x="34" y="265"/>
                    <a:pt x="34" y="265"/>
                  </a:cubicBezTo>
                  <a:cubicBezTo>
                    <a:pt x="34" y="264"/>
                    <a:pt x="34" y="264"/>
                    <a:pt x="34" y="264"/>
                  </a:cubicBezTo>
                  <a:cubicBezTo>
                    <a:pt x="34" y="264"/>
                    <a:pt x="34" y="264"/>
                    <a:pt x="34" y="264"/>
                  </a:cubicBezTo>
                  <a:cubicBezTo>
                    <a:pt x="35" y="263"/>
                    <a:pt x="35" y="263"/>
                    <a:pt x="35" y="263"/>
                  </a:cubicBezTo>
                  <a:cubicBezTo>
                    <a:pt x="35" y="262"/>
                    <a:pt x="35" y="262"/>
                    <a:pt x="35" y="262"/>
                  </a:cubicBezTo>
                  <a:cubicBezTo>
                    <a:pt x="36" y="262"/>
                    <a:pt x="36" y="262"/>
                    <a:pt x="36" y="262"/>
                  </a:cubicBezTo>
                  <a:cubicBezTo>
                    <a:pt x="36" y="261"/>
                    <a:pt x="36" y="261"/>
                    <a:pt x="36" y="261"/>
                  </a:cubicBezTo>
                  <a:cubicBezTo>
                    <a:pt x="35" y="262"/>
                    <a:pt x="35" y="262"/>
                    <a:pt x="35" y="262"/>
                  </a:cubicBezTo>
                  <a:cubicBezTo>
                    <a:pt x="34" y="262"/>
                    <a:pt x="34" y="262"/>
                    <a:pt x="34" y="262"/>
                  </a:cubicBezTo>
                  <a:cubicBezTo>
                    <a:pt x="34" y="261"/>
                    <a:pt x="34" y="261"/>
                    <a:pt x="34" y="261"/>
                  </a:cubicBezTo>
                  <a:cubicBezTo>
                    <a:pt x="34" y="261"/>
                    <a:pt x="34" y="261"/>
                    <a:pt x="34" y="261"/>
                  </a:cubicBezTo>
                  <a:cubicBezTo>
                    <a:pt x="35" y="260"/>
                    <a:pt x="35" y="260"/>
                    <a:pt x="35" y="260"/>
                  </a:cubicBezTo>
                  <a:cubicBezTo>
                    <a:pt x="35" y="259"/>
                    <a:pt x="35" y="259"/>
                    <a:pt x="35" y="259"/>
                  </a:cubicBezTo>
                  <a:cubicBezTo>
                    <a:pt x="35" y="258"/>
                    <a:pt x="35" y="258"/>
                    <a:pt x="35" y="258"/>
                  </a:cubicBezTo>
                  <a:cubicBezTo>
                    <a:pt x="35" y="258"/>
                    <a:pt x="35" y="258"/>
                    <a:pt x="35" y="258"/>
                  </a:cubicBezTo>
                  <a:cubicBezTo>
                    <a:pt x="35" y="258"/>
                    <a:pt x="35" y="258"/>
                    <a:pt x="35" y="258"/>
                  </a:cubicBezTo>
                  <a:cubicBezTo>
                    <a:pt x="35" y="259"/>
                    <a:pt x="35" y="259"/>
                    <a:pt x="35" y="259"/>
                  </a:cubicBezTo>
                  <a:cubicBezTo>
                    <a:pt x="34" y="260"/>
                    <a:pt x="34" y="260"/>
                    <a:pt x="34" y="260"/>
                  </a:cubicBezTo>
                  <a:cubicBezTo>
                    <a:pt x="33" y="261"/>
                    <a:pt x="33" y="261"/>
                    <a:pt x="33" y="261"/>
                  </a:cubicBezTo>
                  <a:cubicBezTo>
                    <a:pt x="33" y="261"/>
                    <a:pt x="33" y="261"/>
                    <a:pt x="33" y="261"/>
                  </a:cubicBezTo>
                  <a:cubicBezTo>
                    <a:pt x="32" y="261"/>
                    <a:pt x="32" y="261"/>
                    <a:pt x="32" y="261"/>
                  </a:cubicBezTo>
                  <a:cubicBezTo>
                    <a:pt x="32" y="261"/>
                    <a:pt x="32" y="261"/>
                    <a:pt x="32" y="261"/>
                  </a:cubicBezTo>
                  <a:cubicBezTo>
                    <a:pt x="32" y="260"/>
                    <a:pt x="32" y="260"/>
                    <a:pt x="32" y="260"/>
                  </a:cubicBezTo>
                  <a:cubicBezTo>
                    <a:pt x="32" y="260"/>
                    <a:pt x="32" y="260"/>
                    <a:pt x="32" y="260"/>
                  </a:cubicBezTo>
                  <a:cubicBezTo>
                    <a:pt x="32" y="260"/>
                    <a:pt x="32" y="260"/>
                    <a:pt x="32" y="260"/>
                  </a:cubicBezTo>
                  <a:cubicBezTo>
                    <a:pt x="31" y="260"/>
                    <a:pt x="31" y="260"/>
                    <a:pt x="31" y="260"/>
                  </a:cubicBezTo>
                  <a:cubicBezTo>
                    <a:pt x="31" y="261"/>
                    <a:pt x="31" y="261"/>
                    <a:pt x="31" y="261"/>
                  </a:cubicBezTo>
                  <a:cubicBezTo>
                    <a:pt x="31" y="261"/>
                    <a:pt x="31" y="261"/>
                    <a:pt x="31" y="261"/>
                  </a:cubicBezTo>
                  <a:cubicBezTo>
                    <a:pt x="31" y="260"/>
                    <a:pt x="31" y="260"/>
                    <a:pt x="31" y="260"/>
                  </a:cubicBezTo>
                  <a:cubicBezTo>
                    <a:pt x="30" y="260"/>
                    <a:pt x="30" y="260"/>
                    <a:pt x="30" y="260"/>
                  </a:cubicBezTo>
                  <a:cubicBezTo>
                    <a:pt x="30" y="261"/>
                    <a:pt x="30" y="261"/>
                    <a:pt x="30" y="261"/>
                  </a:cubicBezTo>
                  <a:cubicBezTo>
                    <a:pt x="29" y="260"/>
                    <a:pt x="29" y="260"/>
                    <a:pt x="29" y="260"/>
                  </a:cubicBezTo>
                  <a:cubicBezTo>
                    <a:pt x="29" y="260"/>
                    <a:pt x="29" y="260"/>
                    <a:pt x="29" y="260"/>
                  </a:cubicBezTo>
                  <a:cubicBezTo>
                    <a:pt x="30" y="259"/>
                    <a:pt x="30" y="259"/>
                    <a:pt x="30" y="259"/>
                  </a:cubicBezTo>
                  <a:cubicBezTo>
                    <a:pt x="30" y="259"/>
                    <a:pt x="30" y="259"/>
                    <a:pt x="30" y="259"/>
                  </a:cubicBezTo>
                  <a:cubicBezTo>
                    <a:pt x="31" y="259"/>
                    <a:pt x="31" y="259"/>
                    <a:pt x="31" y="259"/>
                  </a:cubicBezTo>
                  <a:cubicBezTo>
                    <a:pt x="33" y="258"/>
                    <a:pt x="33" y="258"/>
                    <a:pt x="33" y="258"/>
                  </a:cubicBezTo>
                  <a:cubicBezTo>
                    <a:pt x="33" y="258"/>
                    <a:pt x="33" y="258"/>
                    <a:pt x="33" y="258"/>
                  </a:cubicBez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33" y="257"/>
                    <a:pt x="33" y="257"/>
                  </a:cubicBezTo>
                  <a:cubicBezTo>
                    <a:pt x="32" y="258"/>
                    <a:pt x="32" y="258"/>
                    <a:pt x="32" y="258"/>
                  </a:cubicBezTo>
                  <a:cubicBezTo>
                    <a:pt x="31" y="259"/>
                    <a:pt x="31" y="259"/>
                    <a:pt x="31" y="259"/>
                  </a:cubicBezTo>
                  <a:cubicBezTo>
                    <a:pt x="31" y="259"/>
                    <a:pt x="31" y="259"/>
                    <a:pt x="31" y="259"/>
                  </a:cubicBezTo>
                  <a:cubicBezTo>
                    <a:pt x="30" y="259"/>
                    <a:pt x="30" y="259"/>
                    <a:pt x="30" y="259"/>
                  </a:cubicBezTo>
                  <a:cubicBezTo>
                    <a:pt x="30" y="258"/>
                    <a:pt x="30" y="258"/>
                    <a:pt x="30" y="258"/>
                  </a:cubicBezTo>
                  <a:cubicBezTo>
                    <a:pt x="29" y="258"/>
                    <a:pt x="29" y="258"/>
                    <a:pt x="29" y="258"/>
                  </a:cubicBezTo>
                  <a:cubicBezTo>
                    <a:pt x="29" y="258"/>
                    <a:pt x="29" y="258"/>
                    <a:pt x="29" y="258"/>
                  </a:cubicBezTo>
                  <a:cubicBezTo>
                    <a:pt x="29" y="257"/>
                    <a:pt x="29" y="257"/>
                    <a:pt x="29" y="257"/>
                  </a:cubicBezTo>
                  <a:cubicBezTo>
                    <a:pt x="29" y="257"/>
                    <a:pt x="29" y="257"/>
                    <a:pt x="29" y="257"/>
                  </a:cubicBezTo>
                  <a:cubicBezTo>
                    <a:pt x="28" y="257"/>
                    <a:pt x="28" y="257"/>
                    <a:pt x="28" y="257"/>
                  </a:cubicBezTo>
                  <a:cubicBezTo>
                    <a:pt x="27" y="257"/>
                    <a:pt x="27" y="257"/>
                    <a:pt x="27" y="257"/>
                  </a:cubicBezTo>
                  <a:cubicBezTo>
                    <a:pt x="27" y="257"/>
                    <a:pt x="27" y="257"/>
                    <a:pt x="27" y="257"/>
                  </a:cubicBezTo>
                  <a:cubicBezTo>
                    <a:pt x="26" y="258"/>
                    <a:pt x="26" y="258"/>
                    <a:pt x="26" y="258"/>
                  </a:cubicBezTo>
                  <a:cubicBezTo>
                    <a:pt x="25" y="257"/>
                    <a:pt x="25" y="257"/>
                    <a:pt x="25" y="257"/>
                  </a:cubicBezTo>
                  <a:cubicBezTo>
                    <a:pt x="25" y="256"/>
                    <a:pt x="25" y="256"/>
                    <a:pt x="25" y="256"/>
                  </a:cubicBezTo>
                  <a:cubicBezTo>
                    <a:pt x="25" y="256"/>
                    <a:pt x="25" y="256"/>
                    <a:pt x="25" y="256"/>
                  </a:cubicBezTo>
                  <a:cubicBezTo>
                    <a:pt x="26" y="256"/>
                    <a:pt x="26" y="256"/>
                    <a:pt x="26" y="256"/>
                  </a:cubicBezTo>
                  <a:cubicBezTo>
                    <a:pt x="27" y="257"/>
                    <a:pt x="27" y="257"/>
                    <a:pt x="27" y="257"/>
                  </a:cubicBezTo>
                  <a:cubicBezTo>
                    <a:pt x="28" y="256"/>
                    <a:pt x="28" y="256"/>
                    <a:pt x="28" y="256"/>
                  </a:cubicBezTo>
                  <a:cubicBezTo>
                    <a:pt x="28" y="256"/>
                    <a:pt x="28" y="256"/>
                    <a:pt x="28" y="256"/>
                  </a:cubicBezTo>
                  <a:cubicBezTo>
                    <a:pt x="28" y="256"/>
                    <a:pt x="28" y="256"/>
                    <a:pt x="28" y="256"/>
                  </a:cubicBezTo>
                  <a:cubicBezTo>
                    <a:pt x="26" y="256"/>
                    <a:pt x="26" y="256"/>
                    <a:pt x="26" y="256"/>
                  </a:cubicBezTo>
                  <a:cubicBezTo>
                    <a:pt x="26" y="256"/>
                    <a:pt x="26" y="256"/>
                    <a:pt x="26" y="256"/>
                  </a:cubicBezTo>
                  <a:cubicBezTo>
                    <a:pt x="26" y="256"/>
                    <a:pt x="26" y="256"/>
                    <a:pt x="26" y="256"/>
                  </a:cubicBezTo>
                  <a:cubicBezTo>
                    <a:pt x="27" y="256"/>
                    <a:pt x="27" y="256"/>
                    <a:pt x="27" y="256"/>
                  </a:cubicBezTo>
                  <a:cubicBezTo>
                    <a:pt x="28" y="256"/>
                    <a:pt x="28" y="256"/>
                    <a:pt x="28" y="256"/>
                  </a:cubicBezTo>
                  <a:cubicBezTo>
                    <a:pt x="28" y="255"/>
                    <a:pt x="28" y="255"/>
                    <a:pt x="28" y="255"/>
                  </a:cubicBezTo>
                  <a:cubicBezTo>
                    <a:pt x="27" y="255"/>
                    <a:pt x="27" y="255"/>
                    <a:pt x="27" y="255"/>
                  </a:cubicBezTo>
                  <a:cubicBezTo>
                    <a:pt x="26" y="255"/>
                    <a:pt x="26" y="255"/>
                    <a:pt x="26" y="255"/>
                  </a:cubicBezTo>
                  <a:cubicBezTo>
                    <a:pt x="25" y="255"/>
                    <a:pt x="25" y="255"/>
                    <a:pt x="25" y="255"/>
                  </a:cubicBezTo>
                  <a:cubicBezTo>
                    <a:pt x="25" y="255"/>
                    <a:pt x="25" y="255"/>
                    <a:pt x="25" y="255"/>
                  </a:cubicBezTo>
                  <a:cubicBezTo>
                    <a:pt x="24" y="255"/>
                    <a:pt x="24" y="255"/>
                    <a:pt x="24" y="255"/>
                  </a:cubicBezTo>
                  <a:cubicBezTo>
                    <a:pt x="24" y="254"/>
                    <a:pt x="24" y="254"/>
                    <a:pt x="24" y="254"/>
                  </a:cubicBezTo>
                  <a:cubicBezTo>
                    <a:pt x="25" y="254"/>
                    <a:pt x="25" y="254"/>
                    <a:pt x="25" y="254"/>
                  </a:cubicBezTo>
                  <a:cubicBezTo>
                    <a:pt x="26" y="254"/>
                    <a:pt x="26" y="254"/>
                    <a:pt x="26" y="254"/>
                  </a:cubicBezTo>
                  <a:cubicBezTo>
                    <a:pt x="27" y="254"/>
                    <a:pt x="27" y="254"/>
                    <a:pt x="27" y="254"/>
                  </a:cubicBezTo>
                  <a:cubicBezTo>
                    <a:pt x="27" y="254"/>
                    <a:pt x="27" y="254"/>
                    <a:pt x="27" y="254"/>
                  </a:cubicBezTo>
                  <a:cubicBezTo>
                    <a:pt x="26" y="254"/>
                    <a:pt x="26" y="254"/>
                    <a:pt x="26" y="254"/>
                  </a:cubicBezTo>
                  <a:cubicBezTo>
                    <a:pt x="26" y="254"/>
                    <a:pt x="26" y="254"/>
                    <a:pt x="26" y="254"/>
                  </a:cubicBezTo>
                  <a:cubicBezTo>
                    <a:pt x="25" y="254"/>
                    <a:pt x="25" y="254"/>
                    <a:pt x="25" y="254"/>
                  </a:cubicBezTo>
                  <a:cubicBezTo>
                    <a:pt x="25" y="253"/>
                    <a:pt x="25" y="253"/>
                    <a:pt x="25" y="253"/>
                  </a:cubicBezTo>
                  <a:cubicBezTo>
                    <a:pt x="26" y="253"/>
                    <a:pt x="26" y="253"/>
                    <a:pt x="26" y="253"/>
                  </a:cubicBezTo>
                  <a:cubicBezTo>
                    <a:pt x="26" y="253"/>
                    <a:pt x="26" y="253"/>
                    <a:pt x="26" y="253"/>
                  </a:cubicBezTo>
                  <a:cubicBezTo>
                    <a:pt x="27" y="253"/>
                    <a:pt x="27" y="253"/>
                    <a:pt x="27" y="253"/>
                  </a:cubicBezTo>
                  <a:cubicBezTo>
                    <a:pt x="27" y="253"/>
                    <a:pt x="27" y="253"/>
                    <a:pt x="27" y="253"/>
                  </a:cubicBezTo>
                  <a:cubicBezTo>
                    <a:pt x="27" y="252"/>
                    <a:pt x="27" y="252"/>
                    <a:pt x="27" y="252"/>
                  </a:cubicBezTo>
                  <a:cubicBezTo>
                    <a:pt x="27" y="252"/>
                    <a:pt x="27" y="252"/>
                    <a:pt x="27" y="252"/>
                  </a:cubicBezTo>
                  <a:cubicBezTo>
                    <a:pt x="28" y="252"/>
                    <a:pt x="28" y="252"/>
                    <a:pt x="28" y="252"/>
                  </a:cubicBezTo>
                  <a:cubicBezTo>
                    <a:pt x="29" y="252"/>
                    <a:pt x="29" y="252"/>
                    <a:pt x="29" y="252"/>
                  </a:cubicBezTo>
                  <a:cubicBezTo>
                    <a:pt x="30" y="252"/>
                    <a:pt x="30" y="252"/>
                    <a:pt x="30" y="252"/>
                  </a:cubicBezTo>
                  <a:cubicBezTo>
                    <a:pt x="28" y="252"/>
                    <a:pt x="28" y="252"/>
                    <a:pt x="28" y="252"/>
                  </a:cubicBezTo>
                  <a:cubicBezTo>
                    <a:pt x="28" y="251"/>
                    <a:pt x="28" y="251"/>
                    <a:pt x="28" y="251"/>
                  </a:cubicBezTo>
                  <a:cubicBezTo>
                    <a:pt x="27" y="251"/>
                    <a:pt x="27" y="251"/>
                    <a:pt x="27" y="251"/>
                  </a:cubicBezTo>
                  <a:cubicBezTo>
                    <a:pt x="27" y="252"/>
                    <a:pt x="27" y="252"/>
                    <a:pt x="27" y="252"/>
                  </a:cubicBezTo>
                  <a:cubicBezTo>
                    <a:pt x="26" y="252"/>
                    <a:pt x="26" y="252"/>
                    <a:pt x="26" y="252"/>
                  </a:cubicBezTo>
                  <a:cubicBezTo>
                    <a:pt x="25" y="253"/>
                    <a:pt x="25" y="253"/>
                    <a:pt x="25" y="253"/>
                  </a:cubicBezTo>
                  <a:cubicBezTo>
                    <a:pt x="25" y="252"/>
                    <a:pt x="25" y="252"/>
                    <a:pt x="25" y="252"/>
                  </a:cubicBezTo>
                  <a:cubicBezTo>
                    <a:pt x="25" y="252"/>
                    <a:pt x="25" y="252"/>
                    <a:pt x="25" y="252"/>
                  </a:cubicBezTo>
                  <a:cubicBezTo>
                    <a:pt x="25" y="251"/>
                    <a:pt x="25" y="251"/>
                    <a:pt x="25" y="251"/>
                  </a:cubicBezTo>
                  <a:cubicBezTo>
                    <a:pt x="25" y="250"/>
                    <a:pt x="25" y="250"/>
                    <a:pt x="25" y="250"/>
                  </a:cubicBezTo>
                  <a:cubicBezTo>
                    <a:pt x="27" y="250"/>
                    <a:pt x="27" y="250"/>
                    <a:pt x="27" y="250"/>
                  </a:cubicBezTo>
                  <a:cubicBezTo>
                    <a:pt x="27" y="249"/>
                    <a:pt x="27" y="249"/>
                    <a:pt x="27" y="249"/>
                  </a:cubicBezTo>
                  <a:cubicBezTo>
                    <a:pt x="29" y="248"/>
                    <a:pt x="29" y="248"/>
                    <a:pt x="29" y="248"/>
                  </a:cubicBezTo>
                  <a:cubicBezTo>
                    <a:pt x="30" y="248"/>
                    <a:pt x="30" y="248"/>
                    <a:pt x="30" y="248"/>
                  </a:cubicBezTo>
                  <a:cubicBezTo>
                    <a:pt x="30" y="248"/>
                    <a:pt x="30" y="248"/>
                    <a:pt x="30" y="248"/>
                  </a:cubicBezTo>
                  <a:cubicBezTo>
                    <a:pt x="30" y="249"/>
                    <a:pt x="30" y="249"/>
                    <a:pt x="30" y="249"/>
                  </a:cubicBezTo>
                  <a:cubicBezTo>
                    <a:pt x="31" y="250"/>
                    <a:pt x="31" y="250"/>
                    <a:pt x="31" y="250"/>
                  </a:cubicBezTo>
                  <a:cubicBezTo>
                    <a:pt x="31" y="250"/>
                    <a:pt x="31" y="250"/>
                    <a:pt x="31" y="250"/>
                  </a:cubicBezTo>
                  <a:cubicBezTo>
                    <a:pt x="31" y="249"/>
                    <a:pt x="31" y="249"/>
                    <a:pt x="31" y="249"/>
                  </a:cubicBezTo>
                  <a:cubicBezTo>
                    <a:pt x="31" y="248"/>
                    <a:pt x="31" y="248"/>
                    <a:pt x="31" y="248"/>
                  </a:cubicBezTo>
                  <a:cubicBezTo>
                    <a:pt x="31" y="247"/>
                    <a:pt x="31" y="247"/>
                    <a:pt x="31" y="247"/>
                  </a:cubicBezTo>
                  <a:cubicBezTo>
                    <a:pt x="32" y="247"/>
                    <a:pt x="32" y="247"/>
                    <a:pt x="32" y="247"/>
                  </a:cubicBezTo>
                  <a:cubicBezTo>
                    <a:pt x="32" y="247"/>
                    <a:pt x="32" y="247"/>
                    <a:pt x="32" y="247"/>
                  </a:cubicBezTo>
                  <a:cubicBezTo>
                    <a:pt x="31" y="247"/>
                    <a:pt x="31" y="247"/>
                    <a:pt x="31" y="247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30" y="247"/>
                    <a:pt x="30" y="247"/>
                    <a:pt x="30" y="247"/>
                  </a:cubicBezTo>
                  <a:cubicBezTo>
                    <a:pt x="30" y="246"/>
                    <a:pt x="30" y="246"/>
                    <a:pt x="30" y="246"/>
                  </a:cubicBezTo>
                  <a:cubicBezTo>
                    <a:pt x="31" y="246"/>
                    <a:pt x="31" y="246"/>
                    <a:pt x="31" y="246"/>
                  </a:cubicBezTo>
                  <a:cubicBezTo>
                    <a:pt x="32" y="245"/>
                    <a:pt x="32" y="245"/>
                    <a:pt x="32" y="245"/>
                  </a:cubicBezTo>
                  <a:cubicBezTo>
                    <a:pt x="32" y="244"/>
                    <a:pt x="32" y="244"/>
                    <a:pt x="32" y="244"/>
                  </a:cubicBezTo>
                  <a:cubicBezTo>
                    <a:pt x="32" y="244"/>
                    <a:pt x="32" y="244"/>
                    <a:pt x="32" y="244"/>
                  </a:cubicBezTo>
                  <a:cubicBezTo>
                    <a:pt x="32" y="244"/>
                    <a:pt x="32" y="244"/>
                    <a:pt x="32" y="244"/>
                  </a:cubicBezTo>
                  <a:cubicBezTo>
                    <a:pt x="32" y="245"/>
                    <a:pt x="32" y="245"/>
                    <a:pt x="32" y="245"/>
                  </a:cubicBezTo>
                  <a:cubicBezTo>
                    <a:pt x="31" y="245"/>
                    <a:pt x="31" y="245"/>
                    <a:pt x="31" y="245"/>
                  </a:cubicBezTo>
                  <a:cubicBezTo>
                    <a:pt x="30" y="245"/>
                    <a:pt x="30" y="245"/>
                    <a:pt x="30" y="245"/>
                  </a:cubicBezTo>
                  <a:cubicBezTo>
                    <a:pt x="29" y="246"/>
                    <a:pt x="29" y="246"/>
                    <a:pt x="29" y="246"/>
                  </a:cubicBezTo>
                  <a:cubicBezTo>
                    <a:pt x="28" y="247"/>
                    <a:pt x="28" y="247"/>
                    <a:pt x="28" y="247"/>
                  </a:cubicBezTo>
                  <a:cubicBezTo>
                    <a:pt x="27" y="248"/>
                    <a:pt x="27" y="248"/>
                    <a:pt x="27" y="248"/>
                  </a:cubicBezTo>
                  <a:cubicBezTo>
                    <a:pt x="26" y="247"/>
                    <a:pt x="26" y="247"/>
                    <a:pt x="26" y="247"/>
                  </a:cubicBezTo>
                  <a:cubicBezTo>
                    <a:pt x="26" y="247"/>
                    <a:pt x="26" y="247"/>
                    <a:pt x="26" y="247"/>
                  </a:cubicBezTo>
                  <a:cubicBezTo>
                    <a:pt x="27" y="246"/>
                    <a:pt x="27" y="246"/>
                    <a:pt x="27" y="246"/>
                  </a:cubicBezTo>
                  <a:cubicBezTo>
                    <a:pt x="26" y="246"/>
                    <a:pt x="26" y="246"/>
                    <a:pt x="26" y="246"/>
                  </a:cubicBezTo>
                  <a:cubicBezTo>
                    <a:pt x="25" y="247"/>
                    <a:pt x="25" y="247"/>
                    <a:pt x="25" y="247"/>
                  </a:cubicBezTo>
                  <a:cubicBezTo>
                    <a:pt x="24" y="246"/>
                    <a:pt x="24" y="246"/>
                    <a:pt x="24" y="246"/>
                  </a:cubicBezTo>
                  <a:cubicBezTo>
                    <a:pt x="25" y="246"/>
                    <a:pt x="25" y="246"/>
                    <a:pt x="25" y="246"/>
                  </a:cubicBezTo>
                  <a:cubicBezTo>
                    <a:pt x="26" y="245"/>
                    <a:pt x="26" y="245"/>
                    <a:pt x="26" y="245"/>
                  </a:cubicBezTo>
                  <a:cubicBezTo>
                    <a:pt x="27" y="245"/>
                    <a:pt x="27" y="245"/>
                    <a:pt x="27" y="245"/>
                  </a:cubicBezTo>
                  <a:cubicBezTo>
                    <a:pt x="27" y="245"/>
                    <a:pt x="27" y="245"/>
                    <a:pt x="27" y="245"/>
                  </a:cubicBezTo>
                  <a:cubicBezTo>
                    <a:pt x="28" y="245"/>
                    <a:pt x="28" y="245"/>
                    <a:pt x="28" y="245"/>
                  </a:cubicBezTo>
                  <a:cubicBezTo>
                    <a:pt x="28" y="244"/>
                    <a:pt x="28" y="244"/>
                    <a:pt x="28" y="244"/>
                  </a:cubicBezTo>
                  <a:cubicBezTo>
                    <a:pt x="27" y="244"/>
                    <a:pt x="27" y="244"/>
                    <a:pt x="27" y="244"/>
                  </a:cubicBezTo>
                  <a:cubicBezTo>
                    <a:pt x="27" y="244"/>
                    <a:pt x="27" y="244"/>
                    <a:pt x="27" y="244"/>
                  </a:cubicBezTo>
                  <a:cubicBezTo>
                    <a:pt x="28" y="243"/>
                    <a:pt x="28" y="243"/>
                    <a:pt x="28" y="243"/>
                  </a:cubicBezTo>
                  <a:cubicBezTo>
                    <a:pt x="27" y="243"/>
                    <a:pt x="27" y="243"/>
                    <a:pt x="27" y="243"/>
                  </a:cubicBezTo>
                  <a:cubicBezTo>
                    <a:pt x="27" y="243"/>
                    <a:pt x="27" y="243"/>
                    <a:pt x="27" y="243"/>
                  </a:cubicBezTo>
                  <a:cubicBezTo>
                    <a:pt x="26" y="243"/>
                    <a:pt x="26" y="243"/>
                    <a:pt x="26" y="243"/>
                  </a:cubicBezTo>
                  <a:cubicBezTo>
                    <a:pt x="26" y="243"/>
                    <a:pt x="26" y="243"/>
                    <a:pt x="26" y="243"/>
                  </a:cubicBezTo>
                  <a:cubicBezTo>
                    <a:pt x="26" y="241"/>
                    <a:pt x="26" y="241"/>
                    <a:pt x="26" y="241"/>
                  </a:cubicBezTo>
                  <a:cubicBezTo>
                    <a:pt x="25" y="240"/>
                    <a:pt x="25" y="240"/>
                    <a:pt x="25" y="240"/>
                  </a:cubicBezTo>
                  <a:cubicBezTo>
                    <a:pt x="25" y="240"/>
                    <a:pt x="25" y="240"/>
                    <a:pt x="25" y="240"/>
                  </a:cubicBezTo>
                  <a:cubicBezTo>
                    <a:pt x="26" y="239"/>
                    <a:pt x="26" y="239"/>
                    <a:pt x="26" y="239"/>
                  </a:cubicBezTo>
                  <a:cubicBezTo>
                    <a:pt x="27" y="239"/>
                    <a:pt x="27" y="239"/>
                    <a:pt x="27" y="239"/>
                  </a:cubicBezTo>
                  <a:cubicBezTo>
                    <a:pt x="27" y="240"/>
                    <a:pt x="27" y="240"/>
                    <a:pt x="27" y="240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30" y="240"/>
                    <a:pt x="30" y="240"/>
                    <a:pt x="30" y="240"/>
                  </a:cubicBezTo>
                  <a:cubicBezTo>
                    <a:pt x="29" y="240"/>
                    <a:pt x="29" y="240"/>
                    <a:pt x="29" y="240"/>
                  </a:cubicBezTo>
                  <a:cubicBezTo>
                    <a:pt x="29" y="239"/>
                    <a:pt x="29" y="239"/>
                    <a:pt x="29" y="239"/>
                  </a:cubicBezTo>
                  <a:cubicBezTo>
                    <a:pt x="28" y="239"/>
                    <a:pt x="28" y="239"/>
                    <a:pt x="28" y="239"/>
                  </a:cubicBezTo>
                  <a:cubicBezTo>
                    <a:pt x="27" y="239"/>
                    <a:pt x="27" y="239"/>
                    <a:pt x="27" y="239"/>
                  </a:cubicBezTo>
                  <a:cubicBezTo>
                    <a:pt x="26" y="238"/>
                    <a:pt x="26" y="238"/>
                    <a:pt x="26" y="238"/>
                  </a:cubicBezTo>
                  <a:cubicBezTo>
                    <a:pt x="26" y="238"/>
                    <a:pt x="26" y="238"/>
                    <a:pt x="26" y="238"/>
                  </a:cubicBezTo>
                  <a:cubicBezTo>
                    <a:pt x="27" y="237"/>
                    <a:pt x="27" y="237"/>
                    <a:pt x="27" y="237"/>
                  </a:cubicBezTo>
                  <a:cubicBezTo>
                    <a:pt x="27" y="237"/>
                    <a:pt x="27" y="237"/>
                    <a:pt x="27" y="237"/>
                  </a:cubicBezTo>
                  <a:cubicBezTo>
                    <a:pt x="28" y="236"/>
                    <a:pt x="28" y="236"/>
                    <a:pt x="28" y="236"/>
                  </a:cubicBezTo>
                  <a:cubicBezTo>
                    <a:pt x="28" y="235"/>
                    <a:pt x="28" y="235"/>
                    <a:pt x="28" y="235"/>
                  </a:cubicBezTo>
                  <a:cubicBezTo>
                    <a:pt x="27" y="236"/>
                    <a:pt x="27" y="236"/>
                    <a:pt x="27" y="236"/>
                  </a:cubicBezTo>
                  <a:cubicBezTo>
                    <a:pt x="27" y="236"/>
                    <a:pt x="27" y="236"/>
                    <a:pt x="27" y="236"/>
                  </a:cubicBezTo>
                  <a:cubicBezTo>
                    <a:pt x="26" y="237"/>
                    <a:pt x="26" y="237"/>
                    <a:pt x="26" y="237"/>
                  </a:cubicBezTo>
                  <a:cubicBezTo>
                    <a:pt x="24" y="237"/>
                    <a:pt x="24" y="237"/>
                    <a:pt x="24" y="237"/>
                  </a:cubicBezTo>
                  <a:cubicBezTo>
                    <a:pt x="24" y="238"/>
                    <a:pt x="24" y="238"/>
                    <a:pt x="24" y="238"/>
                  </a:cubicBezTo>
                  <a:cubicBezTo>
                    <a:pt x="24" y="238"/>
                    <a:pt x="24" y="238"/>
                    <a:pt x="24" y="238"/>
                  </a:cubicBezTo>
                  <a:cubicBezTo>
                    <a:pt x="23" y="238"/>
                    <a:pt x="23" y="238"/>
                    <a:pt x="23" y="238"/>
                  </a:cubicBezTo>
                  <a:cubicBezTo>
                    <a:pt x="22" y="237"/>
                    <a:pt x="22" y="237"/>
                    <a:pt x="22" y="237"/>
                  </a:cubicBezTo>
                  <a:cubicBezTo>
                    <a:pt x="22" y="236"/>
                    <a:pt x="22" y="236"/>
                    <a:pt x="22" y="236"/>
                  </a:cubicBezTo>
                  <a:cubicBezTo>
                    <a:pt x="22" y="234"/>
                    <a:pt x="22" y="234"/>
                    <a:pt x="22" y="234"/>
                  </a:cubicBezTo>
                  <a:cubicBezTo>
                    <a:pt x="23" y="233"/>
                    <a:pt x="23" y="233"/>
                    <a:pt x="23" y="233"/>
                  </a:cubicBezTo>
                  <a:cubicBezTo>
                    <a:pt x="22" y="232"/>
                    <a:pt x="22" y="232"/>
                    <a:pt x="22" y="232"/>
                  </a:cubicBezTo>
                  <a:cubicBezTo>
                    <a:pt x="22" y="232"/>
                    <a:pt x="22" y="232"/>
                    <a:pt x="22" y="232"/>
                  </a:cubicBezTo>
                  <a:cubicBezTo>
                    <a:pt x="22" y="231"/>
                    <a:pt x="22" y="231"/>
                    <a:pt x="22" y="231"/>
                  </a:cubicBezTo>
                  <a:cubicBezTo>
                    <a:pt x="22" y="231"/>
                    <a:pt x="22" y="231"/>
                    <a:pt x="22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30"/>
                    <a:pt x="23" y="230"/>
                  </a:cubicBezTo>
                  <a:cubicBezTo>
                    <a:pt x="24" y="230"/>
                    <a:pt x="24" y="230"/>
                    <a:pt x="24" y="230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6" y="229"/>
                    <a:pt x="26" y="229"/>
                    <a:pt x="26" y="229"/>
                  </a:cubicBezTo>
                  <a:cubicBezTo>
                    <a:pt x="26" y="228"/>
                    <a:pt x="26" y="228"/>
                    <a:pt x="26" y="228"/>
                  </a:cubicBezTo>
                  <a:cubicBezTo>
                    <a:pt x="26" y="228"/>
                    <a:pt x="26" y="228"/>
                    <a:pt x="26" y="228"/>
                  </a:cubicBezTo>
                  <a:cubicBezTo>
                    <a:pt x="26" y="228"/>
                    <a:pt x="26" y="228"/>
                    <a:pt x="26" y="228"/>
                  </a:cubicBezTo>
                  <a:cubicBezTo>
                    <a:pt x="27" y="227"/>
                    <a:pt x="27" y="227"/>
                    <a:pt x="27" y="227"/>
                  </a:cubicBezTo>
                  <a:cubicBezTo>
                    <a:pt x="27" y="226"/>
                    <a:pt x="27" y="226"/>
                    <a:pt x="27" y="226"/>
                  </a:cubicBezTo>
                  <a:cubicBezTo>
                    <a:pt x="29" y="225"/>
                    <a:pt x="29" y="225"/>
                    <a:pt x="29" y="225"/>
                  </a:cubicBezTo>
                  <a:cubicBezTo>
                    <a:pt x="29" y="225"/>
                    <a:pt x="29" y="225"/>
                    <a:pt x="29" y="225"/>
                  </a:cubicBezTo>
                  <a:cubicBezTo>
                    <a:pt x="28" y="225"/>
                    <a:pt x="28" y="225"/>
                    <a:pt x="28" y="225"/>
                  </a:cubicBezTo>
                  <a:cubicBezTo>
                    <a:pt x="28" y="224"/>
                    <a:pt x="28" y="224"/>
                    <a:pt x="28" y="224"/>
                  </a:cubicBezTo>
                  <a:cubicBezTo>
                    <a:pt x="27" y="225"/>
                    <a:pt x="27" y="225"/>
                    <a:pt x="27" y="225"/>
                  </a:cubicBezTo>
                  <a:cubicBezTo>
                    <a:pt x="27" y="226"/>
                    <a:pt x="27" y="226"/>
                    <a:pt x="27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27"/>
                    <a:pt x="25" y="227"/>
                    <a:pt x="25" y="227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6" y="225"/>
                    <a:pt x="26" y="225"/>
                    <a:pt x="26" y="225"/>
                  </a:cubicBezTo>
                  <a:cubicBezTo>
                    <a:pt x="27" y="223"/>
                    <a:pt x="27" y="223"/>
                    <a:pt x="27" y="223"/>
                  </a:cubicBezTo>
                  <a:cubicBezTo>
                    <a:pt x="28" y="222"/>
                    <a:pt x="28" y="222"/>
                    <a:pt x="28" y="222"/>
                  </a:cubicBezTo>
                  <a:cubicBezTo>
                    <a:pt x="28" y="222"/>
                    <a:pt x="28" y="222"/>
                    <a:pt x="28" y="222"/>
                  </a:cubicBezTo>
                  <a:cubicBezTo>
                    <a:pt x="28" y="221"/>
                    <a:pt x="28" y="221"/>
                    <a:pt x="28" y="221"/>
                  </a:cubicBezTo>
                  <a:cubicBezTo>
                    <a:pt x="28" y="221"/>
                    <a:pt x="28" y="221"/>
                    <a:pt x="28" y="221"/>
                  </a:cubicBezTo>
                  <a:cubicBezTo>
                    <a:pt x="28" y="221"/>
                    <a:pt x="28" y="221"/>
                    <a:pt x="28" y="221"/>
                  </a:cubicBezTo>
                  <a:cubicBezTo>
                    <a:pt x="28" y="220"/>
                    <a:pt x="28" y="220"/>
                    <a:pt x="28" y="220"/>
                  </a:cubicBezTo>
                  <a:cubicBezTo>
                    <a:pt x="28" y="220"/>
                    <a:pt x="28" y="220"/>
                    <a:pt x="28" y="220"/>
                  </a:cubicBezTo>
                  <a:cubicBezTo>
                    <a:pt x="28" y="220"/>
                    <a:pt x="28" y="220"/>
                    <a:pt x="28" y="220"/>
                  </a:cubicBezTo>
                  <a:cubicBezTo>
                    <a:pt x="27" y="219"/>
                    <a:pt x="27" y="219"/>
                    <a:pt x="27" y="219"/>
                  </a:cubicBezTo>
                  <a:cubicBezTo>
                    <a:pt x="27" y="219"/>
                    <a:pt x="27" y="219"/>
                    <a:pt x="27" y="219"/>
                  </a:cubicBezTo>
                  <a:cubicBezTo>
                    <a:pt x="27" y="218"/>
                    <a:pt x="27" y="218"/>
                    <a:pt x="27" y="218"/>
                  </a:cubicBezTo>
                  <a:cubicBezTo>
                    <a:pt x="26" y="217"/>
                    <a:pt x="26" y="217"/>
                    <a:pt x="26" y="217"/>
                  </a:cubicBezTo>
                  <a:cubicBezTo>
                    <a:pt x="25" y="217"/>
                    <a:pt x="25" y="217"/>
                    <a:pt x="25" y="217"/>
                  </a:cubicBezTo>
                  <a:cubicBezTo>
                    <a:pt x="25" y="216"/>
                    <a:pt x="25" y="216"/>
                    <a:pt x="25" y="216"/>
                  </a:cubicBezTo>
                  <a:cubicBezTo>
                    <a:pt x="24" y="215"/>
                    <a:pt x="24" y="215"/>
                    <a:pt x="24" y="215"/>
                  </a:cubicBezTo>
                  <a:cubicBezTo>
                    <a:pt x="24" y="215"/>
                    <a:pt x="24" y="215"/>
                    <a:pt x="24" y="215"/>
                  </a:cubicBezTo>
                  <a:cubicBezTo>
                    <a:pt x="23" y="215"/>
                    <a:pt x="23" y="215"/>
                    <a:pt x="23" y="215"/>
                  </a:cubicBezTo>
                  <a:cubicBezTo>
                    <a:pt x="23" y="215"/>
                    <a:pt x="23" y="215"/>
                    <a:pt x="23" y="215"/>
                  </a:cubicBezTo>
                  <a:cubicBezTo>
                    <a:pt x="23" y="214"/>
                    <a:pt x="23" y="214"/>
                    <a:pt x="23" y="214"/>
                  </a:cubicBezTo>
                  <a:cubicBezTo>
                    <a:pt x="23" y="214"/>
                    <a:pt x="23" y="214"/>
                    <a:pt x="23" y="214"/>
                  </a:cubicBezTo>
                  <a:cubicBezTo>
                    <a:pt x="23" y="213"/>
                    <a:pt x="23" y="213"/>
                    <a:pt x="23" y="213"/>
                  </a:cubicBezTo>
                  <a:cubicBezTo>
                    <a:pt x="23" y="213"/>
                    <a:pt x="23" y="213"/>
                    <a:pt x="23" y="213"/>
                  </a:cubicBezTo>
                  <a:cubicBezTo>
                    <a:pt x="23" y="213"/>
                    <a:pt x="23" y="213"/>
                    <a:pt x="23" y="213"/>
                  </a:cubicBezTo>
                  <a:cubicBezTo>
                    <a:pt x="23" y="212"/>
                    <a:pt x="23" y="212"/>
                    <a:pt x="23" y="212"/>
                  </a:cubicBezTo>
                  <a:cubicBezTo>
                    <a:pt x="23" y="212"/>
                    <a:pt x="23" y="212"/>
                    <a:pt x="23" y="212"/>
                  </a:cubicBezTo>
                  <a:cubicBezTo>
                    <a:pt x="23" y="212"/>
                    <a:pt x="23" y="212"/>
                    <a:pt x="23" y="212"/>
                  </a:cubicBezTo>
                  <a:cubicBezTo>
                    <a:pt x="22" y="212"/>
                    <a:pt x="22" y="212"/>
                    <a:pt x="22" y="212"/>
                  </a:cubicBezTo>
                  <a:cubicBezTo>
                    <a:pt x="22" y="211"/>
                    <a:pt x="22" y="211"/>
                    <a:pt x="22" y="211"/>
                  </a:cubicBezTo>
                  <a:cubicBezTo>
                    <a:pt x="23" y="211"/>
                    <a:pt x="23" y="211"/>
                    <a:pt x="23" y="211"/>
                  </a:cubicBezTo>
                  <a:cubicBezTo>
                    <a:pt x="23" y="208"/>
                    <a:pt x="23" y="208"/>
                    <a:pt x="23" y="208"/>
                  </a:cubicBezTo>
                  <a:cubicBezTo>
                    <a:pt x="23" y="205"/>
                    <a:pt x="23" y="205"/>
                    <a:pt x="23" y="205"/>
                  </a:cubicBezTo>
                  <a:cubicBezTo>
                    <a:pt x="23" y="203"/>
                    <a:pt x="23" y="203"/>
                    <a:pt x="23" y="203"/>
                  </a:cubicBezTo>
                  <a:cubicBezTo>
                    <a:pt x="23" y="202"/>
                    <a:pt x="23" y="202"/>
                    <a:pt x="23" y="202"/>
                  </a:cubicBezTo>
                  <a:cubicBezTo>
                    <a:pt x="23" y="201"/>
                    <a:pt x="23" y="201"/>
                    <a:pt x="23" y="201"/>
                  </a:cubicBezTo>
                  <a:cubicBezTo>
                    <a:pt x="23" y="201"/>
                    <a:pt x="23" y="201"/>
                    <a:pt x="23" y="201"/>
                  </a:cubicBezTo>
                  <a:cubicBezTo>
                    <a:pt x="23" y="200"/>
                    <a:pt x="23" y="200"/>
                    <a:pt x="23" y="200"/>
                  </a:cubicBezTo>
                  <a:cubicBezTo>
                    <a:pt x="23" y="199"/>
                    <a:pt x="23" y="199"/>
                    <a:pt x="23" y="199"/>
                  </a:cubicBezTo>
                  <a:cubicBezTo>
                    <a:pt x="23" y="198"/>
                    <a:pt x="23" y="198"/>
                    <a:pt x="23" y="198"/>
                  </a:cubicBezTo>
                  <a:cubicBezTo>
                    <a:pt x="22" y="197"/>
                    <a:pt x="22" y="197"/>
                    <a:pt x="22" y="197"/>
                  </a:cubicBezTo>
                  <a:cubicBezTo>
                    <a:pt x="21" y="195"/>
                    <a:pt x="21" y="195"/>
                    <a:pt x="21" y="195"/>
                  </a:cubicBezTo>
                  <a:cubicBezTo>
                    <a:pt x="21" y="195"/>
                    <a:pt x="21" y="195"/>
                    <a:pt x="21" y="195"/>
                  </a:cubicBezTo>
                  <a:cubicBezTo>
                    <a:pt x="21" y="192"/>
                    <a:pt x="21" y="192"/>
                    <a:pt x="21" y="192"/>
                  </a:cubicBezTo>
                  <a:cubicBezTo>
                    <a:pt x="21" y="192"/>
                    <a:pt x="21" y="192"/>
                    <a:pt x="21" y="192"/>
                  </a:cubicBezTo>
                  <a:cubicBezTo>
                    <a:pt x="21" y="191"/>
                    <a:pt x="21" y="191"/>
                    <a:pt x="21" y="191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89"/>
                    <a:pt x="21" y="189"/>
                    <a:pt x="21" y="189"/>
                  </a:cubicBezTo>
                  <a:cubicBezTo>
                    <a:pt x="20" y="189"/>
                    <a:pt x="20" y="189"/>
                    <a:pt x="20" y="189"/>
                  </a:cubicBezTo>
                  <a:cubicBezTo>
                    <a:pt x="19" y="189"/>
                    <a:pt x="19" y="189"/>
                    <a:pt x="19" y="189"/>
                  </a:cubicBezTo>
                  <a:cubicBezTo>
                    <a:pt x="17" y="189"/>
                    <a:pt x="17" y="189"/>
                    <a:pt x="17" y="189"/>
                  </a:cubicBezTo>
                  <a:cubicBezTo>
                    <a:pt x="17" y="189"/>
                    <a:pt x="17" y="189"/>
                    <a:pt x="17" y="189"/>
                  </a:cubicBezTo>
                  <a:cubicBezTo>
                    <a:pt x="15" y="190"/>
                    <a:pt x="15" y="190"/>
                    <a:pt x="15" y="190"/>
                  </a:cubicBezTo>
                  <a:cubicBezTo>
                    <a:pt x="14" y="191"/>
                    <a:pt x="14" y="191"/>
                    <a:pt x="14" y="191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12" y="193"/>
                    <a:pt x="12" y="193"/>
                    <a:pt x="12" y="193"/>
                  </a:cubicBezTo>
                  <a:cubicBezTo>
                    <a:pt x="11" y="193"/>
                    <a:pt x="11" y="193"/>
                    <a:pt x="11" y="193"/>
                  </a:cubicBezTo>
                  <a:cubicBezTo>
                    <a:pt x="9" y="193"/>
                    <a:pt x="9" y="193"/>
                    <a:pt x="9" y="193"/>
                  </a:cubicBezTo>
                  <a:cubicBezTo>
                    <a:pt x="9" y="193"/>
                    <a:pt x="9" y="193"/>
                    <a:pt x="9" y="193"/>
                  </a:cubicBezTo>
                  <a:cubicBezTo>
                    <a:pt x="9" y="193"/>
                    <a:pt x="9" y="193"/>
                    <a:pt x="9" y="193"/>
                  </a:cubicBezTo>
                  <a:cubicBezTo>
                    <a:pt x="9" y="192"/>
                    <a:pt x="9" y="192"/>
                    <a:pt x="9" y="192"/>
                  </a:cubicBezTo>
                  <a:cubicBezTo>
                    <a:pt x="9" y="191"/>
                    <a:pt x="9" y="191"/>
                    <a:pt x="9" y="191"/>
                  </a:cubicBezTo>
                  <a:cubicBezTo>
                    <a:pt x="8" y="186"/>
                    <a:pt x="8" y="186"/>
                    <a:pt x="8" y="186"/>
                  </a:cubicBezTo>
                  <a:cubicBezTo>
                    <a:pt x="7" y="184"/>
                    <a:pt x="7" y="184"/>
                    <a:pt x="7" y="184"/>
                  </a:cubicBezTo>
                  <a:cubicBezTo>
                    <a:pt x="7" y="183"/>
                    <a:pt x="7" y="183"/>
                    <a:pt x="7" y="183"/>
                  </a:cubicBezTo>
                  <a:cubicBezTo>
                    <a:pt x="8" y="181"/>
                    <a:pt x="8" y="181"/>
                    <a:pt x="8" y="181"/>
                  </a:cubicBezTo>
                  <a:cubicBezTo>
                    <a:pt x="5" y="181"/>
                    <a:pt x="5" y="181"/>
                    <a:pt x="5" y="181"/>
                  </a:cubicBezTo>
                  <a:cubicBezTo>
                    <a:pt x="4" y="182"/>
                    <a:pt x="4" y="182"/>
                    <a:pt x="4" y="182"/>
                  </a:cubicBezTo>
                  <a:cubicBezTo>
                    <a:pt x="3" y="181"/>
                    <a:pt x="3" y="181"/>
                    <a:pt x="3" y="18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51" y="97"/>
                    <a:pt x="51" y="97"/>
                    <a:pt x="51" y="97"/>
                  </a:cubicBezTo>
                  <a:cubicBezTo>
                    <a:pt x="51" y="97"/>
                    <a:pt x="51" y="97"/>
                    <a:pt x="51" y="97"/>
                  </a:cubicBezTo>
                  <a:cubicBezTo>
                    <a:pt x="52" y="97"/>
                    <a:pt x="52" y="97"/>
                    <a:pt x="52" y="97"/>
                  </a:cubicBezTo>
                  <a:cubicBezTo>
                    <a:pt x="54" y="99"/>
                    <a:pt x="54" y="99"/>
                    <a:pt x="54" y="99"/>
                  </a:cubicBezTo>
                  <a:cubicBezTo>
                    <a:pt x="55" y="99"/>
                    <a:pt x="55" y="99"/>
                    <a:pt x="55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100"/>
                    <a:pt x="56" y="100"/>
                    <a:pt x="56" y="100"/>
                  </a:cubicBezTo>
                  <a:cubicBezTo>
                    <a:pt x="57" y="100"/>
                    <a:pt x="57" y="100"/>
                    <a:pt x="57" y="100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8" y="104"/>
                    <a:pt x="58" y="104"/>
                    <a:pt x="58" y="104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5"/>
                    <a:pt x="59" y="105"/>
                    <a:pt x="59" y="105"/>
                  </a:cubicBezTo>
                  <a:cubicBezTo>
                    <a:pt x="59" y="106"/>
                    <a:pt x="59" y="106"/>
                    <a:pt x="59" y="106"/>
                  </a:cubicBezTo>
                  <a:cubicBezTo>
                    <a:pt x="60" y="107"/>
                    <a:pt x="60" y="107"/>
                    <a:pt x="60" y="107"/>
                  </a:cubicBezTo>
                  <a:cubicBezTo>
                    <a:pt x="61" y="108"/>
                    <a:pt x="61" y="108"/>
                    <a:pt x="61" y="108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2" y="109"/>
                    <a:pt x="62" y="109"/>
                    <a:pt x="62" y="109"/>
                  </a:cubicBezTo>
                  <a:cubicBezTo>
                    <a:pt x="63" y="109"/>
                    <a:pt x="63" y="109"/>
                    <a:pt x="63" y="109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3" y="110"/>
                    <a:pt x="63" y="110"/>
                    <a:pt x="63" y="110"/>
                  </a:cubicBezTo>
                  <a:cubicBezTo>
                    <a:pt x="64" y="110"/>
                    <a:pt x="64" y="110"/>
                    <a:pt x="64" y="110"/>
                  </a:cubicBezTo>
                  <a:cubicBezTo>
                    <a:pt x="65" y="111"/>
                    <a:pt x="65" y="111"/>
                    <a:pt x="65" y="111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5"/>
                    <a:pt x="67" y="115"/>
                    <a:pt x="67" y="115"/>
                  </a:cubicBezTo>
                  <a:cubicBezTo>
                    <a:pt x="68" y="115"/>
                    <a:pt x="68" y="115"/>
                    <a:pt x="68" y="115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7" y="117"/>
                    <a:pt x="67" y="117"/>
                    <a:pt x="67" y="117"/>
                  </a:cubicBezTo>
                  <a:cubicBezTo>
                    <a:pt x="66" y="117"/>
                    <a:pt x="66" y="117"/>
                    <a:pt x="66" y="117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69" y="116"/>
                    <a:pt x="69" y="116"/>
                    <a:pt x="69" y="116"/>
                  </a:cubicBezTo>
                  <a:cubicBezTo>
                    <a:pt x="69" y="116"/>
                    <a:pt x="69" y="116"/>
                    <a:pt x="69" y="116"/>
                  </a:cubicBezTo>
                  <a:cubicBezTo>
                    <a:pt x="69" y="115"/>
                    <a:pt x="69" y="115"/>
                    <a:pt x="69" y="115"/>
                  </a:cubicBezTo>
                  <a:cubicBezTo>
                    <a:pt x="69" y="112"/>
                    <a:pt x="69" y="112"/>
                    <a:pt x="69" y="112"/>
                  </a:cubicBezTo>
                  <a:cubicBezTo>
                    <a:pt x="69" y="111"/>
                    <a:pt x="69" y="111"/>
                    <a:pt x="69" y="111"/>
                  </a:cubicBezTo>
                  <a:cubicBezTo>
                    <a:pt x="70" y="110"/>
                    <a:pt x="70" y="110"/>
                    <a:pt x="70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2" y="109"/>
                    <a:pt x="72" y="109"/>
                    <a:pt x="72" y="109"/>
                  </a:cubicBezTo>
                  <a:cubicBezTo>
                    <a:pt x="73" y="109"/>
                    <a:pt x="73" y="109"/>
                    <a:pt x="73" y="109"/>
                  </a:cubicBezTo>
                  <a:cubicBezTo>
                    <a:pt x="74" y="109"/>
                    <a:pt x="74" y="109"/>
                    <a:pt x="74" y="109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6" y="108"/>
                    <a:pt x="76" y="108"/>
                    <a:pt x="76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9" y="107"/>
                    <a:pt x="79" y="107"/>
                    <a:pt x="79" y="107"/>
                  </a:cubicBezTo>
                  <a:cubicBezTo>
                    <a:pt x="80" y="106"/>
                    <a:pt x="80" y="106"/>
                    <a:pt x="80" y="106"/>
                  </a:cubicBezTo>
                  <a:cubicBezTo>
                    <a:pt x="80" y="106"/>
                    <a:pt x="80" y="106"/>
                    <a:pt x="80" y="106"/>
                  </a:cubicBezTo>
                  <a:cubicBezTo>
                    <a:pt x="81" y="106"/>
                    <a:pt x="81" y="106"/>
                    <a:pt x="81" y="106"/>
                  </a:cubicBezTo>
                  <a:cubicBezTo>
                    <a:pt x="81" y="106"/>
                    <a:pt x="81" y="106"/>
                    <a:pt x="81" y="106"/>
                  </a:cubicBezTo>
                  <a:cubicBezTo>
                    <a:pt x="81" y="106"/>
                    <a:pt x="81" y="106"/>
                    <a:pt x="81" y="106"/>
                  </a:cubicBezTo>
                  <a:cubicBezTo>
                    <a:pt x="82" y="105"/>
                    <a:pt x="82" y="105"/>
                    <a:pt x="82" y="105"/>
                  </a:cubicBezTo>
                  <a:cubicBezTo>
                    <a:pt x="82" y="106"/>
                    <a:pt x="82" y="106"/>
                    <a:pt x="82" y="106"/>
                  </a:cubicBezTo>
                  <a:cubicBezTo>
                    <a:pt x="85" y="106"/>
                    <a:pt x="85" y="106"/>
                    <a:pt x="85" y="106"/>
                  </a:cubicBezTo>
                  <a:cubicBezTo>
                    <a:pt x="87" y="105"/>
                    <a:pt x="87" y="105"/>
                    <a:pt x="87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5"/>
                    <a:pt x="89" y="105"/>
                    <a:pt x="89" y="105"/>
                  </a:cubicBezTo>
                  <a:cubicBezTo>
                    <a:pt x="89" y="104"/>
                    <a:pt x="89" y="104"/>
                    <a:pt x="89" y="104"/>
                  </a:cubicBezTo>
                  <a:cubicBezTo>
                    <a:pt x="91" y="104"/>
                    <a:pt x="91" y="104"/>
                    <a:pt x="91" y="104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94" y="104"/>
                    <a:pt x="94" y="104"/>
                    <a:pt x="94" y="104"/>
                  </a:cubicBezTo>
                  <a:cubicBezTo>
                    <a:pt x="94" y="104"/>
                    <a:pt x="94" y="104"/>
                    <a:pt x="94" y="104"/>
                  </a:cubicBezTo>
                  <a:cubicBezTo>
                    <a:pt x="94" y="103"/>
                    <a:pt x="94" y="103"/>
                    <a:pt x="94" y="103"/>
                  </a:cubicBezTo>
                  <a:cubicBezTo>
                    <a:pt x="94" y="104"/>
                    <a:pt x="94" y="104"/>
                    <a:pt x="94" y="104"/>
                  </a:cubicBezTo>
                  <a:cubicBezTo>
                    <a:pt x="94" y="104"/>
                    <a:pt x="94" y="104"/>
                    <a:pt x="94" y="104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6"/>
                    <a:pt x="94" y="106"/>
                    <a:pt x="94" y="106"/>
                  </a:cubicBezTo>
                  <a:cubicBezTo>
                    <a:pt x="92" y="106"/>
                    <a:pt x="92" y="106"/>
                    <a:pt x="92" y="106"/>
                  </a:cubicBezTo>
                  <a:cubicBezTo>
                    <a:pt x="90" y="107"/>
                    <a:pt x="90" y="107"/>
                    <a:pt x="90" y="107"/>
                  </a:cubicBezTo>
                  <a:cubicBezTo>
                    <a:pt x="90" y="107"/>
                    <a:pt x="90" y="107"/>
                    <a:pt x="90" y="107"/>
                  </a:cubicBezTo>
                  <a:cubicBezTo>
                    <a:pt x="89" y="108"/>
                    <a:pt x="89" y="108"/>
                    <a:pt x="89" y="108"/>
                  </a:cubicBezTo>
                  <a:cubicBezTo>
                    <a:pt x="88" y="108"/>
                    <a:pt x="88" y="108"/>
                    <a:pt x="88" y="108"/>
                  </a:cubicBezTo>
                  <a:cubicBezTo>
                    <a:pt x="87" y="108"/>
                    <a:pt x="87" y="108"/>
                    <a:pt x="87" y="108"/>
                  </a:cubicBezTo>
                  <a:cubicBezTo>
                    <a:pt x="87" y="108"/>
                    <a:pt x="87" y="108"/>
                    <a:pt x="87" y="108"/>
                  </a:cubicBezTo>
                  <a:cubicBezTo>
                    <a:pt x="87" y="108"/>
                    <a:pt x="87" y="108"/>
                    <a:pt x="87" y="108"/>
                  </a:cubicBezTo>
                  <a:cubicBezTo>
                    <a:pt x="85" y="108"/>
                    <a:pt x="85" y="108"/>
                    <a:pt x="85" y="108"/>
                  </a:cubicBezTo>
                  <a:cubicBezTo>
                    <a:pt x="84" y="108"/>
                    <a:pt x="84" y="108"/>
                    <a:pt x="84" y="108"/>
                  </a:cubicBezTo>
                  <a:cubicBezTo>
                    <a:pt x="84" y="108"/>
                    <a:pt x="84" y="108"/>
                    <a:pt x="84" y="108"/>
                  </a:cubicBezTo>
                  <a:cubicBezTo>
                    <a:pt x="82" y="108"/>
                    <a:pt x="82" y="108"/>
                    <a:pt x="82" y="108"/>
                  </a:cubicBezTo>
                  <a:cubicBezTo>
                    <a:pt x="81" y="109"/>
                    <a:pt x="81" y="109"/>
                    <a:pt x="81" y="109"/>
                  </a:cubicBezTo>
                  <a:cubicBezTo>
                    <a:pt x="80" y="110"/>
                    <a:pt x="80" y="110"/>
                    <a:pt x="80" y="110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78" y="110"/>
                    <a:pt x="78" y="110"/>
                    <a:pt x="78" y="110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7" y="111"/>
                    <a:pt x="77" y="111"/>
                    <a:pt x="77" y="111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5" y="112"/>
                    <a:pt x="75" y="112"/>
                    <a:pt x="75" y="112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4" y="114"/>
                    <a:pt x="74" y="114"/>
                    <a:pt x="74" y="114"/>
                  </a:cubicBezTo>
                  <a:cubicBezTo>
                    <a:pt x="75" y="115"/>
                    <a:pt x="75" y="115"/>
                    <a:pt x="75" y="115"/>
                  </a:cubicBezTo>
                  <a:cubicBezTo>
                    <a:pt x="74" y="114"/>
                    <a:pt x="74" y="114"/>
                    <a:pt x="74" y="114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5" y="114"/>
                    <a:pt x="75" y="114"/>
                    <a:pt x="75" y="114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7" y="112"/>
                    <a:pt x="77" y="112"/>
                    <a:pt x="77" y="112"/>
                  </a:cubicBezTo>
                  <a:cubicBezTo>
                    <a:pt x="79" y="111"/>
                    <a:pt x="79" y="111"/>
                    <a:pt x="79" y="111"/>
                  </a:cubicBezTo>
                  <a:cubicBezTo>
                    <a:pt x="79" y="111"/>
                    <a:pt x="79" y="111"/>
                    <a:pt x="79" y="111"/>
                  </a:cubicBezTo>
                  <a:cubicBezTo>
                    <a:pt x="82" y="110"/>
                    <a:pt x="82" y="110"/>
                    <a:pt x="82" y="110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09"/>
                    <a:pt x="83" y="109"/>
                  </a:cubicBezTo>
                  <a:cubicBezTo>
                    <a:pt x="83" y="110"/>
                    <a:pt x="83" y="110"/>
                    <a:pt x="83" y="110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5" y="110"/>
                    <a:pt x="85" y="110"/>
                    <a:pt x="85" y="110"/>
                  </a:cubicBezTo>
                  <a:cubicBezTo>
                    <a:pt x="86" y="109"/>
                    <a:pt x="86" y="109"/>
                    <a:pt x="86" y="109"/>
                  </a:cubicBezTo>
                  <a:cubicBezTo>
                    <a:pt x="86" y="109"/>
                    <a:pt x="86" y="109"/>
                    <a:pt x="86" y="109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6" y="110"/>
                    <a:pt x="86" y="110"/>
                    <a:pt x="86" y="110"/>
                  </a:cubicBezTo>
                  <a:cubicBezTo>
                    <a:pt x="88" y="110"/>
                    <a:pt x="88" y="110"/>
                    <a:pt x="88" y="110"/>
                  </a:cubicBezTo>
                  <a:cubicBezTo>
                    <a:pt x="90" y="108"/>
                    <a:pt x="90" y="108"/>
                    <a:pt x="90" y="108"/>
                  </a:cubicBezTo>
                  <a:cubicBezTo>
                    <a:pt x="91" y="108"/>
                    <a:pt x="91" y="108"/>
                    <a:pt x="91" y="108"/>
                  </a:cubicBezTo>
                  <a:cubicBezTo>
                    <a:pt x="93" y="107"/>
                    <a:pt x="93" y="107"/>
                    <a:pt x="93" y="107"/>
                  </a:cubicBezTo>
                  <a:cubicBezTo>
                    <a:pt x="94" y="107"/>
                    <a:pt x="94" y="107"/>
                    <a:pt x="94" y="107"/>
                  </a:cubicBezTo>
                  <a:cubicBezTo>
                    <a:pt x="95" y="107"/>
                    <a:pt x="95" y="107"/>
                    <a:pt x="95" y="107"/>
                  </a:cubicBezTo>
                  <a:cubicBezTo>
                    <a:pt x="96" y="107"/>
                    <a:pt x="96" y="107"/>
                    <a:pt x="96" y="107"/>
                  </a:cubicBezTo>
                  <a:cubicBezTo>
                    <a:pt x="95" y="108"/>
                    <a:pt x="95" y="108"/>
                    <a:pt x="95" y="108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94" y="109"/>
                    <a:pt x="94" y="109"/>
                    <a:pt x="94" y="109"/>
                  </a:cubicBezTo>
                  <a:cubicBezTo>
                    <a:pt x="95" y="109"/>
                    <a:pt x="95" y="109"/>
                    <a:pt x="95" y="109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8" y="107"/>
                    <a:pt x="98" y="107"/>
                    <a:pt x="98" y="107"/>
                  </a:cubicBezTo>
                  <a:cubicBezTo>
                    <a:pt x="99" y="107"/>
                    <a:pt x="99" y="107"/>
                    <a:pt x="99" y="107"/>
                  </a:cubicBezTo>
                  <a:cubicBezTo>
                    <a:pt x="98" y="107"/>
                    <a:pt x="98" y="107"/>
                    <a:pt x="98" y="107"/>
                  </a:cubicBezTo>
                  <a:cubicBezTo>
                    <a:pt x="99" y="106"/>
                    <a:pt x="99" y="106"/>
                    <a:pt x="99" y="106"/>
                  </a:cubicBezTo>
                  <a:cubicBezTo>
                    <a:pt x="100" y="106"/>
                    <a:pt x="100" y="106"/>
                    <a:pt x="100" y="106"/>
                  </a:cubicBezTo>
                  <a:cubicBezTo>
                    <a:pt x="100" y="106"/>
                    <a:pt x="100" y="106"/>
                    <a:pt x="100" y="106"/>
                  </a:cubicBezTo>
                  <a:cubicBezTo>
                    <a:pt x="100" y="105"/>
                    <a:pt x="100" y="105"/>
                    <a:pt x="100" y="105"/>
                  </a:cubicBezTo>
                  <a:cubicBezTo>
                    <a:pt x="101" y="106"/>
                    <a:pt x="101" y="106"/>
                    <a:pt x="101" y="106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2" y="105"/>
                    <a:pt x="102" y="105"/>
                    <a:pt x="102" y="105"/>
                  </a:cubicBezTo>
                  <a:cubicBezTo>
                    <a:pt x="101" y="104"/>
                    <a:pt x="101" y="104"/>
                    <a:pt x="101" y="104"/>
                  </a:cubicBezTo>
                  <a:cubicBezTo>
                    <a:pt x="102" y="103"/>
                    <a:pt x="102" y="103"/>
                    <a:pt x="102" y="103"/>
                  </a:cubicBezTo>
                  <a:cubicBezTo>
                    <a:pt x="101" y="103"/>
                    <a:pt x="101" y="103"/>
                    <a:pt x="101" y="103"/>
                  </a:cubicBezTo>
                  <a:cubicBezTo>
                    <a:pt x="102" y="102"/>
                    <a:pt x="102" y="102"/>
                    <a:pt x="102" y="102"/>
                  </a:cubicBezTo>
                  <a:cubicBezTo>
                    <a:pt x="103" y="101"/>
                    <a:pt x="103" y="101"/>
                    <a:pt x="103" y="101"/>
                  </a:cubicBezTo>
                  <a:cubicBezTo>
                    <a:pt x="103" y="102"/>
                    <a:pt x="103" y="102"/>
                    <a:pt x="103" y="102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3" y="109"/>
                    <a:pt x="103" y="109"/>
                    <a:pt x="103" y="109"/>
                  </a:cubicBezTo>
                  <a:cubicBezTo>
                    <a:pt x="102" y="110"/>
                    <a:pt x="102" y="110"/>
                    <a:pt x="102" y="110"/>
                  </a:cubicBezTo>
                  <a:cubicBezTo>
                    <a:pt x="102" y="114"/>
                    <a:pt x="102" y="114"/>
                    <a:pt x="102" y="114"/>
                  </a:cubicBezTo>
                  <a:cubicBezTo>
                    <a:pt x="103" y="115"/>
                    <a:pt x="103" y="115"/>
                    <a:pt x="103" y="115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104" y="116"/>
                    <a:pt x="104" y="116"/>
                    <a:pt x="104" y="116"/>
                  </a:cubicBezTo>
                  <a:cubicBezTo>
                    <a:pt x="106" y="116"/>
                    <a:pt x="106" y="116"/>
                    <a:pt x="106" y="116"/>
                  </a:cubicBezTo>
                  <a:cubicBezTo>
                    <a:pt x="105" y="115"/>
                    <a:pt x="105" y="115"/>
                    <a:pt x="105" y="115"/>
                  </a:cubicBezTo>
                  <a:cubicBezTo>
                    <a:pt x="104" y="115"/>
                    <a:pt x="104" y="115"/>
                    <a:pt x="104" y="115"/>
                  </a:cubicBezTo>
                  <a:cubicBezTo>
                    <a:pt x="104" y="114"/>
                    <a:pt x="104" y="114"/>
                    <a:pt x="104" y="114"/>
                  </a:cubicBezTo>
                  <a:cubicBezTo>
                    <a:pt x="105" y="114"/>
                    <a:pt x="105" y="114"/>
                    <a:pt x="105" y="114"/>
                  </a:cubicBezTo>
                  <a:cubicBezTo>
                    <a:pt x="106" y="114"/>
                    <a:pt x="106" y="114"/>
                    <a:pt x="106" y="114"/>
                  </a:cubicBezTo>
                  <a:cubicBezTo>
                    <a:pt x="106" y="113"/>
                    <a:pt x="106" y="113"/>
                    <a:pt x="106" y="113"/>
                  </a:cubicBezTo>
                  <a:cubicBezTo>
                    <a:pt x="106" y="113"/>
                    <a:pt x="106" y="113"/>
                    <a:pt x="106" y="113"/>
                  </a:cubicBezTo>
                  <a:cubicBezTo>
                    <a:pt x="107" y="113"/>
                    <a:pt x="107" y="113"/>
                    <a:pt x="107" y="113"/>
                  </a:cubicBezTo>
                  <a:cubicBezTo>
                    <a:pt x="108" y="113"/>
                    <a:pt x="108" y="113"/>
                    <a:pt x="108" y="113"/>
                  </a:cubicBezTo>
                  <a:cubicBezTo>
                    <a:pt x="108" y="113"/>
                    <a:pt x="108" y="113"/>
                    <a:pt x="108" y="113"/>
                  </a:cubicBezTo>
                  <a:cubicBezTo>
                    <a:pt x="108" y="113"/>
                    <a:pt x="108" y="113"/>
                    <a:pt x="108" y="113"/>
                  </a:cubicBezTo>
                  <a:cubicBezTo>
                    <a:pt x="108" y="111"/>
                    <a:pt x="108" y="111"/>
                    <a:pt x="108" y="111"/>
                  </a:cubicBezTo>
                  <a:cubicBezTo>
                    <a:pt x="108" y="111"/>
                    <a:pt x="108" y="111"/>
                    <a:pt x="108" y="111"/>
                  </a:cubicBezTo>
                  <a:cubicBezTo>
                    <a:pt x="110" y="110"/>
                    <a:pt x="110" y="110"/>
                    <a:pt x="110" y="110"/>
                  </a:cubicBezTo>
                  <a:cubicBezTo>
                    <a:pt x="110" y="110"/>
                    <a:pt x="110" y="110"/>
                    <a:pt x="110" y="110"/>
                  </a:cubicBezTo>
                  <a:cubicBezTo>
                    <a:pt x="111" y="110"/>
                    <a:pt x="111" y="110"/>
                    <a:pt x="111" y="110"/>
                  </a:cubicBezTo>
                  <a:cubicBezTo>
                    <a:pt x="111" y="110"/>
                    <a:pt x="111" y="110"/>
                    <a:pt x="111" y="110"/>
                  </a:cubicBezTo>
                  <a:cubicBezTo>
                    <a:pt x="111" y="111"/>
                    <a:pt x="111" y="111"/>
                    <a:pt x="111" y="111"/>
                  </a:cubicBezTo>
                  <a:cubicBezTo>
                    <a:pt x="110" y="112"/>
                    <a:pt x="110" y="112"/>
                    <a:pt x="110" y="112"/>
                  </a:cubicBezTo>
                  <a:cubicBezTo>
                    <a:pt x="111" y="112"/>
                    <a:pt x="111" y="112"/>
                    <a:pt x="111" y="112"/>
                  </a:cubicBezTo>
                  <a:cubicBezTo>
                    <a:pt x="110" y="113"/>
                    <a:pt x="110" y="113"/>
                    <a:pt x="110" y="113"/>
                  </a:cubicBezTo>
                  <a:cubicBezTo>
                    <a:pt x="110" y="113"/>
                    <a:pt x="110" y="113"/>
                    <a:pt x="110" y="113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1" y="114"/>
                    <a:pt x="111" y="114"/>
                    <a:pt x="111" y="114"/>
                  </a:cubicBezTo>
                  <a:cubicBezTo>
                    <a:pt x="111" y="114"/>
                    <a:pt x="111" y="114"/>
                    <a:pt x="111" y="114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09" y="115"/>
                    <a:pt x="109" y="115"/>
                    <a:pt x="109" y="115"/>
                  </a:cubicBezTo>
                  <a:cubicBezTo>
                    <a:pt x="109" y="115"/>
                    <a:pt x="109" y="115"/>
                    <a:pt x="109" y="115"/>
                  </a:cubicBezTo>
                  <a:cubicBezTo>
                    <a:pt x="108" y="116"/>
                    <a:pt x="108" y="116"/>
                    <a:pt x="108" y="116"/>
                  </a:cubicBezTo>
                  <a:cubicBezTo>
                    <a:pt x="108" y="116"/>
                    <a:pt x="108" y="116"/>
                    <a:pt x="108" y="116"/>
                  </a:cubicBezTo>
                  <a:cubicBezTo>
                    <a:pt x="108" y="117"/>
                    <a:pt x="108" y="117"/>
                    <a:pt x="108" y="117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10" y="117"/>
                    <a:pt x="110" y="117"/>
                    <a:pt x="110" y="117"/>
                  </a:cubicBezTo>
                  <a:cubicBezTo>
                    <a:pt x="111" y="117"/>
                    <a:pt x="111" y="117"/>
                    <a:pt x="111" y="117"/>
                  </a:cubicBezTo>
                  <a:cubicBezTo>
                    <a:pt x="112" y="117"/>
                    <a:pt x="112" y="117"/>
                    <a:pt x="112" y="117"/>
                  </a:cubicBezTo>
                  <a:cubicBezTo>
                    <a:pt x="113" y="117"/>
                    <a:pt x="113" y="117"/>
                    <a:pt x="113" y="117"/>
                  </a:cubicBezTo>
                  <a:cubicBezTo>
                    <a:pt x="114" y="115"/>
                    <a:pt x="114" y="115"/>
                    <a:pt x="114" y="115"/>
                  </a:cubicBezTo>
                  <a:cubicBezTo>
                    <a:pt x="115" y="114"/>
                    <a:pt x="115" y="114"/>
                    <a:pt x="115" y="114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18" y="115"/>
                    <a:pt x="118" y="115"/>
                    <a:pt x="118" y="115"/>
                  </a:cubicBezTo>
                  <a:cubicBezTo>
                    <a:pt x="118" y="115"/>
                    <a:pt x="118" y="115"/>
                    <a:pt x="118" y="115"/>
                  </a:cubicBezTo>
                  <a:cubicBezTo>
                    <a:pt x="120" y="116"/>
                    <a:pt x="120" y="116"/>
                    <a:pt x="120" y="116"/>
                  </a:cubicBezTo>
                  <a:cubicBezTo>
                    <a:pt x="120" y="116"/>
                    <a:pt x="120" y="116"/>
                    <a:pt x="120" y="116"/>
                  </a:cubicBezTo>
                  <a:cubicBezTo>
                    <a:pt x="120" y="117"/>
                    <a:pt x="120" y="117"/>
                    <a:pt x="120" y="117"/>
                  </a:cubicBezTo>
                  <a:cubicBezTo>
                    <a:pt x="121" y="118"/>
                    <a:pt x="121" y="118"/>
                    <a:pt x="121" y="118"/>
                  </a:cubicBezTo>
                  <a:cubicBezTo>
                    <a:pt x="121" y="119"/>
                    <a:pt x="121" y="119"/>
                    <a:pt x="121" y="119"/>
                  </a:cubicBezTo>
                  <a:cubicBezTo>
                    <a:pt x="122" y="121"/>
                    <a:pt x="122" y="121"/>
                    <a:pt x="122" y="121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6" y="124"/>
                    <a:pt x="126" y="124"/>
                    <a:pt x="126" y="124"/>
                  </a:cubicBezTo>
                  <a:cubicBezTo>
                    <a:pt x="127" y="124"/>
                    <a:pt x="127" y="124"/>
                    <a:pt x="127" y="124"/>
                  </a:cubicBezTo>
                  <a:cubicBezTo>
                    <a:pt x="128" y="125"/>
                    <a:pt x="128" y="125"/>
                    <a:pt x="128" y="125"/>
                  </a:cubicBezTo>
                  <a:cubicBezTo>
                    <a:pt x="129" y="125"/>
                    <a:pt x="129" y="125"/>
                    <a:pt x="129" y="125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7"/>
                    <a:pt x="130" y="127"/>
                    <a:pt x="130" y="127"/>
                  </a:cubicBezTo>
                  <a:cubicBezTo>
                    <a:pt x="131" y="127"/>
                    <a:pt x="131" y="127"/>
                    <a:pt x="131" y="127"/>
                  </a:cubicBezTo>
                  <a:cubicBezTo>
                    <a:pt x="131" y="127"/>
                    <a:pt x="131" y="127"/>
                    <a:pt x="131" y="127"/>
                  </a:cubicBezTo>
                  <a:cubicBezTo>
                    <a:pt x="131" y="127"/>
                    <a:pt x="131" y="127"/>
                    <a:pt x="131" y="127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3" y="129"/>
                    <a:pt x="133" y="129"/>
                    <a:pt x="133" y="129"/>
                  </a:cubicBezTo>
                  <a:cubicBezTo>
                    <a:pt x="134" y="129"/>
                    <a:pt x="134" y="129"/>
                    <a:pt x="134" y="129"/>
                  </a:cubicBezTo>
                  <a:cubicBezTo>
                    <a:pt x="134" y="129"/>
                    <a:pt x="134" y="129"/>
                    <a:pt x="134" y="129"/>
                  </a:cubicBezTo>
                  <a:cubicBezTo>
                    <a:pt x="134" y="128"/>
                    <a:pt x="134" y="128"/>
                    <a:pt x="134" y="128"/>
                  </a:cubicBezTo>
                  <a:cubicBezTo>
                    <a:pt x="134" y="128"/>
                    <a:pt x="134" y="128"/>
                    <a:pt x="134" y="128"/>
                  </a:cubicBezTo>
                  <a:cubicBezTo>
                    <a:pt x="133" y="127"/>
                    <a:pt x="133" y="127"/>
                    <a:pt x="133" y="127"/>
                  </a:cubicBezTo>
                  <a:cubicBezTo>
                    <a:pt x="133" y="127"/>
                    <a:pt x="133" y="127"/>
                    <a:pt x="133" y="127"/>
                  </a:cubicBezTo>
                  <a:cubicBezTo>
                    <a:pt x="135" y="127"/>
                    <a:pt x="135" y="127"/>
                    <a:pt x="135" y="127"/>
                  </a:cubicBezTo>
                  <a:cubicBezTo>
                    <a:pt x="135" y="128"/>
                    <a:pt x="135" y="128"/>
                    <a:pt x="135" y="128"/>
                  </a:cubicBezTo>
                  <a:cubicBezTo>
                    <a:pt x="135" y="128"/>
                    <a:pt x="135" y="128"/>
                    <a:pt x="135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7" y="129"/>
                    <a:pt x="137" y="129"/>
                    <a:pt x="137" y="129"/>
                  </a:cubicBezTo>
                  <a:cubicBezTo>
                    <a:pt x="138" y="129"/>
                    <a:pt x="138" y="129"/>
                    <a:pt x="138" y="129"/>
                  </a:cubicBezTo>
                  <a:cubicBezTo>
                    <a:pt x="138" y="130"/>
                    <a:pt x="138" y="130"/>
                    <a:pt x="138" y="130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39" y="132"/>
                    <a:pt x="139" y="132"/>
                    <a:pt x="139" y="132"/>
                  </a:cubicBezTo>
                  <a:cubicBezTo>
                    <a:pt x="139" y="133"/>
                    <a:pt x="139" y="133"/>
                    <a:pt x="139" y="133"/>
                  </a:cubicBezTo>
                  <a:cubicBezTo>
                    <a:pt x="139" y="133"/>
                    <a:pt x="139" y="133"/>
                    <a:pt x="139" y="133"/>
                  </a:cubicBezTo>
                  <a:cubicBezTo>
                    <a:pt x="139" y="134"/>
                    <a:pt x="139" y="134"/>
                    <a:pt x="139" y="134"/>
                  </a:cubicBezTo>
                  <a:cubicBezTo>
                    <a:pt x="138" y="135"/>
                    <a:pt x="138" y="135"/>
                    <a:pt x="138" y="135"/>
                  </a:cubicBezTo>
                  <a:cubicBezTo>
                    <a:pt x="136" y="134"/>
                    <a:pt x="136" y="134"/>
                    <a:pt x="136" y="134"/>
                  </a:cubicBezTo>
                  <a:cubicBezTo>
                    <a:pt x="135" y="134"/>
                    <a:pt x="135" y="134"/>
                    <a:pt x="135" y="134"/>
                  </a:cubicBezTo>
                  <a:cubicBezTo>
                    <a:pt x="135" y="135"/>
                    <a:pt x="135" y="135"/>
                    <a:pt x="135" y="135"/>
                  </a:cubicBezTo>
                  <a:cubicBezTo>
                    <a:pt x="135" y="135"/>
                    <a:pt x="135" y="135"/>
                    <a:pt x="135" y="135"/>
                  </a:cubicBezTo>
                  <a:cubicBezTo>
                    <a:pt x="134" y="135"/>
                    <a:pt x="134" y="135"/>
                    <a:pt x="134" y="135"/>
                  </a:cubicBezTo>
                  <a:cubicBezTo>
                    <a:pt x="133" y="135"/>
                    <a:pt x="133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1" y="136"/>
                    <a:pt x="131" y="136"/>
                    <a:pt x="131" y="136"/>
                  </a:cubicBezTo>
                  <a:cubicBezTo>
                    <a:pt x="130" y="137"/>
                    <a:pt x="130" y="137"/>
                    <a:pt x="130" y="137"/>
                  </a:cubicBezTo>
                  <a:cubicBezTo>
                    <a:pt x="131" y="137"/>
                    <a:pt x="131" y="137"/>
                    <a:pt x="131" y="137"/>
                  </a:cubicBezTo>
                  <a:cubicBezTo>
                    <a:pt x="132" y="137"/>
                    <a:pt x="132" y="137"/>
                    <a:pt x="132" y="137"/>
                  </a:cubicBezTo>
                  <a:cubicBezTo>
                    <a:pt x="132" y="138"/>
                    <a:pt x="132" y="138"/>
                    <a:pt x="132" y="138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3" y="138"/>
                    <a:pt x="133" y="138"/>
                    <a:pt x="133" y="138"/>
                  </a:cubicBezTo>
                  <a:cubicBezTo>
                    <a:pt x="134" y="139"/>
                    <a:pt x="134" y="139"/>
                    <a:pt x="134" y="139"/>
                  </a:cubicBezTo>
                  <a:cubicBezTo>
                    <a:pt x="134" y="140"/>
                    <a:pt x="134" y="140"/>
                    <a:pt x="134" y="140"/>
                  </a:cubicBezTo>
                  <a:cubicBezTo>
                    <a:pt x="135" y="140"/>
                    <a:pt x="135" y="140"/>
                    <a:pt x="135" y="140"/>
                  </a:cubicBezTo>
                  <a:cubicBezTo>
                    <a:pt x="137" y="141"/>
                    <a:pt x="137" y="141"/>
                    <a:pt x="137" y="141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40" y="142"/>
                    <a:pt x="140" y="142"/>
                    <a:pt x="140" y="142"/>
                  </a:cubicBezTo>
                  <a:cubicBezTo>
                    <a:pt x="141" y="142"/>
                    <a:pt x="141" y="142"/>
                    <a:pt x="141" y="142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2" y="141"/>
                    <a:pt x="142" y="141"/>
                    <a:pt x="142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2" y="142"/>
                    <a:pt x="142" y="142"/>
                    <a:pt x="142" y="142"/>
                  </a:cubicBezTo>
                  <a:cubicBezTo>
                    <a:pt x="144" y="141"/>
                    <a:pt x="144" y="141"/>
                    <a:pt x="144" y="141"/>
                  </a:cubicBezTo>
                  <a:cubicBezTo>
                    <a:pt x="144" y="142"/>
                    <a:pt x="144" y="142"/>
                    <a:pt x="144" y="142"/>
                  </a:cubicBezTo>
                  <a:cubicBezTo>
                    <a:pt x="145" y="142"/>
                    <a:pt x="145" y="142"/>
                    <a:pt x="145" y="142"/>
                  </a:cubicBezTo>
                  <a:cubicBezTo>
                    <a:pt x="145" y="141"/>
                    <a:pt x="145" y="141"/>
                    <a:pt x="145" y="141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6" y="141"/>
                    <a:pt x="146" y="141"/>
                    <a:pt x="146" y="141"/>
                  </a:cubicBezTo>
                  <a:cubicBezTo>
                    <a:pt x="146" y="142"/>
                    <a:pt x="146" y="142"/>
                    <a:pt x="146" y="142"/>
                  </a:cubicBezTo>
                  <a:cubicBezTo>
                    <a:pt x="148" y="141"/>
                    <a:pt x="148" y="141"/>
                    <a:pt x="148" y="141"/>
                  </a:cubicBezTo>
                  <a:cubicBezTo>
                    <a:pt x="150" y="140"/>
                    <a:pt x="150" y="140"/>
                    <a:pt x="150" y="140"/>
                  </a:cubicBezTo>
                  <a:cubicBezTo>
                    <a:pt x="151" y="140"/>
                    <a:pt x="151" y="140"/>
                    <a:pt x="151" y="140"/>
                  </a:cubicBezTo>
                  <a:cubicBezTo>
                    <a:pt x="151" y="141"/>
                    <a:pt x="151" y="141"/>
                    <a:pt x="151" y="141"/>
                  </a:cubicBezTo>
                  <a:cubicBezTo>
                    <a:pt x="151" y="141"/>
                    <a:pt x="151" y="141"/>
                    <a:pt x="151" y="141"/>
                  </a:cubicBezTo>
                  <a:cubicBezTo>
                    <a:pt x="151" y="141"/>
                    <a:pt x="151" y="141"/>
                    <a:pt x="151" y="141"/>
                  </a:cubicBezTo>
                  <a:cubicBezTo>
                    <a:pt x="151" y="141"/>
                    <a:pt x="151" y="141"/>
                    <a:pt x="151" y="141"/>
                  </a:cubicBezTo>
                  <a:cubicBezTo>
                    <a:pt x="151" y="142"/>
                    <a:pt x="151" y="142"/>
                    <a:pt x="151" y="142"/>
                  </a:cubicBezTo>
                  <a:cubicBezTo>
                    <a:pt x="151" y="143"/>
                    <a:pt x="151" y="143"/>
                    <a:pt x="151" y="143"/>
                  </a:cubicBezTo>
                  <a:cubicBezTo>
                    <a:pt x="151" y="143"/>
                    <a:pt x="151" y="143"/>
                    <a:pt x="151" y="143"/>
                  </a:cubicBezTo>
                  <a:cubicBezTo>
                    <a:pt x="151" y="143"/>
                    <a:pt x="151" y="143"/>
                    <a:pt x="151" y="143"/>
                  </a:cubicBezTo>
                  <a:cubicBezTo>
                    <a:pt x="152" y="143"/>
                    <a:pt x="152" y="143"/>
                    <a:pt x="152" y="143"/>
                  </a:cubicBezTo>
                  <a:cubicBezTo>
                    <a:pt x="152" y="143"/>
                    <a:pt x="152" y="143"/>
                    <a:pt x="152" y="143"/>
                  </a:cubicBezTo>
                  <a:cubicBezTo>
                    <a:pt x="152" y="144"/>
                    <a:pt x="152" y="144"/>
                    <a:pt x="152" y="144"/>
                  </a:cubicBezTo>
                  <a:cubicBezTo>
                    <a:pt x="152" y="145"/>
                    <a:pt x="152" y="145"/>
                    <a:pt x="152" y="145"/>
                  </a:cubicBezTo>
                  <a:cubicBezTo>
                    <a:pt x="152" y="146"/>
                    <a:pt x="152" y="146"/>
                    <a:pt x="152" y="146"/>
                  </a:cubicBezTo>
                  <a:cubicBezTo>
                    <a:pt x="152" y="146"/>
                    <a:pt x="152" y="146"/>
                    <a:pt x="152" y="146"/>
                  </a:cubicBezTo>
                  <a:cubicBezTo>
                    <a:pt x="153" y="146"/>
                    <a:pt x="153" y="146"/>
                    <a:pt x="153" y="146"/>
                  </a:cubicBezTo>
                  <a:cubicBezTo>
                    <a:pt x="153" y="145"/>
                    <a:pt x="153" y="145"/>
                    <a:pt x="153" y="145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54" y="144"/>
                    <a:pt x="154" y="144"/>
                    <a:pt x="154" y="144"/>
                  </a:cubicBezTo>
                  <a:cubicBezTo>
                    <a:pt x="153" y="145"/>
                    <a:pt x="153" y="145"/>
                    <a:pt x="153" y="145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2" y="148"/>
                    <a:pt x="152" y="148"/>
                    <a:pt x="152" y="148"/>
                  </a:cubicBezTo>
                  <a:cubicBezTo>
                    <a:pt x="152" y="149"/>
                    <a:pt x="152" y="149"/>
                    <a:pt x="152" y="149"/>
                  </a:cubicBezTo>
                  <a:cubicBezTo>
                    <a:pt x="153" y="150"/>
                    <a:pt x="153" y="150"/>
                    <a:pt x="153" y="150"/>
                  </a:cubicBezTo>
                  <a:cubicBezTo>
                    <a:pt x="153" y="151"/>
                    <a:pt x="153" y="151"/>
                    <a:pt x="153" y="151"/>
                  </a:cubicBezTo>
                  <a:cubicBezTo>
                    <a:pt x="152" y="152"/>
                    <a:pt x="152" y="152"/>
                    <a:pt x="152" y="152"/>
                  </a:cubicBezTo>
                  <a:cubicBezTo>
                    <a:pt x="153" y="153"/>
                    <a:pt x="153" y="153"/>
                    <a:pt x="153" y="153"/>
                  </a:cubicBezTo>
                  <a:cubicBezTo>
                    <a:pt x="153" y="153"/>
                    <a:pt x="153" y="153"/>
                    <a:pt x="153" y="153"/>
                  </a:cubicBezTo>
                  <a:cubicBezTo>
                    <a:pt x="153" y="154"/>
                    <a:pt x="153" y="154"/>
                    <a:pt x="153" y="154"/>
                  </a:cubicBezTo>
                  <a:cubicBezTo>
                    <a:pt x="153" y="154"/>
                    <a:pt x="153" y="154"/>
                    <a:pt x="153" y="154"/>
                  </a:cubicBezTo>
                  <a:cubicBezTo>
                    <a:pt x="154" y="156"/>
                    <a:pt x="154" y="156"/>
                    <a:pt x="154" y="156"/>
                  </a:cubicBezTo>
                  <a:cubicBezTo>
                    <a:pt x="154" y="158"/>
                    <a:pt x="154" y="158"/>
                    <a:pt x="154" y="158"/>
                  </a:cubicBezTo>
                  <a:cubicBezTo>
                    <a:pt x="154" y="156"/>
                    <a:pt x="154" y="156"/>
                    <a:pt x="154" y="156"/>
                  </a:cubicBezTo>
                  <a:cubicBezTo>
                    <a:pt x="154" y="154"/>
                    <a:pt x="154" y="154"/>
                    <a:pt x="154" y="154"/>
                  </a:cubicBezTo>
                  <a:cubicBezTo>
                    <a:pt x="154" y="152"/>
                    <a:pt x="154" y="152"/>
                    <a:pt x="154" y="152"/>
                  </a:cubicBezTo>
                  <a:cubicBezTo>
                    <a:pt x="155" y="150"/>
                    <a:pt x="155" y="150"/>
                    <a:pt x="155" y="150"/>
                  </a:cubicBezTo>
                  <a:cubicBezTo>
                    <a:pt x="155" y="150"/>
                    <a:pt x="155" y="150"/>
                    <a:pt x="155" y="150"/>
                  </a:cubicBezTo>
                  <a:cubicBezTo>
                    <a:pt x="155" y="151"/>
                    <a:pt x="155" y="151"/>
                    <a:pt x="155" y="151"/>
                  </a:cubicBezTo>
                  <a:cubicBezTo>
                    <a:pt x="155" y="151"/>
                    <a:pt x="155" y="151"/>
                    <a:pt x="155" y="151"/>
                  </a:cubicBezTo>
                  <a:cubicBezTo>
                    <a:pt x="155" y="152"/>
                    <a:pt x="155" y="152"/>
                    <a:pt x="155" y="152"/>
                  </a:cubicBezTo>
                  <a:cubicBezTo>
                    <a:pt x="155" y="152"/>
                    <a:pt x="155" y="152"/>
                    <a:pt x="155" y="152"/>
                  </a:cubicBezTo>
                  <a:cubicBezTo>
                    <a:pt x="156" y="152"/>
                    <a:pt x="156" y="152"/>
                    <a:pt x="156" y="152"/>
                  </a:cubicBezTo>
                  <a:cubicBezTo>
                    <a:pt x="156" y="152"/>
                    <a:pt x="156" y="152"/>
                    <a:pt x="156" y="152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6" y="150"/>
                    <a:pt x="156" y="150"/>
                    <a:pt x="156" y="150"/>
                  </a:cubicBezTo>
                  <a:cubicBezTo>
                    <a:pt x="156" y="149"/>
                    <a:pt x="156" y="149"/>
                    <a:pt x="156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6" y="148"/>
                    <a:pt x="156" y="148"/>
                    <a:pt x="156" y="148"/>
                  </a:cubicBezTo>
                  <a:cubicBezTo>
                    <a:pt x="156" y="148"/>
                    <a:pt x="156" y="148"/>
                    <a:pt x="156" y="148"/>
                  </a:cubicBezTo>
                  <a:cubicBezTo>
                    <a:pt x="157" y="146"/>
                    <a:pt x="157" y="146"/>
                    <a:pt x="157" y="146"/>
                  </a:cubicBezTo>
                  <a:cubicBezTo>
                    <a:pt x="157" y="144"/>
                    <a:pt x="157" y="144"/>
                    <a:pt x="157" y="144"/>
                  </a:cubicBezTo>
                  <a:cubicBezTo>
                    <a:pt x="157" y="144"/>
                    <a:pt x="157" y="144"/>
                    <a:pt x="157" y="144"/>
                  </a:cubicBezTo>
                  <a:cubicBezTo>
                    <a:pt x="157" y="143"/>
                    <a:pt x="157" y="143"/>
                    <a:pt x="157" y="143"/>
                  </a:cubicBezTo>
                  <a:cubicBezTo>
                    <a:pt x="158" y="143"/>
                    <a:pt x="158" y="143"/>
                    <a:pt x="158" y="143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60" y="142"/>
                    <a:pt x="160" y="142"/>
                    <a:pt x="160" y="142"/>
                  </a:cubicBezTo>
                  <a:cubicBezTo>
                    <a:pt x="160" y="142"/>
                    <a:pt x="160" y="142"/>
                    <a:pt x="160" y="142"/>
                  </a:cubicBezTo>
                  <a:cubicBezTo>
                    <a:pt x="161" y="142"/>
                    <a:pt x="161" y="142"/>
                    <a:pt x="161" y="142"/>
                  </a:cubicBezTo>
                  <a:cubicBezTo>
                    <a:pt x="161" y="142"/>
                    <a:pt x="161" y="142"/>
                    <a:pt x="161" y="142"/>
                  </a:cubicBezTo>
                  <a:cubicBezTo>
                    <a:pt x="162" y="141"/>
                    <a:pt x="162" y="141"/>
                    <a:pt x="162" y="141"/>
                  </a:cubicBezTo>
                  <a:cubicBezTo>
                    <a:pt x="162" y="141"/>
                    <a:pt x="162" y="141"/>
                    <a:pt x="162" y="141"/>
                  </a:cubicBezTo>
                  <a:cubicBezTo>
                    <a:pt x="162" y="142"/>
                    <a:pt x="162" y="142"/>
                    <a:pt x="162" y="142"/>
                  </a:cubicBezTo>
                  <a:cubicBezTo>
                    <a:pt x="163" y="141"/>
                    <a:pt x="163" y="141"/>
                    <a:pt x="163" y="141"/>
                  </a:cubicBezTo>
                  <a:cubicBezTo>
                    <a:pt x="164" y="141"/>
                    <a:pt x="164" y="141"/>
                    <a:pt x="164" y="141"/>
                  </a:cubicBezTo>
                  <a:cubicBezTo>
                    <a:pt x="164" y="140"/>
                    <a:pt x="164" y="140"/>
                    <a:pt x="164" y="140"/>
                  </a:cubicBezTo>
                  <a:cubicBezTo>
                    <a:pt x="164" y="140"/>
                    <a:pt x="164" y="140"/>
                    <a:pt x="164" y="140"/>
                  </a:cubicBezTo>
                  <a:cubicBezTo>
                    <a:pt x="165" y="141"/>
                    <a:pt x="165" y="141"/>
                    <a:pt x="165" y="141"/>
                  </a:cubicBezTo>
                  <a:cubicBezTo>
                    <a:pt x="165" y="141"/>
                    <a:pt x="165" y="141"/>
                    <a:pt x="165" y="141"/>
                  </a:cubicBezTo>
                  <a:cubicBezTo>
                    <a:pt x="165" y="142"/>
                    <a:pt x="165" y="142"/>
                    <a:pt x="165" y="142"/>
                  </a:cubicBezTo>
                  <a:cubicBezTo>
                    <a:pt x="165" y="141"/>
                    <a:pt x="165" y="141"/>
                    <a:pt x="165" y="141"/>
                  </a:cubicBezTo>
                  <a:cubicBezTo>
                    <a:pt x="165" y="140"/>
                    <a:pt x="165" y="140"/>
                    <a:pt x="165" y="140"/>
                  </a:cubicBezTo>
                  <a:cubicBezTo>
                    <a:pt x="166" y="139"/>
                    <a:pt x="166" y="139"/>
                    <a:pt x="166" y="139"/>
                  </a:cubicBezTo>
                  <a:cubicBezTo>
                    <a:pt x="166" y="139"/>
                    <a:pt x="166" y="139"/>
                    <a:pt x="166" y="139"/>
                  </a:cubicBezTo>
                  <a:cubicBezTo>
                    <a:pt x="167" y="139"/>
                    <a:pt x="167" y="139"/>
                    <a:pt x="167" y="139"/>
                  </a:cubicBezTo>
                  <a:cubicBezTo>
                    <a:pt x="168" y="139"/>
                    <a:pt x="168" y="139"/>
                    <a:pt x="168" y="139"/>
                  </a:cubicBezTo>
                  <a:cubicBezTo>
                    <a:pt x="168" y="139"/>
                    <a:pt x="168" y="139"/>
                    <a:pt x="168" y="139"/>
                  </a:cubicBezTo>
                  <a:cubicBezTo>
                    <a:pt x="169" y="139"/>
                    <a:pt x="169" y="139"/>
                    <a:pt x="169" y="139"/>
                  </a:cubicBezTo>
                  <a:cubicBezTo>
                    <a:pt x="170" y="138"/>
                    <a:pt x="170" y="138"/>
                    <a:pt x="170" y="138"/>
                  </a:cubicBezTo>
                  <a:cubicBezTo>
                    <a:pt x="169" y="138"/>
                    <a:pt x="169" y="138"/>
                    <a:pt x="169" y="138"/>
                  </a:cubicBezTo>
                  <a:cubicBezTo>
                    <a:pt x="170" y="137"/>
                    <a:pt x="170" y="137"/>
                    <a:pt x="170" y="137"/>
                  </a:cubicBezTo>
                  <a:cubicBezTo>
                    <a:pt x="169" y="137"/>
                    <a:pt x="169" y="137"/>
                    <a:pt x="169" y="137"/>
                  </a:cubicBezTo>
                  <a:cubicBezTo>
                    <a:pt x="169" y="137"/>
                    <a:pt x="169" y="137"/>
                    <a:pt x="169" y="137"/>
                  </a:cubicBezTo>
                  <a:cubicBezTo>
                    <a:pt x="168" y="137"/>
                    <a:pt x="168" y="137"/>
                    <a:pt x="168" y="137"/>
                  </a:cubicBezTo>
                  <a:cubicBezTo>
                    <a:pt x="166" y="138"/>
                    <a:pt x="166" y="138"/>
                    <a:pt x="166" y="138"/>
                  </a:cubicBezTo>
                  <a:cubicBezTo>
                    <a:pt x="166" y="138"/>
                    <a:pt x="166" y="138"/>
                    <a:pt x="166" y="138"/>
                  </a:cubicBezTo>
                  <a:cubicBezTo>
                    <a:pt x="166" y="138"/>
                    <a:pt x="166" y="138"/>
                    <a:pt x="166" y="138"/>
                  </a:cubicBezTo>
                  <a:cubicBezTo>
                    <a:pt x="165" y="138"/>
                    <a:pt x="165" y="138"/>
                    <a:pt x="165" y="138"/>
                  </a:cubicBezTo>
                  <a:cubicBezTo>
                    <a:pt x="165" y="139"/>
                    <a:pt x="165" y="139"/>
                    <a:pt x="165" y="139"/>
                  </a:cubicBezTo>
                  <a:cubicBezTo>
                    <a:pt x="165" y="139"/>
                    <a:pt x="165" y="139"/>
                    <a:pt x="165" y="139"/>
                  </a:cubicBezTo>
                  <a:cubicBezTo>
                    <a:pt x="164" y="138"/>
                    <a:pt x="164" y="138"/>
                    <a:pt x="164" y="138"/>
                  </a:cubicBezTo>
                  <a:cubicBezTo>
                    <a:pt x="164" y="138"/>
                    <a:pt x="164" y="138"/>
                    <a:pt x="164" y="138"/>
                  </a:cubicBezTo>
                  <a:cubicBezTo>
                    <a:pt x="164" y="138"/>
                    <a:pt x="164" y="138"/>
                    <a:pt x="164" y="138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62" y="138"/>
                    <a:pt x="162" y="138"/>
                    <a:pt x="162" y="138"/>
                  </a:cubicBezTo>
                  <a:cubicBezTo>
                    <a:pt x="161" y="138"/>
                    <a:pt x="161" y="138"/>
                    <a:pt x="161" y="138"/>
                  </a:cubicBezTo>
                  <a:cubicBezTo>
                    <a:pt x="161" y="138"/>
                    <a:pt x="161" y="138"/>
                    <a:pt x="161" y="138"/>
                  </a:cubicBezTo>
                  <a:cubicBezTo>
                    <a:pt x="161" y="138"/>
                    <a:pt x="161" y="138"/>
                    <a:pt x="161" y="138"/>
                  </a:cubicBezTo>
                  <a:cubicBezTo>
                    <a:pt x="161" y="139"/>
                    <a:pt x="161" y="139"/>
                    <a:pt x="161" y="139"/>
                  </a:cubicBezTo>
                  <a:cubicBezTo>
                    <a:pt x="161" y="139"/>
                    <a:pt x="161" y="139"/>
                    <a:pt x="161" y="139"/>
                  </a:cubicBezTo>
                  <a:cubicBezTo>
                    <a:pt x="161" y="140"/>
                    <a:pt x="161" y="140"/>
                    <a:pt x="161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59" y="139"/>
                    <a:pt x="159" y="139"/>
                    <a:pt x="159" y="139"/>
                  </a:cubicBezTo>
                  <a:cubicBezTo>
                    <a:pt x="159" y="139"/>
                    <a:pt x="159" y="139"/>
                    <a:pt x="159" y="139"/>
                  </a:cubicBezTo>
                  <a:cubicBezTo>
                    <a:pt x="159" y="139"/>
                    <a:pt x="159" y="139"/>
                    <a:pt x="159" y="139"/>
                  </a:cubicBezTo>
                  <a:cubicBezTo>
                    <a:pt x="159" y="138"/>
                    <a:pt x="159" y="138"/>
                    <a:pt x="159" y="138"/>
                  </a:cubicBezTo>
                  <a:cubicBezTo>
                    <a:pt x="159" y="138"/>
                    <a:pt x="159" y="138"/>
                    <a:pt x="159" y="138"/>
                  </a:cubicBezTo>
                  <a:cubicBezTo>
                    <a:pt x="159" y="138"/>
                    <a:pt x="159" y="138"/>
                    <a:pt x="159" y="138"/>
                  </a:cubicBezTo>
                  <a:cubicBezTo>
                    <a:pt x="158" y="138"/>
                    <a:pt x="158" y="138"/>
                    <a:pt x="158" y="138"/>
                  </a:cubicBezTo>
                  <a:cubicBezTo>
                    <a:pt x="158" y="137"/>
                    <a:pt x="158" y="137"/>
                    <a:pt x="158" y="137"/>
                  </a:cubicBezTo>
                  <a:cubicBezTo>
                    <a:pt x="159" y="137"/>
                    <a:pt x="159" y="137"/>
                    <a:pt x="159" y="137"/>
                  </a:cubicBezTo>
                  <a:cubicBezTo>
                    <a:pt x="160" y="135"/>
                    <a:pt x="160" y="135"/>
                    <a:pt x="160" y="135"/>
                  </a:cubicBezTo>
                  <a:cubicBezTo>
                    <a:pt x="161" y="135"/>
                    <a:pt x="161" y="135"/>
                    <a:pt x="161" y="135"/>
                  </a:cubicBezTo>
                  <a:cubicBezTo>
                    <a:pt x="162" y="136"/>
                    <a:pt x="162" y="136"/>
                    <a:pt x="162" y="136"/>
                  </a:cubicBezTo>
                  <a:cubicBezTo>
                    <a:pt x="165" y="135"/>
                    <a:pt x="165" y="135"/>
                    <a:pt x="165" y="135"/>
                  </a:cubicBezTo>
                  <a:cubicBezTo>
                    <a:pt x="167" y="135"/>
                    <a:pt x="167" y="135"/>
                    <a:pt x="167" y="135"/>
                  </a:cubicBezTo>
                  <a:cubicBezTo>
                    <a:pt x="168" y="135"/>
                    <a:pt x="168" y="135"/>
                    <a:pt x="168" y="135"/>
                  </a:cubicBezTo>
                  <a:cubicBezTo>
                    <a:pt x="169" y="135"/>
                    <a:pt x="169" y="135"/>
                    <a:pt x="169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6"/>
                    <a:pt x="170" y="136"/>
                    <a:pt x="170" y="136"/>
                  </a:cubicBezTo>
                  <a:cubicBezTo>
                    <a:pt x="170" y="136"/>
                    <a:pt x="170" y="136"/>
                    <a:pt x="170" y="136"/>
                  </a:cubicBezTo>
                  <a:cubicBezTo>
                    <a:pt x="171" y="136"/>
                    <a:pt x="171" y="136"/>
                    <a:pt x="171" y="136"/>
                  </a:cubicBezTo>
                  <a:cubicBezTo>
                    <a:pt x="171" y="138"/>
                    <a:pt x="171" y="138"/>
                    <a:pt x="171" y="138"/>
                  </a:cubicBezTo>
                  <a:cubicBezTo>
                    <a:pt x="170" y="138"/>
                    <a:pt x="170" y="138"/>
                    <a:pt x="170" y="138"/>
                  </a:cubicBezTo>
                  <a:cubicBezTo>
                    <a:pt x="171" y="139"/>
                    <a:pt x="171" y="139"/>
                    <a:pt x="171" y="139"/>
                  </a:cubicBezTo>
                  <a:cubicBezTo>
                    <a:pt x="171" y="139"/>
                    <a:pt x="171" y="139"/>
                    <a:pt x="171" y="139"/>
                  </a:cubicBezTo>
                  <a:cubicBezTo>
                    <a:pt x="170" y="139"/>
                    <a:pt x="170" y="139"/>
                    <a:pt x="170" y="139"/>
                  </a:cubicBezTo>
                  <a:cubicBezTo>
                    <a:pt x="170" y="140"/>
                    <a:pt x="170" y="140"/>
                    <a:pt x="170" y="140"/>
                  </a:cubicBezTo>
                  <a:cubicBezTo>
                    <a:pt x="170" y="140"/>
                    <a:pt x="170" y="140"/>
                    <a:pt x="170" y="140"/>
                  </a:cubicBezTo>
                  <a:cubicBezTo>
                    <a:pt x="171" y="141"/>
                    <a:pt x="171" y="141"/>
                    <a:pt x="171" y="141"/>
                  </a:cubicBezTo>
                  <a:cubicBezTo>
                    <a:pt x="171" y="141"/>
                    <a:pt x="171" y="141"/>
                    <a:pt x="171" y="141"/>
                  </a:cubicBezTo>
                  <a:cubicBezTo>
                    <a:pt x="172" y="142"/>
                    <a:pt x="172" y="142"/>
                    <a:pt x="172" y="142"/>
                  </a:cubicBezTo>
                  <a:cubicBezTo>
                    <a:pt x="172" y="142"/>
                    <a:pt x="172" y="142"/>
                    <a:pt x="172" y="142"/>
                  </a:cubicBezTo>
                  <a:cubicBezTo>
                    <a:pt x="171" y="143"/>
                    <a:pt x="171" y="143"/>
                    <a:pt x="171" y="143"/>
                  </a:cubicBezTo>
                  <a:cubicBezTo>
                    <a:pt x="171" y="143"/>
                    <a:pt x="171" y="143"/>
                    <a:pt x="171" y="143"/>
                  </a:cubicBezTo>
                  <a:cubicBezTo>
                    <a:pt x="171" y="144"/>
                    <a:pt x="171" y="144"/>
                    <a:pt x="171" y="144"/>
                  </a:cubicBezTo>
                  <a:cubicBezTo>
                    <a:pt x="172" y="144"/>
                    <a:pt x="172" y="144"/>
                    <a:pt x="172" y="144"/>
                  </a:cubicBezTo>
                  <a:cubicBezTo>
                    <a:pt x="172" y="144"/>
                    <a:pt x="172" y="144"/>
                    <a:pt x="172" y="144"/>
                  </a:cubicBezTo>
                  <a:cubicBezTo>
                    <a:pt x="172" y="144"/>
                    <a:pt x="172" y="144"/>
                    <a:pt x="172" y="144"/>
                  </a:cubicBezTo>
                  <a:cubicBezTo>
                    <a:pt x="173" y="144"/>
                    <a:pt x="173" y="144"/>
                    <a:pt x="173" y="144"/>
                  </a:cubicBezTo>
                  <a:cubicBezTo>
                    <a:pt x="173" y="145"/>
                    <a:pt x="173" y="145"/>
                    <a:pt x="173" y="145"/>
                  </a:cubicBezTo>
                  <a:cubicBezTo>
                    <a:pt x="174" y="145"/>
                    <a:pt x="174" y="145"/>
                    <a:pt x="174" y="145"/>
                  </a:cubicBezTo>
                  <a:cubicBezTo>
                    <a:pt x="175" y="144"/>
                    <a:pt x="175" y="144"/>
                    <a:pt x="175" y="144"/>
                  </a:cubicBezTo>
                  <a:cubicBezTo>
                    <a:pt x="175" y="145"/>
                    <a:pt x="175" y="145"/>
                    <a:pt x="175" y="145"/>
                  </a:cubicBezTo>
                  <a:cubicBezTo>
                    <a:pt x="175" y="145"/>
                    <a:pt x="175" y="145"/>
                    <a:pt x="175" y="145"/>
                  </a:cubicBezTo>
                  <a:cubicBezTo>
                    <a:pt x="176" y="145"/>
                    <a:pt x="176" y="145"/>
                    <a:pt x="176" y="145"/>
                  </a:cubicBezTo>
                  <a:cubicBezTo>
                    <a:pt x="176" y="145"/>
                    <a:pt x="176" y="145"/>
                    <a:pt x="176" y="145"/>
                  </a:cubicBezTo>
                  <a:cubicBezTo>
                    <a:pt x="176" y="146"/>
                    <a:pt x="176" y="146"/>
                    <a:pt x="176" y="146"/>
                  </a:cubicBezTo>
                  <a:cubicBezTo>
                    <a:pt x="176" y="146"/>
                    <a:pt x="176" y="146"/>
                    <a:pt x="176" y="146"/>
                  </a:cubicBezTo>
                  <a:cubicBezTo>
                    <a:pt x="176" y="147"/>
                    <a:pt x="176" y="147"/>
                    <a:pt x="176" y="147"/>
                  </a:cubicBezTo>
                  <a:cubicBezTo>
                    <a:pt x="177" y="147"/>
                    <a:pt x="177" y="147"/>
                    <a:pt x="177" y="147"/>
                  </a:cubicBezTo>
                  <a:cubicBezTo>
                    <a:pt x="177" y="147"/>
                    <a:pt x="177" y="147"/>
                    <a:pt x="177" y="147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8" y="149"/>
                    <a:pt x="178" y="149"/>
                    <a:pt x="178" y="149"/>
                  </a:cubicBezTo>
                  <a:cubicBezTo>
                    <a:pt x="179" y="148"/>
                    <a:pt x="179" y="148"/>
                    <a:pt x="179" y="148"/>
                  </a:cubicBezTo>
                  <a:cubicBezTo>
                    <a:pt x="179" y="148"/>
                    <a:pt x="179" y="148"/>
                    <a:pt x="179" y="148"/>
                  </a:cubicBezTo>
                  <a:cubicBezTo>
                    <a:pt x="179" y="149"/>
                    <a:pt x="179" y="149"/>
                    <a:pt x="179" y="149"/>
                  </a:cubicBezTo>
                  <a:cubicBezTo>
                    <a:pt x="180" y="149"/>
                    <a:pt x="180" y="149"/>
                    <a:pt x="180" y="149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2" y="149"/>
                    <a:pt x="182" y="149"/>
                    <a:pt x="182" y="149"/>
                  </a:cubicBezTo>
                  <a:cubicBezTo>
                    <a:pt x="183" y="150"/>
                    <a:pt x="183" y="150"/>
                    <a:pt x="183" y="150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5" y="148"/>
                    <a:pt x="185" y="148"/>
                    <a:pt x="185" y="148"/>
                  </a:cubicBezTo>
                  <a:cubicBezTo>
                    <a:pt x="185" y="148"/>
                    <a:pt x="185" y="148"/>
                    <a:pt x="185" y="148"/>
                  </a:cubicBezTo>
                  <a:cubicBezTo>
                    <a:pt x="185" y="149"/>
                    <a:pt x="185" y="149"/>
                    <a:pt x="185" y="149"/>
                  </a:cubicBezTo>
                  <a:cubicBezTo>
                    <a:pt x="187" y="149"/>
                    <a:pt x="187" y="149"/>
                    <a:pt x="187" y="149"/>
                  </a:cubicBezTo>
                  <a:cubicBezTo>
                    <a:pt x="188" y="150"/>
                    <a:pt x="188" y="150"/>
                    <a:pt x="188" y="150"/>
                  </a:cubicBezTo>
                  <a:cubicBezTo>
                    <a:pt x="189" y="150"/>
                    <a:pt x="189" y="150"/>
                    <a:pt x="189" y="150"/>
                  </a:cubicBezTo>
                  <a:cubicBezTo>
                    <a:pt x="190" y="150"/>
                    <a:pt x="190" y="150"/>
                    <a:pt x="190" y="150"/>
                  </a:cubicBezTo>
                  <a:cubicBezTo>
                    <a:pt x="190" y="150"/>
                    <a:pt x="190" y="150"/>
                    <a:pt x="190" y="150"/>
                  </a:cubicBezTo>
                  <a:cubicBezTo>
                    <a:pt x="192" y="150"/>
                    <a:pt x="192" y="150"/>
                    <a:pt x="192" y="150"/>
                  </a:cubicBezTo>
                  <a:cubicBezTo>
                    <a:pt x="192" y="151"/>
                    <a:pt x="192" y="151"/>
                    <a:pt x="192" y="151"/>
                  </a:cubicBezTo>
                  <a:cubicBezTo>
                    <a:pt x="193" y="150"/>
                    <a:pt x="193" y="150"/>
                    <a:pt x="193" y="150"/>
                  </a:cubicBezTo>
                  <a:cubicBezTo>
                    <a:pt x="193" y="149"/>
                    <a:pt x="193" y="149"/>
                    <a:pt x="193" y="149"/>
                  </a:cubicBezTo>
                  <a:cubicBezTo>
                    <a:pt x="192" y="149"/>
                    <a:pt x="192" y="149"/>
                    <a:pt x="192" y="149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7"/>
                    <a:pt x="192" y="147"/>
                    <a:pt x="192" y="147"/>
                  </a:cubicBezTo>
                  <a:cubicBezTo>
                    <a:pt x="192" y="147"/>
                    <a:pt x="192" y="147"/>
                    <a:pt x="192" y="147"/>
                  </a:cubicBezTo>
                  <a:cubicBezTo>
                    <a:pt x="193" y="149"/>
                    <a:pt x="193" y="149"/>
                    <a:pt x="193" y="149"/>
                  </a:cubicBezTo>
                  <a:cubicBezTo>
                    <a:pt x="193" y="150"/>
                    <a:pt x="193" y="150"/>
                    <a:pt x="193" y="150"/>
                  </a:cubicBezTo>
                  <a:cubicBezTo>
                    <a:pt x="194" y="151"/>
                    <a:pt x="194" y="151"/>
                    <a:pt x="194" y="151"/>
                  </a:cubicBezTo>
                  <a:cubicBezTo>
                    <a:pt x="195" y="151"/>
                    <a:pt x="195" y="151"/>
                    <a:pt x="195" y="151"/>
                  </a:cubicBezTo>
                  <a:cubicBezTo>
                    <a:pt x="195" y="152"/>
                    <a:pt x="195" y="152"/>
                    <a:pt x="195" y="152"/>
                  </a:cubicBezTo>
                  <a:cubicBezTo>
                    <a:pt x="195" y="151"/>
                    <a:pt x="195" y="151"/>
                    <a:pt x="195" y="151"/>
                  </a:cubicBezTo>
                  <a:cubicBezTo>
                    <a:pt x="195" y="150"/>
                    <a:pt x="195" y="150"/>
                    <a:pt x="195" y="150"/>
                  </a:cubicBezTo>
                  <a:cubicBezTo>
                    <a:pt x="194" y="150"/>
                    <a:pt x="194" y="150"/>
                    <a:pt x="194" y="150"/>
                  </a:cubicBezTo>
                  <a:cubicBezTo>
                    <a:pt x="193" y="149"/>
                    <a:pt x="193" y="149"/>
                    <a:pt x="193" y="149"/>
                  </a:cubicBezTo>
                  <a:cubicBezTo>
                    <a:pt x="193" y="147"/>
                    <a:pt x="193" y="147"/>
                    <a:pt x="193" y="147"/>
                  </a:cubicBezTo>
                  <a:cubicBezTo>
                    <a:pt x="193" y="146"/>
                    <a:pt x="193" y="146"/>
                    <a:pt x="193" y="146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5"/>
                    <a:pt x="194" y="145"/>
                    <a:pt x="194" y="145"/>
                  </a:cubicBezTo>
                  <a:cubicBezTo>
                    <a:pt x="194" y="145"/>
                    <a:pt x="194" y="145"/>
                    <a:pt x="194" y="145"/>
                  </a:cubicBezTo>
                  <a:cubicBezTo>
                    <a:pt x="194" y="144"/>
                    <a:pt x="194" y="144"/>
                    <a:pt x="194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5"/>
                    <a:pt x="195" y="145"/>
                    <a:pt x="195" y="145"/>
                  </a:cubicBezTo>
                  <a:cubicBezTo>
                    <a:pt x="195" y="146"/>
                    <a:pt x="195" y="146"/>
                    <a:pt x="195" y="146"/>
                  </a:cubicBezTo>
                  <a:cubicBezTo>
                    <a:pt x="196" y="146"/>
                    <a:pt x="196" y="146"/>
                    <a:pt x="196" y="146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97" y="145"/>
                    <a:pt x="197" y="145"/>
                    <a:pt x="197" y="145"/>
                  </a:cubicBezTo>
                  <a:cubicBezTo>
                    <a:pt x="197" y="144"/>
                    <a:pt x="197" y="144"/>
                    <a:pt x="197" y="144"/>
                  </a:cubicBezTo>
                  <a:cubicBezTo>
                    <a:pt x="198" y="144"/>
                    <a:pt x="198" y="144"/>
                    <a:pt x="198" y="144"/>
                  </a:cubicBezTo>
                  <a:cubicBezTo>
                    <a:pt x="198" y="145"/>
                    <a:pt x="198" y="145"/>
                    <a:pt x="198" y="145"/>
                  </a:cubicBezTo>
                  <a:cubicBezTo>
                    <a:pt x="198" y="145"/>
                    <a:pt x="198" y="145"/>
                    <a:pt x="198" y="145"/>
                  </a:cubicBezTo>
                  <a:cubicBezTo>
                    <a:pt x="198" y="146"/>
                    <a:pt x="198" y="146"/>
                    <a:pt x="198" y="146"/>
                  </a:cubicBezTo>
                  <a:cubicBezTo>
                    <a:pt x="198" y="145"/>
                    <a:pt x="198" y="145"/>
                    <a:pt x="198" y="145"/>
                  </a:cubicBezTo>
                  <a:cubicBezTo>
                    <a:pt x="199" y="145"/>
                    <a:pt x="199" y="145"/>
                    <a:pt x="199" y="145"/>
                  </a:cubicBezTo>
                  <a:cubicBezTo>
                    <a:pt x="199" y="146"/>
                    <a:pt x="199" y="146"/>
                    <a:pt x="199" y="146"/>
                  </a:cubicBezTo>
                  <a:cubicBezTo>
                    <a:pt x="199" y="147"/>
                    <a:pt x="199" y="147"/>
                    <a:pt x="199" y="147"/>
                  </a:cubicBezTo>
                  <a:cubicBezTo>
                    <a:pt x="199" y="147"/>
                    <a:pt x="199" y="147"/>
                    <a:pt x="199" y="147"/>
                  </a:cubicBezTo>
                  <a:cubicBezTo>
                    <a:pt x="199" y="148"/>
                    <a:pt x="199" y="148"/>
                    <a:pt x="199" y="148"/>
                  </a:cubicBezTo>
                  <a:cubicBezTo>
                    <a:pt x="200" y="147"/>
                    <a:pt x="200" y="147"/>
                    <a:pt x="200" y="147"/>
                  </a:cubicBezTo>
                  <a:cubicBezTo>
                    <a:pt x="201" y="148"/>
                    <a:pt x="201" y="148"/>
                    <a:pt x="201" y="148"/>
                  </a:cubicBezTo>
                  <a:cubicBezTo>
                    <a:pt x="200" y="148"/>
                    <a:pt x="200" y="148"/>
                    <a:pt x="200" y="148"/>
                  </a:cubicBezTo>
                  <a:cubicBezTo>
                    <a:pt x="199" y="149"/>
                    <a:pt x="199" y="149"/>
                    <a:pt x="199" y="149"/>
                  </a:cubicBezTo>
                  <a:cubicBezTo>
                    <a:pt x="199" y="149"/>
                    <a:pt x="199" y="149"/>
                    <a:pt x="199" y="149"/>
                  </a:cubicBezTo>
                  <a:cubicBezTo>
                    <a:pt x="200" y="149"/>
                    <a:pt x="200" y="149"/>
                    <a:pt x="200" y="149"/>
                  </a:cubicBezTo>
                  <a:cubicBezTo>
                    <a:pt x="201" y="149"/>
                    <a:pt x="201" y="149"/>
                    <a:pt x="201" y="149"/>
                  </a:cubicBezTo>
                  <a:cubicBezTo>
                    <a:pt x="201" y="148"/>
                    <a:pt x="201" y="148"/>
                    <a:pt x="201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2" y="149"/>
                    <a:pt x="202" y="149"/>
                    <a:pt x="202" y="149"/>
                  </a:cubicBezTo>
                  <a:cubicBezTo>
                    <a:pt x="202" y="150"/>
                    <a:pt x="202" y="150"/>
                    <a:pt x="202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1" y="151"/>
                    <a:pt x="201" y="151"/>
                    <a:pt x="201" y="151"/>
                  </a:cubicBezTo>
                  <a:cubicBezTo>
                    <a:pt x="199" y="152"/>
                    <a:pt x="199" y="152"/>
                    <a:pt x="199" y="152"/>
                  </a:cubicBezTo>
                  <a:cubicBezTo>
                    <a:pt x="199" y="152"/>
                    <a:pt x="199" y="152"/>
                    <a:pt x="199" y="152"/>
                  </a:cubicBezTo>
                  <a:cubicBezTo>
                    <a:pt x="199" y="153"/>
                    <a:pt x="199" y="153"/>
                    <a:pt x="199" y="153"/>
                  </a:cubicBezTo>
                  <a:cubicBezTo>
                    <a:pt x="199" y="152"/>
                    <a:pt x="199" y="152"/>
                    <a:pt x="199" y="152"/>
                  </a:cubicBezTo>
                  <a:cubicBezTo>
                    <a:pt x="198" y="153"/>
                    <a:pt x="198" y="153"/>
                    <a:pt x="198" y="153"/>
                  </a:cubicBezTo>
                  <a:cubicBezTo>
                    <a:pt x="198" y="154"/>
                    <a:pt x="198" y="154"/>
                    <a:pt x="198" y="154"/>
                  </a:cubicBezTo>
                  <a:cubicBezTo>
                    <a:pt x="198" y="155"/>
                    <a:pt x="198" y="155"/>
                    <a:pt x="198" y="155"/>
                  </a:cubicBezTo>
                  <a:cubicBezTo>
                    <a:pt x="199" y="154"/>
                    <a:pt x="199" y="154"/>
                    <a:pt x="199" y="154"/>
                  </a:cubicBezTo>
                  <a:cubicBezTo>
                    <a:pt x="199" y="154"/>
                    <a:pt x="199" y="154"/>
                    <a:pt x="199" y="154"/>
                  </a:cubicBezTo>
                  <a:cubicBezTo>
                    <a:pt x="199" y="155"/>
                    <a:pt x="199" y="155"/>
                    <a:pt x="199" y="155"/>
                  </a:cubicBezTo>
                  <a:cubicBezTo>
                    <a:pt x="198" y="156"/>
                    <a:pt x="198" y="156"/>
                    <a:pt x="198" y="156"/>
                  </a:cubicBezTo>
                  <a:cubicBezTo>
                    <a:pt x="198" y="156"/>
                    <a:pt x="198" y="156"/>
                    <a:pt x="198" y="156"/>
                  </a:cubicBezTo>
                  <a:cubicBezTo>
                    <a:pt x="199" y="156"/>
                    <a:pt x="199" y="156"/>
                    <a:pt x="199" y="156"/>
                  </a:cubicBezTo>
                  <a:cubicBezTo>
                    <a:pt x="200" y="155"/>
                    <a:pt x="200" y="155"/>
                    <a:pt x="200" y="155"/>
                  </a:cubicBezTo>
                  <a:cubicBezTo>
                    <a:pt x="201" y="155"/>
                    <a:pt x="201" y="155"/>
                    <a:pt x="201" y="155"/>
                  </a:cubicBezTo>
                  <a:cubicBezTo>
                    <a:pt x="200" y="156"/>
                    <a:pt x="200" y="156"/>
                    <a:pt x="200" y="156"/>
                  </a:cubicBezTo>
                  <a:cubicBezTo>
                    <a:pt x="200" y="157"/>
                    <a:pt x="200" y="157"/>
                    <a:pt x="200" y="157"/>
                  </a:cubicBezTo>
                  <a:cubicBezTo>
                    <a:pt x="200" y="157"/>
                    <a:pt x="200" y="157"/>
                    <a:pt x="200" y="157"/>
                  </a:cubicBezTo>
                  <a:cubicBezTo>
                    <a:pt x="201" y="156"/>
                    <a:pt x="201" y="156"/>
                    <a:pt x="201" y="156"/>
                  </a:cubicBezTo>
                  <a:cubicBezTo>
                    <a:pt x="200" y="157"/>
                    <a:pt x="200" y="157"/>
                    <a:pt x="200" y="157"/>
                  </a:cubicBezTo>
                  <a:cubicBezTo>
                    <a:pt x="200" y="158"/>
                    <a:pt x="200" y="158"/>
                    <a:pt x="200" y="158"/>
                  </a:cubicBezTo>
                  <a:cubicBezTo>
                    <a:pt x="200" y="159"/>
                    <a:pt x="200" y="159"/>
                    <a:pt x="200" y="159"/>
                  </a:cubicBezTo>
                  <a:cubicBezTo>
                    <a:pt x="199" y="158"/>
                    <a:pt x="199" y="158"/>
                    <a:pt x="199" y="158"/>
                  </a:cubicBezTo>
                  <a:cubicBezTo>
                    <a:pt x="198" y="157"/>
                    <a:pt x="198" y="157"/>
                    <a:pt x="198" y="157"/>
                  </a:cubicBezTo>
                  <a:cubicBezTo>
                    <a:pt x="197" y="158"/>
                    <a:pt x="197" y="158"/>
                    <a:pt x="197" y="158"/>
                  </a:cubicBezTo>
                  <a:cubicBezTo>
                    <a:pt x="197" y="157"/>
                    <a:pt x="197" y="157"/>
                    <a:pt x="197" y="157"/>
                  </a:cubicBezTo>
                  <a:cubicBezTo>
                    <a:pt x="197" y="157"/>
                    <a:pt x="197" y="157"/>
                    <a:pt x="197" y="157"/>
                  </a:cubicBezTo>
                  <a:cubicBezTo>
                    <a:pt x="196" y="158"/>
                    <a:pt x="196" y="158"/>
                    <a:pt x="196" y="158"/>
                  </a:cubicBezTo>
                  <a:cubicBezTo>
                    <a:pt x="197" y="159"/>
                    <a:pt x="197" y="159"/>
                    <a:pt x="197" y="159"/>
                  </a:cubicBezTo>
                  <a:cubicBezTo>
                    <a:pt x="197" y="160"/>
                    <a:pt x="197" y="160"/>
                    <a:pt x="197" y="160"/>
                  </a:cubicBezTo>
                  <a:cubicBezTo>
                    <a:pt x="197" y="162"/>
                    <a:pt x="197" y="162"/>
                    <a:pt x="197" y="162"/>
                  </a:cubicBezTo>
                  <a:cubicBezTo>
                    <a:pt x="198" y="160"/>
                    <a:pt x="198" y="160"/>
                    <a:pt x="198" y="160"/>
                  </a:cubicBezTo>
                  <a:cubicBezTo>
                    <a:pt x="197" y="159"/>
                    <a:pt x="197" y="159"/>
                    <a:pt x="197" y="159"/>
                  </a:cubicBezTo>
                  <a:cubicBezTo>
                    <a:pt x="198" y="158"/>
                    <a:pt x="198" y="158"/>
                    <a:pt x="198" y="158"/>
                  </a:cubicBezTo>
                  <a:cubicBezTo>
                    <a:pt x="198" y="159"/>
                    <a:pt x="198" y="159"/>
                    <a:pt x="198" y="159"/>
                  </a:cubicBezTo>
                  <a:cubicBezTo>
                    <a:pt x="199" y="159"/>
                    <a:pt x="199" y="159"/>
                    <a:pt x="199" y="159"/>
                  </a:cubicBezTo>
                  <a:cubicBezTo>
                    <a:pt x="200" y="159"/>
                    <a:pt x="200" y="159"/>
                    <a:pt x="200" y="159"/>
                  </a:cubicBezTo>
                  <a:cubicBezTo>
                    <a:pt x="201" y="159"/>
                    <a:pt x="201" y="159"/>
                    <a:pt x="201" y="159"/>
                  </a:cubicBezTo>
                  <a:cubicBezTo>
                    <a:pt x="201" y="158"/>
                    <a:pt x="201" y="158"/>
                    <a:pt x="201" y="158"/>
                  </a:cubicBezTo>
                  <a:cubicBezTo>
                    <a:pt x="202" y="158"/>
                    <a:pt x="202" y="158"/>
                    <a:pt x="202" y="158"/>
                  </a:cubicBezTo>
                  <a:cubicBezTo>
                    <a:pt x="203" y="157"/>
                    <a:pt x="203" y="157"/>
                    <a:pt x="203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04" y="156"/>
                    <a:pt x="204" y="156"/>
                    <a:pt x="204" y="156"/>
                  </a:cubicBezTo>
                  <a:cubicBezTo>
                    <a:pt x="203" y="157"/>
                    <a:pt x="203" y="157"/>
                    <a:pt x="203" y="157"/>
                  </a:cubicBezTo>
                  <a:cubicBezTo>
                    <a:pt x="203" y="156"/>
                    <a:pt x="203" y="156"/>
                    <a:pt x="203" y="156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1" y="157"/>
                    <a:pt x="201" y="157"/>
                    <a:pt x="201" y="157"/>
                  </a:cubicBezTo>
                  <a:cubicBezTo>
                    <a:pt x="202" y="156"/>
                    <a:pt x="202" y="156"/>
                    <a:pt x="202" y="156"/>
                  </a:cubicBezTo>
                  <a:cubicBezTo>
                    <a:pt x="202" y="156"/>
                    <a:pt x="202" y="156"/>
                    <a:pt x="202" y="156"/>
                  </a:cubicBezTo>
                  <a:cubicBezTo>
                    <a:pt x="202" y="155"/>
                    <a:pt x="202" y="155"/>
                    <a:pt x="202" y="155"/>
                  </a:cubicBezTo>
                  <a:cubicBezTo>
                    <a:pt x="202" y="155"/>
                    <a:pt x="202" y="155"/>
                    <a:pt x="202" y="155"/>
                  </a:cubicBezTo>
                  <a:cubicBezTo>
                    <a:pt x="203" y="154"/>
                    <a:pt x="203" y="154"/>
                    <a:pt x="203" y="154"/>
                  </a:cubicBezTo>
                  <a:cubicBezTo>
                    <a:pt x="202" y="153"/>
                    <a:pt x="202" y="153"/>
                    <a:pt x="202" y="153"/>
                  </a:cubicBezTo>
                  <a:cubicBezTo>
                    <a:pt x="202" y="153"/>
                    <a:pt x="202" y="153"/>
                    <a:pt x="202" y="153"/>
                  </a:cubicBezTo>
                  <a:cubicBezTo>
                    <a:pt x="202" y="152"/>
                    <a:pt x="202" y="152"/>
                    <a:pt x="202" y="152"/>
                  </a:cubicBezTo>
                  <a:cubicBezTo>
                    <a:pt x="203" y="151"/>
                    <a:pt x="203" y="151"/>
                    <a:pt x="203" y="151"/>
                  </a:cubicBezTo>
                  <a:cubicBezTo>
                    <a:pt x="203" y="150"/>
                    <a:pt x="203" y="150"/>
                    <a:pt x="203" y="150"/>
                  </a:cubicBezTo>
                  <a:cubicBezTo>
                    <a:pt x="204" y="150"/>
                    <a:pt x="204" y="150"/>
                    <a:pt x="204" y="150"/>
                  </a:cubicBezTo>
                  <a:cubicBezTo>
                    <a:pt x="205" y="150"/>
                    <a:pt x="205" y="150"/>
                    <a:pt x="205" y="150"/>
                  </a:cubicBezTo>
                  <a:cubicBezTo>
                    <a:pt x="204" y="150"/>
                    <a:pt x="204" y="150"/>
                    <a:pt x="204" y="150"/>
                  </a:cubicBezTo>
                  <a:cubicBezTo>
                    <a:pt x="205" y="150"/>
                    <a:pt x="205" y="150"/>
                    <a:pt x="205" y="150"/>
                  </a:cubicBezTo>
                  <a:cubicBezTo>
                    <a:pt x="205" y="150"/>
                    <a:pt x="205" y="150"/>
                    <a:pt x="205" y="150"/>
                  </a:cubicBezTo>
                  <a:cubicBezTo>
                    <a:pt x="206" y="150"/>
                    <a:pt x="206" y="150"/>
                    <a:pt x="206" y="150"/>
                  </a:cubicBezTo>
                  <a:cubicBezTo>
                    <a:pt x="206" y="150"/>
                    <a:pt x="206" y="150"/>
                    <a:pt x="206" y="150"/>
                  </a:cubicBezTo>
                  <a:cubicBezTo>
                    <a:pt x="206" y="150"/>
                    <a:pt x="206" y="150"/>
                    <a:pt x="206" y="150"/>
                  </a:cubicBezTo>
                  <a:cubicBezTo>
                    <a:pt x="207" y="150"/>
                    <a:pt x="207" y="150"/>
                    <a:pt x="207" y="150"/>
                  </a:cubicBezTo>
                  <a:cubicBezTo>
                    <a:pt x="207" y="150"/>
                    <a:pt x="207" y="150"/>
                    <a:pt x="207" y="150"/>
                  </a:cubicBezTo>
                  <a:cubicBezTo>
                    <a:pt x="209" y="149"/>
                    <a:pt x="209" y="149"/>
                    <a:pt x="209" y="149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1" y="147"/>
                    <a:pt x="211" y="147"/>
                    <a:pt x="211" y="147"/>
                  </a:cubicBezTo>
                  <a:cubicBezTo>
                    <a:pt x="212" y="147"/>
                    <a:pt x="212" y="147"/>
                    <a:pt x="212" y="147"/>
                  </a:cubicBezTo>
                  <a:cubicBezTo>
                    <a:pt x="213" y="146"/>
                    <a:pt x="213" y="146"/>
                    <a:pt x="213" y="146"/>
                  </a:cubicBezTo>
                  <a:cubicBezTo>
                    <a:pt x="213" y="146"/>
                    <a:pt x="213" y="146"/>
                    <a:pt x="213" y="146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214" y="144"/>
                    <a:pt x="214" y="144"/>
                    <a:pt x="214" y="144"/>
                  </a:cubicBezTo>
                  <a:cubicBezTo>
                    <a:pt x="214" y="143"/>
                    <a:pt x="214" y="143"/>
                    <a:pt x="214" y="143"/>
                  </a:cubicBezTo>
                  <a:cubicBezTo>
                    <a:pt x="214" y="142"/>
                    <a:pt x="214" y="142"/>
                    <a:pt x="214" y="142"/>
                  </a:cubicBezTo>
                  <a:cubicBezTo>
                    <a:pt x="213" y="143"/>
                    <a:pt x="213" y="143"/>
                    <a:pt x="213" y="143"/>
                  </a:cubicBezTo>
                  <a:cubicBezTo>
                    <a:pt x="212" y="143"/>
                    <a:pt x="212" y="143"/>
                    <a:pt x="212" y="143"/>
                  </a:cubicBezTo>
                  <a:cubicBezTo>
                    <a:pt x="213" y="143"/>
                    <a:pt x="213" y="143"/>
                    <a:pt x="213" y="143"/>
                  </a:cubicBezTo>
                  <a:cubicBezTo>
                    <a:pt x="212" y="144"/>
                    <a:pt x="212" y="144"/>
                    <a:pt x="212" y="144"/>
                  </a:cubicBezTo>
                  <a:cubicBezTo>
                    <a:pt x="211" y="144"/>
                    <a:pt x="211" y="144"/>
                    <a:pt x="211" y="144"/>
                  </a:cubicBezTo>
                  <a:cubicBezTo>
                    <a:pt x="211" y="144"/>
                    <a:pt x="211" y="144"/>
                    <a:pt x="211" y="144"/>
                  </a:cubicBezTo>
                  <a:cubicBezTo>
                    <a:pt x="210" y="144"/>
                    <a:pt x="210" y="144"/>
                    <a:pt x="210" y="144"/>
                  </a:cubicBezTo>
                  <a:cubicBezTo>
                    <a:pt x="210" y="143"/>
                    <a:pt x="210" y="143"/>
                    <a:pt x="210" y="143"/>
                  </a:cubicBezTo>
                  <a:cubicBezTo>
                    <a:pt x="211" y="142"/>
                    <a:pt x="211" y="142"/>
                    <a:pt x="211" y="142"/>
                  </a:cubicBezTo>
                  <a:cubicBezTo>
                    <a:pt x="211" y="142"/>
                    <a:pt x="211" y="142"/>
                    <a:pt x="211" y="142"/>
                  </a:cubicBezTo>
                  <a:cubicBezTo>
                    <a:pt x="212" y="142"/>
                    <a:pt x="212" y="142"/>
                    <a:pt x="212" y="142"/>
                  </a:cubicBezTo>
                  <a:cubicBezTo>
                    <a:pt x="213" y="141"/>
                    <a:pt x="213" y="141"/>
                    <a:pt x="213" y="141"/>
                  </a:cubicBezTo>
                  <a:cubicBezTo>
                    <a:pt x="213" y="141"/>
                    <a:pt x="213" y="141"/>
                    <a:pt x="213" y="141"/>
                  </a:cubicBezTo>
                  <a:cubicBezTo>
                    <a:pt x="213" y="140"/>
                    <a:pt x="213" y="140"/>
                    <a:pt x="213" y="140"/>
                  </a:cubicBezTo>
                  <a:cubicBezTo>
                    <a:pt x="213" y="140"/>
                    <a:pt x="213" y="140"/>
                    <a:pt x="213" y="140"/>
                  </a:cubicBezTo>
                  <a:cubicBezTo>
                    <a:pt x="214" y="139"/>
                    <a:pt x="214" y="139"/>
                    <a:pt x="214" y="139"/>
                  </a:cubicBezTo>
                  <a:cubicBezTo>
                    <a:pt x="215" y="140"/>
                    <a:pt x="215" y="140"/>
                    <a:pt x="215" y="140"/>
                  </a:cubicBezTo>
                  <a:cubicBezTo>
                    <a:pt x="215" y="140"/>
                    <a:pt x="215" y="140"/>
                    <a:pt x="215" y="140"/>
                  </a:cubicBezTo>
                  <a:cubicBezTo>
                    <a:pt x="214" y="141"/>
                    <a:pt x="214" y="141"/>
                    <a:pt x="214" y="141"/>
                  </a:cubicBezTo>
                  <a:cubicBezTo>
                    <a:pt x="215" y="141"/>
                    <a:pt x="215" y="141"/>
                    <a:pt x="215" y="141"/>
                  </a:cubicBezTo>
                  <a:cubicBezTo>
                    <a:pt x="216" y="141"/>
                    <a:pt x="216" y="141"/>
                    <a:pt x="216" y="141"/>
                  </a:cubicBezTo>
                  <a:cubicBezTo>
                    <a:pt x="216" y="139"/>
                    <a:pt x="216" y="139"/>
                    <a:pt x="216" y="139"/>
                  </a:cubicBezTo>
                  <a:cubicBezTo>
                    <a:pt x="216" y="139"/>
                    <a:pt x="216" y="139"/>
                    <a:pt x="216" y="139"/>
                  </a:cubicBezTo>
                  <a:cubicBezTo>
                    <a:pt x="215" y="138"/>
                    <a:pt x="215" y="138"/>
                    <a:pt x="215" y="138"/>
                  </a:cubicBezTo>
                  <a:cubicBezTo>
                    <a:pt x="215" y="138"/>
                    <a:pt x="215" y="138"/>
                    <a:pt x="215" y="138"/>
                  </a:cubicBezTo>
                  <a:cubicBezTo>
                    <a:pt x="214" y="138"/>
                    <a:pt x="214" y="138"/>
                    <a:pt x="214" y="138"/>
                  </a:cubicBezTo>
                  <a:cubicBezTo>
                    <a:pt x="213" y="138"/>
                    <a:pt x="213" y="138"/>
                    <a:pt x="213" y="138"/>
                  </a:cubicBezTo>
                  <a:cubicBezTo>
                    <a:pt x="212" y="137"/>
                    <a:pt x="212" y="137"/>
                    <a:pt x="212" y="137"/>
                  </a:cubicBezTo>
                  <a:cubicBezTo>
                    <a:pt x="213" y="136"/>
                    <a:pt x="213" y="136"/>
                    <a:pt x="213" y="136"/>
                  </a:cubicBezTo>
                  <a:cubicBezTo>
                    <a:pt x="212" y="137"/>
                    <a:pt x="212" y="137"/>
                    <a:pt x="212" y="137"/>
                  </a:cubicBezTo>
                  <a:cubicBezTo>
                    <a:pt x="212" y="137"/>
                    <a:pt x="212" y="137"/>
                    <a:pt x="212" y="137"/>
                  </a:cubicBezTo>
                  <a:cubicBezTo>
                    <a:pt x="211" y="136"/>
                    <a:pt x="211" y="136"/>
                    <a:pt x="211" y="136"/>
                  </a:cubicBezTo>
                  <a:cubicBezTo>
                    <a:pt x="210" y="135"/>
                    <a:pt x="210" y="135"/>
                    <a:pt x="210" y="135"/>
                  </a:cubicBezTo>
                  <a:cubicBezTo>
                    <a:pt x="210" y="134"/>
                    <a:pt x="210" y="134"/>
                    <a:pt x="210" y="134"/>
                  </a:cubicBezTo>
                  <a:cubicBezTo>
                    <a:pt x="210" y="134"/>
                    <a:pt x="210" y="134"/>
                    <a:pt x="210" y="134"/>
                  </a:cubicBezTo>
                  <a:cubicBezTo>
                    <a:pt x="209" y="134"/>
                    <a:pt x="209" y="134"/>
                    <a:pt x="209" y="134"/>
                  </a:cubicBezTo>
                  <a:cubicBezTo>
                    <a:pt x="209" y="134"/>
                    <a:pt x="209" y="134"/>
                    <a:pt x="209" y="134"/>
                  </a:cubicBezTo>
                  <a:cubicBezTo>
                    <a:pt x="209" y="133"/>
                    <a:pt x="209" y="133"/>
                    <a:pt x="209" y="133"/>
                  </a:cubicBezTo>
                  <a:cubicBezTo>
                    <a:pt x="209" y="133"/>
                    <a:pt x="209" y="133"/>
                    <a:pt x="209" y="133"/>
                  </a:cubicBezTo>
                  <a:cubicBezTo>
                    <a:pt x="209" y="132"/>
                    <a:pt x="209" y="132"/>
                    <a:pt x="209" y="132"/>
                  </a:cubicBezTo>
                  <a:cubicBezTo>
                    <a:pt x="209" y="131"/>
                    <a:pt x="209" y="131"/>
                    <a:pt x="209" y="131"/>
                  </a:cubicBezTo>
                  <a:cubicBezTo>
                    <a:pt x="209" y="129"/>
                    <a:pt x="209" y="129"/>
                    <a:pt x="209" y="129"/>
                  </a:cubicBezTo>
                  <a:cubicBezTo>
                    <a:pt x="209" y="129"/>
                    <a:pt x="209" y="129"/>
                    <a:pt x="209" y="129"/>
                  </a:cubicBezTo>
                  <a:cubicBezTo>
                    <a:pt x="211" y="128"/>
                    <a:pt x="211" y="128"/>
                    <a:pt x="211" y="128"/>
                  </a:cubicBezTo>
                  <a:cubicBezTo>
                    <a:pt x="212" y="127"/>
                    <a:pt x="212" y="127"/>
                    <a:pt x="212" y="127"/>
                  </a:cubicBezTo>
                  <a:cubicBezTo>
                    <a:pt x="212" y="127"/>
                    <a:pt x="212" y="127"/>
                    <a:pt x="212" y="127"/>
                  </a:cubicBezTo>
                  <a:cubicBezTo>
                    <a:pt x="212" y="127"/>
                    <a:pt x="212" y="127"/>
                    <a:pt x="212" y="127"/>
                  </a:cubicBezTo>
                  <a:cubicBezTo>
                    <a:pt x="213" y="127"/>
                    <a:pt x="213" y="127"/>
                    <a:pt x="213" y="127"/>
                  </a:cubicBezTo>
                  <a:cubicBezTo>
                    <a:pt x="213" y="126"/>
                    <a:pt x="213" y="126"/>
                    <a:pt x="213" y="126"/>
                  </a:cubicBezTo>
                  <a:cubicBezTo>
                    <a:pt x="213" y="126"/>
                    <a:pt x="213" y="126"/>
                    <a:pt x="213" y="126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211" y="125"/>
                    <a:pt x="211" y="125"/>
                    <a:pt x="211" y="125"/>
                  </a:cubicBezTo>
                  <a:cubicBezTo>
                    <a:pt x="211" y="124"/>
                    <a:pt x="211" y="124"/>
                    <a:pt x="211" y="124"/>
                  </a:cubicBezTo>
                  <a:cubicBezTo>
                    <a:pt x="213" y="123"/>
                    <a:pt x="213" y="123"/>
                    <a:pt x="213" y="123"/>
                  </a:cubicBezTo>
                  <a:cubicBezTo>
                    <a:pt x="213" y="122"/>
                    <a:pt x="213" y="122"/>
                    <a:pt x="213" y="122"/>
                  </a:cubicBezTo>
                  <a:cubicBezTo>
                    <a:pt x="214" y="121"/>
                    <a:pt x="214" y="121"/>
                    <a:pt x="214" y="121"/>
                  </a:cubicBezTo>
                  <a:cubicBezTo>
                    <a:pt x="214" y="120"/>
                    <a:pt x="214" y="120"/>
                    <a:pt x="214" y="120"/>
                  </a:cubicBezTo>
                  <a:cubicBezTo>
                    <a:pt x="215" y="120"/>
                    <a:pt x="215" y="120"/>
                    <a:pt x="215" y="120"/>
                  </a:cubicBezTo>
                  <a:cubicBezTo>
                    <a:pt x="216" y="119"/>
                    <a:pt x="216" y="119"/>
                    <a:pt x="216" y="119"/>
                  </a:cubicBezTo>
                  <a:cubicBezTo>
                    <a:pt x="217" y="119"/>
                    <a:pt x="217" y="119"/>
                    <a:pt x="217" y="119"/>
                  </a:cubicBezTo>
                  <a:cubicBezTo>
                    <a:pt x="217" y="119"/>
                    <a:pt x="217" y="119"/>
                    <a:pt x="217" y="119"/>
                  </a:cubicBezTo>
                  <a:cubicBezTo>
                    <a:pt x="217" y="120"/>
                    <a:pt x="217" y="120"/>
                    <a:pt x="217" y="120"/>
                  </a:cubicBezTo>
                  <a:cubicBezTo>
                    <a:pt x="217" y="121"/>
                    <a:pt x="217" y="121"/>
                    <a:pt x="217" y="121"/>
                  </a:cubicBezTo>
                  <a:cubicBezTo>
                    <a:pt x="217" y="121"/>
                    <a:pt x="217" y="121"/>
                    <a:pt x="217" y="121"/>
                  </a:cubicBezTo>
                  <a:cubicBezTo>
                    <a:pt x="218" y="121"/>
                    <a:pt x="218" y="121"/>
                    <a:pt x="218" y="121"/>
                  </a:cubicBezTo>
                  <a:cubicBezTo>
                    <a:pt x="218" y="120"/>
                    <a:pt x="218" y="120"/>
                    <a:pt x="218" y="120"/>
                  </a:cubicBezTo>
                  <a:cubicBezTo>
                    <a:pt x="219" y="119"/>
                    <a:pt x="219" y="119"/>
                    <a:pt x="219" y="119"/>
                  </a:cubicBezTo>
                  <a:cubicBezTo>
                    <a:pt x="219" y="119"/>
                    <a:pt x="219" y="119"/>
                    <a:pt x="219" y="119"/>
                  </a:cubicBezTo>
                  <a:cubicBezTo>
                    <a:pt x="219" y="119"/>
                    <a:pt x="219" y="119"/>
                    <a:pt x="219" y="119"/>
                  </a:cubicBezTo>
                  <a:cubicBezTo>
                    <a:pt x="218" y="118"/>
                    <a:pt x="218" y="118"/>
                    <a:pt x="218" y="118"/>
                  </a:cubicBezTo>
                  <a:cubicBezTo>
                    <a:pt x="217" y="118"/>
                    <a:pt x="217" y="118"/>
                    <a:pt x="217" y="118"/>
                  </a:cubicBezTo>
                  <a:cubicBezTo>
                    <a:pt x="218" y="117"/>
                    <a:pt x="218" y="117"/>
                    <a:pt x="218" y="117"/>
                  </a:cubicBezTo>
                  <a:cubicBezTo>
                    <a:pt x="219" y="117"/>
                    <a:pt x="219" y="117"/>
                    <a:pt x="219" y="117"/>
                  </a:cubicBezTo>
                  <a:cubicBezTo>
                    <a:pt x="220" y="116"/>
                    <a:pt x="220" y="116"/>
                    <a:pt x="220" y="116"/>
                  </a:cubicBezTo>
                  <a:cubicBezTo>
                    <a:pt x="221" y="116"/>
                    <a:pt x="221" y="116"/>
                    <a:pt x="221" y="116"/>
                  </a:cubicBezTo>
                  <a:cubicBezTo>
                    <a:pt x="221" y="115"/>
                    <a:pt x="221" y="115"/>
                    <a:pt x="221" y="115"/>
                  </a:cubicBezTo>
                  <a:cubicBezTo>
                    <a:pt x="221" y="115"/>
                    <a:pt x="221" y="115"/>
                    <a:pt x="221" y="115"/>
                  </a:cubicBezTo>
                  <a:cubicBezTo>
                    <a:pt x="222" y="115"/>
                    <a:pt x="222" y="115"/>
                    <a:pt x="222" y="115"/>
                  </a:cubicBezTo>
                  <a:cubicBezTo>
                    <a:pt x="224" y="115"/>
                    <a:pt x="224" y="115"/>
                    <a:pt x="224" y="115"/>
                  </a:cubicBezTo>
                  <a:cubicBezTo>
                    <a:pt x="224" y="116"/>
                    <a:pt x="224" y="116"/>
                    <a:pt x="224" y="116"/>
                  </a:cubicBezTo>
                  <a:cubicBezTo>
                    <a:pt x="224" y="116"/>
                    <a:pt x="224" y="116"/>
                    <a:pt x="224" y="116"/>
                  </a:cubicBezTo>
                  <a:cubicBezTo>
                    <a:pt x="224" y="117"/>
                    <a:pt x="224" y="117"/>
                    <a:pt x="224" y="117"/>
                  </a:cubicBezTo>
                  <a:cubicBezTo>
                    <a:pt x="225" y="117"/>
                    <a:pt x="225" y="117"/>
                    <a:pt x="225" y="117"/>
                  </a:cubicBezTo>
                  <a:cubicBezTo>
                    <a:pt x="226" y="118"/>
                    <a:pt x="226" y="118"/>
                    <a:pt x="226" y="118"/>
                  </a:cubicBezTo>
                  <a:cubicBezTo>
                    <a:pt x="225" y="118"/>
                    <a:pt x="225" y="118"/>
                    <a:pt x="225" y="118"/>
                  </a:cubicBezTo>
                  <a:cubicBezTo>
                    <a:pt x="225" y="119"/>
                    <a:pt x="225" y="119"/>
                    <a:pt x="225" y="119"/>
                  </a:cubicBezTo>
                  <a:cubicBezTo>
                    <a:pt x="225" y="119"/>
                    <a:pt x="225" y="119"/>
                    <a:pt x="225" y="119"/>
                  </a:cubicBezTo>
                  <a:cubicBezTo>
                    <a:pt x="225" y="120"/>
                    <a:pt x="225" y="120"/>
                    <a:pt x="225" y="120"/>
                  </a:cubicBezTo>
                  <a:cubicBezTo>
                    <a:pt x="226" y="121"/>
                    <a:pt x="226" y="121"/>
                    <a:pt x="226" y="121"/>
                  </a:cubicBezTo>
                  <a:cubicBezTo>
                    <a:pt x="226" y="121"/>
                    <a:pt x="226" y="121"/>
                    <a:pt x="226" y="121"/>
                  </a:cubicBezTo>
                  <a:cubicBezTo>
                    <a:pt x="226" y="123"/>
                    <a:pt x="226" y="123"/>
                    <a:pt x="226" y="123"/>
                  </a:cubicBezTo>
                  <a:cubicBezTo>
                    <a:pt x="226" y="123"/>
                    <a:pt x="226" y="123"/>
                    <a:pt x="226" y="123"/>
                  </a:cubicBezTo>
                  <a:cubicBezTo>
                    <a:pt x="226" y="123"/>
                    <a:pt x="226" y="123"/>
                    <a:pt x="226" y="123"/>
                  </a:cubicBezTo>
                  <a:cubicBezTo>
                    <a:pt x="226" y="124"/>
                    <a:pt x="226" y="124"/>
                    <a:pt x="226" y="124"/>
                  </a:cubicBezTo>
                  <a:cubicBezTo>
                    <a:pt x="226" y="125"/>
                    <a:pt x="226" y="125"/>
                    <a:pt x="226" y="125"/>
                  </a:cubicBezTo>
                  <a:cubicBezTo>
                    <a:pt x="225" y="126"/>
                    <a:pt x="225" y="126"/>
                    <a:pt x="225" y="126"/>
                  </a:cubicBezTo>
                  <a:cubicBezTo>
                    <a:pt x="225" y="127"/>
                    <a:pt x="225" y="127"/>
                    <a:pt x="225" y="127"/>
                  </a:cubicBezTo>
                  <a:cubicBezTo>
                    <a:pt x="224" y="127"/>
                    <a:pt x="224" y="127"/>
                    <a:pt x="224" y="127"/>
                  </a:cubicBezTo>
                  <a:cubicBezTo>
                    <a:pt x="225" y="128"/>
                    <a:pt x="225" y="128"/>
                    <a:pt x="225" y="128"/>
                  </a:cubicBezTo>
                  <a:cubicBezTo>
                    <a:pt x="225" y="128"/>
                    <a:pt x="225" y="128"/>
                    <a:pt x="225" y="128"/>
                  </a:cubicBezTo>
                  <a:cubicBezTo>
                    <a:pt x="225" y="129"/>
                    <a:pt x="225" y="129"/>
                    <a:pt x="225" y="129"/>
                  </a:cubicBezTo>
                  <a:cubicBezTo>
                    <a:pt x="225" y="130"/>
                    <a:pt x="225" y="130"/>
                    <a:pt x="225" y="130"/>
                  </a:cubicBezTo>
                  <a:cubicBezTo>
                    <a:pt x="225" y="130"/>
                    <a:pt x="225" y="130"/>
                    <a:pt x="225" y="130"/>
                  </a:cubicBezTo>
                  <a:cubicBezTo>
                    <a:pt x="225" y="131"/>
                    <a:pt x="225" y="131"/>
                    <a:pt x="225" y="131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6" y="132"/>
                    <a:pt x="226" y="132"/>
                    <a:pt x="226" y="132"/>
                  </a:cubicBezTo>
                  <a:cubicBezTo>
                    <a:pt x="226" y="133"/>
                    <a:pt x="226" y="133"/>
                    <a:pt x="226" y="133"/>
                  </a:cubicBezTo>
                  <a:cubicBezTo>
                    <a:pt x="226" y="134"/>
                    <a:pt x="226" y="134"/>
                    <a:pt x="226" y="134"/>
                  </a:cubicBezTo>
                  <a:cubicBezTo>
                    <a:pt x="226" y="134"/>
                    <a:pt x="226" y="134"/>
                    <a:pt x="226" y="134"/>
                  </a:cubicBezTo>
                  <a:cubicBezTo>
                    <a:pt x="225" y="134"/>
                    <a:pt x="225" y="134"/>
                    <a:pt x="225" y="134"/>
                  </a:cubicBezTo>
                  <a:cubicBezTo>
                    <a:pt x="224" y="134"/>
                    <a:pt x="224" y="134"/>
                    <a:pt x="224" y="134"/>
                  </a:cubicBezTo>
                  <a:cubicBezTo>
                    <a:pt x="224" y="133"/>
                    <a:pt x="224" y="133"/>
                    <a:pt x="224" y="133"/>
                  </a:cubicBezTo>
                  <a:cubicBezTo>
                    <a:pt x="224" y="133"/>
                    <a:pt x="224" y="133"/>
                    <a:pt x="224" y="133"/>
                  </a:cubicBezTo>
                  <a:cubicBezTo>
                    <a:pt x="223" y="133"/>
                    <a:pt x="223" y="133"/>
                    <a:pt x="223" y="133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2" y="134"/>
                    <a:pt x="222" y="134"/>
                    <a:pt x="222" y="134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4" y="135"/>
                    <a:pt x="224" y="135"/>
                    <a:pt x="224" y="135"/>
                  </a:cubicBezTo>
                  <a:cubicBezTo>
                    <a:pt x="224" y="135"/>
                    <a:pt x="224" y="135"/>
                    <a:pt x="224" y="135"/>
                  </a:cubicBezTo>
                  <a:cubicBezTo>
                    <a:pt x="221" y="137"/>
                    <a:pt x="221" y="137"/>
                    <a:pt x="221" y="137"/>
                  </a:cubicBezTo>
                  <a:cubicBezTo>
                    <a:pt x="221" y="137"/>
                    <a:pt x="221" y="137"/>
                    <a:pt x="221" y="137"/>
                  </a:cubicBezTo>
                  <a:cubicBezTo>
                    <a:pt x="220" y="137"/>
                    <a:pt x="220" y="137"/>
                    <a:pt x="220" y="137"/>
                  </a:cubicBezTo>
                  <a:cubicBezTo>
                    <a:pt x="220" y="137"/>
                    <a:pt x="220" y="137"/>
                    <a:pt x="220" y="137"/>
                  </a:cubicBezTo>
                  <a:cubicBezTo>
                    <a:pt x="220" y="138"/>
                    <a:pt x="220" y="138"/>
                    <a:pt x="220" y="138"/>
                  </a:cubicBezTo>
                  <a:cubicBezTo>
                    <a:pt x="220" y="139"/>
                    <a:pt x="220" y="139"/>
                    <a:pt x="220" y="139"/>
                  </a:cubicBezTo>
                  <a:cubicBezTo>
                    <a:pt x="221" y="138"/>
                    <a:pt x="221" y="138"/>
                    <a:pt x="221" y="138"/>
                  </a:cubicBezTo>
                  <a:cubicBezTo>
                    <a:pt x="222" y="139"/>
                    <a:pt x="222" y="139"/>
                    <a:pt x="222" y="139"/>
                  </a:cubicBezTo>
                  <a:cubicBezTo>
                    <a:pt x="222" y="139"/>
                    <a:pt x="222" y="139"/>
                    <a:pt x="222" y="139"/>
                  </a:cubicBezTo>
                  <a:cubicBezTo>
                    <a:pt x="222" y="140"/>
                    <a:pt x="222" y="140"/>
                    <a:pt x="222" y="140"/>
                  </a:cubicBezTo>
                  <a:cubicBezTo>
                    <a:pt x="224" y="140"/>
                    <a:pt x="224" y="140"/>
                    <a:pt x="224" y="140"/>
                  </a:cubicBezTo>
                  <a:cubicBezTo>
                    <a:pt x="224" y="139"/>
                    <a:pt x="224" y="139"/>
                    <a:pt x="224" y="139"/>
                  </a:cubicBezTo>
                  <a:cubicBezTo>
                    <a:pt x="224" y="139"/>
                    <a:pt x="224" y="139"/>
                    <a:pt x="224" y="139"/>
                  </a:cubicBezTo>
                  <a:cubicBezTo>
                    <a:pt x="225" y="139"/>
                    <a:pt x="225" y="139"/>
                    <a:pt x="225" y="139"/>
                  </a:cubicBezTo>
                  <a:cubicBezTo>
                    <a:pt x="224" y="140"/>
                    <a:pt x="224" y="140"/>
                    <a:pt x="224" y="140"/>
                  </a:cubicBezTo>
                  <a:cubicBezTo>
                    <a:pt x="224" y="140"/>
                    <a:pt x="224" y="140"/>
                    <a:pt x="224" y="140"/>
                  </a:cubicBezTo>
                  <a:cubicBezTo>
                    <a:pt x="225" y="140"/>
                    <a:pt x="225" y="140"/>
                    <a:pt x="225" y="140"/>
                  </a:cubicBezTo>
                  <a:cubicBezTo>
                    <a:pt x="226" y="141"/>
                    <a:pt x="226" y="141"/>
                    <a:pt x="226" y="141"/>
                  </a:cubicBezTo>
                  <a:cubicBezTo>
                    <a:pt x="226" y="140"/>
                    <a:pt x="226" y="140"/>
                    <a:pt x="226" y="140"/>
                  </a:cubicBezTo>
                  <a:cubicBezTo>
                    <a:pt x="227" y="140"/>
                    <a:pt x="227" y="140"/>
                    <a:pt x="227" y="140"/>
                  </a:cubicBezTo>
                  <a:cubicBezTo>
                    <a:pt x="226" y="141"/>
                    <a:pt x="226" y="141"/>
                    <a:pt x="226" y="141"/>
                  </a:cubicBezTo>
                  <a:cubicBezTo>
                    <a:pt x="226" y="141"/>
                    <a:pt x="226" y="141"/>
                    <a:pt x="226" y="141"/>
                  </a:cubicBezTo>
                  <a:cubicBezTo>
                    <a:pt x="225" y="142"/>
                    <a:pt x="225" y="142"/>
                    <a:pt x="225" y="142"/>
                  </a:cubicBezTo>
                  <a:cubicBezTo>
                    <a:pt x="224" y="142"/>
                    <a:pt x="224" y="142"/>
                    <a:pt x="224" y="142"/>
                  </a:cubicBezTo>
                  <a:cubicBezTo>
                    <a:pt x="224" y="141"/>
                    <a:pt x="224" y="141"/>
                    <a:pt x="224" y="141"/>
                  </a:cubicBezTo>
                  <a:cubicBezTo>
                    <a:pt x="224" y="141"/>
                    <a:pt x="224" y="141"/>
                    <a:pt x="224" y="141"/>
                  </a:cubicBezTo>
                  <a:cubicBezTo>
                    <a:pt x="223" y="141"/>
                    <a:pt x="223" y="141"/>
                    <a:pt x="223" y="141"/>
                  </a:cubicBezTo>
                  <a:cubicBezTo>
                    <a:pt x="223" y="141"/>
                    <a:pt x="223" y="141"/>
                    <a:pt x="223" y="141"/>
                  </a:cubicBezTo>
                  <a:cubicBezTo>
                    <a:pt x="224" y="142"/>
                    <a:pt x="224" y="142"/>
                    <a:pt x="224" y="142"/>
                  </a:cubicBezTo>
                  <a:cubicBezTo>
                    <a:pt x="224" y="143"/>
                    <a:pt x="224" y="143"/>
                    <a:pt x="224" y="143"/>
                  </a:cubicBezTo>
                  <a:cubicBezTo>
                    <a:pt x="225" y="144"/>
                    <a:pt x="225" y="144"/>
                    <a:pt x="225" y="144"/>
                  </a:cubicBezTo>
                  <a:cubicBezTo>
                    <a:pt x="225" y="145"/>
                    <a:pt x="225" y="145"/>
                    <a:pt x="225" y="145"/>
                  </a:cubicBezTo>
                  <a:cubicBezTo>
                    <a:pt x="225" y="145"/>
                    <a:pt x="225" y="145"/>
                    <a:pt x="225" y="145"/>
                  </a:cubicBezTo>
                  <a:cubicBezTo>
                    <a:pt x="225" y="146"/>
                    <a:pt x="225" y="146"/>
                    <a:pt x="225" y="146"/>
                  </a:cubicBezTo>
                  <a:cubicBezTo>
                    <a:pt x="224" y="146"/>
                    <a:pt x="224" y="146"/>
                    <a:pt x="224" y="146"/>
                  </a:cubicBezTo>
                  <a:cubicBezTo>
                    <a:pt x="224" y="147"/>
                    <a:pt x="224" y="147"/>
                    <a:pt x="224" y="147"/>
                  </a:cubicBezTo>
                  <a:cubicBezTo>
                    <a:pt x="224" y="148"/>
                    <a:pt x="224" y="148"/>
                    <a:pt x="224" y="148"/>
                  </a:cubicBezTo>
                  <a:cubicBezTo>
                    <a:pt x="223" y="149"/>
                    <a:pt x="223" y="149"/>
                    <a:pt x="223" y="149"/>
                  </a:cubicBezTo>
                  <a:cubicBezTo>
                    <a:pt x="223" y="149"/>
                    <a:pt x="223" y="149"/>
                    <a:pt x="223" y="149"/>
                  </a:cubicBezTo>
                  <a:cubicBezTo>
                    <a:pt x="223" y="150"/>
                    <a:pt x="223" y="150"/>
                    <a:pt x="223" y="150"/>
                  </a:cubicBezTo>
                  <a:cubicBezTo>
                    <a:pt x="223" y="150"/>
                    <a:pt x="223" y="150"/>
                    <a:pt x="223" y="150"/>
                  </a:cubicBezTo>
                  <a:cubicBezTo>
                    <a:pt x="223" y="151"/>
                    <a:pt x="223" y="151"/>
                    <a:pt x="223" y="151"/>
                  </a:cubicBezTo>
                  <a:cubicBezTo>
                    <a:pt x="223" y="151"/>
                    <a:pt x="223" y="151"/>
                    <a:pt x="223" y="151"/>
                  </a:cubicBezTo>
                  <a:cubicBezTo>
                    <a:pt x="224" y="150"/>
                    <a:pt x="224" y="150"/>
                    <a:pt x="224" y="150"/>
                  </a:cubicBezTo>
                  <a:cubicBezTo>
                    <a:pt x="224" y="150"/>
                    <a:pt x="224" y="150"/>
                    <a:pt x="224" y="150"/>
                  </a:cubicBezTo>
                  <a:cubicBezTo>
                    <a:pt x="225" y="149"/>
                    <a:pt x="225" y="149"/>
                    <a:pt x="225" y="149"/>
                  </a:cubicBezTo>
                  <a:cubicBezTo>
                    <a:pt x="226" y="149"/>
                    <a:pt x="226" y="149"/>
                    <a:pt x="226" y="149"/>
                  </a:cubicBezTo>
                  <a:cubicBezTo>
                    <a:pt x="225" y="148"/>
                    <a:pt x="225" y="148"/>
                    <a:pt x="225" y="148"/>
                  </a:cubicBezTo>
                  <a:cubicBezTo>
                    <a:pt x="226" y="148"/>
                    <a:pt x="226" y="148"/>
                    <a:pt x="226" y="148"/>
                  </a:cubicBezTo>
                  <a:cubicBezTo>
                    <a:pt x="226" y="148"/>
                    <a:pt x="226" y="148"/>
                    <a:pt x="226" y="148"/>
                  </a:cubicBezTo>
                  <a:cubicBezTo>
                    <a:pt x="227" y="148"/>
                    <a:pt x="227" y="148"/>
                    <a:pt x="227" y="148"/>
                  </a:cubicBezTo>
                  <a:cubicBezTo>
                    <a:pt x="227" y="147"/>
                    <a:pt x="227" y="147"/>
                    <a:pt x="227" y="147"/>
                  </a:cubicBezTo>
                  <a:cubicBezTo>
                    <a:pt x="227" y="146"/>
                    <a:pt x="227" y="146"/>
                    <a:pt x="227" y="146"/>
                  </a:cubicBezTo>
                  <a:cubicBezTo>
                    <a:pt x="228" y="145"/>
                    <a:pt x="228" y="145"/>
                    <a:pt x="228" y="145"/>
                  </a:cubicBezTo>
                  <a:cubicBezTo>
                    <a:pt x="229" y="143"/>
                    <a:pt x="229" y="143"/>
                    <a:pt x="229" y="143"/>
                  </a:cubicBezTo>
                  <a:cubicBezTo>
                    <a:pt x="230" y="143"/>
                    <a:pt x="230" y="143"/>
                    <a:pt x="230" y="143"/>
                  </a:cubicBezTo>
                  <a:cubicBezTo>
                    <a:pt x="230" y="143"/>
                    <a:pt x="230" y="143"/>
                    <a:pt x="230" y="143"/>
                  </a:cubicBezTo>
                  <a:cubicBezTo>
                    <a:pt x="230" y="143"/>
                    <a:pt x="230" y="143"/>
                    <a:pt x="230" y="143"/>
                  </a:cubicBezTo>
                  <a:cubicBezTo>
                    <a:pt x="230" y="144"/>
                    <a:pt x="230" y="144"/>
                    <a:pt x="230" y="144"/>
                  </a:cubicBezTo>
                  <a:cubicBezTo>
                    <a:pt x="231" y="145"/>
                    <a:pt x="231" y="145"/>
                    <a:pt x="231" y="145"/>
                  </a:cubicBezTo>
                  <a:cubicBezTo>
                    <a:pt x="231" y="146"/>
                    <a:pt x="231" y="146"/>
                    <a:pt x="231" y="146"/>
                  </a:cubicBezTo>
                  <a:cubicBezTo>
                    <a:pt x="232" y="147"/>
                    <a:pt x="232" y="147"/>
                    <a:pt x="232" y="147"/>
                  </a:cubicBezTo>
                  <a:cubicBezTo>
                    <a:pt x="232" y="148"/>
                    <a:pt x="232" y="148"/>
                    <a:pt x="232" y="148"/>
                  </a:cubicBezTo>
                  <a:cubicBezTo>
                    <a:pt x="232" y="149"/>
                    <a:pt x="232" y="149"/>
                    <a:pt x="232" y="149"/>
                  </a:cubicBezTo>
                  <a:cubicBezTo>
                    <a:pt x="232" y="150"/>
                    <a:pt x="232" y="150"/>
                    <a:pt x="232" y="150"/>
                  </a:cubicBezTo>
                  <a:cubicBezTo>
                    <a:pt x="232" y="151"/>
                    <a:pt x="232" y="151"/>
                    <a:pt x="232" y="151"/>
                  </a:cubicBezTo>
                  <a:cubicBezTo>
                    <a:pt x="231" y="151"/>
                    <a:pt x="231" y="151"/>
                    <a:pt x="231" y="151"/>
                  </a:cubicBezTo>
                  <a:cubicBezTo>
                    <a:pt x="230" y="151"/>
                    <a:pt x="230" y="151"/>
                    <a:pt x="230" y="151"/>
                  </a:cubicBezTo>
                  <a:cubicBezTo>
                    <a:pt x="230" y="151"/>
                    <a:pt x="230" y="151"/>
                    <a:pt x="230" y="151"/>
                  </a:cubicBezTo>
                  <a:cubicBezTo>
                    <a:pt x="230" y="152"/>
                    <a:pt x="230" y="152"/>
                    <a:pt x="230" y="152"/>
                  </a:cubicBezTo>
                  <a:cubicBezTo>
                    <a:pt x="230" y="153"/>
                    <a:pt x="230" y="153"/>
                    <a:pt x="230" y="153"/>
                  </a:cubicBezTo>
                  <a:cubicBezTo>
                    <a:pt x="229" y="154"/>
                    <a:pt x="229" y="154"/>
                    <a:pt x="229" y="154"/>
                  </a:cubicBezTo>
                  <a:cubicBezTo>
                    <a:pt x="229" y="155"/>
                    <a:pt x="229" y="155"/>
                    <a:pt x="229" y="155"/>
                  </a:cubicBezTo>
                  <a:cubicBezTo>
                    <a:pt x="229" y="155"/>
                    <a:pt x="229" y="155"/>
                    <a:pt x="229" y="155"/>
                  </a:cubicBezTo>
                  <a:cubicBezTo>
                    <a:pt x="229" y="156"/>
                    <a:pt x="229" y="156"/>
                    <a:pt x="229" y="156"/>
                  </a:cubicBezTo>
                  <a:cubicBezTo>
                    <a:pt x="230" y="159"/>
                    <a:pt x="230" y="159"/>
                    <a:pt x="230" y="159"/>
                  </a:cubicBezTo>
                  <a:cubicBezTo>
                    <a:pt x="230" y="160"/>
                    <a:pt x="230" y="160"/>
                    <a:pt x="230" y="160"/>
                  </a:cubicBezTo>
                  <a:cubicBezTo>
                    <a:pt x="230" y="161"/>
                    <a:pt x="230" y="161"/>
                    <a:pt x="230" y="161"/>
                  </a:cubicBezTo>
                  <a:cubicBezTo>
                    <a:pt x="231" y="162"/>
                    <a:pt x="231" y="162"/>
                    <a:pt x="231" y="162"/>
                  </a:cubicBezTo>
                  <a:cubicBezTo>
                    <a:pt x="231" y="162"/>
                    <a:pt x="231" y="162"/>
                    <a:pt x="231" y="162"/>
                  </a:cubicBezTo>
                  <a:cubicBezTo>
                    <a:pt x="231" y="161"/>
                    <a:pt x="231" y="161"/>
                    <a:pt x="231" y="161"/>
                  </a:cubicBezTo>
                  <a:cubicBezTo>
                    <a:pt x="231" y="160"/>
                    <a:pt x="231" y="160"/>
                    <a:pt x="231" y="160"/>
                  </a:cubicBezTo>
                  <a:cubicBezTo>
                    <a:pt x="232" y="160"/>
                    <a:pt x="232" y="160"/>
                    <a:pt x="232" y="160"/>
                  </a:cubicBezTo>
                  <a:cubicBezTo>
                    <a:pt x="232" y="160"/>
                    <a:pt x="232" y="160"/>
                    <a:pt x="232" y="160"/>
                  </a:cubicBezTo>
                  <a:cubicBezTo>
                    <a:pt x="233" y="161"/>
                    <a:pt x="233" y="161"/>
                    <a:pt x="233" y="161"/>
                  </a:cubicBezTo>
                  <a:cubicBezTo>
                    <a:pt x="233" y="161"/>
                    <a:pt x="233" y="161"/>
                    <a:pt x="233" y="161"/>
                  </a:cubicBezTo>
                  <a:cubicBezTo>
                    <a:pt x="233" y="160"/>
                    <a:pt x="233" y="160"/>
                    <a:pt x="233" y="160"/>
                  </a:cubicBezTo>
                  <a:cubicBezTo>
                    <a:pt x="234" y="159"/>
                    <a:pt x="234" y="159"/>
                    <a:pt x="234" y="159"/>
                  </a:cubicBezTo>
                  <a:cubicBezTo>
                    <a:pt x="234" y="158"/>
                    <a:pt x="234" y="158"/>
                    <a:pt x="234" y="158"/>
                  </a:cubicBezTo>
                  <a:cubicBezTo>
                    <a:pt x="235" y="158"/>
                    <a:pt x="235" y="158"/>
                    <a:pt x="235" y="158"/>
                  </a:cubicBezTo>
                  <a:cubicBezTo>
                    <a:pt x="236" y="157"/>
                    <a:pt x="236" y="157"/>
                    <a:pt x="236" y="157"/>
                  </a:cubicBezTo>
                  <a:cubicBezTo>
                    <a:pt x="236" y="156"/>
                    <a:pt x="236" y="156"/>
                    <a:pt x="236" y="156"/>
                  </a:cubicBezTo>
                  <a:cubicBezTo>
                    <a:pt x="236" y="156"/>
                    <a:pt x="236" y="156"/>
                    <a:pt x="236" y="156"/>
                  </a:cubicBezTo>
                  <a:cubicBezTo>
                    <a:pt x="238" y="155"/>
                    <a:pt x="238" y="155"/>
                    <a:pt x="238" y="155"/>
                  </a:cubicBezTo>
                  <a:cubicBezTo>
                    <a:pt x="239" y="153"/>
                    <a:pt x="239" y="153"/>
                    <a:pt x="239" y="153"/>
                  </a:cubicBezTo>
                  <a:cubicBezTo>
                    <a:pt x="240" y="151"/>
                    <a:pt x="240" y="151"/>
                    <a:pt x="240" y="151"/>
                  </a:cubicBezTo>
                  <a:cubicBezTo>
                    <a:pt x="240" y="150"/>
                    <a:pt x="240" y="150"/>
                    <a:pt x="240" y="150"/>
                  </a:cubicBezTo>
                  <a:cubicBezTo>
                    <a:pt x="241" y="149"/>
                    <a:pt x="241" y="149"/>
                    <a:pt x="241" y="149"/>
                  </a:cubicBezTo>
                  <a:cubicBezTo>
                    <a:pt x="242" y="150"/>
                    <a:pt x="242" y="150"/>
                    <a:pt x="242" y="150"/>
                  </a:cubicBezTo>
                  <a:cubicBezTo>
                    <a:pt x="243" y="150"/>
                    <a:pt x="243" y="150"/>
                    <a:pt x="243" y="150"/>
                  </a:cubicBezTo>
                  <a:cubicBezTo>
                    <a:pt x="243" y="150"/>
                    <a:pt x="243" y="150"/>
                    <a:pt x="243" y="150"/>
                  </a:cubicBezTo>
                  <a:cubicBezTo>
                    <a:pt x="244" y="150"/>
                    <a:pt x="244" y="150"/>
                    <a:pt x="244" y="150"/>
                  </a:cubicBezTo>
                  <a:cubicBezTo>
                    <a:pt x="244" y="150"/>
                    <a:pt x="244" y="150"/>
                    <a:pt x="244" y="150"/>
                  </a:cubicBezTo>
                  <a:cubicBezTo>
                    <a:pt x="243" y="150"/>
                    <a:pt x="243" y="150"/>
                    <a:pt x="243" y="150"/>
                  </a:cubicBezTo>
                  <a:cubicBezTo>
                    <a:pt x="243" y="149"/>
                    <a:pt x="243" y="149"/>
                    <a:pt x="243" y="149"/>
                  </a:cubicBezTo>
                  <a:cubicBezTo>
                    <a:pt x="243" y="148"/>
                    <a:pt x="243" y="148"/>
                    <a:pt x="243" y="148"/>
                  </a:cubicBezTo>
                  <a:cubicBezTo>
                    <a:pt x="244" y="148"/>
                    <a:pt x="244" y="148"/>
                    <a:pt x="244" y="148"/>
                  </a:cubicBezTo>
                  <a:cubicBezTo>
                    <a:pt x="244" y="149"/>
                    <a:pt x="244" y="149"/>
                    <a:pt x="244" y="149"/>
                  </a:cubicBezTo>
                  <a:cubicBezTo>
                    <a:pt x="245" y="148"/>
                    <a:pt x="245" y="148"/>
                    <a:pt x="245" y="148"/>
                  </a:cubicBezTo>
                  <a:cubicBezTo>
                    <a:pt x="245" y="148"/>
                    <a:pt x="245" y="148"/>
                    <a:pt x="245" y="148"/>
                  </a:cubicBezTo>
                  <a:cubicBezTo>
                    <a:pt x="246" y="148"/>
                    <a:pt x="246" y="148"/>
                    <a:pt x="246" y="148"/>
                  </a:cubicBezTo>
                  <a:cubicBezTo>
                    <a:pt x="245" y="147"/>
                    <a:pt x="245" y="147"/>
                    <a:pt x="245" y="147"/>
                  </a:cubicBezTo>
                  <a:cubicBezTo>
                    <a:pt x="245" y="147"/>
                    <a:pt x="245" y="147"/>
                    <a:pt x="245" y="147"/>
                  </a:cubicBezTo>
                  <a:cubicBezTo>
                    <a:pt x="245" y="147"/>
                    <a:pt x="245" y="147"/>
                    <a:pt x="245" y="147"/>
                  </a:cubicBezTo>
                  <a:cubicBezTo>
                    <a:pt x="244" y="147"/>
                    <a:pt x="244" y="147"/>
                    <a:pt x="244" y="147"/>
                  </a:cubicBezTo>
                  <a:cubicBezTo>
                    <a:pt x="244" y="145"/>
                    <a:pt x="244" y="145"/>
                    <a:pt x="244" y="145"/>
                  </a:cubicBezTo>
                  <a:cubicBezTo>
                    <a:pt x="245" y="145"/>
                    <a:pt x="245" y="145"/>
                    <a:pt x="245" y="145"/>
                  </a:cubicBezTo>
                  <a:cubicBezTo>
                    <a:pt x="245" y="144"/>
                    <a:pt x="245" y="144"/>
                    <a:pt x="245" y="144"/>
                  </a:cubicBezTo>
                  <a:cubicBezTo>
                    <a:pt x="245" y="144"/>
                    <a:pt x="245" y="144"/>
                    <a:pt x="245" y="144"/>
                  </a:cubicBezTo>
                  <a:cubicBezTo>
                    <a:pt x="245" y="144"/>
                    <a:pt x="245" y="144"/>
                    <a:pt x="245" y="144"/>
                  </a:cubicBezTo>
                  <a:cubicBezTo>
                    <a:pt x="245" y="143"/>
                    <a:pt x="245" y="143"/>
                    <a:pt x="245" y="143"/>
                  </a:cubicBezTo>
                  <a:cubicBezTo>
                    <a:pt x="246" y="142"/>
                    <a:pt x="246" y="142"/>
                    <a:pt x="246" y="142"/>
                  </a:cubicBezTo>
                  <a:cubicBezTo>
                    <a:pt x="245" y="142"/>
                    <a:pt x="245" y="142"/>
                    <a:pt x="245" y="142"/>
                  </a:cubicBezTo>
                  <a:cubicBezTo>
                    <a:pt x="245" y="142"/>
                    <a:pt x="245" y="142"/>
                    <a:pt x="245" y="142"/>
                  </a:cubicBezTo>
                  <a:cubicBezTo>
                    <a:pt x="246" y="142"/>
                    <a:pt x="246" y="142"/>
                    <a:pt x="246" y="142"/>
                  </a:cubicBezTo>
                  <a:cubicBezTo>
                    <a:pt x="246" y="141"/>
                    <a:pt x="246" y="141"/>
                    <a:pt x="246" y="141"/>
                  </a:cubicBezTo>
                  <a:cubicBezTo>
                    <a:pt x="246" y="141"/>
                    <a:pt x="246" y="141"/>
                    <a:pt x="246" y="141"/>
                  </a:cubicBezTo>
                  <a:cubicBezTo>
                    <a:pt x="246" y="140"/>
                    <a:pt x="246" y="140"/>
                    <a:pt x="246" y="140"/>
                  </a:cubicBezTo>
                  <a:cubicBezTo>
                    <a:pt x="246" y="141"/>
                    <a:pt x="246" y="141"/>
                    <a:pt x="246" y="141"/>
                  </a:cubicBezTo>
                  <a:cubicBezTo>
                    <a:pt x="247" y="141"/>
                    <a:pt x="247" y="141"/>
                    <a:pt x="247" y="141"/>
                  </a:cubicBezTo>
                  <a:cubicBezTo>
                    <a:pt x="247" y="141"/>
                    <a:pt x="247" y="141"/>
                    <a:pt x="247" y="141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9" y="141"/>
                    <a:pt x="249" y="141"/>
                    <a:pt x="249" y="141"/>
                  </a:cubicBezTo>
                  <a:cubicBezTo>
                    <a:pt x="251" y="142"/>
                    <a:pt x="251" y="142"/>
                    <a:pt x="251" y="142"/>
                  </a:cubicBezTo>
                  <a:cubicBezTo>
                    <a:pt x="251" y="142"/>
                    <a:pt x="251" y="142"/>
                    <a:pt x="251" y="142"/>
                  </a:cubicBezTo>
                  <a:cubicBezTo>
                    <a:pt x="251" y="143"/>
                    <a:pt x="251" y="143"/>
                    <a:pt x="251" y="143"/>
                  </a:cubicBezTo>
                  <a:cubicBezTo>
                    <a:pt x="253" y="143"/>
                    <a:pt x="253" y="143"/>
                    <a:pt x="253" y="143"/>
                  </a:cubicBezTo>
                  <a:cubicBezTo>
                    <a:pt x="254" y="143"/>
                    <a:pt x="254" y="143"/>
                    <a:pt x="254" y="143"/>
                  </a:cubicBezTo>
                  <a:cubicBezTo>
                    <a:pt x="254" y="143"/>
                    <a:pt x="254" y="143"/>
                    <a:pt x="254" y="143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55" y="145"/>
                    <a:pt x="255" y="145"/>
                    <a:pt x="255" y="145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55" y="145"/>
                    <a:pt x="255" y="145"/>
                    <a:pt x="255" y="145"/>
                  </a:cubicBezTo>
                  <a:cubicBezTo>
                    <a:pt x="254" y="145"/>
                    <a:pt x="254" y="145"/>
                    <a:pt x="254" y="145"/>
                  </a:cubicBezTo>
                  <a:cubicBezTo>
                    <a:pt x="254" y="145"/>
                    <a:pt x="254" y="145"/>
                    <a:pt x="254" y="145"/>
                  </a:cubicBezTo>
                  <a:cubicBezTo>
                    <a:pt x="254" y="145"/>
                    <a:pt x="254" y="145"/>
                    <a:pt x="254" y="145"/>
                  </a:cubicBezTo>
                  <a:cubicBezTo>
                    <a:pt x="256" y="146"/>
                    <a:pt x="256" y="146"/>
                    <a:pt x="256" y="146"/>
                  </a:cubicBezTo>
                  <a:cubicBezTo>
                    <a:pt x="256" y="147"/>
                    <a:pt x="256" y="147"/>
                    <a:pt x="256" y="147"/>
                  </a:cubicBezTo>
                  <a:cubicBezTo>
                    <a:pt x="255" y="147"/>
                    <a:pt x="255" y="147"/>
                    <a:pt x="255" y="147"/>
                  </a:cubicBezTo>
                  <a:cubicBezTo>
                    <a:pt x="256" y="148"/>
                    <a:pt x="256" y="148"/>
                    <a:pt x="256" y="148"/>
                  </a:cubicBezTo>
                  <a:cubicBezTo>
                    <a:pt x="256" y="147"/>
                    <a:pt x="256" y="147"/>
                    <a:pt x="256" y="147"/>
                  </a:cubicBezTo>
                  <a:cubicBezTo>
                    <a:pt x="258" y="148"/>
                    <a:pt x="258" y="148"/>
                    <a:pt x="258" y="148"/>
                  </a:cubicBezTo>
                  <a:cubicBezTo>
                    <a:pt x="258" y="148"/>
                    <a:pt x="258" y="148"/>
                    <a:pt x="258" y="148"/>
                  </a:cubicBezTo>
                  <a:cubicBezTo>
                    <a:pt x="258" y="148"/>
                    <a:pt x="258" y="148"/>
                    <a:pt x="258" y="148"/>
                  </a:cubicBezTo>
                  <a:cubicBezTo>
                    <a:pt x="259" y="149"/>
                    <a:pt x="259" y="149"/>
                    <a:pt x="259" y="149"/>
                  </a:cubicBezTo>
                  <a:cubicBezTo>
                    <a:pt x="258" y="149"/>
                    <a:pt x="258" y="149"/>
                    <a:pt x="258" y="149"/>
                  </a:cubicBezTo>
                  <a:cubicBezTo>
                    <a:pt x="257" y="150"/>
                    <a:pt x="257" y="150"/>
                    <a:pt x="257" y="150"/>
                  </a:cubicBezTo>
                  <a:cubicBezTo>
                    <a:pt x="256" y="151"/>
                    <a:pt x="256" y="151"/>
                    <a:pt x="256" y="151"/>
                  </a:cubicBezTo>
                  <a:cubicBezTo>
                    <a:pt x="255" y="151"/>
                    <a:pt x="255" y="151"/>
                    <a:pt x="255" y="151"/>
                  </a:cubicBezTo>
                  <a:cubicBezTo>
                    <a:pt x="256" y="151"/>
                    <a:pt x="256" y="151"/>
                    <a:pt x="256" y="151"/>
                  </a:cubicBezTo>
                  <a:cubicBezTo>
                    <a:pt x="257" y="151"/>
                    <a:pt x="257" y="151"/>
                    <a:pt x="257" y="151"/>
                  </a:cubicBezTo>
                  <a:cubicBezTo>
                    <a:pt x="257" y="152"/>
                    <a:pt x="257" y="152"/>
                    <a:pt x="257" y="152"/>
                  </a:cubicBezTo>
                  <a:cubicBezTo>
                    <a:pt x="257" y="152"/>
                    <a:pt x="257" y="152"/>
                    <a:pt x="257" y="152"/>
                  </a:cubicBezTo>
                  <a:cubicBezTo>
                    <a:pt x="258" y="152"/>
                    <a:pt x="258" y="152"/>
                    <a:pt x="258" y="152"/>
                  </a:cubicBezTo>
                  <a:cubicBezTo>
                    <a:pt x="257" y="153"/>
                    <a:pt x="257" y="153"/>
                    <a:pt x="257" y="153"/>
                  </a:cubicBezTo>
                  <a:cubicBezTo>
                    <a:pt x="257" y="153"/>
                    <a:pt x="257" y="153"/>
                    <a:pt x="257" y="153"/>
                  </a:cubicBezTo>
                  <a:cubicBezTo>
                    <a:pt x="256" y="154"/>
                    <a:pt x="256" y="154"/>
                    <a:pt x="256" y="154"/>
                  </a:cubicBezTo>
                  <a:cubicBezTo>
                    <a:pt x="255" y="154"/>
                    <a:pt x="255" y="154"/>
                    <a:pt x="255" y="154"/>
                  </a:cubicBezTo>
                  <a:cubicBezTo>
                    <a:pt x="254" y="154"/>
                    <a:pt x="254" y="154"/>
                    <a:pt x="254" y="154"/>
                  </a:cubicBezTo>
                  <a:cubicBezTo>
                    <a:pt x="254" y="154"/>
                    <a:pt x="254" y="154"/>
                    <a:pt x="254" y="154"/>
                  </a:cubicBezTo>
                  <a:cubicBezTo>
                    <a:pt x="253" y="154"/>
                    <a:pt x="253" y="154"/>
                    <a:pt x="253" y="154"/>
                  </a:cubicBezTo>
                  <a:cubicBezTo>
                    <a:pt x="253" y="153"/>
                    <a:pt x="253" y="153"/>
                    <a:pt x="253" y="153"/>
                  </a:cubicBezTo>
                  <a:cubicBezTo>
                    <a:pt x="252" y="153"/>
                    <a:pt x="252" y="153"/>
                    <a:pt x="252" y="153"/>
                  </a:cubicBezTo>
                  <a:cubicBezTo>
                    <a:pt x="252" y="153"/>
                    <a:pt x="252" y="153"/>
                    <a:pt x="252" y="153"/>
                  </a:cubicBezTo>
                  <a:cubicBezTo>
                    <a:pt x="251" y="153"/>
                    <a:pt x="251" y="153"/>
                    <a:pt x="251" y="153"/>
                  </a:cubicBezTo>
                  <a:cubicBezTo>
                    <a:pt x="251" y="154"/>
                    <a:pt x="251" y="154"/>
                    <a:pt x="251" y="154"/>
                  </a:cubicBezTo>
                  <a:cubicBezTo>
                    <a:pt x="251" y="154"/>
                    <a:pt x="251" y="154"/>
                    <a:pt x="251" y="154"/>
                  </a:cubicBezTo>
                  <a:cubicBezTo>
                    <a:pt x="251" y="154"/>
                    <a:pt x="251" y="154"/>
                    <a:pt x="251" y="154"/>
                  </a:cubicBezTo>
                  <a:cubicBezTo>
                    <a:pt x="252" y="154"/>
                    <a:pt x="252" y="154"/>
                    <a:pt x="252" y="154"/>
                  </a:cubicBezTo>
                  <a:cubicBezTo>
                    <a:pt x="252" y="155"/>
                    <a:pt x="252" y="155"/>
                    <a:pt x="252" y="155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2" y="156"/>
                    <a:pt x="252" y="156"/>
                    <a:pt x="252" y="156"/>
                  </a:cubicBezTo>
                  <a:cubicBezTo>
                    <a:pt x="251" y="156"/>
                    <a:pt x="251" y="156"/>
                    <a:pt x="251" y="156"/>
                  </a:cubicBezTo>
                  <a:cubicBezTo>
                    <a:pt x="251" y="157"/>
                    <a:pt x="251" y="157"/>
                    <a:pt x="251" y="157"/>
                  </a:cubicBezTo>
                  <a:cubicBezTo>
                    <a:pt x="252" y="157"/>
                    <a:pt x="252" y="157"/>
                    <a:pt x="252" y="157"/>
                  </a:cubicBezTo>
                  <a:cubicBezTo>
                    <a:pt x="252" y="156"/>
                    <a:pt x="252" y="156"/>
                    <a:pt x="252" y="156"/>
                  </a:cubicBezTo>
                  <a:cubicBezTo>
                    <a:pt x="252" y="156"/>
                    <a:pt x="252" y="156"/>
                    <a:pt x="252" y="156"/>
                  </a:cubicBezTo>
                  <a:cubicBezTo>
                    <a:pt x="252" y="157"/>
                    <a:pt x="252" y="157"/>
                    <a:pt x="252" y="157"/>
                  </a:cubicBezTo>
                  <a:cubicBezTo>
                    <a:pt x="251" y="157"/>
                    <a:pt x="251" y="157"/>
                    <a:pt x="251" y="157"/>
                  </a:cubicBezTo>
                  <a:cubicBezTo>
                    <a:pt x="251" y="158"/>
                    <a:pt x="251" y="158"/>
                    <a:pt x="251" y="158"/>
                  </a:cubicBezTo>
                  <a:cubicBezTo>
                    <a:pt x="251" y="159"/>
                    <a:pt x="251" y="159"/>
                    <a:pt x="251" y="159"/>
                  </a:cubicBezTo>
                  <a:cubicBezTo>
                    <a:pt x="252" y="160"/>
                    <a:pt x="252" y="160"/>
                    <a:pt x="252" y="160"/>
                  </a:cubicBezTo>
                  <a:cubicBezTo>
                    <a:pt x="252" y="160"/>
                    <a:pt x="252" y="160"/>
                    <a:pt x="252" y="160"/>
                  </a:cubicBezTo>
                  <a:cubicBezTo>
                    <a:pt x="253" y="162"/>
                    <a:pt x="253" y="162"/>
                    <a:pt x="253" y="162"/>
                  </a:cubicBezTo>
                  <a:cubicBezTo>
                    <a:pt x="253" y="163"/>
                    <a:pt x="253" y="163"/>
                    <a:pt x="253" y="163"/>
                  </a:cubicBezTo>
                  <a:cubicBezTo>
                    <a:pt x="252" y="163"/>
                    <a:pt x="252" y="163"/>
                    <a:pt x="252" y="163"/>
                  </a:cubicBezTo>
                  <a:cubicBezTo>
                    <a:pt x="252" y="164"/>
                    <a:pt x="252" y="164"/>
                    <a:pt x="252" y="164"/>
                  </a:cubicBezTo>
                  <a:cubicBezTo>
                    <a:pt x="251" y="164"/>
                    <a:pt x="251" y="164"/>
                    <a:pt x="251" y="164"/>
                  </a:cubicBezTo>
                  <a:cubicBezTo>
                    <a:pt x="251" y="165"/>
                    <a:pt x="251" y="165"/>
                    <a:pt x="251" y="165"/>
                  </a:cubicBezTo>
                  <a:cubicBezTo>
                    <a:pt x="251" y="166"/>
                    <a:pt x="251" y="166"/>
                    <a:pt x="251" y="166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49" y="165"/>
                    <a:pt x="249" y="165"/>
                    <a:pt x="249" y="165"/>
                  </a:cubicBezTo>
                  <a:cubicBezTo>
                    <a:pt x="248" y="166"/>
                    <a:pt x="248" y="166"/>
                    <a:pt x="248" y="166"/>
                  </a:cubicBezTo>
                  <a:cubicBezTo>
                    <a:pt x="248" y="167"/>
                    <a:pt x="248" y="167"/>
                    <a:pt x="248" y="167"/>
                  </a:cubicBezTo>
                  <a:cubicBezTo>
                    <a:pt x="247" y="167"/>
                    <a:pt x="247" y="167"/>
                    <a:pt x="247" y="167"/>
                  </a:cubicBezTo>
                  <a:cubicBezTo>
                    <a:pt x="247" y="168"/>
                    <a:pt x="247" y="168"/>
                    <a:pt x="247" y="168"/>
                  </a:cubicBezTo>
                  <a:cubicBezTo>
                    <a:pt x="246" y="168"/>
                    <a:pt x="246" y="168"/>
                    <a:pt x="246" y="168"/>
                  </a:cubicBezTo>
                  <a:cubicBezTo>
                    <a:pt x="245" y="169"/>
                    <a:pt x="245" y="169"/>
                    <a:pt x="245" y="169"/>
                  </a:cubicBezTo>
                  <a:cubicBezTo>
                    <a:pt x="244" y="169"/>
                    <a:pt x="244" y="169"/>
                    <a:pt x="244" y="169"/>
                  </a:cubicBezTo>
                  <a:cubicBezTo>
                    <a:pt x="243" y="169"/>
                    <a:pt x="243" y="169"/>
                    <a:pt x="243" y="169"/>
                  </a:cubicBezTo>
                  <a:cubicBezTo>
                    <a:pt x="243" y="170"/>
                    <a:pt x="243" y="170"/>
                    <a:pt x="243" y="170"/>
                  </a:cubicBezTo>
                  <a:cubicBezTo>
                    <a:pt x="241" y="170"/>
                    <a:pt x="241" y="170"/>
                    <a:pt x="241" y="170"/>
                  </a:cubicBezTo>
                  <a:cubicBezTo>
                    <a:pt x="240" y="170"/>
                    <a:pt x="240" y="170"/>
                    <a:pt x="240" y="170"/>
                  </a:cubicBezTo>
                  <a:cubicBezTo>
                    <a:pt x="241" y="169"/>
                    <a:pt x="241" y="169"/>
                    <a:pt x="241" y="169"/>
                  </a:cubicBezTo>
                  <a:cubicBezTo>
                    <a:pt x="241" y="168"/>
                    <a:pt x="241" y="168"/>
                    <a:pt x="241" y="168"/>
                  </a:cubicBezTo>
                  <a:cubicBezTo>
                    <a:pt x="240" y="168"/>
                    <a:pt x="240" y="168"/>
                    <a:pt x="240" y="168"/>
                  </a:cubicBezTo>
                  <a:cubicBezTo>
                    <a:pt x="240" y="167"/>
                    <a:pt x="240" y="167"/>
                    <a:pt x="240" y="167"/>
                  </a:cubicBezTo>
                  <a:cubicBezTo>
                    <a:pt x="240" y="167"/>
                    <a:pt x="240" y="167"/>
                    <a:pt x="240" y="167"/>
                  </a:cubicBezTo>
                  <a:cubicBezTo>
                    <a:pt x="240" y="167"/>
                    <a:pt x="240" y="167"/>
                    <a:pt x="240" y="167"/>
                  </a:cubicBezTo>
                  <a:cubicBezTo>
                    <a:pt x="241" y="165"/>
                    <a:pt x="241" y="165"/>
                    <a:pt x="241" y="165"/>
                  </a:cubicBezTo>
                  <a:cubicBezTo>
                    <a:pt x="240" y="166"/>
                    <a:pt x="240" y="166"/>
                    <a:pt x="240" y="166"/>
                  </a:cubicBezTo>
                  <a:cubicBezTo>
                    <a:pt x="240" y="166"/>
                    <a:pt x="240" y="166"/>
                    <a:pt x="240" y="166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39" y="165"/>
                    <a:pt x="239" y="165"/>
                    <a:pt x="239" y="165"/>
                  </a:cubicBezTo>
                  <a:cubicBezTo>
                    <a:pt x="239" y="164"/>
                    <a:pt x="239" y="164"/>
                    <a:pt x="239" y="164"/>
                  </a:cubicBezTo>
                  <a:cubicBezTo>
                    <a:pt x="238" y="164"/>
                    <a:pt x="238" y="164"/>
                    <a:pt x="238" y="164"/>
                  </a:cubicBezTo>
                  <a:cubicBezTo>
                    <a:pt x="238" y="164"/>
                    <a:pt x="238" y="164"/>
                    <a:pt x="238" y="164"/>
                  </a:cubicBezTo>
                  <a:cubicBezTo>
                    <a:pt x="237" y="164"/>
                    <a:pt x="237" y="164"/>
                    <a:pt x="237" y="164"/>
                  </a:cubicBezTo>
                  <a:cubicBezTo>
                    <a:pt x="236" y="165"/>
                    <a:pt x="236" y="165"/>
                    <a:pt x="236" y="165"/>
                  </a:cubicBezTo>
                  <a:cubicBezTo>
                    <a:pt x="237" y="165"/>
                    <a:pt x="237" y="165"/>
                    <a:pt x="237" y="165"/>
                  </a:cubicBezTo>
                  <a:cubicBezTo>
                    <a:pt x="238" y="165"/>
                    <a:pt x="238" y="165"/>
                    <a:pt x="238" y="165"/>
                  </a:cubicBezTo>
                  <a:cubicBezTo>
                    <a:pt x="238" y="165"/>
                    <a:pt x="238" y="165"/>
                    <a:pt x="238" y="165"/>
                  </a:cubicBezTo>
                  <a:cubicBezTo>
                    <a:pt x="238" y="165"/>
                    <a:pt x="238" y="165"/>
                    <a:pt x="238" y="165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9" y="167"/>
                    <a:pt x="239" y="167"/>
                    <a:pt x="239" y="167"/>
                  </a:cubicBezTo>
                  <a:cubicBezTo>
                    <a:pt x="239" y="168"/>
                    <a:pt x="239" y="168"/>
                    <a:pt x="239" y="168"/>
                  </a:cubicBezTo>
                  <a:cubicBezTo>
                    <a:pt x="240" y="168"/>
                    <a:pt x="240" y="168"/>
                    <a:pt x="240" y="168"/>
                  </a:cubicBezTo>
                  <a:cubicBezTo>
                    <a:pt x="240" y="169"/>
                    <a:pt x="240" y="169"/>
                    <a:pt x="240" y="169"/>
                  </a:cubicBezTo>
                  <a:cubicBezTo>
                    <a:pt x="239" y="170"/>
                    <a:pt x="239" y="170"/>
                    <a:pt x="239" y="170"/>
                  </a:cubicBezTo>
                  <a:cubicBezTo>
                    <a:pt x="240" y="170"/>
                    <a:pt x="240" y="170"/>
                    <a:pt x="240" y="170"/>
                  </a:cubicBezTo>
                  <a:cubicBezTo>
                    <a:pt x="240" y="171"/>
                    <a:pt x="240" y="171"/>
                    <a:pt x="240" y="171"/>
                  </a:cubicBezTo>
                  <a:cubicBezTo>
                    <a:pt x="239" y="171"/>
                    <a:pt x="239" y="171"/>
                    <a:pt x="239" y="171"/>
                  </a:cubicBezTo>
                  <a:cubicBezTo>
                    <a:pt x="238" y="170"/>
                    <a:pt x="238" y="170"/>
                    <a:pt x="238" y="170"/>
                  </a:cubicBezTo>
                  <a:cubicBezTo>
                    <a:pt x="238" y="169"/>
                    <a:pt x="238" y="169"/>
                    <a:pt x="238" y="169"/>
                  </a:cubicBezTo>
                  <a:cubicBezTo>
                    <a:pt x="237" y="169"/>
                    <a:pt x="237" y="169"/>
                    <a:pt x="237" y="169"/>
                  </a:cubicBezTo>
                  <a:cubicBezTo>
                    <a:pt x="237" y="168"/>
                    <a:pt x="237" y="168"/>
                    <a:pt x="237" y="168"/>
                  </a:cubicBezTo>
                  <a:cubicBezTo>
                    <a:pt x="236" y="169"/>
                    <a:pt x="236" y="169"/>
                    <a:pt x="236" y="169"/>
                  </a:cubicBezTo>
                  <a:cubicBezTo>
                    <a:pt x="237" y="170"/>
                    <a:pt x="237" y="170"/>
                    <a:pt x="237" y="170"/>
                  </a:cubicBezTo>
                  <a:cubicBezTo>
                    <a:pt x="237" y="170"/>
                    <a:pt x="237" y="170"/>
                    <a:pt x="237" y="170"/>
                  </a:cubicBezTo>
                  <a:cubicBezTo>
                    <a:pt x="236" y="170"/>
                    <a:pt x="236" y="170"/>
                    <a:pt x="236" y="170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35" y="169"/>
                    <a:pt x="235" y="169"/>
                    <a:pt x="235" y="169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35" y="169"/>
                    <a:pt x="235" y="169"/>
                    <a:pt x="235" y="169"/>
                  </a:cubicBezTo>
                  <a:cubicBezTo>
                    <a:pt x="235" y="168"/>
                    <a:pt x="235" y="168"/>
                    <a:pt x="235" y="168"/>
                  </a:cubicBezTo>
                  <a:cubicBezTo>
                    <a:pt x="235" y="168"/>
                    <a:pt x="235" y="168"/>
                    <a:pt x="235" y="168"/>
                  </a:cubicBezTo>
                  <a:cubicBezTo>
                    <a:pt x="235" y="167"/>
                    <a:pt x="235" y="167"/>
                    <a:pt x="235" y="167"/>
                  </a:cubicBezTo>
                  <a:cubicBezTo>
                    <a:pt x="235" y="167"/>
                    <a:pt x="235" y="167"/>
                    <a:pt x="235" y="167"/>
                  </a:cubicBezTo>
                  <a:cubicBezTo>
                    <a:pt x="233" y="167"/>
                    <a:pt x="233" y="167"/>
                    <a:pt x="233" y="167"/>
                  </a:cubicBezTo>
                  <a:cubicBezTo>
                    <a:pt x="232" y="167"/>
                    <a:pt x="232" y="167"/>
                    <a:pt x="232" y="167"/>
                  </a:cubicBezTo>
                  <a:cubicBezTo>
                    <a:pt x="232" y="167"/>
                    <a:pt x="232" y="167"/>
                    <a:pt x="232" y="167"/>
                  </a:cubicBezTo>
                  <a:cubicBezTo>
                    <a:pt x="231" y="167"/>
                    <a:pt x="231" y="167"/>
                    <a:pt x="231" y="167"/>
                  </a:cubicBezTo>
                  <a:cubicBezTo>
                    <a:pt x="230" y="167"/>
                    <a:pt x="230" y="167"/>
                    <a:pt x="230" y="167"/>
                  </a:cubicBezTo>
                  <a:cubicBezTo>
                    <a:pt x="230" y="167"/>
                    <a:pt x="230" y="167"/>
                    <a:pt x="230" y="167"/>
                  </a:cubicBezTo>
                  <a:cubicBezTo>
                    <a:pt x="230" y="168"/>
                    <a:pt x="230" y="168"/>
                    <a:pt x="230" y="168"/>
                  </a:cubicBezTo>
                  <a:cubicBezTo>
                    <a:pt x="230" y="168"/>
                    <a:pt x="230" y="168"/>
                    <a:pt x="230" y="168"/>
                  </a:cubicBezTo>
                  <a:cubicBezTo>
                    <a:pt x="230" y="169"/>
                    <a:pt x="230" y="169"/>
                    <a:pt x="230" y="169"/>
                  </a:cubicBezTo>
                  <a:cubicBezTo>
                    <a:pt x="230" y="169"/>
                    <a:pt x="230" y="169"/>
                    <a:pt x="230" y="169"/>
                  </a:cubicBezTo>
                  <a:cubicBezTo>
                    <a:pt x="231" y="169"/>
                    <a:pt x="231" y="169"/>
                    <a:pt x="231" y="169"/>
                  </a:cubicBezTo>
                  <a:cubicBezTo>
                    <a:pt x="232" y="170"/>
                    <a:pt x="232" y="170"/>
                    <a:pt x="232" y="170"/>
                  </a:cubicBezTo>
                  <a:cubicBezTo>
                    <a:pt x="231" y="171"/>
                    <a:pt x="231" y="171"/>
                    <a:pt x="231" y="171"/>
                  </a:cubicBezTo>
                  <a:cubicBezTo>
                    <a:pt x="230" y="171"/>
                    <a:pt x="230" y="171"/>
                    <a:pt x="230" y="171"/>
                  </a:cubicBezTo>
                  <a:cubicBezTo>
                    <a:pt x="228" y="173"/>
                    <a:pt x="228" y="173"/>
                    <a:pt x="228" y="173"/>
                  </a:cubicBezTo>
                  <a:cubicBezTo>
                    <a:pt x="227" y="174"/>
                    <a:pt x="227" y="174"/>
                    <a:pt x="227" y="174"/>
                  </a:cubicBezTo>
                  <a:cubicBezTo>
                    <a:pt x="226" y="175"/>
                    <a:pt x="226" y="175"/>
                    <a:pt x="226" y="175"/>
                  </a:cubicBezTo>
                  <a:cubicBezTo>
                    <a:pt x="226" y="175"/>
                    <a:pt x="226" y="175"/>
                    <a:pt x="226" y="175"/>
                  </a:cubicBezTo>
                  <a:cubicBezTo>
                    <a:pt x="225" y="175"/>
                    <a:pt x="225" y="175"/>
                    <a:pt x="225" y="175"/>
                  </a:cubicBezTo>
                  <a:cubicBezTo>
                    <a:pt x="225" y="176"/>
                    <a:pt x="225" y="176"/>
                    <a:pt x="225" y="176"/>
                  </a:cubicBezTo>
                  <a:cubicBezTo>
                    <a:pt x="224" y="176"/>
                    <a:pt x="224" y="176"/>
                    <a:pt x="224" y="176"/>
                  </a:cubicBezTo>
                  <a:cubicBezTo>
                    <a:pt x="221" y="176"/>
                    <a:pt x="221" y="176"/>
                    <a:pt x="221" y="176"/>
                  </a:cubicBezTo>
                  <a:cubicBezTo>
                    <a:pt x="221" y="175"/>
                    <a:pt x="221" y="175"/>
                    <a:pt x="221" y="175"/>
                  </a:cubicBezTo>
                  <a:cubicBezTo>
                    <a:pt x="220" y="174"/>
                    <a:pt x="220" y="174"/>
                    <a:pt x="220" y="174"/>
                  </a:cubicBezTo>
                  <a:cubicBezTo>
                    <a:pt x="219" y="174"/>
                    <a:pt x="219" y="174"/>
                    <a:pt x="219" y="174"/>
                  </a:cubicBezTo>
                  <a:cubicBezTo>
                    <a:pt x="219" y="173"/>
                    <a:pt x="219" y="173"/>
                    <a:pt x="219" y="173"/>
                  </a:cubicBezTo>
                  <a:cubicBezTo>
                    <a:pt x="219" y="173"/>
                    <a:pt x="219" y="173"/>
                    <a:pt x="219" y="173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19" y="173"/>
                    <a:pt x="219" y="173"/>
                    <a:pt x="219" y="173"/>
                  </a:cubicBezTo>
                  <a:cubicBezTo>
                    <a:pt x="218" y="172"/>
                    <a:pt x="218" y="172"/>
                    <a:pt x="218" y="172"/>
                  </a:cubicBezTo>
                  <a:cubicBezTo>
                    <a:pt x="217" y="171"/>
                    <a:pt x="217" y="171"/>
                    <a:pt x="217" y="171"/>
                  </a:cubicBezTo>
                  <a:cubicBezTo>
                    <a:pt x="216" y="170"/>
                    <a:pt x="216" y="170"/>
                    <a:pt x="216" y="170"/>
                  </a:cubicBezTo>
                  <a:cubicBezTo>
                    <a:pt x="215" y="170"/>
                    <a:pt x="215" y="170"/>
                    <a:pt x="215" y="170"/>
                  </a:cubicBezTo>
                  <a:cubicBezTo>
                    <a:pt x="213" y="169"/>
                    <a:pt x="213" y="169"/>
                    <a:pt x="213" y="169"/>
                  </a:cubicBezTo>
                  <a:cubicBezTo>
                    <a:pt x="211" y="169"/>
                    <a:pt x="211" y="169"/>
                    <a:pt x="211" y="169"/>
                  </a:cubicBezTo>
                  <a:cubicBezTo>
                    <a:pt x="210" y="169"/>
                    <a:pt x="210" y="169"/>
                    <a:pt x="210" y="169"/>
                  </a:cubicBezTo>
                  <a:cubicBezTo>
                    <a:pt x="210" y="169"/>
                    <a:pt x="210" y="169"/>
                    <a:pt x="210" y="169"/>
                  </a:cubicBezTo>
                  <a:cubicBezTo>
                    <a:pt x="211" y="170"/>
                    <a:pt x="211" y="170"/>
                    <a:pt x="211" y="170"/>
                  </a:cubicBezTo>
                  <a:cubicBezTo>
                    <a:pt x="211" y="170"/>
                    <a:pt x="211" y="170"/>
                    <a:pt x="211" y="170"/>
                  </a:cubicBezTo>
                  <a:cubicBezTo>
                    <a:pt x="212" y="170"/>
                    <a:pt x="212" y="170"/>
                    <a:pt x="212" y="170"/>
                  </a:cubicBezTo>
                  <a:cubicBezTo>
                    <a:pt x="214" y="170"/>
                    <a:pt x="214" y="170"/>
                    <a:pt x="214" y="170"/>
                  </a:cubicBezTo>
                  <a:cubicBezTo>
                    <a:pt x="216" y="170"/>
                    <a:pt x="216" y="170"/>
                    <a:pt x="216" y="170"/>
                  </a:cubicBezTo>
                  <a:cubicBezTo>
                    <a:pt x="216" y="171"/>
                    <a:pt x="216" y="171"/>
                    <a:pt x="216" y="171"/>
                  </a:cubicBezTo>
                  <a:cubicBezTo>
                    <a:pt x="216" y="171"/>
                    <a:pt x="216" y="171"/>
                    <a:pt x="216" y="171"/>
                  </a:cubicBezTo>
                  <a:cubicBezTo>
                    <a:pt x="216" y="171"/>
                    <a:pt x="216" y="171"/>
                    <a:pt x="216" y="171"/>
                  </a:cubicBezTo>
                  <a:cubicBezTo>
                    <a:pt x="215" y="171"/>
                    <a:pt x="215" y="171"/>
                    <a:pt x="215" y="171"/>
                  </a:cubicBezTo>
                  <a:cubicBezTo>
                    <a:pt x="216" y="172"/>
                    <a:pt x="216" y="172"/>
                    <a:pt x="216" y="172"/>
                  </a:cubicBezTo>
                  <a:cubicBezTo>
                    <a:pt x="216" y="173"/>
                    <a:pt x="216" y="173"/>
                    <a:pt x="216" y="173"/>
                  </a:cubicBezTo>
                  <a:cubicBezTo>
                    <a:pt x="216" y="173"/>
                    <a:pt x="216" y="173"/>
                    <a:pt x="216" y="173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8" y="176"/>
                    <a:pt x="218" y="176"/>
                    <a:pt x="218" y="176"/>
                  </a:cubicBezTo>
                  <a:cubicBezTo>
                    <a:pt x="219" y="176"/>
                    <a:pt x="219" y="176"/>
                    <a:pt x="219" y="176"/>
                  </a:cubicBezTo>
                  <a:cubicBezTo>
                    <a:pt x="221" y="177"/>
                    <a:pt x="221" y="177"/>
                    <a:pt x="221" y="177"/>
                  </a:cubicBezTo>
                  <a:cubicBezTo>
                    <a:pt x="224" y="177"/>
                    <a:pt x="224" y="177"/>
                    <a:pt x="224" y="177"/>
                  </a:cubicBezTo>
                  <a:cubicBezTo>
                    <a:pt x="224" y="178"/>
                    <a:pt x="224" y="178"/>
                    <a:pt x="224" y="178"/>
                  </a:cubicBezTo>
                  <a:cubicBezTo>
                    <a:pt x="224" y="179"/>
                    <a:pt x="224" y="179"/>
                    <a:pt x="224" y="179"/>
                  </a:cubicBezTo>
                  <a:cubicBezTo>
                    <a:pt x="223" y="179"/>
                    <a:pt x="223" y="179"/>
                    <a:pt x="223" y="179"/>
                  </a:cubicBezTo>
                  <a:cubicBezTo>
                    <a:pt x="222" y="180"/>
                    <a:pt x="222" y="180"/>
                    <a:pt x="222" y="180"/>
                  </a:cubicBezTo>
                  <a:cubicBezTo>
                    <a:pt x="221" y="181"/>
                    <a:pt x="221" y="181"/>
                    <a:pt x="221" y="181"/>
                  </a:cubicBezTo>
                  <a:cubicBezTo>
                    <a:pt x="221" y="181"/>
                    <a:pt x="221" y="181"/>
                    <a:pt x="221" y="181"/>
                  </a:cubicBezTo>
                  <a:cubicBezTo>
                    <a:pt x="220" y="181"/>
                    <a:pt x="220" y="181"/>
                    <a:pt x="220" y="181"/>
                  </a:cubicBezTo>
                  <a:cubicBezTo>
                    <a:pt x="220" y="182"/>
                    <a:pt x="220" y="182"/>
                    <a:pt x="220" y="182"/>
                  </a:cubicBezTo>
                  <a:cubicBezTo>
                    <a:pt x="217" y="184"/>
                    <a:pt x="217" y="184"/>
                    <a:pt x="217" y="184"/>
                  </a:cubicBezTo>
                  <a:cubicBezTo>
                    <a:pt x="216" y="185"/>
                    <a:pt x="216" y="185"/>
                    <a:pt x="216" y="185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14" y="186"/>
                    <a:pt x="214" y="186"/>
                    <a:pt x="214" y="186"/>
                  </a:cubicBezTo>
                  <a:cubicBezTo>
                    <a:pt x="214" y="186"/>
                    <a:pt x="214" y="186"/>
                    <a:pt x="214" y="186"/>
                  </a:cubicBezTo>
                  <a:cubicBezTo>
                    <a:pt x="214" y="186"/>
                    <a:pt x="214" y="186"/>
                    <a:pt x="214" y="186"/>
                  </a:cubicBezTo>
                  <a:cubicBezTo>
                    <a:pt x="212" y="185"/>
                    <a:pt x="212" y="185"/>
                    <a:pt x="212" y="185"/>
                  </a:cubicBezTo>
                  <a:cubicBezTo>
                    <a:pt x="212" y="185"/>
                    <a:pt x="212" y="185"/>
                    <a:pt x="212" y="185"/>
                  </a:cubicBezTo>
                  <a:cubicBezTo>
                    <a:pt x="211" y="185"/>
                    <a:pt x="211" y="185"/>
                    <a:pt x="211" y="185"/>
                  </a:cubicBezTo>
                  <a:cubicBezTo>
                    <a:pt x="211" y="185"/>
                    <a:pt x="211" y="185"/>
                    <a:pt x="211" y="185"/>
                  </a:cubicBezTo>
                  <a:cubicBezTo>
                    <a:pt x="211" y="185"/>
                    <a:pt x="211" y="185"/>
                    <a:pt x="211" y="185"/>
                  </a:cubicBezTo>
                  <a:cubicBezTo>
                    <a:pt x="211" y="184"/>
                    <a:pt x="211" y="184"/>
                    <a:pt x="211" y="184"/>
                  </a:cubicBezTo>
                  <a:cubicBezTo>
                    <a:pt x="211" y="184"/>
                    <a:pt x="211" y="184"/>
                    <a:pt x="211" y="184"/>
                  </a:cubicBezTo>
                  <a:cubicBezTo>
                    <a:pt x="211" y="183"/>
                    <a:pt x="211" y="183"/>
                    <a:pt x="211" y="183"/>
                  </a:cubicBezTo>
                  <a:cubicBezTo>
                    <a:pt x="210" y="184"/>
                    <a:pt x="210" y="184"/>
                    <a:pt x="210" y="184"/>
                  </a:cubicBezTo>
                  <a:cubicBezTo>
                    <a:pt x="209" y="185"/>
                    <a:pt x="209" y="185"/>
                    <a:pt x="209" y="185"/>
                  </a:cubicBezTo>
                  <a:cubicBezTo>
                    <a:pt x="209" y="185"/>
                    <a:pt x="209" y="185"/>
                    <a:pt x="209" y="185"/>
                  </a:cubicBezTo>
                  <a:cubicBezTo>
                    <a:pt x="209" y="183"/>
                    <a:pt x="209" y="183"/>
                    <a:pt x="209" y="183"/>
                  </a:cubicBezTo>
                  <a:cubicBezTo>
                    <a:pt x="208" y="184"/>
                    <a:pt x="208" y="184"/>
                    <a:pt x="208" y="184"/>
                  </a:cubicBezTo>
                  <a:cubicBezTo>
                    <a:pt x="209" y="185"/>
                    <a:pt x="209" y="185"/>
                    <a:pt x="209" y="185"/>
                  </a:cubicBezTo>
                  <a:cubicBezTo>
                    <a:pt x="209" y="186"/>
                    <a:pt x="209" y="186"/>
                    <a:pt x="209" y="186"/>
                  </a:cubicBezTo>
                  <a:cubicBezTo>
                    <a:pt x="208" y="188"/>
                    <a:pt x="208" y="188"/>
                    <a:pt x="208" y="188"/>
                  </a:cubicBezTo>
                  <a:cubicBezTo>
                    <a:pt x="207" y="188"/>
                    <a:pt x="207" y="188"/>
                    <a:pt x="207" y="188"/>
                  </a:cubicBezTo>
                  <a:cubicBezTo>
                    <a:pt x="207" y="187"/>
                    <a:pt x="207" y="187"/>
                    <a:pt x="207" y="187"/>
                  </a:cubicBezTo>
                  <a:cubicBezTo>
                    <a:pt x="206" y="186"/>
                    <a:pt x="206" y="186"/>
                    <a:pt x="206" y="186"/>
                  </a:cubicBezTo>
                  <a:cubicBezTo>
                    <a:pt x="206" y="187"/>
                    <a:pt x="206" y="187"/>
                    <a:pt x="206" y="187"/>
                  </a:cubicBezTo>
                  <a:cubicBezTo>
                    <a:pt x="207" y="187"/>
                    <a:pt x="207" y="187"/>
                    <a:pt x="207" y="187"/>
                  </a:cubicBezTo>
                  <a:cubicBezTo>
                    <a:pt x="206" y="188"/>
                    <a:pt x="206" y="188"/>
                    <a:pt x="206" y="188"/>
                  </a:cubicBezTo>
                  <a:cubicBezTo>
                    <a:pt x="206" y="189"/>
                    <a:pt x="206" y="189"/>
                    <a:pt x="206" y="189"/>
                  </a:cubicBezTo>
                  <a:cubicBezTo>
                    <a:pt x="205" y="188"/>
                    <a:pt x="205" y="188"/>
                    <a:pt x="205" y="188"/>
                  </a:cubicBezTo>
                  <a:cubicBezTo>
                    <a:pt x="204" y="188"/>
                    <a:pt x="204" y="188"/>
                    <a:pt x="204" y="188"/>
                  </a:cubicBezTo>
                  <a:cubicBezTo>
                    <a:pt x="204" y="187"/>
                    <a:pt x="204" y="187"/>
                    <a:pt x="204" y="187"/>
                  </a:cubicBezTo>
                  <a:cubicBezTo>
                    <a:pt x="204" y="187"/>
                    <a:pt x="204" y="187"/>
                    <a:pt x="204" y="187"/>
                  </a:cubicBezTo>
                  <a:cubicBezTo>
                    <a:pt x="203" y="186"/>
                    <a:pt x="203" y="186"/>
                    <a:pt x="203" y="186"/>
                  </a:cubicBezTo>
                  <a:cubicBezTo>
                    <a:pt x="201" y="185"/>
                    <a:pt x="201" y="185"/>
                    <a:pt x="201" y="185"/>
                  </a:cubicBezTo>
                  <a:cubicBezTo>
                    <a:pt x="199" y="184"/>
                    <a:pt x="199" y="184"/>
                    <a:pt x="199" y="184"/>
                  </a:cubicBezTo>
                  <a:cubicBezTo>
                    <a:pt x="199" y="183"/>
                    <a:pt x="199" y="183"/>
                    <a:pt x="199" y="183"/>
                  </a:cubicBezTo>
                  <a:cubicBezTo>
                    <a:pt x="198" y="183"/>
                    <a:pt x="198" y="183"/>
                    <a:pt x="198" y="183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6" y="182"/>
                    <a:pt x="196" y="182"/>
                    <a:pt x="196" y="182"/>
                  </a:cubicBezTo>
                  <a:cubicBezTo>
                    <a:pt x="196" y="183"/>
                    <a:pt x="196" y="183"/>
                    <a:pt x="196" y="183"/>
                  </a:cubicBezTo>
                  <a:cubicBezTo>
                    <a:pt x="196" y="183"/>
                    <a:pt x="196" y="183"/>
                    <a:pt x="196" y="183"/>
                  </a:cubicBezTo>
                  <a:cubicBezTo>
                    <a:pt x="196" y="184"/>
                    <a:pt x="196" y="184"/>
                    <a:pt x="196" y="184"/>
                  </a:cubicBezTo>
                  <a:cubicBezTo>
                    <a:pt x="197" y="184"/>
                    <a:pt x="197" y="184"/>
                    <a:pt x="197" y="184"/>
                  </a:cubicBezTo>
                  <a:cubicBezTo>
                    <a:pt x="197" y="184"/>
                    <a:pt x="197" y="184"/>
                    <a:pt x="197" y="184"/>
                  </a:cubicBezTo>
                  <a:cubicBezTo>
                    <a:pt x="197" y="183"/>
                    <a:pt x="197" y="183"/>
                    <a:pt x="197" y="183"/>
                  </a:cubicBezTo>
                  <a:cubicBezTo>
                    <a:pt x="197" y="183"/>
                    <a:pt x="197" y="183"/>
                    <a:pt x="197" y="183"/>
                  </a:cubicBezTo>
                  <a:cubicBezTo>
                    <a:pt x="197" y="183"/>
                    <a:pt x="197" y="183"/>
                    <a:pt x="197" y="183"/>
                  </a:cubicBezTo>
                  <a:cubicBezTo>
                    <a:pt x="199" y="185"/>
                    <a:pt x="199" y="185"/>
                    <a:pt x="199" y="185"/>
                  </a:cubicBezTo>
                  <a:cubicBezTo>
                    <a:pt x="201" y="186"/>
                    <a:pt x="201" y="186"/>
                    <a:pt x="201" y="186"/>
                  </a:cubicBezTo>
                  <a:cubicBezTo>
                    <a:pt x="201" y="186"/>
                    <a:pt x="201" y="186"/>
                    <a:pt x="201" y="186"/>
                  </a:cubicBezTo>
                  <a:cubicBezTo>
                    <a:pt x="200" y="187"/>
                    <a:pt x="200" y="187"/>
                    <a:pt x="200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8" y="187"/>
                    <a:pt x="198" y="187"/>
                    <a:pt x="198" y="187"/>
                  </a:cubicBezTo>
                  <a:cubicBezTo>
                    <a:pt x="198" y="187"/>
                    <a:pt x="198" y="187"/>
                    <a:pt x="198" y="187"/>
                  </a:cubicBezTo>
                  <a:cubicBezTo>
                    <a:pt x="198" y="187"/>
                    <a:pt x="198" y="187"/>
                    <a:pt x="198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200" y="187"/>
                    <a:pt x="200" y="187"/>
                    <a:pt x="200" y="187"/>
                  </a:cubicBezTo>
                  <a:cubicBezTo>
                    <a:pt x="201" y="186"/>
                    <a:pt x="201" y="186"/>
                    <a:pt x="201" y="186"/>
                  </a:cubicBezTo>
                  <a:cubicBezTo>
                    <a:pt x="202" y="186"/>
                    <a:pt x="202" y="186"/>
                    <a:pt x="202" y="186"/>
                  </a:cubicBezTo>
                  <a:cubicBezTo>
                    <a:pt x="202" y="187"/>
                    <a:pt x="202" y="187"/>
                    <a:pt x="202" y="187"/>
                  </a:cubicBezTo>
                  <a:cubicBezTo>
                    <a:pt x="203" y="188"/>
                    <a:pt x="203" y="188"/>
                    <a:pt x="203" y="188"/>
                  </a:cubicBezTo>
                  <a:cubicBezTo>
                    <a:pt x="204" y="190"/>
                    <a:pt x="204" y="190"/>
                    <a:pt x="204" y="190"/>
                  </a:cubicBezTo>
                  <a:cubicBezTo>
                    <a:pt x="204" y="191"/>
                    <a:pt x="204" y="191"/>
                    <a:pt x="204" y="191"/>
                  </a:cubicBezTo>
                  <a:cubicBezTo>
                    <a:pt x="203" y="192"/>
                    <a:pt x="203" y="192"/>
                    <a:pt x="203" y="192"/>
                  </a:cubicBezTo>
                  <a:cubicBezTo>
                    <a:pt x="202" y="193"/>
                    <a:pt x="202" y="193"/>
                    <a:pt x="202" y="193"/>
                  </a:cubicBezTo>
                  <a:cubicBezTo>
                    <a:pt x="202" y="193"/>
                    <a:pt x="202" y="193"/>
                    <a:pt x="202" y="193"/>
                  </a:cubicBezTo>
                  <a:cubicBezTo>
                    <a:pt x="201" y="193"/>
                    <a:pt x="201" y="193"/>
                    <a:pt x="201" y="193"/>
                  </a:cubicBezTo>
                  <a:cubicBezTo>
                    <a:pt x="200" y="192"/>
                    <a:pt x="200" y="192"/>
                    <a:pt x="200" y="192"/>
                  </a:cubicBezTo>
                  <a:cubicBezTo>
                    <a:pt x="198" y="192"/>
                    <a:pt x="198" y="192"/>
                    <a:pt x="198" y="192"/>
                  </a:cubicBezTo>
                  <a:cubicBezTo>
                    <a:pt x="197" y="191"/>
                    <a:pt x="197" y="191"/>
                    <a:pt x="197" y="191"/>
                  </a:cubicBezTo>
                  <a:cubicBezTo>
                    <a:pt x="196" y="189"/>
                    <a:pt x="196" y="189"/>
                    <a:pt x="196" y="189"/>
                  </a:cubicBezTo>
                  <a:cubicBezTo>
                    <a:pt x="196" y="189"/>
                    <a:pt x="196" y="189"/>
                    <a:pt x="196" y="189"/>
                  </a:cubicBezTo>
                  <a:cubicBezTo>
                    <a:pt x="195" y="189"/>
                    <a:pt x="195" y="189"/>
                    <a:pt x="195" y="189"/>
                  </a:cubicBezTo>
                  <a:cubicBezTo>
                    <a:pt x="196" y="190"/>
                    <a:pt x="196" y="190"/>
                    <a:pt x="196" y="190"/>
                  </a:cubicBezTo>
                  <a:cubicBezTo>
                    <a:pt x="196" y="190"/>
                    <a:pt x="196" y="190"/>
                    <a:pt x="196" y="190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7" y="193"/>
                    <a:pt x="197" y="193"/>
                    <a:pt x="197" y="193"/>
                  </a:cubicBezTo>
                  <a:cubicBezTo>
                    <a:pt x="198" y="194"/>
                    <a:pt x="198" y="194"/>
                    <a:pt x="198" y="194"/>
                  </a:cubicBezTo>
                  <a:cubicBezTo>
                    <a:pt x="197" y="195"/>
                    <a:pt x="197" y="195"/>
                    <a:pt x="197" y="195"/>
                  </a:cubicBezTo>
                  <a:cubicBezTo>
                    <a:pt x="197" y="195"/>
                    <a:pt x="197" y="195"/>
                    <a:pt x="197" y="195"/>
                  </a:cubicBezTo>
                  <a:cubicBezTo>
                    <a:pt x="196" y="195"/>
                    <a:pt x="196" y="195"/>
                    <a:pt x="196" y="195"/>
                  </a:cubicBezTo>
                  <a:cubicBezTo>
                    <a:pt x="196" y="194"/>
                    <a:pt x="196" y="194"/>
                    <a:pt x="196" y="194"/>
                  </a:cubicBezTo>
                  <a:cubicBezTo>
                    <a:pt x="196" y="194"/>
                    <a:pt x="196" y="194"/>
                    <a:pt x="196" y="194"/>
                  </a:cubicBezTo>
                  <a:cubicBezTo>
                    <a:pt x="195" y="194"/>
                    <a:pt x="195" y="194"/>
                    <a:pt x="195" y="194"/>
                  </a:cubicBezTo>
                  <a:cubicBezTo>
                    <a:pt x="196" y="195"/>
                    <a:pt x="196" y="195"/>
                    <a:pt x="196" y="195"/>
                  </a:cubicBezTo>
                  <a:cubicBezTo>
                    <a:pt x="196" y="195"/>
                    <a:pt x="196" y="195"/>
                    <a:pt x="196" y="195"/>
                  </a:cubicBezTo>
                  <a:cubicBezTo>
                    <a:pt x="196" y="196"/>
                    <a:pt x="196" y="196"/>
                    <a:pt x="196" y="196"/>
                  </a:cubicBezTo>
                  <a:cubicBezTo>
                    <a:pt x="195" y="195"/>
                    <a:pt x="195" y="195"/>
                    <a:pt x="195" y="195"/>
                  </a:cubicBezTo>
                  <a:cubicBezTo>
                    <a:pt x="195" y="195"/>
                    <a:pt x="195" y="195"/>
                    <a:pt x="195" y="195"/>
                  </a:cubicBezTo>
                  <a:cubicBezTo>
                    <a:pt x="194" y="196"/>
                    <a:pt x="194" y="196"/>
                    <a:pt x="194" y="196"/>
                  </a:cubicBezTo>
                  <a:cubicBezTo>
                    <a:pt x="195" y="196"/>
                    <a:pt x="195" y="196"/>
                    <a:pt x="195" y="196"/>
                  </a:cubicBezTo>
                  <a:cubicBezTo>
                    <a:pt x="195" y="197"/>
                    <a:pt x="195" y="197"/>
                    <a:pt x="195" y="197"/>
                  </a:cubicBezTo>
                  <a:cubicBezTo>
                    <a:pt x="194" y="197"/>
                    <a:pt x="194" y="197"/>
                    <a:pt x="194" y="197"/>
                  </a:cubicBezTo>
                  <a:cubicBezTo>
                    <a:pt x="194" y="197"/>
                    <a:pt x="194" y="197"/>
                    <a:pt x="194" y="197"/>
                  </a:cubicBezTo>
                  <a:cubicBezTo>
                    <a:pt x="194" y="196"/>
                    <a:pt x="194" y="196"/>
                    <a:pt x="194" y="196"/>
                  </a:cubicBezTo>
                  <a:cubicBezTo>
                    <a:pt x="194" y="197"/>
                    <a:pt x="194" y="197"/>
                    <a:pt x="194" y="197"/>
                  </a:cubicBezTo>
                  <a:cubicBezTo>
                    <a:pt x="194" y="197"/>
                    <a:pt x="194" y="197"/>
                    <a:pt x="194" y="197"/>
                  </a:cubicBezTo>
                  <a:cubicBezTo>
                    <a:pt x="193" y="197"/>
                    <a:pt x="193" y="197"/>
                    <a:pt x="193" y="197"/>
                  </a:cubicBezTo>
                  <a:cubicBezTo>
                    <a:pt x="192" y="197"/>
                    <a:pt x="192" y="197"/>
                    <a:pt x="192" y="197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1" y="198"/>
                    <a:pt x="191" y="198"/>
                    <a:pt x="191" y="198"/>
                  </a:cubicBezTo>
                  <a:cubicBezTo>
                    <a:pt x="191" y="199"/>
                    <a:pt x="191" y="199"/>
                    <a:pt x="191" y="199"/>
                  </a:cubicBezTo>
                  <a:cubicBezTo>
                    <a:pt x="192" y="199"/>
                    <a:pt x="192" y="199"/>
                    <a:pt x="192" y="199"/>
                  </a:cubicBezTo>
                  <a:cubicBezTo>
                    <a:pt x="191" y="199"/>
                    <a:pt x="191" y="199"/>
                    <a:pt x="191" y="199"/>
                  </a:cubicBezTo>
                  <a:cubicBezTo>
                    <a:pt x="191" y="199"/>
                    <a:pt x="191" y="199"/>
                    <a:pt x="191" y="199"/>
                  </a:cubicBezTo>
                  <a:cubicBezTo>
                    <a:pt x="190" y="198"/>
                    <a:pt x="190" y="198"/>
                    <a:pt x="190" y="198"/>
                  </a:cubicBezTo>
                  <a:cubicBezTo>
                    <a:pt x="189" y="198"/>
                    <a:pt x="189" y="198"/>
                    <a:pt x="189" y="198"/>
                  </a:cubicBezTo>
                  <a:cubicBezTo>
                    <a:pt x="189" y="199"/>
                    <a:pt x="189" y="199"/>
                    <a:pt x="189" y="199"/>
                  </a:cubicBezTo>
                  <a:cubicBezTo>
                    <a:pt x="189" y="199"/>
                    <a:pt x="189" y="199"/>
                    <a:pt x="189" y="199"/>
                  </a:cubicBezTo>
                  <a:cubicBezTo>
                    <a:pt x="190" y="200"/>
                    <a:pt x="190" y="200"/>
                    <a:pt x="190" y="200"/>
                  </a:cubicBezTo>
                  <a:cubicBezTo>
                    <a:pt x="189" y="200"/>
                    <a:pt x="189" y="200"/>
                    <a:pt x="189" y="200"/>
                  </a:cubicBezTo>
                  <a:cubicBezTo>
                    <a:pt x="189" y="200"/>
                    <a:pt x="189" y="200"/>
                    <a:pt x="189" y="200"/>
                  </a:cubicBezTo>
                  <a:cubicBezTo>
                    <a:pt x="189" y="200"/>
                    <a:pt x="189" y="200"/>
                    <a:pt x="189" y="200"/>
                  </a:cubicBezTo>
                  <a:cubicBezTo>
                    <a:pt x="188" y="201"/>
                    <a:pt x="188" y="201"/>
                    <a:pt x="188" y="201"/>
                  </a:cubicBezTo>
                  <a:cubicBezTo>
                    <a:pt x="187" y="202"/>
                    <a:pt x="187" y="202"/>
                    <a:pt x="187" y="202"/>
                  </a:cubicBezTo>
                  <a:cubicBezTo>
                    <a:pt x="187" y="202"/>
                    <a:pt x="187" y="202"/>
                    <a:pt x="187" y="202"/>
                  </a:cubicBezTo>
                  <a:cubicBezTo>
                    <a:pt x="187" y="203"/>
                    <a:pt x="187" y="203"/>
                    <a:pt x="187" y="203"/>
                  </a:cubicBezTo>
                  <a:cubicBezTo>
                    <a:pt x="186" y="203"/>
                    <a:pt x="186" y="203"/>
                    <a:pt x="186" y="203"/>
                  </a:cubicBezTo>
                  <a:cubicBezTo>
                    <a:pt x="186" y="204"/>
                    <a:pt x="186" y="204"/>
                    <a:pt x="186" y="204"/>
                  </a:cubicBezTo>
                  <a:cubicBezTo>
                    <a:pt x="186" y="204"/>
                    <a:pt x="186" y="204"/>
                    <a:pt x="186" y="204"/>
                  </a:cubicBezTo>
                  <a:cubicBezTo>
                    <a:pt x="185" y="204"/>
                    <a:pt x="185" y="204"/>
                    <a:pt x="185" y="204"/>
                  </a:cubicBezTo>
                  <a:cubicBezTo>
                    <a:pt x="184" y="206"/>
                    <a:pt x="184" y="206"/>
                    <a:pt x="184" y="206"/>
                  </a:cubicBezTo>
                  <a:cubicBezTo>
                    <a:pt x="183" y="206"/>
                    <a:pt x="183" y="206"/>
                    <a:pt x="183" y="206"/>
                  </a:cubicBezTo>
                  <a:cubicBezTo>
                    <a:pt x="183" y="207"/>
                    <a:pt x="183" y="207"/>
                    <a:pt x="183" y="207"/>
                  </a:cubicBezTo>
                  <a:cubicBezTo>
                    <a:pt x="182" y="207"/>
                    <a:pt x="182" y="207"/>
                    <a:pt x="182" y="207"/>
                  </a:cubicBezTo>
                  <a:cubicBezTo>
                    <a:pt x="181" y="207"/>
                    <a:pt x="181" y="207"/>
                    <a:pt x="181" y="207"/>
                  </a:cubicBezTo>
                  <a:cubicBezTo>
                    <a:pt x="181" y="207"/>
                    <a:pt x="181" y="207"/>
                    <a:pt x="181" y="207"/>
                  </a:cubicBezTo>
                  <a:cubicBezTo>
                    <a:pt x="182" y="208"/>
                    <a:pt x="182" y="208"/>
                    <a:pt x="182" y="208"/>
                  </a:cubicBezTo>
                  <a:cubicBezTo>
                    <a:pt x="181" y="209"/>
                    <a:pt x="181" y="209"/>
                    <a:pt x="181" y="209"/>
                  </a:cubicBezTo>
                  <a:cubicBezTo>
                    <a:pt x="180" y="210"/>
                    <a:pt x="180" y="210"/>
                    <a:pt x="180" y="210"/>
                  </a:cubicBezTo>
                  <a:cubicBezTo>
                    <a:pt x="180" y="211"/>
                    <a:pt x="180" y="211"/>
                    <a:pt x="180" y="211"/>
                  </a:cubicBezTo>
                  <a:cubicBezTo>
                    <a:pt x="180" y="212"/>
                    <a:pt x="180" y="212"/>
                    <a:pt x="180" y="212"/>
                  </a:cubicBezTo>
                  <a:cubicBezTo>
                    <a:pt x="179" y="213"/>
                    <a:pt x="179" y="213"/>
                    <a:pt x="179" y="213"/>
                  </a:cubicBezTo>
                  <a:cubicBezTo>
                    <a:pt x="178" y="214"/>
                    <a:pt x="178" y="214"/>
                    <a:pt x="178" y="214"/>
                  </a:cubicBezTo>
                  <a:cubicBezTo>
                    <a:pt x="179" y="215"/>
                    <a:pt x="179" y="215"/>
                    <a:pt x="179" y="215"/>
                  </a:cubicBezTo>
                  <a:cubicBezTo>
                    <a:pt x="179" y="216"/>
                    <a:pt x="179" y="216"/>
                    <a:pt x="179" y="216"/>
                  </a:cubicBezTo>
                  <a:cubicBezTo>
                    <a:pt x="178" y="217"/>
                    <a:pt x="178" y="217"/>
                    <a:pt x="178" y="217"/>
                  </a:cubicBezTo>
                  <a:cubicBezTo>
                    <a:pt x="177" y="218"/>
                    <a:pt x="177" y="218"/>
                    <a:pt x="177" y="218"/>
                  </a:cubicBezTo>
                  <a:cubicBezTo>
                    <a:pt x="177" y="218"/>
                    <a:pt x="177" y="218"/>
                    <a:pt x="177" y="218"/>
                  </a:cubicBezTo>
                  <a:cubicBezTo>
                    <a:pt x="176" y="218"/>
                    <a:pt x="176" y="218"/>
                    <a:pt x="176" y="218"/>
                  </a:cubicBezTo>
                  <a:cubicBezTo>
                    <a:pt x="177" y="218"/>
                    <a:pt x="177" y="218"/>
                    <a:pt x="177" y="218"/>
                  </a:cubicBezTo>
                  <a:cubicBezTo>
                    <a:pt x="177" y="219"/>
                    <a:pt x="177" y="219"/>
                    <a:pt x="177" y="219"/>
                  </a:cubicBezTo>
                  <a:cubicBezTo>
                    <a:pt x="177" y="220"/>
                    <a:pt x="177" y="220"/>
                    <a:pt x="177" y="220"/>
                  </a:cubicBezTo>
                  <a:cubicBezTo>
                    <a:pt x="178" y="220"/>
                    <a:pt x="178" y="220"/>
                    <a:pt x="178" y="220"/>
                  </a:cubicBezTo>
                  <a:cubicBezTo>
                    <a:pt x="178" y="221"/>
                    <a:pt x="178" y="221"/>
                    <a:pt x="178" y="221"/>
                  </a:cubicBezTo>
                  <a:cubicBezTo>
                    <a:pt x="178" y="222"/>
                    <a:pt x="178" y="222"/>
                    <a:pt x="178" y="222"/>
                  </a:cubicBezTo>
                  <a:cubicBezTo>
                    <a:pt x="177" y="223"/>
                    <a:pt x="177" y="223"/>
                    <a:pt x="177" y="223"/>
                  </a:cubicBezTo>
                  <a:cubicBezTo>
                    <a:pt x="176" y="224"/>
                    <a:pt x="176" y="224"/>
                    <a:pt x="176" y="224"/>
                  </a:cubicBezTo>
                  <a:cubicBezTo>
                    <a:pt x="174" y="225"/>
                    <a:pt x="174" y="225"/>
                    <a:pt x="174" y="225"/>
                  </a:cubicBezTo>
                  <a:cubicBezTo>
                    <a:pt x="173" y="226"/>
                    <a:pt x="173" y="226"/>
                    <a:pt x="173" y="226"/>
                  </a:cubicBezTo>
                  <a:cubicBezTo>
                    <a:pt x="174" y="225"/>
                    <a:pt x="174" y="225"/>
                    <a:pt x="174" y="225"/>
                  </a:cubicBezTo>
                  <a:cubicBezTo>
                    <a:pt x="176" y="225"/>
                    <a:pt x="176" y="225"/>
                    <a:pt x="176" y="225"/>
                  </a:cubicBezTo>
                  <a:cubicBezTo>
                    <a:pt x="178" y="223"/>
                    <a:pt x="178" y="223"/>
                    <a:pt x="178" y="223"/>
                  </a:cubicBezTo>
                  <a:cubicBezTo>
                    <a:pt x="179" y="221"/>
                    <a:pt x="179" y="221"/>
                    <a:pt x="179" y="221"/>
                  </a:cubicBezTo>
                  <a:cubicBezTo>
                    <a:pt x="182" y="221"/>
                    <a:pt x="182" y="221"/>
                    <a:pt x="182" y="221"/>
                  </a:cubicBezTo>
                  <a:cubicBezTo>
                    <a:pt x="182" y="221"/>
                    <a:pt x="182" y="221"/>
                    <a:pt x="182" y="221"/>
                  </a:cubicBezTo>
                  <a:cubicBezTo>
                    <a:pt x="182" y="222"/>
                    <a:pt x="182" y="222"/>
                    <a:pt x="182" y="222"/>
                  </a:cubicBezTo>
                  <a:cubicBezTo>
                    <a:pt x="182" y="223"/>
                    <a:pt x="182" y="223"/>
                    <a:pt x="182" y="223"/>
                  </a:cubicBezTo>
                  <a:cubicBezTo>
                    <a:pt x="182" y="224"/>
                    <a:pt x="182" y="224"/>
                    <a:pt x="182" y="224"/>
                  </a:cubicBezTo>
                  <a:cubicBezTo>
                    <a:pt x="183" y="225"/>
                    <a:pt x="183" y="225"/>
                    <a:pt x="183" y="225"/>
                  </a:cubicBezTo>
                  <a:cubicBezTo>
                    <a:pt x="183" y="226"/>
                    <a:pt x="183" y="226"/>
                    <a:pt x="183" y="226"/>
                  </a:cubicBezTo>
                  <a:cubicBezTo>
                    <a:pt x="182" y="228"/>
                    <a:pt x="182" y="228"/>
                    <a:pt x="182" y="228"/>
                  </a:cubicBezTo>
                  <a:cubicBezTo>
                    <a:pt x="182" y="229"/>
                    <a:pt x="182" y="229"/>
                    <a:pt x="182" y="229"/>
                  </a:cubicBezTo>
                  <a:cubicBezTo>
                    <a:pt x="183" y="230"/>
                    <a:pt x="183" y="230"/>
                    <a:pt x="183" y="230"/>
                  </a:cubicBezTo>
                  <a:cubicBezTo>
                    <a:pt x="182" y="231"/>
                    <a:pt x="182" y="231"/>
                    <a:pt x="182" y="231"/>
                  </a:cubicBezTo>
                  <a:cubicBezTo>
                    <a:pt x="180" y="233"/>
                    <a:pt x="180" y="233"/>
                    <a:pt x="180" y="233"/>
                  </a:cubicBezTo>
                  <a:cubicBezTo>
                    <a:pt x="178" y="234"/>
                    <a:pt x="178" y="234"/>
                    <a:pt x="178" y="234"/>
                  </a:cubicBezTo>
                  <a:cubicBezTo>
                    <a:pt x="177" y="234"/>
                    <a:pt x="177" y="234"/>
                    <a:pt x="177" y="234"/>
                  </a:cubicBezTo>
                  <a:cubicBezTo>
                    <a:pt x="178" y="234"/>
                    <a:pt x="178" y="234"/>
                    <a:pt x="178" y="234"/>
                  </a:cubicBezTo>
                  <a:cubicBezTo>
                    <a:pt x="180" y="234"/>
                    <a:pt x="180" y="234"/>
                    <a:pt x="180" y="234"/>
                  </a:cubicBezTo>
                  <a:cubicBezTo>
                    <a:pt x="183" y="233"/>
                    <a:pt x="183" y="233"/>
                    <a:pt x="183" y="233"/>
                  </a:cubicBezTo>
                  <a:cubicBezTo>
                    <a:pt x="186" y="232"/>
                    <a:pt x="186" y="232"/>
                    <a:pt x="186" y="232"/>
                  </a:cubicBezTo>
                  <a:cubicBezTo>
                    <a:pt x="188" y="232"/>
                    <a:pt x="188" y="232"/>
                    <a:pt x="188" y="232"/>
                  </a:cubicBezTo>
                  <a:cubicBezTo>
                    <a:pt x="190" y="233"/>
                    <a:pt x="190" y="233"/>
                    <a:pt x="190" y="233"/>
                  </a:cubicBezTo>
                  <a:cubicBezTo>
                    <a:pt x="191" y="234"/>
                    <a:pt x="191" y="234"/>
                    <a:pt x="191" y="234"/>
                  </a:cubicBezTo>
                  <a:cubicBezTo>
                    <a:pt x="193" y="235"/>
                    <a:pt x="193" y="235"/>
                    <a:pt x="193" y="235"/>
                  </a:cubicBezTo>
                  <a:cubicBezTo>
                    <a:pt x="193" y="235"/>
                    <a:pt x="193" y="235"/>
                    <a:pt x="193" y="235"/>
                  </a:cubicBezTo>
                  <a:cubicBezTo>
                    <a:pt x="194" y="235"/>
                    <a:pt x="194" y="235"/>
                    <a:pt x="194" y="235"/>
                  </a:cubicBezTo>
                  <a:cubicBezTo>
                    <a:pt x="196" y="237"/>
                    <a:pt x="196" y="237"/>
                    <a:pt x="196" y="237"/>
                  </a:cubicBezTo>
                  <a:cubicBezTo>
                    <a:pt x="196" y="237"/>
                    <a:pt x="196" y="237"/>
                    <a:pt x="196" y="237"/>
                  </a:cubicBezTo>
                  <a:cubicBezTo>
                    <a:pt x="197" y="238"/>
                    <a:pt x="197" y="238"/>
                    <a:pt x="197" y="238"/>
                  </a:cubicBezTo>
                  <a:cubicBezTo>
                    <a:pt x="198" y="239"/>
                    <a:pt x="198" y="239"/>
                    <a:pt x="198" y="239"/>
                  </a:cubicBezTo>
                  <a:cubicBezTo>
                    <a:pt x="198" y="239"/>
                    <a:pt x="198" y="239"/>
                    <a:pt x="198" y="239"/>
                  </a:cubicBezTo>
                  <a:cubicBezTo>
                    <a:pt x="198" y="240"/>
                    <a:pt x="198" y="240"/>
                    <a:pt x="198" y="240"/>
                  </a:cubicBezTo>
                  <a:cubicBezTo>
                    <a:pt x="199" y="241"/>
                    <a:pt x="199" y="241"/>
                    <a:pt x="199" y="241"/>
                  </a:cubicBezTo>
                  <a:cubicBezTo>
                    <a:pt x="199" y="242"/>
                    <a:pt x="199" y="242"/>
                    <a:pt x="199" y="242"/>
                  </a:cubicBezTo>
                  <a:cubicBezTo>
                    <a:pt x="200" y="241"/>
                    <a:pt x="200" y="241"/>
                    <a:pt x="200" y="241"/>
                  </a:cubicBezTo>
                  <a:cubicBezTo>
                    <a:pt x="200" y="242"/>
                    <a:pt x="200" y="242"/>
                    <a:pt x="200" y="242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2" y="243"/>
                    <a:pt x="202" y="243"/>
                    <a:pt x="202" y="243"/>
                  </a:cubicBezTo>
                  <a:cubicBezTo>
                    <a:pt x="204" y="244"/>
                    <a:pt x="204" y="244"/>
                    <a:pt x="204" y="244"/>
                  </a:cubicBezTo>
                  <a:cubicBezTo>
                    <a:pt x="204" y="244"/>
                    <a:pt x="204" y="244"/>
                    <a:pt x="204" y="244"/>
                  </a:cubicBezTo>
                  <a:cubicBezTo>
                    <a:pt x="206" y="245"/>
                    <a:pt x="206" y="245"/>
                    <a:pt x="206" y="245"/>
                  </a:cubicBezTo>
                  <a:cubicBezTo>
                    <a:pt x="206" y="246"/>
                    <a:pt x="206" y="246"/>
                    <a:pt x="206" y="246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209" y="247"/>
                    <a:pt x="209" y="247"/>
                    <a:pt x="209" y="247"/>
                  </a:cubicBezTo>
                  <a:cubicBezTo>
                    <a:pt x="209" y="248"/>
                    <a:pt x="209" y="248"/>
                    <a:pt x="209" y="248"/>
                  </a:cubicBezTo>
                  <a:cubicBezTo>
                    <a:pt x="210" y="247"/>
                    <a:pt x="210" y="247"/>
                    <a:pt x="210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2" y="248"/>
                    <a:pt x="212" y="248"/>
                    <a:pt x="212" y="248"/>
                  </a:cubicBezTo>
                  <a:cubicBezTo>
                    <a:pt x="213" y="248"/>
                    <a:pt x="213" y="248"/>
                    <a:pt x="213" y="248"/>
                  </a:cubicBezTo>
                  <a:cubicBezTo>
                    <a:pt x="214" y="248"/>
                    <a:pt x="214" y="248"/>
                    <a:pt x="214" y="248"/>
                  </a:cubicBezTo>
                  <a:cubicBezTo>
                    <a:pt x="216" y="248"/>
                    <a:pt x="216" y="248"/>
                    <a:pt x="216" y="248"/>
                  </a:cubicBezTo>
                  <a:cubicBezTo>
                    <a:pt x="217" y="248"/>
                    <a:pt x="217" y="248"/>
                    <a:pt x="217" y="248"/>
                  </a:cubicBezTo>
                  <a:cubicBezTo>
                    <a:pt x="217" y="248"/>
                    <a:pt x="217" y="248"/>
                    <a:pt x="217" y="248"/>
                  </a:cubicBezTo>
                  <a:cubicBezTo>
                    <a:pt x="217" y="248"/>
                    <a:pt x="217" y="248"/>
                    <a:pt x="217" y="248"/>
                  </a:cubicBezTo>
                  <a:cubicBezTo>
                    <a:pt x="218" y="248"/>
                    <a:pt x="218" y="248"/>
                    <a:pt x="218" y="248"/>
                  </a:cubicBezTo>
                  <a:cubicBezTo>
                    <a:pt x="218" y="248"/>
                    <a:pt x="218" y="248"/>
                    <a:pt x="218" y="248"/>
                  </a:cubicBezTo>
                  <a:cubicBezTo>
                    <a:pt x="218" y="249"/>
                    <a:pt x="218" y="249"/>
                    <a:pt x="218" y="249"/>
                  </a:cubicBezTo>
                  <a:cubicBezTo>
                    <a:pt x="217" y="251"/>
                    <a:pt x="217" y="251"/>
                    <a:pt x="217" y="251"/>
                  </a:cubicBezTo>
                  <a:cubicBezTo>
                    <a:pt x="217" y="252"/>
                    <a:pt x="217" y="252"/>
                    <a:pt x="217" y="252"/>
                  </a:cubicBezTo>
                  <a:cubicBezTo>
                    <a:pt x="216" y="253"/>
                    <a:pt x="216" y="253"/>
                    <a:pt x="216" y="253"/>
                  </a:cubicBezTo>
                  <a:cubicBezTo>
                    <a:pt x="216" y="254"/>
                    <a:pt x="216" y="254"/>
                    <a:pt x="216" y="254"/>
                  </a:cubicBezTo>
                  <a:cubicBezTo>
                    <a:pt x="216" y="255"/>
                    <a:pt x="216" y="255"/>
                    <a:pt x="216" y="255"/>
                  </a:cubicBezTo>
                  <a:cubicBezTo>
                    <a:pt x="216" y="255"/>
                    <a:pt x="216" y="255"/>
                    <a:pt x="216" y="255"/>
                  </a:cubicBezTo>
                  <a:cubicBezTo>
                    <a:pt x="216" y="257"/>
                    <a:pt x="216" y="257"/>
                    <a:pt x="216" y="257"/>
                  </a:cubicBezTo>
                  <a:cubicBezTo>
                    <a:pt x="215" y="258"/>
                    <a:pt x="215" y="258"/>
                    <a:pt x="215" y="258"/>
                  </a:cubicBezTo>
                  <a:cubicBezTo>
                    <a:pt x="215" y="259"/>
                    <a:pt x="215" y="259"/>
                    <a:pt x="215" y="259"/>
                  </a:cubicBezTo>
                  <a:cubicBezTo>
                    <a:pt x="215" y="260"/>
                    <a:pt x="215" y="260"/>
                    <a:pt x="215" y="260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3" y="262"/>
                    <a:pt x="213" y="262"/>
                    <a:pt x="213" y="262"/>
                  </a:cubicBezTo>
                  <a:cubicBezTo>
                    <a:pt x="214" y="263"/>
                    <a:pt x="214" y="263"/>
                    <a:pt x="214" y="263"/>
                  </a:cubicBezTo>
                  <a:cubicBezTo>
                    <a:pt x="215" y="264"/>
                    <a:pt x="215" y="264"/>
                    <a:pt x="215" y="264"/>
                  </a:cubicBezTo>
                  <a:cubicBezTo>
                    <a:pt x="215" y="265"/>
                    <a:pt x="215" y="265"/>
                    <a:pt x="215" y="265"/>
                  </a:cubicBezTo>
                  <a:cubicBezTo>
                    <a:pt x="215" y="265"/>
                    <a:pt x="215" y="265"/>
                    <a:pt x="215" y="265"/>
                  </a:cubicBezTo>
                  <a:cubicBezTo>
                    <a:pt x="216" y="266"/>
                    <a:pt x="216" y="266"/>
                    <a:pt x="216" y="266"/>
                  </a:cubicBezTo>
                  <a:cubicBezTo>
                    <a:pt x="216" y="266"/>
                    <a:pt x="216" y="266"/>
                    <a:pt x="216" y="266"/>
                  </a:cubicBezTo>
                  <a:cubicBezTo>
                    <a:pt x="216" y="267"/>
                    <a:pt x="216" y="267"/>
                    <a:pt x="216" y="267"/>
                  </a:cubicBezTo>
                  <a:cubicBezTo>
                    <a:pt x="216" y="267"/>
                    <a:pt x="216" y="267"/>
                    <a:pt x="216" y="267"/>
                  </a:cubicBezTo>
                  <a:cubicBezTo>
                    <a:pt x="217" y="268"/>
                    <a:pt x="217" y="268"/>
                    <a:pt x="217" y="268"/>
                  </a:cubicBezTo>
                  <a:cubicBezTo>
                    <a:pt x="218" y="268"/>
                    <a:pt x="218" y="268"/>
                    <a:pt x="218" y="268"/>
                  </a:cubicBezTo>
                  <a:cubicBezTo>
                    <a:pt x="218" y="268"/>
                    <a:pt x="218" y="268"/>
                    <a:pt x="218" y="268"/>
                  </a:cubicBezTo>
                  <a:cubicBezTo>
                    <a:pt x="218" y="269"/>
                    <a:pt x="218" y="269"/>
                    <a:pt x="218" y="269"/>
                  </a:cubicBezTo>
                  <a:cubicBezTo>
                    <a:pt x="219" y="269"/>
                    <a:pt x="219" y="269"/>
                    <a:pt x="219" y="269"/>
                  </a:cubicBezTo>
                  <a:cubicBezTo>
                    <a:pt x="219" y="271"/>
                    <a:pt x="219" y="271"/>
                    <a:pt x="219" y="271"/>
                  </a:cubicBezTo>
                  <a:cubicBezTo>
                    <a:pt x="219" y="271"/>
                    <a:pt x="219" y="271"/>
                    <a:pt x="219" y="271"/>
                  </a:cubicBezTo>
                  <a:cubicBezTo>
                    <a:pt x="219" y="272"/>
                    <a:pt x="219" y="272"/>
                    <a:pt x="219" y="272"/>
                  </a:cubicBezTo>
                  <a:cubicBezTo>
                    <a:pt x="217" y="274"/>
                    <a:pt x="217" y="274"/>
                    <a:pt x="217" y="274"/>
                  </a:cubicBezTo>
                  <a:cubicBezTo>
                    <a:pt x="218" y="273"/>
                    <a:pt x="218" y="273"/>
                    <a:pt x="218" y="273"/>
                  </a:cubicBezTo>
                  <a:cubicBezTo>
                    <a:pt x="219" y="272"/>
                    <a:pt x="219" y="272"/>
                    <a:pt x="219" y="272"/>
                  </a:cubicBezTo>
                  <a:cubicBezTo>
                    <a:pt x="220" y="273"/>
                    <a:pt x="220" y="273"/>
                    <a:pt x="220" y="273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2" y="273"/>
                    <a:pt x="222" y="273"/>
                    <a:pt x="222" y="273"/>
                  </a:cubicBezTo>
                  <a:cubicBezTo>
                    <a:pt x="222" y="273"/>
                    <a:pt x="222" y="273"/>
                    <a:pt x="222" y="273"/>
                  </a:cubicBezTo>
                  <a:cubicBezTo>
                    <a:pt x="222" y="272"/>
                    <a:pt x="222" y="272"/>
                    <a:pt x="222" y="272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5" y="271"/>
                    <a:pt x="225" y="271"/>
                    <a:pt x="225" y="271"/>
                  </a:cubicBezTo>
                  <a:cubicBezTo>
                    <a:pt x="225" y="273"/>
                    <a:pt x="225" y="273"/>
                    <a:pt x="225" y="273"/>
                  </a:cubicBezTo>
                  <a:cubicBezTo>
                    <a:pt x="225" y="274"/>
                    <a:pt x="225" y="274"/>
                    <a:pt x="225" y="274"/>
                  </a:cubicBezTo>
                  <a:cubicBezTo>
                    <a:pt x="226" y="275"/>
                    <a:pt x="226" y="275"/>
                    <a:pt x="226" y="275"/>
                  </a:cubicBezTo>
                  <a:cubicBezTo>
                    <a:pt x="227" y="275"/>
                    <a:pt x="227" y="275"/>
                    <a:pt x="227" y="275"/>
                  </a:cubicBezTo>
                  <a:cubicBezTo>
                    <a:pt x="226" y="274"/>
                    <a:pt x="226" y="274"/>
                    <a:pt x="226" y="274"/>
                  </a:cubicBezTo>
                  <a:cubicBezTo>
                    <a:pt x="226" y="274"/>
                    <a:pt x="226" y="274"/>
                    <a:pt x="226" y="274"/>
                  </a:cubicBezTo>
                  <a:cubicBezTo>
                    <a:pt x="225" y="273"/>
                    <a:pt x="225" y="273"/>
                    <a:pt x="225" y="273"/>
                  </a:cubicBezTo>
                  <a:cubicBezTo>
                    <a:pt x="226" y="271"/>
                    <a:pt x="226" y="271"/>
                    <a:pt x="226" y="271"/>
                  </a:cubicBezTo>
                  <a:cubicBezTo>
                    <a:pt x="226" y="271"/>
                    <a:pt x="226" y="271"/>
                    <a:pt x="226" y="271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25" y="270"/>
                    <a:pt x="225" y="270"/>
                    <a:pt x="225" y="270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26" y="270"/>
                    <a:pt x="226" y="270"/>
                    <a:pt x="226" y="270"/>
                  </a:cubicBezTo>
                  <a:cubicBezTo>
                    <a:pt x="227" y="268"/>
                    <a:pt x="227" y="268"/>
                    <a:pt x="227" y="268"/>
                  </a:cubicBezTo>
                  <a:cubicBezTo>
                    <a:pt x="228" y="268"/>
                    <a:pt x="228" y="268"/>
                    <a:pt x="228" y="268"/>
                  </a:cubicBezTo>
                  <a:cubicBezTo>
                    <a:pt x="227" y="267"/>
                    <a:pt x="227" y="267"/>
                    <a:pt x="227" y="267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27" y="265"/>
                    <a:pt x="227" y="265"/>
                    <a:pt x="227" y="265"/>
                  </a:cubicBezTo>
                  <a:cubicBezTo>
                    <a:pt x="228" y="264"/>
                    <a:pt x="228" y="264"/>
                    <a:pt x="228" y="264"/>
                  </a:cubicBezTo>
                  <a:cubicBezTo>
                    <a:pt x="227" y="264"/>
                    <a:pt x="227" y="264"/>
                    <a:pt x="227" y="264"/>
                  </a:cubicBezTo>
                  <a:cubicBezTo>
                    <a:pt x="227" y="263"/>
                    <a:pt x="227" y="263"/>
                    <a:pt x="227" y="263"/>
                  </a:cubicBezTo>
                  <a:cubicBezTo>
                    <a:pt x="227" y="263"/>
                    <a:pt x="227" y="263"/>
                    <a:pt x="227" y="263"/>
                  </a:cubicBezTo>
                  <a:cubicBezTo>
                    <a:pt x="227" y="262"/>
                    <a:pt x="227" y="262"/>
                    <a:pt x="227" y="262"/>
                  </a:cubicBezTo>
                  <a:cubicBezTo>
                    <a:pt x="227" y="261"/>
                    <a:pt x="227" y="261"/>
                    <a:pt x="227" y="261"/>
                  </a:cubicBezTo>
                  <a:cubicBezTo>
                    <a:pt x="227" y="260"/>
                    <a:pt x="227" y="260"/>
                    <a:pt x="227" y="260"/>
                  </a:cubicBezTo>
                  <a:cubicBezTo>
                    <a:pt x="227" y="258"/>
                    <a:pt x="227" y="258"/>
                    <a:pt x="227" y="258"/>
                  </a:cubicBezTo>
                  <a:cubicBezTo>
                    <a:pt x="228" y="258"/>
                    <a:pt x="228" y="258"/>
                    <a:pt x="228" y="258"/>
                  </a:cubicBezTo>
                  <a:cubicBezTo>
                    <a:pt x="228" y="257"/>
                    <a:pt x="228" y="257"/>
                    <a:pt x="228" y="257"/>
                  </a:cubicBezTo>
                  <a:cubicBezTo>
                    <a:pt x="228" y="257"/>
                    <a:pt x="228" y="257"/>
                    <a:pt x="228" y="257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8" y="255"/>
                    <a:pt x="228" y="255"/>
                    <a:pt x="228" y="255"/>
                  </a:cubicBezTo>
                  <a:cubicBezTo>
                    <a:pt x="228" y="255"/>
                    <a:pt x="228" y="255"/>
                    <a:pt x="228" y="255"/>
                  </a:cubicBezTo>
                  <a:cubicBezTo>
                    <a:pt x="228" y="254"/>
                    <a:pt x="228" y="254"/>
                    <a:pt x="228" y="254"/>
                  </a:cubicBezTo>
                  <a:cubicBezTo>
                    <a:pt x="228" y="254"/>
                    <a:pt x="228" y="254"/>
                    <a:pt x="228" y="254"/>
                  </a:cubicBezTo>
                  <a:cubicBezTo>
                    <a:pt x="227" y="253"/>
                    <a:pt x="227" y="253"/>
                    <a:pt x="227" y="253"/>
                  </a:cubicBezTo>
                  <a:cubicBezTo>
                    <a:pt x="227" y="252"/>
                    <a:pt x="227" y="252"/>
                    <a:pt x="227" y="252"/>
                  </a:cubicBezTo>
                  <a:cubicBezTo>
                    <a:pt x="227" y="252"/>
                    <a:pt x="227" y="252"/>
                    <a:pt x="227" y="252"/>
                  </a:cubicBezTo>
                  <a:cubicBezTo>
                    <a:pt x="228" y="251"/>
                    <a:pt x="228" y="251"/>
                    <a:pt x="228" y="251"/>
                  </a:cubicBezTo>
                  <a:cubicBezTo>
                    <a:pt x="230" y="251"/>
                    <a:pt x="230" y="251"/>
                    <a:pt x="230" y="251"/>
                  </a:cubicBezTo>
                  <a:cubicBezTo>
                    <a:pt x="231" y="251"/>
                    <a:pt x="231" y="251"/>
                    <a:pt x="231" y="251"/>
                  </a:cubicBezTo>
                  <a:cubicBezTo>
                    <a:pt x="232" y="251"/>
                    <a:pt x="232" y="251"/>
                    <a:pt x="232" y="251"/>
                  </a:cubicBezTo>
                  <a:cubicBezTo>
                    <a:pt x="232" y="250"/>
                    <a:pt x="232" y="250"/>
                    <a:pt x="232" y="250"/>
                  </a:cubicBezTo>
                  <a:cubicBezTo>
                    <a:pt x="234" y="249"/>
                    <a:pt x="234" y="249"/>
                    <a:pt x="234" y="249"/>
                  </a:cubicBezTo>
                  <a:cubicBezTo>
                    <a:pt x="237" y="249"/>
                    <a:pt x="237" y="249"/>
                    <a:pt x="237" y="249"/>
                  </a:cubicBezTo>
                  <a:cubicBezTo>
                    <a:pt x="237" y="248"/>
                    <a:pt x="237" y="248"/>
                    <a:pt x="237" y="248"/>
                  </a:cubicBezTo>
                  <a:cubicBezTo>
                    <a:pt x="237" y="248"/>
                    <a:pt x="237" y="248"/>
                    <a:pt x="237" y="248"/>
                  </a:cubicBezTo>
                  <a:cubicBezTo>
                    <a:pt x="239" y="247"/>
                    <a:pt x="239" y="247"/>
                    <a:pt x="239" y="247"/>
                  </a:cubicBezTo>
                  <a:cubicBezTo>
                    <a:pt x="240" y="246"/>
                    <a:pt x="240" y="246"/>
                    <a:pt x="240" y="246"/>
                  </a:cubicBezTo>
                  <a:cubicBezTo>
                    <a:pt x="241" y="246"/>
                    <a:pt x="241" y="246"/>
                    <a:pt x="241" y="246"/>
                  </a:cubicBezTo>
                  <a:cubicBezTo>
                    <a:pt x="242" y="244"/>
                    <a:pt x="242" y="244"/>
                    <a:pt x="242" y="244"/>
                  </a:cubicBezTo>
                  <a:cubicBezTo>
                    <a:pt x="242" y="244"/>
                    <a:pt x="242" y="244"/>
                    <a:pt x="242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4" y="244"/>
                    <a:pt x="244" y="244"/>
                    <a:pt x="244" y="244"/>
                  </a:cubicBezTo>
                  <a:cubicBezTo>
                    <a:pt x="244" y="244"/>
                    <a:pt x="244" y="244"/>
                    <a:pt x="244" y="244"/>
                  </a:cubicBezTo>
                  <a:cubicBezTo>
                    <a:pt x="244" y="243"/>
                    <a:pt x="244" y="243"/>
                    <a:pt x="244" y="243"/>
                  </a:cubicBezTo>
                  <a:cubicBezTo>
                    <a:pt x="243" y="242"/>
                    <a:pt x="243" y="242"/>
                    <a:pt x="243" y="242"/>
                  </a:cubicBezTo>
                  <a:cubicBezTo>
                    <a:pt x="243" y="242"/>
                    <a:pt x="243" y="242"/>
                    <a:pt x="243" y="242"/>
                  </a:cubicBezTo>
                  <a:cubicBezTo>
                    <a:pt x="243" y="243"/>
                    <a:pt x="243" y="243"/>
                    <a:pt x="243" y="243"/>
                  </a:cubicBezTo>
                  <a:cubicBezTo>
                    <a:pt x="242" y="243"/>
                    <a:pt x="242" y="243"/>
                    <a:pt x="242" y="243"/>
                  </a:cubicBezTo>
                  <a:cubicBezTo>
                    <a:pt x="243" y="242"/>
                    <a:pt x="243" y="242"/>
                    <a:pt x="243" y="242"/>
                  </a:cubicBezTo>
                  <a:cubicBezTo>
                    <a:pt x="243" y="240"/>
                    <a:pt x="243" y="240"/>
                    <a:pt x="243" y="240"/>
                  </a:cubicBezTo>
                  <a:cubicBezTo>
                    <a:pt x="244" y="240"/>
                    <a:pt x="244" y="240"/>
                    <a:pt x="244" y="240"/>
                  </a:cubicBezTo>
                  <a:cubicBezTo>
                    <a:pt x="244" y="238"/>
                    <a:pt x="244" y="238"/>
                    <a:pt x="244" y="238"/>
                  </a:cubicBezTo>
                  <a:cubicBezTo>
                    <a:pt x="244" y="237"/>
                    <a:pt x="244" y="237"/>
                    <a:pt x="244" y="237"/>
                  </a:cubicBezTo>
                  <a:cubicBezTo>
                    <a:pt x="243" y="236"/>
                    <a:pt x="243" y="236"/>
                    <a:pt x="243" y="236"/>
                  </a:cubicBezTo>
                  <a:cubicBezTo>
                    <a:pt x="243" y="234"/>
                    <a:pt x="243" y="234"/>
                    <a:pt x="243" y="234"/>
                  </a:cubicBezTo>
                  <a:cubicBezTo>
                    <a:pt x="243" y="232"/>
                    <a:pt x="243" y="232"/>
                    <a:pt x="243" y="232"/>
                  </a:cubicBezTo>
                  <a:cubicBezTo>
                    <a:pt x="242" y="230"/>
                    <a:pt x="242" y="230"/>
                    <a:pt x="242" y="230"/>
                  </a:cubicBezTo>
                  <a:cubicBezTo>
                    <a:pt x="241" y="229"/>
                    <a:pt x="241" y="229"/>
                    <a:pt x="241" y="229"/>
                  </a:cubicBezTo>
                  <a:cubicBezTo>
                    <a:pt x="240" y="228"/>
                    <a:pt x="240" y="228"/>
                    <a:pt x="240" y="228"/>
                  </a:cubicBezTo>
                  <a:cubicBezTo>
                    <a:pt x="240" y="228"/>
                    <a:pt x="240" y="228"/>
                    <a:pt x="240" y="228"/>
                  </a:cubicBezTo>
                  <a:cubicBezTo>
                    <a:pt x="239" y="228"/>
                    <a:pt x="239" y="228"/>
                    <a:pt x="239" y="228"/>
                  </a:cubicBezTo>
                  <a:cubicBezTo>
                    <a:pt x="240" y="226"/>
                    <a:pt x="240" y="226"/>
                    <a:pt x="240" y="226"/>
                  </a:cubicBezTo>
                  <a:cubicBezTo>
                    <a:pt x="241" y="226"/>
                    <a:pt x="241" y="226"/>
                    <a:pt x="241" y="226"/>
                  </a:cubicBezTo>
                  <a:cubicBezTo>
                    <a:pt x="243" y="223"/>
                    <a:pt x="243" y="223"/>
                    <a:pt x="243" y="223"/>
                  </a:cubicBezTo>
                  <a:cubicBezTo>
                    <a:pt x="244" y="223"/>
                    <a:pt x="244" y="223"/>
                    <a:pt x="244" y="223"/>
                  </a:cubicBezTo>
                  <a:cubicBezTo>
                    <a:pt x="244" y="223"/>
                    <a:pt x="244" y="223"/>
                    <a:pt x="244" y="223"/>
                  </a:cubicBezTo>
                  <a:cubicBezTo>
                    <a:pt x="244" y="222"/>
                    <a:pt x="244" y="222"/>
                    <a:pt x="244" y="222"/>
                  </a:cubicBezTo>
                  <a:cubicBezTo>
                    <a:pt x="244" y="222"/>
                    <a:pt x="244" y="222"/>
                    <a:pt x="244" y="222"/>
                  </a:cubicBezTo>
                  <a:cubicBezTo>
                    <a:pt x="244" y="222"/>
                    <a:pt x="244" y="222"/>
                    <a:pt x="244" y="222"/>
                  </a:cubicBezTo>
                  <a:cubicBezTo>
                    <a:pt x="245" y="221"/>
                    <a:pt x="245" y="221"/>
                    <a:pt x="245" y="221"/>
                  </a:cubicBezTo>
                  <a:cubicBezTo>
                    <a:pt x="245" y="221"/>
                    <a:pt x="245" y="221"/>
                    <a:pt x="245" y="221"/>
                  </a:cubicBezTo>
                  <a:cubicBezTo>
                    <a:pt x="246" y="222"/>
                    <a:pt x="246" y="222"/>
                    <a:pt x="246" y="222"/>
                  </a:cubicBezTo>
                  <a:cubicBezTo>
                    <a:pt x="246" y="222"/>
                    <a:pt x="246" y="222"/>
                    <a:pt x="246" y="222"/>
                  </a:cubicBezTo>
                  <a:cubicBezTo>
                    <a:pt x="246" y="221"/>
                    <a:pt x="246" y="221"/>
                    <a:pt x="246" y="221"/>
                  </a:cubicBezTo>
                  <a:cubicBezTo>
                    <a:pt x="246" y="220"/>
                    <a:pt x="246" y="220"/>
                    <a:pt x="246" y="220"/>
                  </a:cubicBezTo>
                  <a:cubicBezTo>
                    <a:pt x="247" y="220"/>
                    <a:pt x="247" y="220"/>
                    <a:pt x="247" y="220"/>
                  </a:cubicBezTo>
                  <a:cubicBezTo>
                    <a:pt x="248" y="219"/>
                    <a:pt x="248" y="219"/>
                    <a:pt x="248" y="219"/>
                  </a:cubicBezTo>
                  <a:cubicBezTo>
                    <a:pt x="248" y="218"/>
                    <a:pt x="248" y="218"/>
                    <a:pt x="248" y="218"/>
                  </a:cubicBezTo>
                  <a:cubicBezTo>
                    <a:pt x="247" y="218"/>
                    <a:pt x="247" y="218"/>
                    <a:pt x="247" y="218"/>
                  </a:cubicBezTo>
                  <a:cubicBezTo>
                    <a:pt x="247" y="218"/>
                    <a:pt x="247" y="218"/>
                    <a:pt x="247" y="218"/>
                  </a:cubicBezTo>
                  <a:cubicBezTo>
                    <a:pt x="247" y="217"/>
                    <a:pt x="247" y="217"/>
                    <a:pt x="247" y="217"/>
                  </a:cubicBezTo>
                  <a:cubicBezTo>
                    <a:pt x="247" y="216"/>
                    <a:pt x="247" y="216"/>
                    <a:pt x="247" y="216"/>
                  </a:cubicBezTo>
                  <a:cubicBezTo>
                    <a:pt x="247" y="216"/>
                    <a:pt x="247" y="216"/>
                    <a:pt x="247" y="216"/>
                  </a:cubicBezTo>
                  <a:cubicBezTo>
                    <a:pt x="247" y="215"/>
                    <a:pt x="247" y="215"/>
                    <a:pt x="247" y="215"/>
                  </a:cubicBezTo>
                  <a:cubicBezTo>
                    <a:pt x="248" y="215"/>
                    <a:pt x="248" y="215"/>
                    <a:pt x="248" y="215"/>
                  </a:cubicBezTo>
                  <a:cubicBezTo>
                    <a:pt x="247" y="215"/>
                    <a:pt x="247" y="215"/>
                    <a:pt x="247" y="215"/>
                  </a:cubicBezTo>
                  <a:cubicBezTo>
                    <a:pt x="247" y="214"/>
                    <a:pt x="247" y="214"/>
                    <a:pt x="247" y="214"/>
                  </a:cubicBezTo>
                  <a:cubicBezTo>
                    <a:pt x="248" y="213"/>
                    <a:pt x="248" y="213"/>
                    <a:pt x="248" y="213"/>
                  </a:cubicBezTo>
                  <a:cubicBezTo>
                    <a:pt x="248" y="213"/>
                    <a:pt x="248" y="213"/>
                    <a:pt x="248" y="213"/>
                  </a:cubicBezTo>
                  <a:cubicBezTo>
                    <a:pt x="248" y="213"/>
                    <a:pt x="248" y="213"/>
                    <a:pt x="248" y="213"/>
                  </a:cubicBezTo>
                  <a:cubicBezTo>
                    <a:pt x="246" y="213"/>
                    <a:pt x="246" y="213"/>
                    <a:pt x="246" y="213"/>
                  </a:cubicBezTo>
                  <a:cubicBezTo>
                    <a:pt x="246" y="213"/>
                    <a:pt x="246" y="213"/>
                    <a:pt x="246" y="213"/>
                  </a:cubicBezTo>
                  <a:cubicBezTo>
                    <a:pt x="246" y="212"/>
                    <a:pt x="246" y="212"/>
                    <a:pt x="246" y="212"/>
                  </a:cubicBezTo>
                  <a:cubicBezTo>
                    <a:pt x="248" y="211"/>
                    <a:pt x="248" y="211"/>
                    <a:pt x="248" y="211"/>
                  </a:cubicBezTo>
                  <a:cubicBezTo>
                    <a:pt x="249" y="209"/>
                    <a:pt x="249" y="209"/>
                    <a:pt x="249" y="209"/>
                  </a:cubicBezTo>
                  <a:cubicBezTo>
                    <a:pt x="249" y="208"/>
                    <a:pt x="249" y="208"/>
                    <a:pt x="249" y="208"/>
                  </a:cubicBezTo>
                  <a:cubicBezTo>
                    <a:pt x="250" y="208"/>
                    <a:pt x="250" y="208"/>
                    <a:pt x="250" y="208"/>
                  </a:cubicBezTo>
                  <a:cubicBezTo>
                    <a:pt x="250" y="208"/>
                    <a:pt x="250" y="208"/>
                    <a:pt x="250" y="208"/>
                  </a:cubicBezTo>
                  <a:cubicBezTo>
                    <a:pt x="250" y="207"/>
                    <a:pt x="250" y="207"/>
                    <a:pt x="250" y="207"/>
                  </a:cubicBezTo>
                  <a:cubicBezTo>
                    <a:pt x="250" y="207"/>
                    <a:pt x="250" y="207"/>
                    <a:pt x="250" y="207"/>
                  </a:cubicBezTo>
                  <a:cubicBezTo>
                    <a:pt x="250" y="207"/>
                    <a:pt x="250" y="207"/>
                    <a:pt x="250" y="207"/>
                  </a:cubicBezTo>
                  <a:cubicBezTo>
                    <a:pt x="249" y="206"/>
                    <a:pt x="249" y="206"/>
                    <a:pt x="249" y="206"/>
                  </a:cubicBezTo>
                  <a:cubicBezTo>
                    <a:pt x="249" y="206"/>
                    <a:pt x="249" y="206"/>
                    <a:pt x="249" y="206"/>
                  </a:cubicBezTo>
                  <a:cubicBezTo>
                    <a:pt x="249" y="204"/>
                    <a:pt x="249" y="204"/>
                    <a:pt x="249" y="204"/>
                  </a:cubicBezTo>
                  <a:cubicBezTo>
                    <a:pt x="249" y="203"/>
                    <a:pt x="249" y="203"/>
                    <a:pt x="249" y="203"/>
                  </a:cubicBezTo>
                  <a:cubicBezTo>
                    <a:pt x="249" y="202"/>
                    <a:pt x="249" y="202"/>
                    <a:pt x="249" y="202"/>
                  </a:cubicBezTo>
                  <a:cubicBezTo>
                    <a:pt x="250" y="202"/>
                    <a:pt x="250" y="202"/>
                    <a:pt x="250" y="202"/>
                  </a:cubicBezTo>
                  <a:cubicBezTo>
                    <a:pt x="250" y="202"/>
                    <a:pt x="250" y="202"/>
                    <a:pt x="250" y="202"/>
                  </a:cubicBezTo>
                  <a:cubicBezTo>
                    <a:pt x="251" y="202"/>
                    <a:pt x="251" y="202"/>
                    <a:pt x="251" y="202"/>
                  </a:cubicBezTo>
                  <a:cubicBezTo>
                    <a:pt x="251" y="201"/>
                    <a:pt x="251" y="201"/>
                    <a:pt x="251" y="201"/>
                  </a:cubicBezTo>
                  <a:cubicBezTo>
                    <a:pt x="251" y="201"/>
                    <a:pt x="251" y="201"/>
                    <a:pt x="251" y="201"/>
                  </a:cubicBezTo>
                  <a:cubicBezTo>
                    <a:pt x="252" y="201"/>
                    <a:pt x="252" y="201"/>
                    <a:pt x="252" y="201"/>
                  </a:cubicBezTo>
                  <a:cubicBezTo>
                    <a:pt x="252" y="201"/>
                    <a:pt x="252" y="201"/>
                    <a:pt x="252" y="201"/>
                  </a:cubicBezTo>
                  <a:cubicBezTo>
                    <a:pt x="253" y="201"/>
                    <a:pt x="253" y="201"/>
                    <a:pt x="253" y="201"/>
                  </a:cubicBezTo>
                  <a:cubicBezTo>
                    <a:pt x="254" y="201"/>
                    <a:pt x="254" y="201"/>
                    <a:pt x="254" y="201"/>
                  </a:cubicBezTo>
                  <a:cubicBezTo>
                    <a:pt x="256" y="202"/>
                    <a:pt x="256" y="202"/>
                    <a:pt x="256" y="202"/>
                  </a:cubicBezTo>
                  <a:cubicBezTo>
                    <a:pt x="258" y="203"/>
                    <a:pt x="258" y="203"/>
                    <a:pt x="258" y="203"/>
                  </a:cubicBezTo>
                  <a:cubicBezTo>
                    <a:pt x="259" y="203"/>
                    <a:pt x="259" y="203"/>
                    <a:pt x="259" y="203"/>
                  </a:cubicBezTo>
                  <a:cubicBezTo>
                    <a:pt x="259" y="203"/>
                    <a:pt x="259" y="203"/>
                    <a:pt x="259" y="203"/>
                  </a:cubicBezTo>
                  <a:cubicBezTo>
                    <a:pt x="258" y="204"/>
                    <a:pt x="258" y="204"/>
                    <a:pt x="258" y="204"/>
                  </a:cubicBezTo>
                  <a:cubicBezTo>
                    <a:pt x="259" y="204"/>
                    <a:pt x="259" y="204"/>
                    <a:pt x="259" y="204"/>
                  </a:cubicBezTo>
                  <a:cubicBezTo>
                    <a:pt x="260" y="203"/>
                    <a:pt x="260" y="203"/>
                    <a:pt x="260" y="203"/>
                  </a:cubicBezTo>
                  <a:cubicBezTo>
                    <a:pt x="261" y="203"/>
                    <a:pt x="261" y="203"/>
                    <a:pt x="261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3" y="204"/>
                    <a:pt x="263" y="204"/>
                    <a:pt x="263" y="204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4" y="204"/>
                    <a:pt x="264" y="204"/>
                    <a:pt x="264" y="204"/>
                  </a:cubicBezTo>
                  <a:cubicBezTo>
                    <a:pt x="264" y="203"/>
                    <a:pt x="264" y="203"/>
                    <a:pt x="264" y="203"/>
                  </a:cubicBezTo>
                  <a:cubicBezTo>
                    <a:pt x="265" y="203"/>
                    <a:pt x="265" y="203"/>
                    <a:pt x="265" y="203"/>
                  </a:cubicBezTo>
                  <a:cubicBezTo>
                    <a:pt x="266" y="203"/>
                    <a:pt x="266" y="203"/>
                    <a:pt x="266" y="203"/>
                  </a:cubicBezTo>
                  <a:cubicBezTo>
                    <a:pt x="268" y="204"/>
                    <a:pt x="268" y="204"/>
                    <a:pt x="268" y="204"/>
                  </a:cubicBezTo>
                  <a:cubicBezTo>
                    <a:pt x="268" y="205"/>
                    <a:pt x="268" y="205"/>
                    <a:pt x="268" y="205"/>
                  </a:cubicBezTo>
                  <a:cubicBezTo>
                    <a:pt x="269" y="205"/>
                    <a:pt x="269" y="205"/>
                    <a:pt x="269" y="205"/>
                  </a:cubicBezTo>
                  <a:cubicBezTo>
                    <a:pt x="270" y="205"/>
                    <a:pt x="270" y="205"/>
                    <a:pt x="270" y="205"/>
                  </a:cubicBezTo>
                  <a:cubicBezTo>
                    <a:pt x="270" y="207"/>
                    <a:pt x="270" y="207"/>
                    <a:pt x="270" y="207"/>
                  </a:cubicBezTo>
                  <a:cubicBezTo>
                    <a:pt x="269" y="207"/>
                    <a:pt x="269" y="207"/>
                    <a:pt x="269" y="207"/>
                  </a:cubicBezTo>
                  <a:cubicBezTo>
                    <a:pt x="269" y="208"/>
                    <a:pt x="269" y="208"/>
                    <a:pt x="269" y="208"/>
                  </a:cubicBezTo>
                  <a:cubicBezTo>
                    <a:pt x="270" y="207"/>
                    <a:pt x="270" y="207"/>
                    <a:pt x="270" y="207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9"/>
                    <a:pt x="271" y="209"/>
                    <a:pt x="271" y="209"/>
                  </a:cubicBezTo>
                  <a:cubicBezTo>
                    <a:pt x="270" y="209"/>
                    <a:pt x="270" y="209"/>
                    <a:pt x="270" y="209"/>
                  </a:cubicBezTo>
                  <a:cubicBezTo>
                    <a:pt x="271" y="210"/>
                    <a:pt x="271" y="210"/>
                    <a:pt x="271" y="210"/>
                  </a:cubicBezTo>
                  <a:cubicBezTo>
                    <a:pt x="272" y="209"/>
                    <a:pt x="272" y="209"/>
                    <a:pt x="272" y="209"/>
                  </a:cubicBezTo>
                  <a:cubicBezTo>
                    <a:pt x="272" y="210"/>
                    <a:pt x="272" y="210"/>
                    <a:pt x="272" y="210"/>
                  </a:cubicBezTo>
                  <a:cubicBezTo>
                    <a:pt x="272" y="211"/>
                    <a:pt x="272" y="211"/>
                    <a:pt x="272" y="211"/>
                  </a:cubicBezTo>
                  <a:cubicBezTo>
                    <a:pt x="272" y="210"/>
                    <a:pt x="272" y="210"/>
                    <a:pt x="272" y="210"/>
                  </a:cubicBezTo>
                  <a:cubicBezTo>
                    <a:pt x="271" y="211"/>
                    <a:pt x="271" y="211"/>
                    <a:pt x="271" y="211"/>
                  </a:cubicBezTo>
                  <a:cubicBezTo>
                    <a:pt x="270" y="211"/>
                    <a:pt x="270" y="211"/>
                    <a:pt x="270" y="211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3" y="212"/>
                    <a:pt x="273" y="212"/>
                    <a:pt x="273" y="212"/>
                  </a:cubicBezTo>
                  <a:cubicBezTo>
                    <a:pt x="274" y="213"/>
                    <a:pt x="274" y="213"/>
                    <a:pt x="274" y="213"/>
                  </a:cubicBezTo>
                  <a:cubicBezTo>
                    <a:pt x="275" y="213"/>
                    <a:pt x="275" y="213"/>
                    <a:pt x="275" y="213"/>
                  </a:cubicBezTo>
                  <a:cubicBezTo>
                    <a:pt x="275" y="214"/>
                    <a:pt x="275" y="214"/>
                    <a:pt x="275" y="214"/>
                  </a:cubicBezTo>
                  <a:cubicBezTo>
                    <a:pt x="276" y="213"/>
                    <a:pt x="276" y="213"/>
                    <a:pt x="276" y="213"/>
                  </a:cubicBezTo>
                  <a:cubicBezTo>
                    <a:pt x="277" y="214"/>
                    <a:pt x="277" y="214"/>
                    <a:pt x="277" y="214"/>
                  </a:cubicBezTo>
                  <a:cubicBezTo>
                    <a:pt x="277" y="215"/>
                    <a:pt x="277" y="215"/>
                    <a:pt x="277" y="215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9" y="215"/>
                    <a:pt x="279" y="215"/>
                    <a:pt x="279" y="215"/>
                  </a:cubicBezTo>
                  <a:cubicBezTo>
                    <a:pt x="279" y="214"/>
                    <a:pt x="279" y="214"/>
                    <a:pt x="279" y="214"/>
                  </a:cubicBezTo>
                  <a:cubicBezTo>
                    <a:pt x="280" y="214"/>
                    <a:pt x="280" y="214"/>
                    <a:pt x="280" y="214"/>
                  </a:cubicBezTo>
                  <a:cubicBezTo>
                    <a:pt x="280" y="215"/>
                    <a:pt x="280" y="215"/>
                    <a:pt x="280" y="215"/>
                  </a:cubicBezTo>
                  <a:cubicBezTo>
                    <a:pt x="279" y="216"/>
                    <a:pt x="279" y="216"/>
                    <a:pt x="279" y="216"/>
                  </a:cubicBezTo>
                  <a:cubicBezTo>
                    <a:pt x="278" y="217"/>
                    <a:pt x="278" y="217"/>
                    <a:pt x="278" y="217"/>
                  </a:cubicBezTo>
                  <a:cubicBezTo>
                    <a:pt x="277" y="218"/>
                    <a:pt x="277" y="218"/>
                    <a:pt x="277" y="218"/>
                  </a:cubicBezTo>
                  <a:cubicBezTo>
                    <a:pt x="278" y="220"/>
                    <a:pt x="278" y="220"/>
                    <a:pt x="278" y="220"/>
                  </a:cubicBezTo>
                  <a:cubicBezTo>
                    <a:pt x="277" y="220"/>
                    <a:pt x="277" y="220"/>
                    <a:pt x="277" y="220"/>
                  </a:cubicBezTo>
                  <a:cubicBezTo>
                    <a:pt x="277" y="219"/>
                    <a:pt x="277" y="219"/>
                    <a:pt x="277" y="219"/>
                  </a:cubicBezTo>
                  <a:cubicBezTo>
                    <a:pt x="277" y="220"/>
                    <a:pt x="277" y="220"/>
                    <a:pt x="277" y="220"/>
                  </a:cubicBezTo>
                  <a:cubicBezTo>
                    <a:pt x="276" y="221"/>
                    <a:pt x="276" y="221"/>
                    <a:pt x="276" y="221"/>
                  </a:cubicBezTo>
                  <a:cubicBezTo>
                    <a:pt x="274" y="221"/>
                    <a:pt x="274" y="221"/>
                    <a:pt x="274" y="221"/>
                  </a:cubicBezTo>
                  <a:cubicBezTo>
                    <a:pt x="272" y="220"/>
                    <a:pt x="272" y="220"/>
                    <a:pt x="272" y="220"/>
                  </a:cubicBezTo>
                  <a:cubicBezTo>
                    <a:pt x="274" y="221"/>
                    <a:pt x="274" y="221"/>
                    <a:pt x="274" y="221"/>
                  </a:cubicBezTo>
                  <a:cubicBezTo>
                    <a:pt x="276" y="221"/>
                    <a:pt x="276" y="221"/>
                    <a:pt x="276" y="221"/>
                  </a:cubicBezTo>
                  <a:cubicBezTo>
                    <a:pt x="277" y="222"/>
                    <a:pt x="277" y="222"/>
                    <a:pt x="277" y="222"/>
                  </a:cubicBezTo>
                  <a:cubicBezTo>
                    <a:pt x="277" y="224"/>
                    <a:pt x="277" y="224"/>
                    <a:pt x="277" y="224"/>
                  </a:cubicBezTo>
                  <a:cubicBezTo>
                    <a:pt x="276" y="225"/>
                    <a:pt x="276" y="225"/>
                    <a:pt x="276" y="225"/>
                  </a:cubicBezTo>
                  <a:cubicBezTo>
                    <a:pt x="276" y="225"/>
                    <a:pt x="276" y="225"/>
                    <a:pt x="276" y="225"/>
                  </a:cubicBezTo>
                  <a:cubicBezTo>
                    <a:pt x="275" y="226"/>
                    <a:pt x="275" y="226"/>
                    <a:pt x="275" y="226"/>
                  </a:cubicBezTo>
                  <a:cubicBezTo>
                    <a:pt x="275" y="226"/>
                    <a:pt x="275" y="226"/>
                    <a:pt x="275" y="226"/>
                  </a:cubicBezTo>
                  <a:cubicBezTo>
                    <a:pt x="276" y="228"/>
                    <a:pt x="276" y="228"/>
                    <a:pt x="276" y="228"/>
                  </a:cubicBezTo>
                  <a:cubicBezTo>
                    <a:pt x="277" y="228"/>
                    <a:pt x="277" y="228"/>
                    <a:pt x="277" y="228"/>
                  </a:cubicBezTo>
                  <a:cubicBezTo>
                    <a:pt x="277" y="228"/>
                    <a:pt x="277" y="228"/>
                    <a:pt x="277" y="228"/>
                  </a:cubicBezTo>
                  <a:cubicBezTo>
                    <a:pt x="275" y="228"/>
                    <a:pt x="275" y="228"/>
                    <a:pt x="275" y="228"/>
                  </a:cubicBezTo>
                  <a:cubicBezTo>
                    <a:pt x="276" y="229"/>
                    <a:pt x="276" y="229"/>
                    <a:pt x="276" y="229"/>
                  </a:cubicBezTo>
                  <a:cubicBezTo>
                    <a:pt x="277" y="230"/>
                    <a:pt x="277" y="230"/>
                    <a:pt x="277" y="230"/>
                  </a:cubicBezTo>
                  <a:cubicBezTo>
                    <a:pt x="277" y="230"/>
                    <a:pt x="277" y="230"/>
                    <a:pt x="277" y="230"/>
                  </a:cubicBezTo>
                  <a:cubicBezTo>
                    <a:pt x="277" y="229"/>
                    <a:pt x="277" y="229"/>
                    <a:pt x="277" y="229"/>
                  </a:cubicBezTo>
                  <a:cubicBezTo>
                    <a:pt x="278" y="229"/>
                    <a:pt x="278" y="229"/>
                    <a:pt x="278" y="229"/>
                  </a:cubicBezTo>
                  <a:cubicBezTo>
                    <a:pt x="279" y="229"/>
                    <a:pt x="279" y="229"/>
                    <a:pt x="279" y="229"/>
                  </a:cubicBezTo>
                  <a:cubicBezTo>
                    <a:pt x="279" y="230"/>
                    <a:pt x="279" y="230"/>
                    <a:pt x="279" y="230"/>
                  </a:cubicBezTo>
                  <a:cubicBezTo>
                    <a:pt x="279" y="231"/>
                    <a:pt x="279" y="231"/>
                    <a:pt x="279" y="231"/>
                  </a:cubicBezTo>
                  <a:cubicBezTo>
                    <a:pt x="279" y="232"/>
                    <a:pt x="279" y="232"/>
                    <a:pt x="279" y="232"/>
                  </a:cubicBezTo>
                  <a:cubicBezTo>
                    <a:pt x="278" y="233"/>
                    <a:pt x="278" y="233"/>
                    <a:pt x="278" y="233"/>
                  </a:cubicBezTo>
                  <a:cubicBezTo>
                    <a:pt x="278" y="234"/>
                    <a:pt x="278" y="234"/>
                    <a:pt x="278" y="234"/>
                  </a:cubicBezTo>
                  <a:cubicBezTo>
                    <a:pt x="277" y="235"/>
                    <a:pt x="277" y="235"/>
                    <a:pt x="277" y="235"/>
                  </a:cubicBezTo>
                  <a:cubicBezTo>
                    <a:pt x="278" y="235"/>
                    <a:pt x="278" y="235"/>
                    <a:pt x="278" y="235"/>
                  </a:cubicBezTo>
                  <a:cubicBezTo>
                    <a:pt x="279" y="232"/>
                    <a:pt x="279" y="232"/>
                    <a:pt x="279" y="232"/>
                  </a:cubicBezTo>
                  <a:cubicBezTo>
                    <a:pt x="280" y="231"/>
                    <a:pt x="280" y="231"/>
                    <a:pt x="280" y="231"/>
                  </a:cubicBezTo>
                  <a:cubicBezTo>
                    <a:pt x="281" y="231"/>
                    <a:pt x="281" y="231"/>
                    <a:pt x="281" y="231"/>
                  </a:cubicBezTo>
                  <a:cubicBezTo>
                    <a:pt x="281" y="232"/>
                    <a:pt x="281" y="232"/>
                    <a:pt x="281" y="232"/>
                  </a:cubicBezTo>
                  <a:cubicBezTo>
                    <a:pt x="281" y="234"/>
                    <a:pt x="281" y="234"/>
                    <a:pt x="281" y="234"/>
                  </a:cubicBezTo>
                  <a:cubicBezTo>
                    <a:pt x="280" y="234"/>
                    <a:pt x="280" y="234"/>
                    <a:pt x="280" y="234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0" y="236"/>
                    <a:pt x="280" y="236"/>
                    <a:pt x="280" y="236"/>
                  </a:cubicBezTo>
                  <a:cubicBezTo>
                    <a:pt x="281" y="235"/>
                    <a:pt x="281" y="235"/>
                    <a:pt x="281" y="235"/>
                  </a:cubicBezTo>
                  <a:cubicBezTo>
                    <a:pt x="281" y="234"/>
                    <a:pt x="281" y="234"/>
                    <a:pt x="281" y="234"/>
                  </a:cubicBezTo>
                  <a:cubicBezTo>
                    <a:pt x="282" y="233"/>
                    <a:pt x="282" y="233"/>
                    <a:pt x="282" y="233"/>
                  </a:cubicBezTo>
                  <a:cubicBezTo>
                    <a:pt x="283" y="233"/>
                    <a:pt x="283" y="233"/>
                    <a:pt x="283" y="233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4" y="232"/>
                    <a:pt x="284" y="232"/>
                    <a:pt x="284" y="232"/>
                  </a:cubicBezTo>
                  <a:cubicBezTo>
                    <a:pt x="285" y="233"/>
                    <a:pt x="285" y="233"/>
                    <a:pt x="285" y="233"/>
                  </a:cubicBezTo>
                  <a:cubicBezTo>
                    <a:pt x="285" y="232"/>
                    <a:pt x="285" y="232"/>
                    <a:pt x="285" y="232"/>
                  </a:cubicBezTo>
                  <a:cubicBezTo>
                    <a:pt x="286" y="232"/>
                    <a:pt x="286" y="232"/>
                    <a:pt x="286" y="232"/>
                  </a:cubicBezTo>
                  <a:cubicBezTo>
                    <a:pt x="286" y="231"/>
                    <a:pt x="286" y="231"/>
                    <a:pt x="286" y="231"/>
                  </a:cubicBezTo>
                  <a:cubicBezTo>
                    <a:pt x="286" y="231"/>
                    <a:pt x="286" y="231"/>
                    <a:pt x="286" y="231"/>
                  </a:cubicBezTo>
                  <a:cubicBezTo>
                    <a:pt x="288" y="230"/>
                    <a:pt x="288" y="230"/>
                    <a:pt x="288" y="230"/>
                  </a:cubicBezTo>
                  <a:cubicBezTo>
                    <a:pt x="288" y="230"/>
                    <a:pt x="288" y="230"/>
                    <a:pt x="288" y="230"/>
                  </a:cubicBezTo>
                  <a:cubicBezTo>
                    <a:pt x="288" y="232"/>
                    <a:pt x="288" y="232"/>
                    <a:pt x="288" y="232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9" y="231"/>
                    <a:pt x="289" y="231"/>
                    <a:pt x="289" y="231"/>
                  </a:cubicBezTo>
                  <a:cubicBezTo>
                    <a:pt x="289" y="230"/>
                    <a:pt x="289" y="230"/>
                    <a:pt x="289" y="230"/>
                  </a:cubicBezTo>
                  <a:cubicBezTo>
                    <a:pt x="289" y="230"/>
                    <a:pt x="289" y="230"/>
                    <a:pt x="289" y="230"/>
                  </a:cubicBezTo>
                  <a:cubicBezTo>
                    <a:pt x="289" y="230"/>
                    <a:pt x="289" y="230"/>
                    <a:pt x="289" y="230"/>
                  </a:cubicBezTo>
                  <a:cubicBezTo>
                    <a:pt x="290" y="229"/>
                    <a:pt x="290" y="229"/>
                    <a:pt x="290" y="229"/>
                  </a:cubicBezTo>
                  <a:cubicBezTo>
                    <a:pt x="290" y="229"/>
                    <a:pt x="290" y="229"/>
                    <a:pt x="290" y="229"/>
                  </a:cubicBezTo>
                  <a:cubicBezTo>
                    <a:pt x="291" y="228"/>
                    <a:pt x="291" y="228"/>
                    <a:pt x="291" y="228"/>
                  </a:cubicBezTo>
                  <a:cubicBezTo>
                    <a:pt x="291" y="227"/>
                    <a:pt x="291" y="227"/>
                    <a:pt x="291" y="227"/>
                  </a:cubicBezTo>
                  <a:cubicBezTo>
                    <a:pt x="292" y="227"/>
                    <a:pt x="292" y="227"/>
                    <a:pt x="292" y="227"/>
                  </a:cubicBezTo>
                  <a:cubicBezTo>
                    <a:pt x="292" y="226"/>
                    <a:pt x="292" y="226"/>
                    <a:pt x="292" y="226"/>
                  </a:cubicBezTo>
                  <a:cubicBezTo>
                    <a:pt x="293" y="226"/>
                    <a:pt x="293" y="226"/>
                    <a:pt x="293" y="226"/>
                  </a:cubicBezTo>
                  <a:cubicBezTo>
                    <a:pt x="293" y="227"/>
                    <a:pt x="293" y="227"/>
                    <a:pt x="293" y="227"/>
                  </a:cubicBezTo>
                  <a:cubicBezTo>
                    <a:pt x="293" y="226"/>
                    <a:pt x="293" y="226"/>
                    <a:pt x="293" y="226"/>
                  </a:cubicBezTo>
                  <a:cubicBezTo>
                    <a:pt x="293" y="226"/>
                    <a:pt x="293" y="226"/>
                    <a:pt x="293" y="226"/>
                  </a:cubicBezTo>
                  <a:cubicBezTo>
                    <a:pt x="292" y="226"/>
                    <a:pt x="292" y="226"/>
                    <a:pt x="292" y="226"/>
                  </a:cubicBezTo>
                  <a:cubicBezTo>
                    <a:pt x="292" y="225"/>
                    <a:pt x="292" y="225"/>
                    <a:pt x="292" y="225"/>
                  </a:cubicBezTo>
                  <a:cubicBezTo>
                    <a:pt x="293" y="224"/>
                    <a:pt x="293" y="224"/>
                    <a:pt x="293" y="224"/>
                  </a:cubicBezTo>
                  <a:cubicBezTo>
                    <a:pt x="293" y="224"/>
                    <a:pt x="293" y="224"/>
                    <a:pt x="293" y="224"/>
                  </a:cubicBezTo>
                  <a:cubicBezTo>
                    <a:pt x="294" y="224"/>
                    <a:pt x="294" y="224"/>
                    <a:pt x="294" y="224"/>
                  </a:cubicBezTo>
                  <a:cubicBezTo>
                    <a:pt x="294" y="223"/>
                    <a:pt x="294" y="223"/>
                    <a:pt x="294" y="223"/>
                  </a:cubicBezTo>
                  <a:cubicBezTo>
                    <a:pt x="294" y="223"/>
                    <a:pt x="294" y="223"/>
                    <a:pt x="294" y="223"/>
                  </a:cubicBezTo>
                  <a:cubicBezTo>
                    <a:pt x="294" y="222"/>
                    <a:pt x="294" y="222"/>
                    <a:pt x="294" y="222"/>
                  </a:cubicBezTo>
                  <a:cubicBezTo>
                    <a:pt x="295" y="222"/>
                    <a:pt x="295" y="222"/>
                    <a:pt x="295" y="222"/>
                  </a:cubicBezTo>
                  <a:cubicBezTo>
                    <a:pt x="296" y="221"/>
                    <a:pt x="296" y="221"/>
                    <a:pt x="296" y="221"/>
                  </a:cubicBezTo>
                  <a:cubicBezTo>
                    <a:pt x="295" y="220"/>
                    <a:pt x="295" y="220"/>
                    <a:pt x="295" y="220"/>
                  </a:cubicBezTo>
                  <a:cubicBezTo>
                    <a:pt x="296" y="219"/>
                    <a:pt x="296" y="219"/>
                    <a:pt x="296" y="219"/>
                  </a:cubicBezTo>
                  <a:cubicBezTo>
                    <a:pt x="297" y="219"/>
                    <a:pt x="297" y="219"/>
                    <a:pt x="297" y="219"/>
                  </a:cubicBezTo>
                  <a:cubicBezTo>
                    <a:pt x="298" y="219"/>
                    <a:pt x="298" y="219"/>
                    <a:pt x="298" y="219"/>
                  </a:cubicBezTo>
                  <a:cubicBezTo>
                    <a:pt x="297" y="220"/>
                    <a:pt x="297" y="220"/>
                    <a:pt x="297" y="220"/>
                  </a:cubicBezTo>
                  <a:cubicBezTo>
                    <a:pt x="298" y="220"/>
                    <a:pt x="298" y="220"/>
                    <a:pt x="298" y="220"/>
                  </a:cubicBezTo>
                  <a:cubicBezTo>
                    <a:pt x="298" y="220"/>
                    <a:pt x="298" y="220"/>
                    <a:pt x="298" y="220"/>
                  </a:cubicBezTo>
                  <a:cubicBezTo>
                    <a:pt x="297" y="220"/>
                    <a:pt x="297" y="220"/>
                    <a:pt x="297" y="220"/>
                  </a:cubicBezTo>
                  <a:cubicBezTo>
                    <a:pt x="297" y="221"/>
                    <a:pt x="297" y="221"/>
                    <a:pt x="297" y="221"/>
                  </a:cubicBezTo>
                  <a:cubicBezTo>
                    <a:pt x="298" y="221"/>
                    <a:pt x="298" y="221"/>
                    <a:pt x="298" y="221"/>
                  </a:cubicBezTo>
                  <a:cubicBezTo>
                    <a:pt x="297" y="222"/>
                    <a:pt x="297" y="222"/>
                    <a:pt x="297" y="222"/>
                  </a:cubicBezTo>
                  <a:cubicBezTo>
                    <a:pt x="297" y="222"/>
                    <a:pt x="297" y="222"/>
                    <a:pt x="297" y="222"/>
                  </a:cubicBezTo>
                  <a:cubicBezTo>
                    <a:pt x="297" y="222"/>
                    <a:pt x="297" y="222"/>
                    <a:pt x="297" y="222"/>
                  </a:cubicBezTo>
                  <a:cubicBezTo>
                    <a:pt x="297" y="222"/>
                    <a:pt x="297" y="222"/>
                    <a:pt x="297" y="222"/>
                  </a:cubicBezTo>
                  <a:cubicBezTo>
                    <a:pt x="298" y="222"/>
                    <a:pt x="298" y="222"/>
                    <a:pt x="298" y="222"/>
                  </a:cubicBezTo>
                  <a:cubicBezTo>
                    <a:pt x="298" y="223"/>
                    <a:pt x="298" y="223"/>
                    <a:pt x="298" y="223"/>
                  </a:cubicBezTo>
                  <a:cubicBezTo>
                    <a:pt x="297" y="223"/>
                    <a:pt x="297" y="223"/>
                    <a:pt x="297" y="223"/>
                  </a:cubicBezTo>
                  <a:cubicBezTo>
                    <a:pt x="298" y="223"/>
                    <a:pt x="298" y="223"/>
                    <a:pt x="298" y="223"/>
                  </a:cubicBezTo>
                  <a:cubicBezTo>
                    <a:pt x="298" y="224"/>
                    <a:pt x="298" y="224"/>
                    <a:pt x="298" y="224"/>
                  </a:cubicBezTo>
                  <a:cubicBezTo>
                    <a:pt x="297" y="224"/>
                    <a:pt x="297" y="224"/>
                    <a:pt x="297" y="224"/>
                  </a:cubicBezTo>
                  <a:cubicBezTo>
                    <a:pt x="298" y="225"/>
                    <a:pt x="298" y="225"/>
                    <a:pt x="298" y="225"/>
                  </a:cubicBezTo>
                  <a:cubicBezTo>
                    <a:pt x="298" y="226"/>
                    <a:pt x="298" y="226"/>
                    <a:pt x="298" y="226"/>
                  </a:cubicBezTo>
                  <a:cubicBezTo>
                    <a:pt x="299" y="227"/>
                    <a:pt x="299" y="227"/>
                    <a:pt x="299" y="227"/>
                  </a:cubicBezTo>
                  <a:cubicBezTo>
                    <a:pt x="298" y="227"/>
                    <a:pt x="298" y="227"/>
                    <a:pt x="298" y="227"/>
                  </a:cubicBezTo>
                  <a:cubicBezTo>
                    <a:pt x="298" y="227"/>
                    <a:pt x="298" y="227"/>
                    <a:pt x="298" y="227"/>
                  </a:cubicBezTo>
                  <a:cubicBezTo>
                    <a:pt x="297" y="227"/>
                    <a:pt x="297" y="227"/>
                    <a:pt x="297" y="227"/>
                  </a:cubicBezTo>
                  <a:cubicBezTo>
                    <a:pt x="298" y="228"/>
                    <a:pt x="298" y="228"/>
                    <a:pt x="298" y="228"/>
                  </a:cubicBezTo>
                  <a:cubicBezTo>
                    <a:pt x="298" y="228"/>
                    <a:pt x="298" y="228"/>
                    <a:pt x="298" y="228"/>
                  </a:cubicBezTo>
                  <a:cubicBezTo>
                    <a:pt x="298" y="228"/>
                    <a:pt x="298" y="228"/>
                    <a:pt x="298" y="228"/>
                  </a:cubicBezTo>
                  <a:cubicBezTo>
                    <a:pt x="299" y="227"/>
                    <a:pt x="299" y="227"/>
                    <a:pt x="299" y="227"/>
                  </a:cubicBezTo>
                  <a:cubicBezTo>
                    <a:pt x="299" y="228"/>
                    <a:pt x="299" y="228"/>
                    <a:pt x="299" y="228"/>
                  </a:cubicBezTo>
                  <a:cubicBezTo>
                    <a:pt x="300" y="228"/>
                    <a:pt x="300" y="228"/>
                    <a:pt x="300" y="228"/>
                  </a:cubicBezTo>
                  <a:cubicBezTo>
                    <a:pt x="299" y="229"/>
                    <a:pt x="299" y="229"/>
                    <a:pt x="299" y="229"/>
                  </a:cubicBezTo>
                  <a:cubicBezTo>
                    <a:pt x="298" y="230"/>
                    <a:pt x="298" y="230"/>
                    <a:pt x="298" y="230"/>
                  </a:cubicBezTo>
                  <a:cubicBezTo>
                    <a:pt x="297" y="229"/>
                    <a:pt x="297" y="229"/>
                    <a:pt x="297" y="229"/>
                  </a:cubicBezTo>
                  <a:cubicBezTo>
                    <a:pt x="297" y="230"/>
                    <a:pt x="297" y="230"/>
                    <a:pt x="297" y="230"/>
                  </a:cubicBezTo>
                  <a:cubicBezTo>
                    <a:pt x="297" y="230"/>
                    <a:pt x="297" y="230"/>
                    <a:pt x="297" y="230"/>
                  </a:cubicBezTo>
                  <a:cubicBezTo>
                    <a:pt x="299" y="230"/>
                    <a:pt x="299" y="230"/>
                    <a:pt x="299" y="230"/>
                  </a:cubicBezTo>
                  <a:cubicBezTo>
                    <a:pt x="300" y="230"/>
                    <a:pt x="300" y="230"/>
                    <a:pt x="300" y="230"/>
                  </a:cubicBezTo>
                  <a:cubicBezTo>
                    <a:pt x="300" y="231"/>
                    <a:pt x="300" y="231"/>
                    <a:pt x="300" y="231"/>
                  </a:cubicBezTo>
                  <a:cubicBezTo>
                    <a:pt x="299" y="231"/>
                    <a:pt x="299" y="231"/>
                    <a:pt x="299" y="231"/>
                  </a:cubicBezTo>
                  <a:cubicBezTo>
                    <a:pt x="300" y="232"/>
                    <a:pt x="300" y="232"/>
                    <a:pt x="300" y="232"/>
                  </a:cubicBezTo>
                  <a:cubicBezTo>
                    <a:pt x="301" y="231"/>
                    <a:pt x="301" y="231"/>
                    <a:pt x="301" y="231"/>
                  </a:cubicBezTo>
                  <a:cubicBezTo>
                    <a:pt x="301" y="232"/>
                    <a:pt x="301" y="232"/>
                    <a:pt x="301" y="232"/>
                  </a:cubicBezTo>
                  <a:cubicBezTo>
                    <a:pt x="300" y="233"/>
                    <a:pt x="300" y="233"/>
                    <a:pt x="300" y="233"/>
                  </a:cubicBezTo>
                  <a:cubicBezTo>
                    <a:pt x="298" y="233"/>
                    <a:pt x="298" y="233"/>
                    <a:pt x="298" y="233"/>
                  </a:cubicBezTo>
                  <a:cubicBezTo>
                    <a:pt x="298" y="233"/>
                    <a:pt x="298" y="233"/>
                    <a:pt x="298" y="233"/>
                  </a:cubicBezTo>
                  <a:cubicBezTo>
                    <a:pt x="297" y="233"/>
                    <a:pt x="297" y="233"/>
                    <a:pt x="297" y="233"/>
                  </a:cubicBezTo>
                  <a:cubicBezTo>
                    <a:pt x="298" y="234"/>
                    <a:pt x="298" y="234"/>
                    <a:pt x="298" y="234"/>
                  </a:cubicBezTo>
                  <a:cubicBezTo>
                    <a:pt x="297" y="234"/>
                    <a:pt x="297" y="234"/>
                    <a:pt x="297" y="234"/>
                  </a:cubicBezTo>
                  <a:cubicBezTo>
                    <a:pt x="298" y="234"/>
                    <a:pt x="298" y="234"/>
                    <a:pt x="298" y="234"/>
                  </a:cubicBezTo>
                  <a:cubicBezTo>
                    <a:pt x="300" y="234"/>
                    <a:pt x="300" y="234"/>
                    <a:pt x="300" y="234"/>
                  </a:cubicBezTo>
                  <a:cubicBezTo>
                    <a:pt x="301" y="234"/>
                    <a:pt x="301" y="234"/>
                    <a:pt x="301" y="234"/>
                  </a:cubicBezTo>
                  <a:cubicBezTo>
                    <a:pt x="301" y="234"/>
                    <a:pt x="301" y="234"/>
                    <a:pt x="301" y="234"/>
                  </a:cubicBezTo>
                  <a:cubicBezTo>
                    <a:pt x="301" y="234"/>
                    <a:pt x="301" y="234"/>
                    <a:pt x="301" y="234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300" y="235"/>
                    <a:pt x="300" y="235"/>
                    <a:pt x="300" y="235"/>
                  </a:cubicBezTo>
                  <a:cubicBezTo>
                    <a:pt x="299" y="235"/>
                    <a:pt x="299" y="235"/>
                    <a:pt x="299" y="235"/>
                  </a:cubicBezTo>
                  <a:cubicBezTo>
                    <a:pt x="298" y="237"/>
                    <a:pt x="298" y="237"/>
                    <a:pt x="298" y="237"/>
                  </a:cubicBezTo>
                  <a:cubicBezTo>
                    <a:pt x="299" y="236"/>
                    <a:pt x="299" y="236"/>
                    <a:pt x="299" y="236"/>
                  </a:cubicBezTo>
                  <a:cubicBezTo>
                    <a:pt x="300" y="236"/>
                    <a:pt x="300" y="236"/>
                    <a:pt x="300" y="236"/>
                  </a:cubicBezTo>
                  <a:cubicBezTo>
                    <a:pt x="301" y="236"/>
                    <a:pt x="301" y="236"/>
                    <a:pt x="301" y="236"/>
                  </a:cubicBezTo>
                  <a:cubicBezTo>
                    <a:pt x="301" y="236"/>
                    <a:pt x="301" y="236"/>
                    <a:pt x="301" y="236"/>
                  </a:cubicBezTo>
                  <a:cubicBezTo>
                    <a:pt x="301" y="237"/>
                    <a:pt x="301" y="237"/>
                    <a:pt x="301" y="237"/>
                  </a:cubicBezTo>
                  <a:cubicBezTo>
                    <a:pt x="301" y="237"/>
                    <a:pt x="301" y="237"/>
                    <a:pt x="301" y="237"/>
                  </a:cubicBezTo>
                  <a:cubicBezTo>
                    <a:pt x="300" y="237"/>
                    <a:pt x="300" y="237"/>
                    <a:pt x="300" y="237"/>
                  </a:cubicBezTo>
                  <a:cubicBezTo>
                    <a:pt x="300" y="238"/>
                    <a:pt x="300" y="238"/>
                    <a:pt x="300" y="238"/>
                  </a:cubicBezTo>
                  <a:cubicBezTo>
                    <a:pt x="300" y="238"/>
                    <a:pt x="300" y="238"/>
                    <a:pt x="300" y="238"/>
                  </a:cubicBezTo>
                  <a:cubicBezTo>
                    <a:pt x="301" y="238"/>
                    <a:pt x="301" y="238"/>
                    <a:pt x="301" y="238"/>
                  </a:cubicBezTo>
                  <a:cubicBezTo>
                    <a:pt x="301" y="237"/>
                    <a:pt x="301" y="237"/>
                    <a:pt x="301" y="237"/>
                  </a:cubicBezTo>
                  <a:cubicBezTo>
                    <a:pt x="302" y="238"/>
                    <a:pt x="302" y="238"/>
                    <a:pt x="302" y="238"/>
                  </a:cubicBezTo>
                  <a:cubicBezTo>
                    <a:pt x="303" y="239"/>
                    <a:pt x="303" y="239"/>
                    <a:pt x="303" y="239"/>
                  </a:cubicBezTo>
                  <a:cubicBezTo>
                    <a:pt x="302" y="240"/>
                    <a:pt x="302" y="240"/>
                    <a:pt x="302" y="240"/>
                  </a:cubicBezTo>
                  <a:cubicBezTo>
                    <a:pt x="301" y="240"/>
                    <a:pt x="301" y="240"/>
                    <a:pt x="301" y="240"/>
                  </a:cubicBezTo>
                  <a:cubicBezTo>
                    <a:pt x="301" y="240"/>
                    <a:pt x="301" y="240"/>
                    <a:pt x="301" y="240"/>
                  </a:cubicBezTo>
                  <a:cubicBezTo>
                    <a:pt x="300" y="240"/>
                    <a:pt x="300" y="240"/>
                    <a:pt x="300" y="240"/>
                  </a:cubicBezTo>
                  <a:cubicBezTo>
                    <a:pt x="301" y="241"/>
                    <a:pt x="301" y="241"/>
                    <a:pt x="301" y="241"/>
                  </a:cubicBezTo>
                  <a:cubicBezTo>
                    <a:pt x="301" y="241"/>
                    <a:pt x="301" y="241"/>
                    <a:pt x="301" y="241"/>
                  </a:cubicBezTo>
                  <a:cubicBezTo>
                    <a:pt x="302" y="241"/>
                    <a:pt x="302" y="241"/>
                    <a:pt x="302" y="241"/>
                  </a:cubicBezTo>
                  <a:cubicBezTo>
                    <a:pt x="302" y="241"/>
                    <a:pt x="302" y="241"/>
                    <a:pt x="302" y="241"/>
                  </a:cubicBezTo>
                  <a:cubicBezTo>
                    <a:pt x="303" y="241"/>
                    <a:pt x="303" y="241"/>
                    <a:pt x="303" y="241"/>
                  </a:cubicBezTo>
                  <a:cubicBezTo>
                    <a:pt x="303" y="242"/>
                    <a:pt x="303" y="242"/>
                    <a:pt x="303" y="242"/>
                  </a:cubicBezTo>
                  <a:cubicBezTo>
                    <a:pt x="302" y="242"/>
                    <a:pt x="302" y="242"/>
                    <a:pt x="302" y="242"/>
                  </a:cubicBezTo>
                  <a:cubicBezTo>
                    <a:pt x="303" y="242"/>
                    <a:pt x="303" y="242"/>
                    <a:pt x="303" y="242"/>
                  </a:cubicBezTo>
                  <a:cubicBezTo>
                    <a:pt x="303" y="242"/>
                    <a:pt x="303" y="242"/>
                    <a:pt x="303" y="242"/>
                  </a:cubicBezTo>
                  <a:cubicBezTo>
                    <a:pt x="304" y="243"/>
                    <a:pt x="304" y="243"/>
                    <a:pt x="304" y="243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3" y="244"/>
                    <a:pt x="303" y="244"/>
                    <a:pt x="303" y="244"/>
                  </a:cubicBezTo>
                  <a:cubicBezTo>
                    <a:pt x="302" y="245"/>
                    <a:pt x="302" y="245"/>
                    <a:pt x="302" y="245"/>
                  </a:cubicBezTo>
                  <a:cubicBezTo>
                    <a:pt x="302" y="245"/>
                    <a:pt x="302" y="245"/>
                    <a:pt x="302" y="245"/>
                  </a:cubicBezTo>
                  <a:cubicBezTo>
                    <a:pt x="301" y="245"/>
                    <a:pt x="301" y="245"/>
                    <a:pt x="301" y="245"/>
                  </a:cubicBezTo>
                  <a:cubicBezTo>
                    <a:pt x="302" y="245"/>
                    <a:pt x="302" y="245"/>
                    <a:pt x="302" y="245"/>
                  </a:cubicBezTo>
                  <a:cubicBezTo>
                    <a:pt x="302" y="246"/>
                    <a:pt x="302" y="246"/>
                    <a:pt x="302" y="246"/>
                  </a:cubicBezTo>
                  <a:cubicBezTo>
                    <a:pt x="301" y="246"/>
                    <a:pt x="301" y="246"/>
                    <a:pt x="301" y="246"/>
                  </a:cubicBezTo>
                  <a:cubicBezTo>
                    <a:pt x="300" y="245"/>
                    <a:pt x="300" y="245"/>
                    <a:pt x="300" y="245"/>
                  </a:cubicBezTo>
                  <a:cubicBezTo>
                    <a:pt x="299" y="245"/>
                    <a:pt x="299" y="245"/>
                    <a:pt x="299" y="245"/>
                  </a:cubicBezTo>
                  <a:cubicBezTo>
                    <a:pt x="300" y="246"/>
                    <a:pt x="300" y="246"/>
                    <a:pt x="300" y="246"/>
                  </a:cubicBezTo>
                  <a:cubicBezTo>
                    <a:pt x="300" y="247"/>
                    <a:pt x="300" y="247"/>
                    <a:pt x="300" y="247"/>
                  </a:cubicBezTo>
                  <a:cubicBezTo>
                    <a:pt x="301" y="247"/>
                    <a:pt x="301" y="247"/>
                    <a:pt x="301" y="247"/>
                  </a:cubicBezTo>
                  <a:cubicBezTo>
                    <a:pt x="301" y="248"/>
                    <a:pt x="301" y="248"/>
                    <a:pt x="301" y="248"/>
                  </a:cubicBezTo>
                  <a:cubicBezTo>
                    <a:pt x="301" y="248"/>
                    <a:pt x="301" y="248"/>
                    <a:pt x="301" y="248"/>
                  </a:cubicBezTo>
                  <a:cubicBezTo>
                    <a:pt x="300" y="248"/>
                    <a:pt x="300" y="248"/>
                    <a:pt x="300" y="248"/>
                  </a:cubicBezTo>
                  <a:cubicBezTo>
                    <a:pt x="300" y="249"/>
                    <a:pt x="300" y="249"/>
                    <a:pt x="300" y="249"/>
                  </a:cubicBezTo>
                  <a:cubicBezTo>
                    <a:pt x="299" y="249"/>
                    <a:pt x="299" y="249"/>
                    <a:pt x="299" y="249"/>
                  </a:cubicBezTo>
                  <a:cubicBezTo>
                    <a:pt x="300" y="249"/>
                    <a:pt x="300" y="249"/>
                    <a:pt x="300" y="249"/>
                  </a:cubicBezTo>
                  <a:cubicBezTo>
                    <a:pt x="301" y="249"/>
                    <a:pt x="301" y="249"/>
                    <a:pt x="301" y="249"/>
                  </a:cubicBezTo>
                  <a:cubicBezTo>
                    <a:pt x="301" y="249"/>
                    <a:pt x="301" y="249"/>
                    <a:pt x="301" y="249"/>
                  </a:cubicBezTo>
                  <a:cubicBezTo>
                    <a:pt x="302" y="248"/>
                    <a:pt x="302" y="248"/>
                    <a:pt x="302" y="248"/>
                  </a:cubicBezTo>
                  <a:cubicBezTo>
                    <a:pt x="303" y="248"/>
                    <a:pt x="303" y="248"/>
                    <a:pt x="303" y="248"/>
                  </a:cubicBezTo>
                  <a:cubicBezTo>
                    <a:pt x="303" y="249"/>
                    <a:pt x="303" y="249"/>
                    <a:pt x="303" y="249"/>
                  </a:cubicBezTo>
                  <a:cubicBezTo>
                    <a:pt x="303" y="249"/>
                    <a:pt x="303" y="249"/>
                    <a:pt x="303" y="249"/>
                  </a:cubicBezTo>
                  <a:cubicBezTo>
                    <a:pt x="303" y="250"/>
                    <a:pt x="303" y="250"/>
                    <a:pt x="303" y="250"/>
                  </a:cubicBezTo>
                  <a:cubicBezTo>
                    <a:pt x="303" y="250"/>
                    <a:pt x="303" y="250"/>
                    <a:pt x="303" y="250"/>
                  </a:cubicBezTo>
                  <a:cubicBezTo>
                    <a:pt x="303" y="250"/>
                    <a:pt x="303" y="250"/>
                    <a:pt x="303" y="250"/>
                  </a:cubicBezTo>
                  <a:cubicBezTo>
                    <a:pt x="303" y="251"/>
                    <a:pt x="303" y="251"/>
                    <a:pt x="303" y="251"/>
                  </a:cubicBezTo>
                  <a:cubicBezTo>
                    <a:pt x="303" y="251"/>
                    <a:pt x="303" y="251"/>
                    <a:pt x="303" y="251"/>
                  </a:cubicBezTo>
                  <a:cubicBezTo>
                    <a:pt x="304" y="250"/>
                    <a:pt x="304" y="250"/>
                    <a:pt x="304" y="250"/>
                  </a:cubicBezTo>
                  <a:cubicBezTo>
                    <a:pt x="304" y="251"/>
                    <a:pt x="304" y="251"/>
                    <a:pt x="304" y="251"/>
                  </a:cubicBezTo>
                  <a:cubicBezTo>
                    <a:pt x="305" y="251"/>
                    <a:pt x="305" y="251"/>
                    <a:pt x="305" y="251"/>
                  </a:cubicBezTo>
                  <a:cubicBezTo>
                    <a:pt x="305" y="252"/>
                    <a:pt x="305" y="252"/>
                    <a:pt x="305" y="252"/>
                  </a:cubicBezTo>
                  <a:cubicBezTo>
                    <a:pt x="305" y="252"/>
                    <a:pt x="305" y="252"/>
                    <a:pt x="305" y="252"/>
                  </a:cubicBezTo>
                  <a:cubicBezTo>
                    <a:pt x="305" y="253"/>
                    <a:pt x="305" y="253"/>
                    <a:pt x="305" y="253"/>
                  </a:cubicBezTo>
                  <a:cubicBezTo>
                    <a:pt x="305" y="253"/>
                    <a:pt x="305" y="253"/>
                    <a:pt x="305" y="253"/>
                  </a:cubicBezTo>
                  <a:cubicBezTo>
                    <a:pt x="306" y="251"/>
                    <a:pt x="306" y="251"/>
                    <a:pt x="306" y="251"/>
                  </a:cubicBezTo>
                  <a:cubicBezTo>
                    <a:pt x="306" y="252"/>
                    <a:pt x="306" y="252"/>
                    <a:pt x="306" y="252"/>
                  </a:cubicBezTo>
                  <a:cubicBezTo>
                    <a:pt x="306" y="252"/>
                    <a:pt x="306" y="252"/>
                    <a:pt x="306" y="252"/>
                  </a:cubicBezTo>
                  <a:cubicBezTo>
                    <a:pt x="307" y="253"/>
                    <a:pt x="307" y="253"/>
                    <a:pt x="307" y="253"/>
                  </a:cubicBezTo>
                  <a:cubicBezTo>
                    <a:pt x="305" y="253"/>
                    <a:pt x="305" y="253"/>
                    <a:pt x="305" y="253"/>
                  </a:cubicBezTo>
                  <a:cubicBezTo>
                    <a:pt x="304" y="255"/>
                    <a:pt x="304" y="255"/>
                    <a:pt x="304" y="255"/>
                  </a:cubicBezTo>
                  <a:cubicBezTo>
                    <a:pt x="303" y="255"/>
                    <a:pt x="303" y="255"/>
                    <a:pt x="303" y="255"/>
                  </a:cubicBezTo>
                  <a:cubicBezTo>
                    <a:pt x="302" y="255"/>
                    <a:pt x="302" y="255"/>
                    <a:pt x="302" y="255"/>
                  </a:cubicBezTo>
                  <a:cubicBezTo>
                    <a:pt x="303" y="256"/>
                    <a:pt x="303" y="256"/>
                    <a:pt x="303" y="256"/>
                  </a:cubicBezTo>
                  <a:cubicBezTo>
                    <a:pt x="304" y="256"/>
                    <a:pt x="304" y="256"/>
                    <a:pt x="304" y="256"/>
                  </a:cubicBezTo>
                  <a:cubicBezTo>
                    <a:pt x="306" y="254"/>
                    <a:pt x="306" y="254"/>
                    <a:pt x="306" y="254"/>
                  </a:cubicBezTo>
                  <a:cubicBezTo>
                    <a:pt x="306" y="254"/>
                    <a:pt x="306" y="254"/>
                    <a:pt x="306" y="254"/>
                  </a:cubicBezTo>
                  <a:cubicBezTo>
                    <a:pt x="306" y="255"/>
                    <a:pt x="306" y="255"/>
                    <a:pt x="306" y="255"/>
                  </a:cubicBezTo>
                  <a:cubicBezTo>
                    <a:pt x="306" y="255"/>
                    <a:pt x="306" y="255"/>
                    <a:pt x="306" y="255"/>
                  </a:cubicBezTo>
                  <a:cubicBezTo>
                    <a:pt x="305" y="256"/>
                    <a:pt x="305" y="256"/>
                    <a:pt x="305" y="256"/>
                  </a:cubicBezTo>
                  <a:cubicBezTo>
                    <a:pt x="306" y="256"/>
                    <a:pt x="306" y="256"/>
                    <a:pt x="306" y="256"/>
                  </a:cubicBezTo>
                  <a:cubicBezTo>
                    <a:pt x="307" y="255"/>
                    <a:pt x="307" y="255"/>
                    <a:pt x="307" y="255"/>
                  </a:cubicBezTo>
                  <a:cubicBezTo>
                    <a:pt x="307" y="254"/>
                    <a:pt x="307" y="254"/>
                    <a:pt x="307" y="254"/>
                  </a:cubicBezTo>
                  <a:cubicBezTo>
                    <a:pt x="308" y="254"/>
                    <a:pt x="308" y="254"/>
                    <a:pt x="308" y="254"/>
                  </a:cubicBezTo>
                  <a:cubicBezTo>
                    <a:pt x="308" y="254"/>
                    <a:pt x="308" y="254"/>
                    <a:pt x="308" y="254"/>
                  </a:cubicBezTo>
                  <a:cubicBezTo>
                    <a:pt x="308" y="255"/>
                    <a:pt x="308" y="255"/>
                    <a:pt x="308" y="255"/>
                  </a:cubicBezTo>
                  <a:cubicBezTo>
                    <a:pt x="307" y="255"/>
                    <a:pt x="307" y="255"/>
                    <a:pt x="307" y="255"/>
                  </a:cubicBezTo>
                  <a:cubicBezTo>
                    <a:pt x="308" y="255"/>
                    <a:pt x="308" y="255"/>
                    <a:pt x="308" y="255"/>
                  </a:cubicBezTo>
                  <a:cubicBezTo>
                    <a:pt x="309" y="255"/>
                    <a:pt x="309" y="255"/>
                    <a:pt x="309" y="255"/>
                  </a:cubicBezTo>
                  <a:cubicBezTo>
                    <a:pt x="309" y="255"/>
                    <a:pt x="309" y="255"/>
                    <a:pt x="309" y="255"/>
                  </a:cubicBezTo>
                  <a:cubicBezTo>
                    <a:pt x="308" y="256"/>
                    <a:pt x="308" y="256"/>
                    <a:pt x="308" y="256"/>
                  </a:cubicBezTo>
                  <a:cubicBezTo>
                    <a:pt x="307" y="257"/>
                    <a:pt x="307" y="257"/>
                    <a:pt x="307" y="257"/>
                  </a:cubicBezTo>
                  <a:cubicBezTo>
                    <a:pt x="308" y="257"/>
                    <a:pt x="308" y="257"/>
                    <a:pt x="308" y="257"/>
                  </a:cubicBezTo>
                  <a:cubicBezTo>
                    <a:pt x="308" y="256"/>
                    <a:pt x="308" y="256"/>
                    <a:pt x="308" y="256"/>
                  </a:cubicBezTo>
                  <a:cubicBezTo>
                    <a:pt x="310" y="255"/>
                    <a:pt x="310" y="255"/>
                    <a:pt x="310" y="255"/>
                  </a:cubicBezTo>
                  <a:cubicBezTo>
                    <a:pt x="310" y="255"/>
                    <a:pt x="310" y="255"/>
                    <a:pt x="310" y="255"/>
                  </a:cubicBezTo>
                  <a:cubicBezTo>
                    <a:pt x="310" y="255"/>
                    <a:pt x="310" y="255"/>
                    <a:pt x="310" y="255"/>
                  </a:cubicBezTo>
                  <a:cubicBezTo>
                    <a:pt x="310" y="256"/>
                    <a:pt x="310" y="256"/>
                    <a:pt x="310" y="256"/>
                  </a:cubicBezTo>
                  <a:cubicBezTo>
                    <a:pt x="311" y="255"/>
                    <a:pt x="311" y="255"/>
                    <a:pt x="311" y="255"/>
                  </a:cubicBezTo>
                  <a:cubicBezTo>
                    <a:pt x="311" y="255"/>
                    <a:pt x="311" y="255"/>
                    <a:pt x="311" y="255"/>
                  </a:cubicBezTo>
                  <a:cubicBezTo>
                    <a:pt x="311" y="257"/>
                    <a:pt x="311" y="257"/>
                    <a:pt x="311" y="257"/>
                  </a:cubicBezTo>
                  <a:cubicBezTo>
                    <a:pt x="310" y="257"/>
                    <a:pt x="310" y="257"/>
                    <a:pt x="310" y="257"/>
                  </a:cubicBezTo>
                  <a:cubicBezTo>
                    <a:pt x="311" y="257"/>
                    <a:pt x="311" y="257"/>
                    <a:pt x="311" y="257"/>
                  </a:cubicBezTo>
                  <a:cubicBezTo>
                    <a:pt x="311" y="257"/>
                    <a:pt x="311" y="257"/>
                    <a:pt x="311" y="257"/>
                  </a:cubicBezTo>
                  <a:cubicBezTo>
                    <a:pt x="312" y="258"/>
                    <a:pt x="312" y="258"/>
                    <a:pt x="312" y="258"/>
                  </a:cubicBezTo>
                  <a:cubicBezTo>
                    <a:pt x="313" y="257"/>
                    <a:pt x="313" y="257"/>
                    <a:pt x="313" y="257"/>
                  </a:cubicBezTo>
                  <a:cubicBezTo>
                    <a:pt x="314" y="257"/>
                    <a:pt x="314" y="257"/>
                    <a:pt x="314" y="257"/>
                  </a:cubicBezTo>
                  <a:cubicBezTo>
                    <a:pt x="315" y="257"/>
                    <a:pt x="315" y="257"/>
                    <a:pt x="315" y="257"/>
                  </a:cubicBezTo>
                  <a:cubicBezTo>
                    <a:pt x="315" y="258"/>
                    <a:pt x="315" y="258"/>
                    <a:pt x="315" y="258"/>
                  </a:cubicBezTo>
                  <a:cubicBezTo>
                    <a:pt x="314" y="258"/>
                    <a:pt x="314" y="258"/>
                    <a:pt x="314" y="258"/>
                  </a:cubicBezTo>
                  <a:cubicBezTo>
                    <a:pt x="314" y="258"/>
                    <a:pt x="314" y="258"/>
                    <a:pt x="314" y="258"/>
                  </a:cubicBezTo>
                  <a:cubicBezTo>
                    <a:pt x="316" y="258"/>
                    <a:pt x="316" y="258"/>
                    <a:pt x="316" y="258"/>
                  </a:cubicBezTo>
                  <a:cubicBezTo>
                    <a:pt x="317" y="259"/>
                    <a:pt x="317" y="259"/>
                    <a:pt x="317" y="259"/>
                  </a:cubicBezTo>
                  <a:cubicBezTo>
                    <a:pt x="315" y="259"/>
                    <a:pt x="315" y="259"/>
                    <a:pt x="315" y="259"/>
                  </a:cubicBezTo>
                  <a:cubicBezTo>
                    <a:pt x="315" y="260"/>
                    <a:pt x="315" y="260"/>
                    <a:pt x="315" y="260"/>
                  </a:cubicBezTo>
                  <a:cubicBezTo>
                    <a:pt x="313" y="260"/>
                    <a:pt x="313" y="260"/>
                    <a:pt x="313" y="260"/>
                  </a:cubicBezTo>
                  <a:cubicBezTo>
                    <a:pt x="313" y="260"/>
                    <a:pt x="313" y="260"/>
                    <a:pt x="313" y="260"/>
                  </a:cubicBezTo>
                  <a:cubicBezTo>
                    <a:pt x="312" y="260"/>
                    <a:pt x="312" y="260"/>
                    <a:pt x="312" y="260"/>
                  </a:cubicBezTo>
                  <a:cubicBezTo>
                    <a:pt x="311" y="261"/>
                    <a:pt x="311" y="261"/>
                    <a:pt x="311" y="261"/>
                  </a:cubicBezTo>
                  <a:cubicBezTo>
                    <a:pt x="309" y="261"/>
                    <a:pt x="309" y="261"/>
                    <a:pt x="309" y="261"/>
                  </a:cubicBezTo>
                  <a:cubicBezTo>
                    <a:pt x="307" y="261"/>
                    <a:pt x="307" y="261"/>
                    <a:pt x="307" y="261"/>
                  </a:cubicBezTo>
                  <a:cubicBezTo>
                    <a:pt x="307" y="262"/>
                    <a:pt x="307" y="262"/>
                    <a:pt x="307" y="262"/>
                  </a:cubicBezTo>
                  <a:cubicBezTo>
                    <a:pt x="309" y="261"/>
                    <a:pt x="309" y="261"/>
                    <a:pt x="309" y="261"/>
                  </a:cubicBezTo>
                  <a:cubicBezTo>
                    <a:pt x="310" y="261"/>
                    <a:pt x="310" y="261"/>
                    <a:pt x="310" y="261"/>
                  </a:cubicBezTo>
                  <a:cubicBezTo>
                    <a:pt x="311" y="261"/>
                    <a:pt x="311" y="261"/>
                    <a:pt x="311" y="261"/>
                  </a:cubicBezTo>
                  <a:cubicBezTo>
                    <a:pt x="311" y="261"/>
                    <a:pt x="311" y="261"/>
                    <a:pt x="311" y="261"/>
                  </a:cubicBezTo>
                  <a:cubicBezTo>
                    <a:pt x="309" y="262"/>
                    <a:pt x="309" y="262"/>
                    <a:pt x="309" y="262"/>
                  </a:cubicBezTo>
                  <a:cubicBezTo>
                    <a:pt x="308" y="262"/>
                    <a:pt x="308" y="262"/>
                    <a:pt x="308" y="262"/>
                  </a:cubicBezTo>
                  <a:cubicBezTo>
                    <a:pt x="306" y="263"/>
                    <a:pt x="306" y="263"/>
                    <a:pt x="306" y="263"/>
                  </a:cubicBezTo>
                  <a:cubicBezTo>
                    <a:pt x="306" y="263"/>
                    <a:pt x="306" y="263"/>
                    <a:pt x="306" y="263"/>
                  </a:cubicBezTo>
                  <a:cubicBezTo>
                    <a:pt x="305" y="263"/>
                    <a:pt x="305" y="263"/>
                    <a:pt x="305" y="263"/>
                  </a:cubicBezTo>
                  <a:cubicBezTo>
                    <a:pt x="304" y="264"/>
                    <a:pt x="304" y="264"/>
                    <a:pt x="304" y="264"/>
                  </a:cubicBezTo>
                  <a:cubicBezTo>
                    <a:pt x="304" y="264"/>
                    <a:pt x="304" y="264"/>
                    <a:pt x="304" y="264"/>
                  </a:cubicBezTo>
                  <a:cubicBezTo>
                    <a:pt x="303" y="263"/>
                    <a:pt x="303" y="263"/>
                    <a:pt x="303" y="263"/>
                  </a:cubicBezTo>
                  <a:cubicBezTo>
                    <a:pt x="302" y="262"/>
                    <a:pt x="302" y="262"/>
                    <a:pt x="302" y="262"/>
                  </a:cubicBezTo>
                  <a:cubicBezTo>
                    <a:pt x="302" y="263"/>
                    <a:pt x="302" y="263"/>
                    <a:pt x="302" y="263"/>
                  </a:cubicBezTo>
                  <a:cubicBezTo>
                    <a:pt x="301" y="263"/>
                    <a:pt x="301" y="263"/>
                    <a:pt x="301" y="263"/>
                  </a:cubicBezTo>
                  <a:cubicBezTo>
                    <a:pt x="302" y="263"/>
                    <a:pt x="302" y="263"/>
                    <a:pt x="302" y="263"/>
                  </a:cubicBezTo>
                  <a:cubicBezTo>
                    <a:pt x="302" y="264"/>
                    <a:pt x="302" y="264"/>
                    <a:pt x="302" y="264"/>
                  </a:cubicBezTo>
                  <a:cubicBezTo>
                    <a:pt x="304" y="265"/>
                    <a:pt x="304" y="265"/>
                    <a:pt x="304" y="265"/>
                  </a:cubicBezTo>
                  <a:cubicBezTo>
                    <a:pt x="304" y="265"/>
                    <a:pt x="304" y="265"/>
                    <a:pt x="304" y="265"/>
                  </a:cubicBezTo>
                  <a:cubicBezTo>
                    <a:pt x="303" y="265"/>
                    <a:pt x="303" y="265"/>
                    <a:pt x="303" y="265"/>
                  </a:cubicBezTo>
                  <a:cubicBezTo>
                    <a:pt x="303" y="266"/>
                    <a:pt x="303" y="266"/>
                    <a:pt x="303" y="266"/>
                  </a:cubicBezTo>
                  <a:cubicBezTo>
                    <a:pt x="303" y="266"/>
                    <a:pt x="303" y="266"/>
                    <a:pt x="303" y="266"/>
                  </a:cubicBezTo>
                  <a:cubicBezTo>
                    <a:pt x="304" y="266"/>
                    <a:pt x="304" y="266"/>
                    <a:pt x="304" y="266"/>
                  </a:cubicBezTo>
                  <a:cubicBezTo>
                    <a:pt x="304" y="266"/>
                    <a:pt x="304" y="266"/>
                    <a:pt x="304" y="266"/>
                  </a:cubicBezTo>
                  <a:cubicBezTo>
                    <a:pt x="304" y="266"/>
                    <a:pt x="304" y="266"/>
                    <a:pt x="304" y="266"/>
                  </a:cubicBezTo>
                  <a:cubicBezTo>
                    <a:pt x="305" y="265"/>
                    <a:pt x="305" y="265"/>
                    <a:pt x="305" y="265"/>
                  </a:cubicBezTo>
                  <a:cubicBezTo>
                    <a:pt x="306" y="265"/>
                    <a:pt x="306" y="265"/>
                    <a:pt x="306" y="265"/>
                  </a:cubicBezTo>
                  <a:cubicBezTo>
                    <a:pt x="307" y="264"/>
                    <a:pt x="307" y="264"/>
                    <a:pt x="307" y="264"/>
                  </a:cubicBezTo>
                  <a:cubicBezTo>
                    <a:pt x="308" y="264"/>
                    <a:pt x="308" y="264"/>
                    <a:pt x="308" y="264"/>
                  </a:cubicBezTo>
                  <a:cubicBezTo>
                    <a:pt x="308" y="263"/>
                    <a:pt x="308" y="263"/>
                    <a:pt x="308" y="263"/>
                  </a:cubicBezTo>
                  <a:cubicBezTo>
                    <a:pt x="309" y="262"/>
                    <a:pt x="309" y="262"/>
                    <a:pt x="309" y="262"/>
                  </a:cubicBezTo>
                  <a:cubicBezTo>
                    <a:pt x="310" y="262"/>
                    <a:pt x="310" y="262"/>
                    <a:pt x="310" y="262"/>
                  </a:cubicBezTo>
                  <a:cubicBezTo>
                    <a:pt x="312" y="262"/>
                    <a:pt x="312" y="262"/>
                    <a:pt x="312" y="262"/>
                  </a:cubicBezTo>
                  <a:cubicBezTo>
                    <a:pt x="313" y="262"/>
                    <a:pt x="313" y="262"/>
                    <a:pt x="313" y="262"/>
                  </a:cubicBezTo>
                  <a:cubicBezTo>
                    <a:pt x="314" y="262"/>
                    <a:pt x="314" y="262"/>
                    <a:pt x="314" y="262"/>
                  </a:cubicBezTo>
                  <a:cubicBezTo>
                    <a:pt x="313" y="262"/>
                    <a:pt x="313" y="262"/>
                    <a:pt x="313" y="262"/>
                  </a:cubicBezTo>
                  <a:cubicBezTo>
                    <a:pt x="312" y="262"/>
                    <a:pt x="312" y="262"/>
                    <a:pt x="312" y="262"/>
                  </a:cubicBezTo>
                  <a:cubicBezTo>
                    <a:pt x="312" y="261"/>
                    <a:pt x="312" y="261"/>
                    <a:pt x="312" y="261"/>
                  </a:cubicBezTo>
                  <a:cubicBezTo>
                    <a:pt x="313" y="261"/>
                    <a:pt x="313" y="261"/>
                    <a:pt x="313" y="261"/>
                  </a:cubicBezTo>
                  <a:cubicBezTo>
                    <a:pt x="315" y="261"/>
                    <a:pt x="315" y="261"/>
                    <a:pt x="315" y="261"/>
                  </a:cubicBezTo>
                  <a:cubicBezTo>
                    <a:pt x="316" y="261"/>
                    <a:pt x="316" y="261"/>
                    <a:pt x="316" y="261"/>
                  </a:cubicBezTo>
                  <a:cubicBezTo>
                    <a:pt x="317" y="263"/>
                    <a:pt x="317" y="263"/>
                    <a:pt x="317" y="263"/>
                  </a:cubicBezTo>
                  <a:cubicBezTo>
                    <a:pt x="317" y="263"/>
                    <a:pt x="317" y="263"/>
                    <a:pt x="317" y="263"/>
                  </a:cubicBezTo>
                  <a:cubicBezTo>
                    <a:pt x="316" y="264"/>
                    <a:pt x="316" y="264"/>
                    <a:pt x="316" y="264"/>
                  </a:cubicBezTo>
                  <a:cubicBezTo>
                    <a:pt x="315" y="264"/>
                    <a:pt x="315" y="264"/>
                    <a:pt x="315" y="264"/>
                  </a:cubicBezTo>
                  <a:cubicBezTo>
                    <a:pt x="314" y="265"/>
                    <a:pt x="314" y="265"/>
                    <a:pt x="314" y="265"/>
                  </a:cubicBezTo>
                  <a:cubicBezTo>
                    <a:pt x="316" y="265"/>
                    <a:pt x="316" y="265"/>
                    <a:pt x="316" y="265"/>
                  </a:cubicBezTo>
                  <a:cubicBezTo>
                    <a:pt x="316" y="265"/>
                    <a:pt x="316" y="265"/>
                    <a:pt x="316" y="265"/>
                  </a:cubicBezTo>
                  <a:cubicBezTo>
                    <a:pt x="316" y="265"/>
                    <a:pt x="316" y="265"/>
                    <a:pt x="316" y="265"/>
                  </a:cubicBezTo>
                  <a:cubicBezTo>
                    <a:pt x="317" y="264"/>
                    <a:pt x="317" y="264"/>
                    <a:pt x="317" y="264"/>
                  </a:cubicBezTo>
                  <a:cubicBezTo>
                    <a:pt x="318" y="264"/>
                    <a:pt x="318" y="264"/>
                    <a:pt x="318" y="264"/>
                  </a:cubicBezTo>
                  <a:cubicBezTo>
                    <a:pt x="319" y="264"/>
                    <a:pt x="319" y="264"/>
                    <a:pt x="319" y="264"/>
                  </a:cubicBezTo>
                  <a:cubicBezTo>
                    <a:pt x="319" y="264"/>
                    <a:pt x="319" y="264"/>
                    <a:pt x="319" y="264"/>
                  </a:cubicBezTo>
                  <a:cubicBezTo>
                    <a:pt x="319" y="264"/>
                    <a:pt x="319" y="264"/>
                    <a:pt x="319" y="264"/>
                  </a:cubicBezTo>
                  <a:cubicBezTo>
                    <a:pt x="319" y="265"/>
                    <a:pt x="319" y="265"/>
                    <a:pt x="319" y="265"/>
                  </a:cubicBezTo>
                  <a:cubicBezTo>
                    <a:pt x="320" y="265"/>
                    <a:pt x="320" y="265"/>
                    <a:pt x="320" y="265"/>
                  </a:cubicBezTo>
                  <a:cubicBezTo>
                    <a:pt x="321" y="265"/>
                    <a:pt x="321" y="265"/>
                    <a:pt x="321" y="265"/>
                  </a:cubicBezTo>
                  <a:cubicBezTo>
                    <a:pt x="321" y="266"/>
                    <a:pt x="321" y="266"/>
                    <a:pt x="321" y="266"/>
                  </a:cubicBezTo>
                  <a:cubicBezTo>
                    <a:pt x="320" y="265"/>
                    <a:pt x="320" y="265"/>
                    <a:pt x="320" y="265"/>
                  </a:cubicBezTo>
                  <a:cubicBezTo>
                    <a:pt x="320" y="265"/>
                    <a:pt x="320" y="265"/>
                    <a:pt x="320" y="265"/>
                  </a:cubicBezTo>
                  <a:cubicBezTo>
                    <a:pt x="320" y="266"/>
                    <a:pt x="320" y="266"/>
                    <a:pt x="320" y="266"/>
                  </a:cubicBezTo>
                  <a:cubicBezTo>
                    <a:pt x="321" y="267"/>
                    <a:pt x="321" y="267"/>
                    <a:pt x="321" y="267"/>
                  </a:cubicBezTo>
                  <a:cubicBezTo>
                    <a:pt x="322" y="267"/>
                    <a:pt x="322" y="267"/>
                    <a:pt x="322" y="267"/>
                  </a:cubicBezTo>
                  <a:cubicBezTo>
                    <a:pt x="321" y="268"/>
                    <a:pt x="321" y="268"/>
                    <a:pt x="321" y="268"/>
                  </a:cubicBezTo>
                  <a:cubicBezTo>
                    <a:pt x="320" y="268"/>
                    <a:pt x="320" y="268"/>
                    <a:pt x="320" y="268"/>
                  </a:cubicBezTo>
                  <a:cubicBezTo>
                    <a:pt x="319" y="268"/>
                    <a:pt x="319" y="268"/>
                    <a:pt x="319" y="268"/>
                  </a:cubicBezTo>
                  <a:cubicBezTo>
                    <a:pt x="321" y="268"/>
                    <a:pt x="321" y="268"/>
                    <a:pt x="321" y="268"/>
                  </a:cubicBezTo>
                  <a:cubicBezTo>
                    <a:pt x="320" y="269"/>
                    <a:pt x="320" y="269"/>
                    <a:pt x="320" y="269"/>
                  </a:cubicBezTo>
                  <a:cubicBezTo>
                    <a:pt x="320" y="269"/>
                    <a:pt x="320" y="269"/>
                    <a:pt x="320" y="269"/>
                  </a:cubicBezTo>
                  <a:cubicBezTo>
                    <a:pt x="320" y="270"/>
                    <a:pt x="320" y="270"/>
                    <a:pt x="320" y="270"/>
                  </a:cubicBezTo>
                  <a:cubicBezTo>
                    <a:pt x="319" y="270"/>
                    <a:pt x="319" y="270"/>
                    <a:pt x="319" y="270"/>
                  </a:cubicBezTo>
                  <a:cubicBezTo>
                    <a:pt x="318" y="270"/>
                    <a:pt x="318" y="270"/>
                    <a:pt x="318" y="270"/>
                  </a:cubicBezTo>
                  <a:cubicBezTo>
                    <a:pt x="318" y="270"/>
                    <a:pt x="318" y="270"/>
                    <a:pt x="318" y="270"/>
                  </a:cubicBezTo>
                  <a:cubicBezTo>
                    <a:pt x="319" y="271"/>
                    <a:pt x="319" y="271"/>
                    <a:pt x="319" y="271"/>
                  </a:cubicBezTo>
                  <a:cubicBezTo>
                    <a:pt x="320" y="271"/>
                    <a:pt x="320" y="271"/>
                    <a:pt x="320" y="271"/>
                  </a:cubicBezTo>
                  <a:cubicBezTo>
                    <a:pt x="321" y="271"/>
                    <a:pt x="321" y="271"/>
                    <a:pt x="321" y="271"/>
                  </a:cubicBezTo>
                  <a:cubicBezTo>
                    <a:pt x="320" y="272"/>
                    <a:pt x="320" y="272"/>
                    <a:pt x="320" y="272"/>
                  </a:cubicBezTo>
                  <a:cubicBezTo>
                    <a:pt x="319" y="272"/>
                    <a:pt x="319" y="272"/>
                    <a:pt x="319" y="272"/>
                  </a:cubicBezTo>
                  <a:cubicBezTo>
                    <a:pt x="319" y="272"/>
                    <a:pt x="319" y="272"/>
                    <a:pt x="319" y="272"/>
                  </a:cubicBezTo>
                  <a:cubicBezTo>
                    <a:pt x="320" y="272"/>
                    <a:pt x="320" y="272"/>
                    <a:pt x="320" y="272"/>
                  </a:cubicBezTo>
                  <a:cubicBezTo>
                    <a:pt x="320" y="272"/>
                    <a:pt x="320" y="272"/>
                    <a:pt x="320" y="272"/>
                  </a:cubicBezTo>
                  <a:cubicBezTo>
                    <a:pt x="321" y="272"/>
                    <a:pt x="321" y="272"/>
                    <a:pt x="321" y="272"/>
                  </a:cubicBezTo>
                  <a:cubicBezTo>
                    <a:pt x="320" y="273"/>
                    <a:pt x="320" y="273"/>
                    <a:pt x="320" y="273"/>
                  </a:cubicBezTo>
                  <a:cubicBezTo>
                    <a:pt x="320" y="274"/>
                    <a:pt x="320" y="274"/>
                    <a:pt x="320" y="274"/>
                  </a:cubicBezTo>
                  <a:cubicBezTo>
                    <a:pt x="320" y="274"/>
                    <a:pt x="320" y="274"/>
                    <a:pt x="320" y="274"/>
                  </a:cubicBezTo>
                  <a:cubicBezTo>
                    <a:pt x="319" y="274"/>
                    <a:pt x="319" y="274"/>
                    <a:pt x="319" y="274"/>
                  </a:cubicBezTo>
                  <a:cubicBezTo>
                    <a:pt x="318" y="275"/>
                    <a:pt x="318" y="275"/>
                    <a:pt x="318" y="275"/>
                  </a:cubicBezTo>
                  <a:cubicBezTo>
                    <a:pt x="317" y="275"/>
                    <a:pt x="317" y="275"/>
                    <a:pt x="317" y="275"/>
                  </a:cubicBezTo>
                  <a:cubicBezTo>
                    <a:pt x="316" y="276"/>
                    <a:pt x="316" y="276"/>
                    <a:pt x="316" y="276"/>
                  </a:cubicBezTo>
                  <a:cubicBezTo>
                    <a:pt x="316" y="276"/>
                    <a:pt x="316" y="276"/>
                    <a:pt x="316" y="276"/>
                  </a:cubicBezTo>
                  <a:cubicBezTo>
                    <a:pt x="315" y="276"/>
                    <a:pt x="315" y="276"/>
                    <a:pt x="315" y="276"/>
                  </a:cubicBezTo>
                  <a:cubicBezTo>
                    <a:pt x="315" y="276"/>
                    <a:pt x="315" y="276"/>
                    <a:pt x="315" y="276"/>
                  </a:cubicBezTo>
                  <a:cubicBezTo>
                    <a:pt x="314" y="277"/>
                    <a:pt x="314" y="277"/>
                    <a:pt x="314" y="277"/>
                  </a:cubicBezTo>
                  <a:cubicBezTo>
                    <a:pt x="314" y="277"/>
                    <a:pt x="314" y="277"/>
                    <a:pt x="314" y="277"/>
                  </a:cubicBezTo>
                  <a:cubicBezTo>
                    <a:pt x="313" y="277"/>
                    <a:pt x="313" y="277"/>
                    <a:pt x="313" y="277"/>
                  </a:cubicBezTo>
                  <a:cubicBezTo>
                    <a:pt x="313" y="277"/>
                    <a:pt x="313" y="277"/>
                    <a:pt x="313" y="277"/>
                  </a:cubicBezTo>
                  <a:cubicBezTo>
                    <a:pt x="312" y="277"/>
                    <a:pt x="312" y="277"/>
                    <a:pt x="312" y="277"/>
                  </a:cubicBezTo>
                  <a:cubicBezTo>
                    <a:pt x="312" y="277"/>
                    <a:pt x="312" y="277"/>
                    <a:pt x="312" y="277"/>
                  </a:cubicBezTo>
                  <a:cubicBezTo>
                    <a:pt x="311" y="277"/>
                    <a:pt x="311" y="277"/>
                    <a:pt x="311" y="277"/>
                  </a:cubicBezTo>
                  <a:cubicBezTo>
                    <a:pt x="310" y="277"/>
                    <a:pt x="310" y="277"/>
                    <a:pt x="310" y="277"/>
                  </a:cubicBezTo>
                  <a:cubicBezTo>
                    <a:pt x="309" y="276"/>
                    <a:pt x="309" y="276"/>
                    <a:pt x="309" y="276"/>
                  </a:cubicBezTo>
                  <a:cubicBezTo>
                    <a:pt x="309" y="277"/>
                    <a:pt x="309" y="277"/>
                    <a:pt x="309" y="277"/>
                  </a:cubicBezTo>
                  <a:cubicBezTo>
                    <a:pt x="309" y="277"/>
                    <a:pt x="309" y="277"/>
                    <a:pt x="309" y="277"/>
                  </a:cubicBezTo>
                  <a:cubicBezTo>
                    <a:pt x="308" y="277"/>
                    <a:pt x="308" y="277"/>
                    <a:pt x="308" y="277"/>
                  </a:cubicBezTo>
                  <a:cubicBezTo>
                    <a:pt x="307" y="277"/>
                    <a:pt x="307" y="277"/>
                    <a:pt x="307" y="277"/>
                  </a:cubicBezTo>
                  <a:cubicBezTo>
                    <a:pt x="307" y="278"/>
                    <a:pt x="307" y="278"/>
                    <a:pt x="307" y="278"/>
                  </a:cubicBezTo>
                  <a:cubicBezTo>
                    <a:pt x="307" y="278"/>
                    <a:pt x="307" y="278"/>
                    <a:pt x="307" y="278"/>
                  </a:cubicBezTo>
                  <a:cubicBezTo>
                    <a:pt x="307" y="278"/>
                    <a:pt x="307" y="278"/>
                    <a:pt x="307" y="278"/>
                  </a:cubicBezTo>
                  <a:cubicBezTo>
                    <a:pt x="307" y="279"/>
                    <a:pt x="307" y="279"/>
                    <a:pt x="307" y="279"/>
                  </a:cubicBezTo>
                  <a:cubicBezTo>
                    <a:pt x="306" y="279"/>
                    <a:pt x="306" y="279"/>
                    <a:pt x="306" y="279"/>
                  </a:cubicBezTo>
                  <a:cubicBezTo>
                    <a:pt x="306" y="279"/>
                    <a:pt x="306" y="279"/>
                    <a:pt x="306" y="279"/>
                  </a:cubicBezTo>
                  <a:cubicBezTo>
                    <a:pt x="306" y="280"/>
                    <a:pt x="306" y="280"/>
                    <a:pt x="306" y="280"/>
                  </a:cubicBezTo>
                  <a:cubicBezTo>
                    <a:pt x="305" y="280"/>
                    <a:pt x="305" y="280"/>
                    <a:pt x="305" y="280"/>
                  </a:cubicBezTo>
                  <a:cubicBezTo>
                    <a:pt x="305" y="281"/>
                    <a:pt x="305" y="281"/>
                    <a:pt x="305" y="281"/>
                  </a:cubicBezTo>
                  <a:cubicBezTo>
                    <a:pt x="304" y="281"/>
                    <a:pt x="304" y="281"/>
                    <a:pt x="304" y="281"/>
                  </a:cubicBezTo>
                  <a:cubicBezTo>
                    <a:pt x="303" y="282"/>
                    <a:pt x="303" y="282"/>
                    <a:pt x="303" y="282"/>
                  </a:cubicBezTo>
                  <a:cubicBezTo>
                    <a:pt x="303" y="282"/>
                    <a:pt x="303" y="282"/>
                    <a:pt x="303" y="282"/>
                  </a:cubicBezTo>
                  <a:cubicBezTo>
                    <a:pt x="302" y="282"/>
                    <a:pt x="302" y="282"/>
                    <a:pt x="302" y="282"/>
                  </a:cubicBezTo>
                  <a:cubicBezTo>
                    <a:pt x="301" y="282"/>
                    <a:pt x="301" y="282"/>
                    <a:pt x="301" y="282"/>
                  </a:cubicBezTo>
                  <a:cubicBezTo>
                    <a:pt x="301" y="283"/>
                    <a:pt x="301" y="283"/>
                    <a:pt x="301" y="283"/>
                  </a:cubicBezTo>
                  <a:cubicBezTo>
                    <a:pt x="300" y="283"/>
                    <a:pt x="300" y="283"/>
                    <a:pt x="300" y="283"/>
                  </a:cubicBezTo>
                  <a:cubicBezTo>
                    <a:pt x="300" y="283"/>
                    <a:pt x="300" y="283"/>
                    <a:pt x="300" y="283"/>
                  </a:cubicBezTo>
                  <a:cubicBezTo>
                    <a:pt x="298" y="282"/>
                    <a:pt x="298" y="282"/>
                    <a:pt x="298" y="282"/>
                  </a:cubicBezTo>
                  <a:cubicBezTo>
                    <a:pt x="298" y="282"/>
                    <a:pt x="298" y="282"/>
                    <a:pt x="298" y="282"/>
                  </a:cubicBezTo>
                  <a:cubicBezTo>
                    <a:pt x="297" y="283"/>
                    <a:pt x="297" y="283"/>
                    <a:pt x="297" y="283"/>
                  </a:cubicBezTo>
                  <a:cubicBezTo>
                    <a:pt x="297" y="282"/>
                    <a:pt x="297" y="282"/>
                    <a:pt x="297" y="282"/>
                  </a:cubicBezTo>
                  <a:cubicBezTo>
                    <a:pt x="295" y="283"/>
                    <a:pt x="295" y="283"/>
                    <a:pt x="295" y="283"/>
                  </a:cubicBezTo>
                  <a:cubicBezTo>
                    <a:pt x="294" y="283"/>
                    <a:pt x="294" y="283"/>
                    <a:pt x="294" y="283"/>
                  </a:cubicBezTo>
                  <a:cubicBezTo>
                    <a:pt x="294" y="282"/>
                    <a:pt x="294" y="282"/>
                    <a:pt x="294" y="282"/>
                  </a:cubicBezTo>
                  <a:cubicBezTo>
                    <a:pt x="293" y="282"/>
                    <a:pt x="293" y="282"/>
                    <a:pt x="293" y="282"/>
                  </a:cubicBezTo>
                  <a:cubicBezTo>
                    <a:pt x="293" y="283"/>
                    <a:pt x="293" y="283"/>
                    <a:pt x="293" y="283"/>
                  </a:cubicBezTo>
                  <a:cubicBezTo>
                    <a:pt x="292" y="283"/>
                    <a:pt x="292" y="283"/>
                    <a:pt x="292" y="283"/>
                  </a:cubicBezTo>
                  <a:cubicBezTo>
                    <a:pt x="291" y="282"/>
                    <a:pt x="291" y="282"/>
                    <a:pt x="291" y="282"/>
                  </a:cubicBezTo>
                  <a:cubicBezTo>
                    <a:pt x="290" y="282"/>
                    <a:pt x="290" y="282"/>
                    <a:pt x="290" y="282"/>
                  </a:cubicBezTo>
                  <a:cubicBezTo>
                    <a:pt x="289" y="282"/>
                    <a:pt x="289" y="282"/>
                    <a:pt x="289" y="282"/>
                  </a:cubicBezTo>
                  <a:cubicBezTo>
                    <a:pt x="288" y="282"/>
                    <a:pt x="288" y="282"/>
                    <a:pt x="288" y="282"/>
                  </a:cubicBezTo>
                  <a:cubicBezTo>
                    <a:pt x="288" y="282"/>
                    <a:pt x="288" y="282"/>
                    <a:pt x="288" y="282"/>
                  </a:cubicBezTo>
                  <a:cubicBezTo>
                    <a:pt x="287" y="282"/>
                    <a:pt x="287" y="282"/>
                    <a:pt x="287" y="282"/>
                  </a:cubicBezTo>
                  <a:cubicBezTo>
                    <a:pt x="286" y="282"/>
                    <a:pt x="286" y="282"/>
                    <a:pt x="286" y="282"/>
                  </a:cubicBezTo>
                  <a:cubicBezTo>
                    <a:pt x="285" y="281"/>
                    <a:pt x="285" y="281"/>
                    <a:pt x="285" y="281"/>
                  </a:cubicBezTo>
                  <a:cubicBezTo>
                    <a:pt x="284" y="282"/>
                    <a:pt x="284" y="282"/>
                    <a:pt x="284" y="282"/>
                  </a:cubicBezTo>
                  <a:cubicBezTo>
                    <a:pt x="284" y="282"/>
                    <a:pt x="284" y="282"/>
                    <a:pt x="284" y="282"/>
                  </a:cubicBezTo>
                  <a:cubicBezTo>
                    <a:pt x="283" y="281"/>
                    <a:pt x="283" y="281"/>
                    <a:pt x="283" y="281"/>
                  </a:cubicBezTo>
                  <a:cubicBezTo>
                    <a:pt x="282" y="282"/>
                    <a:pt x="282" y="282"/>
                    <a:pt x="282" y="282"/>
                  </a:cubicBezTo>
                  <a:cubicBezTo>
                    <a:pt x="281" y="282"/>
                    <a:pt x="281" y="282"/>
                    <a:pt x="281" y="282"/>
                  </a:cubicBezTo>
                  <a:cubicBezTo>
                    <a:pt x="281" y="282"/>
                    <a:pt x="281" y="282"/>
                    <a:pt x="281" y="282"/>
                  </a:cubicBezTo>
                  <a:cubicBezTo>
                    <a:pt x="279" y="281"/>
                    <a:pt x="279" y="281"/>
                    <a:pt x="279" y="281"/>
                  </a:cubicBezTo>
                  <a:cubicBezTo>
                    <a:pt x="278" y="281"/>
                    <a:pt x="278" y="281"/>
                    <a:pt x="278" y="281"/>
                  </a:cubicBezTo>
                  <a:cubicBezTo>
                    <a:pt x="277" y="281"/>
                    <a:pt x="277" y="281"/>
                    <a:pt x="277" y="281"/>
                  </a:cubicBezTo>
                  <a:cubicBezTo>
                    <a:pt x="276" y="280"/>
                    <a:pt x="276" y="280"/>
                    <a:pt x="276" y="280"/>
                  </a:cubicBezTo>
                  <a:cubicBezTo>
                    <a:pt x="275" y="281"/>
                    <a:pt x="275" y="281"/>
                    <a:pt x="275" y="281"/>
                  </a:cubicBezTo>
                  <a:cubicBezTo>
                    <a:pt x="275" y="281"/>
                    <a:pt x="275" y="281"/>
                    <a:pt x="275" y="281"/>
                  </a:cubicBezTo>
                  <a:cubicBezTo>
                    <a:pt x="275" y="282"/>
                    <a:pt x="275" y="282"/>
                    <a:pt x="275" y="282"/>
                  </a:cubicBezTo>
                  <a:cubicBezTo>
                    <a:pt x="275" y="282"/>
                    <a:pt x="275" y="282"/>
                    <a:pt x="275" y="282"/>
                  </a:cubicBezTo>
                  <a:cubicBezTo>
                    <a:pt x="274" y="282"/>
                    <a:pt x="274" y="282"/>
                    <a:pt x="274" y="282"/>
                  </a:cubicBezTo>
                  <a:cubicBezTo>
                    <a:pt x="272" y="283"/>
                    <a:pt x="272" y="283"/>
                    <a:pt x="272" y="283"/>
                  </a:cubicBezTo>
                  <a:cubicBezTo>
                    <a:pt x="271" y="284"/>
                    <a:pt x="271" y="284"/>
                    <a:pt x="271" y="284"/>
                  </a:cubicBezTo>
                  <a:cubicBezTo>
                    <a:pt x="271" y="284"/>
                    <a:pt x="271" y="284"/>
                    <a:pt x="271" y="284"/>
                  </a:cubicBezTo>
                  <a:cubicBezTo>
                    <a:pt x="271" y="285"/>
                    <a:pt x="271" y="285"/>
                    <a:pt x="271" y="285"/>
                  </a:cubicBezTo>
                  <a:cubicBezTo>
                    <a:pt x="271" y="286"/>
                    <a:pt x="271" y="286"/>
                    <a:pt x="271" y="286"/>
                  </a:cubicBezTo>
                  <a:cubicBezTo>
                    <a:pt x="270" y="287"/>
                    <a:pt x="270" y="287"/>
                    <a:pt x="270" y="287"/>
                  </a:cubicBezTo>
                  <a:cubicBezTo>
                    <a:pt x="269" y="287"/>
                    <a:pt x="269" y="287"/>
                    <a:pt x="269" y="287"/>
                  </a:cubicBezTo>
                  <a:cubicBezTo>
                    <a:pt x="268" y="287"/>
                    <a:pt x="268" y="287"/>
                    <a:pt x="268" y="287"/>
                  </a:cubicBezTo>
                  <a:cubicBezTo>
                    <a:pt x="267" y="287"/>
                    <a:pt x="267" y="287"/>
                    <a:pt x="267" y="287"/>
                  </a:cubicBezTo>
                  <a:cubicBezTo>
                    <a:pt x="266" y="288"/>
                    <a:pt x="266" y="288"/>
                    <a:pt x="266" y="288"/>
                  </a:cubicBezTo>
                  <a:cubicBezTo>
                    <a:pt x="265" y="288"/>
                    <a:pt x="265" y="288"/>
                    <a:pt x="265" y="288"/>
                  </a:cubicBezTo>
                  <a:cubicBezTo>
                    <a:pt x="265" y="288"/>
                    <a:pt x="265" y="288"/>
                    <a:pt x="265" y="288"/>
                  </a:cubicBezTo>
                  <a:cubicBezTo>
                    <a:pt x="264" y="288"/>
                    <a:pt x="264" y="288"/>
                    <a:pt x="264" y="288"/>
                  </a:cubicBezTo>
                  <a:cubicBezTo>
                    <a:pt x="264" y="289"/>
                    <a:pt x="264" y="289"/>
                    <a:pt x="264" y="289"/>
                  </a:cubicBezTo>
                  <a:cubicBezTo>
                    <a:pt x="263" y="289"/>
                    <a:pt x="263" y="289"/>
                    <a:pt x="263" y="289"/>
                  </a:cubicBezTo>
                  <a:cubicBezTo>
                    <a:pt x="262" y="290"/>
                    <a:pt x="262" y="290"/>
                    <a:pt x="262" y="290"/>
                  </a:cubicBezTo>
                  <a:cubicBezTo>
                    <a:pt x="262" y="290"/>
                    <a:pt x="262" y="290"/>
                    <a:pt x="262" y="290"/>
                  </a:cubicBezTo>
                  <a:cubicBezTo>
                    <a:pt x="261" y="290"/>
                    <a:pt x="261" y="290"/>
                    <a:pt x="261" y="290"/>
                  </a:cubicBezTo>
                  <a:cubicBezTo>
                    <a:pt x="260" y="292"/>
                    <a:pt x="260" y="292"/>
                    <a:pt x="260" y="292"/>
                  </a:cubicBezTo>
                  <a:cubicBezTo>
                    <a:pt x="259" y="292"/>
                    <a:pt x="259" y="292"/>
                    <a:pt x="259" y="292"/>
                  </a:cubicBezTo>
                  <a:cubicBezTo>
                    <a:pt x="258" y="294"/>
                    <a:pt x="258" y="294"/>
                    <a:pt x="258" y="294"/>
                  </a:cubicBezTo>
                  <a:cubicBezTo>
                    <a:pt x="257" y="294"/>
                    <a:pt x="257" y="294"/>
                    <a:pt x="257" y="294"/>
                  </a:cubicBezTo>
                  <a:cubicBezTo>
                    <a:pt x="256" y="295"/>
                    <a:pt x="256" y="295"/>
                    <a:pt x="256" y="295"/>
                  </a:cubicBezTo>
                  <a:cubicBezTo>
                    <a:pt x="255" y="296"/>
                    <a:pt x="255" y="296"/>
                    <a:pt x="255" y="296"/>
                  </a:cubicBezTo>
                  <a:cubicBezTo>
                    <a:pt x="255" y="297"/>
                    <a:pt x="255" y="297"/>
                    <a:pt x="255" y="297"/>
                  </a:cubicBezTo>
                  <a:cubicBezTo>
                    <a:pt x="254" y="297"/>
                    <a:pt x="254" y="297"/>
                    <a:pt x="254" y="297"/>
                  </a:cubicBezTo>
                  <a:cubicBezTo>
                    <a:pt x="252" y="298"/>
                    <a:pt x="252" y="298"/>
                    <a:pt x="252" y="298"/>
                  </a:cubicBezTo>
                  <a:cubicBezTo>
                    <a:pt x="252" y="299"/>
                    <a:pt x="252" y="299"/>
                    <a:pt x="252" y="299"/>
                  </a:cubicBezTo>
                  <a:cubicBezTo>
                    <a:pt x="250" y="300"/>
                    <a:pt x="250" y="300"/>
                    <a:pt x="250" y="300"/>
                  </a:cubicBezTo>
                  <a:cubicBezTo>
                    <a:pt x="248" y="300"/>
                    <a:pt x="248" y="300"/>
                    <a:pt x="248" y="300"/>
                  </a:cubicBezTo>
                  <a:cubicBezTo>
                    <a:pt x="249" y="300"/>
                    <a:pt x="249" y="300"/>
                    <a:pt x="249" y="300"/>
                  </a:cubicBezTo>
                  <a:cubicBezTo>
                    <a:pt x="252" y="299"/>
                    <a:pt x="252" y="299"/>
                    <a:pt x="252" y="299"/>
                  </a:cubicBezTo>
                  <a:cubicBezTo>
                    <a:pt x="254" y="299"/>
                    <a:pt x="254" y="299"/>
                    <a:pt x="254" y="299"/>
                  </a:cubicBezTo>
                  <a:cubicBezTo>
                    <a:pt x="255" y="298"/>
                    <a:pt x="255" y="298"/>
                    <a:pt x="255" y="298"/>
                  </a:cubicBezTo>
                  <a:cubicBezTo>
                    <a:pt x="256" y="296"/>
                    <a:pt x="256" y="296"/>
                    <a:pt x="256" y="296"/>
                  </a:cubicBezTo>
                  <a:cubicBezTo>
                    <a:pt x="257" y="295"/>
                    <a:pt x="257" y="295"/>
                    <a:pt x="257" y="295"/>
                  </a:cubicBezTo>
                  <a:cubicBezTo>
                    <a:pt x="258" y="295"/>
                    <a:pt x="258" y="295"/>
                    <a:pt x="258" y="295"/>
                  </a:cubicBezTo>
                  <a:cubicBezTo>
                    <a:pt x="260" y="293"/>
                    <a:pt x="260" y="293"/>
                    <a:pt x="260" y="293"/>
                  </a:cubicBezTo>
                  <a:cubicBezTo>
                    <a:pt x="263" y="291"/>
                    <a:pt x="263" y="291"/>
                    <a:pt x="263" y="291"/>
                  </a:cubicBezTo>
                  <a:cubicBezTo>
                    <a:pt x="265" y="290"/>
                    <a:pt x="265" y="290"/>
                    <a:pt x="265" y="290"/>
                  </a:cubicBezTo>
                  <a:cubicBezTo>
                    <a:pt x="266" y="290"/>
                    <a:pt x="266" y="290"/>
                    <a:pt x="266" y="290"/>
                  </a:cubicBezTo>
                  <a:cubicBezTo>
                    <a:pt x="268" y="289"/>
                    <a:pt x="268" y="289"/>
                    <a:pt x="268" y="289"/>
                  </a:cubicBezTo>
                  <a:cubicBezTo>
                    <a:pt x="270" y="289"/>
                    <a:pt x="270" y="289"/>
                    <a:pt x="270" y="289"/>
                  </a:cubicBezTo>
                  <a:cubicBezTo>
                    <a:pt x="273" y="288"/>
                    <a:pt x="273" y="288"/>
                    <a:pt x="273" y="288"/>
                  </a:cubicBezTo>
                  <a:cubicBezTo>
                    <a:pt x="274" y="288"/>
                    <a:pt x="274" y="288"/>
                    <a:pt x="274" y="288"/>
                  </a:cubicBezTo>
                  <a:cubicBezTo>
                    <a:pt x="274" y="288"/>
                    <a:pt x="274" y="288"/>
                    <a:pt x="274" y="288"/>
                  </a:cubicBezTo>
                  <a:cubicBezTo>
                    <a:pt x="277" y="288"/>
                    <a:pt x="277" y="288"/>
                    <a:pt x="277" y="288"/>
                  </a:cubicBezTo>
                  <a:cubicBezTo>
                    <a:pt x="279" y="288"/>
                    <a:pt x="279" y="288"/>
                    <a:pt x="279" y="288"/>
                  </a:cubicBezTo>
                  <a:cubicBezTo>
                    <a:pt x="281" y="289"/>
                    <a:pt x="281" y="289"/>
                    <a:pt x="281" y="289"/>
                  </a:cubicBezTo>
                  <a:cubicBezTo>
                    <a:pt x="281" y="290"/>
                    <a:pt x="281" y="290"/>
                    <a:pt x="281" y="290"/>
                  </a:cubicBezTo>
                  <a:cubicBezTo>
                    <a:pt x="279" y="289"/>
                    <a:pt x="279" y="289"/>
                    <a:pt x="279" y="289"/>
                  </a:cubicBezTo>
                  <a:cubicBezTo>
                    <a:pt x="280" y="290"/>
                    <a:pt x="280" y="290"/>
                    <a:pt x="280" y="290"/>
                  </a:cubicBezTo>
                  <a:cubicBezTo>
                    <a:pt x="279" y="290"/>
                    <a:pt x="279" y="290"/>
                    <a:pt x="279" y="290"/>
                  </a:cubicBezTo>
                  <a:cubicBezTo>
                    <a:pt x="280" y="290"/>
                    <a:pt x="280" y="290"/>
                    <a:pt x="280" y="290"/>
                  </a:cubicBezTo>
                  <a:cubicBezTo>
                    <a:pt x="281" y="290"/>
                    <a:pt x="281" y="290"/>
                    <a:pt x="281" y="290"/>
                  </a:cubicBezTo>
                  <a:cubicBezTo>
                    <a:pt x="281" y="291"/>
                    <a:pt x="281" y="291"/>
                    <a:pt x="281" y="291"/>
                  </a:cubicBezTo>
                  <a:cubicBezTo>
                    <a:pt x="281" y="291"/>
                    <a:pt x="281" y="291"/>
                    <a:pt x="281" y="291"/>
                  </a:cubicBezTo>
                  <a:cubicBezTo>
                    <a:pt x="281" y="291"/>
                    <a:pt x="281" y="291"/>
                    <a:pt x="281" y="291"/>
                  </a:cubicBezTo>
                  <a:cubicBezTo>
                    <a:pt x="281" y="293"/>
                    <a:pt x="281" y="293"/>
                    <a:pt x="281" y="293"/>
                  </a:cubicBezTo>
                  <a:cubicBezTo>
                    <a:pt x="280" y="293"/>
                    <a:pt x="280" y="293"/>
                    <a:pt x="280" y="293"/>
                  </a:cubicBezTo>
                  <a:cubicBezTo>
                    <a:pt x="279" y="293"/>
                    <a:pt x="279" y="293"/>
                    <a:pt x="279" y="293"/>
                  </a:cubicBezTo>
                  <a:cubicBezTo>
                    <a:pt x="278" y="293"/>
                    <a:pt x="278" y="293"/>
                    <a:pt x="278" y="293"/>
                  </a:cubicBezTo>
                  <a:cubicBezTo>
                    <a:pt x="277" y="294"/>
                    <a:pt x="277" y="294"/>
                    <a:pt x="277" y="294"/>
                  </a:cubicBezTo>
                  <a:cubicBezTo>
                    <a:pt x="276" y="294"/>
                    <a:pt x="276" y="294"/>
                    <a:pt x="276" y="294"/>
                  </a:cubicBezTo>
                  <a:cubicBezTo>
                    <a:pt x="275" y="294"/>
                    <a:pt x="275" y="294"/>
                    <a:pt x="275" y="294"/>
                  </a:cubicBezTo>
                  <a:cubicBezTo>
                    <a:pt x="274" y="293"/>
                    <a:pt x="274" y="293"/>
                    <a:pt x="274" y="293"/>
                  </a:cubicBezTo>
                  <a:cubicBezTo>
                    <a:pt x="274" y="294"/>
                    <a:pt x="274" y="294"/>
                    <a:pt x="274" y="294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72" y="294"/>
                    <a:pt x="272" y="294"/>
                    <a:pt x="272" y="294"/>
                  </a:cubicBezTo>
                  <a:cubicBezTo>
                    <a:pt x="271" y="294"/>
                    <a:pt x="271" y="294"/>
                    <a:pt x="271" y="294"/>
                  </a:cubicBezTo>
                  <a:cubicBezTo>
                    <a:pt x="272" y="294"/>
                    <a:pt x="272" y="294"/>
                    <a:pt x="272" y="294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75" y="295"/>
                    <a:pt x="275" y="295"/>
                    <a:pt x="275" y="295"/>
                  </a:cubicBezTo>
                  <a:cubicBezTo>
                    <a:pt x="275" y="295"/>
                    <a:pt x="275" y="295"/>
                    <a:pt x="275" y="295"/>
                  </a:cubicBezTo>
                  <a:cubicBezTo>
                    <a:pt x="275" y="296"/>
                    <a:pt x="275" y="296"/>
                    <a:pt x="275" y="296"/>
                  </a:cubicBezTo>
                  <a:cubicBezTo>
                    <a:pt x="276" y="296"/>
                    <a:pt x="276" y="296"/>
                    <a:pt x="276" y="296"/>
                  </a:cubicBezTo>
                  <a:cubicBezTo>
                    <a:pt x="277" y="295"/>
                    <a:pt x="277" y="295"/>
                    <a:pt x="277" y="295"/>
                  </a:cubicBezTo>
                  <a:cubicBezTo>
                    <a:pt x="278" y="295"/>
                    <a:pt x="278" y="295"/>
                    <a:pt x="278" y="295"/>
                  </a:cubicBezTo>
                  <a:cubicBezTo>
                    <a:pt x="278" y="295"/>
                    <a:pt x="278" y="295"/>
                    <a:pt x="278" y="295"/>
                  </a:cubicBezTo>
                  <a:cubicBezTo>
                    <a:pt x="279" y="295"/>
                    <a:pt x="279" y="295"/>
                    <a:pt x="279" y="295"/>
                  </a:cubicBezTo>
                  <a:cubicBezTo>
                    <a:pt x="279" y="296"/>
                    <a:pt x="279" y="296"/>
                    <a:pt x="279" y="296"/>
                  </a:cubicBezTo>
                  <a:cubicBezTo>
                    <a:pt x="278" y="296"/>
                    <a:pt x="278" y="296"/>
                    <a:pt x="278" y="296"/>
                  </a:cubicBezTo>
                  <a:cubicBezTo>
                    <a:pt x="277" y="298"/>
                    <a:pt x="277" y="298"/>
                    <a:pt x="277" y="298"/>
                  </a:cubicBezTo>
                  <a:cubicBezTo>
                    <a:pt x="277" y="299"/>
                    <a:pt x="277" y="299"/>
                    <a:pt x="277" y="299"/>
                  </a:cubicBezTo>
                  <a:cubicBezTo>
                    <a:pt x="276" y="299"/>
                    <a:pt x="276" y="299"/>
                    <a:pt x="276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7" y="300"/>
                    <a:pt x="277" y="300"/>
                    <a:pt x="277" y="300"/>
                  </a:cubicBezTo>
                  <a:cubicBezTo>
                    <a:pt x="278" y="301"/>
                    <a:pt x="278" y="301"/>
                    <a:pt x="278" y="301"/>
                  </a:cubicBezTo>
                  <a:cubicBezTo>
                    <a:pt x="278" y="301"/>
                    <a:pt x="278" y="301"/>
                    <a:pt x="278" y="301"/>
                  </a:cubicBezTo>
                  <a:cubicBezTo>
                    <a:pt x="278" y="303"/>
                    <a:pt x="278" y="303"/>
                    <a:pt x="278" y="303"/>
                  </a:cubicBezTo>
                  <a:cubicBezTo>
                    <a:pt x="278" y="303"/>
                    <a:pt x="278" y="303"/>
                    <a:pt x="278" y="303"/>
                  </a:cubicBezTo>
                  <a:cubicBezTo>
                    <a:pt x="279" y="304"/>
                    <a:pt x="279" y="304"/>
                    <a:pt x="279" y="304"/>
                  </a:cubicBezTo>
                  <a:cubicBezTo>
                    <a:pt x="280" y="304"/>
                    <a:pt x="280" y="304"/>
                    <a:pt x="280" y="304"/>
                  </a:cubicBezTo>
                  <a:cubicBezTo>
                    <a:pt x="280" y="304"/>
                    <a:pt x="280" y="304"/>
                    <a:pt x="280" y="304"/>
                  </a:cubicBezTo>
                  <a:cubicBezTo>
                    <a:pt x="281" y="304"/>
                    <a:pt x="281" y="304"/>
                    <a:pt x="281" y="304"/>
                  </a:cubicBezTo>
                  <a:cubicBezTo>
                    <a:pt x="281" y="305"/>
                    <a:pt x="281" y="305"/>
                    <a:pt x="281" y="305"/>
                  </a:cubicBezTo>
                  <a:cubicBezTo>
                    <a:pt x="280" y="305"/>
                    <a:pt x="280" y="305"/>
                    <a:pt x="280" y="305"/>
                  </a:cubicBezTo>
                  <a:cubicBezTo>
                    <a:pt x="281" y="306"/>
                    <a:pt x="281" y="306"/>
                    <a:pt x="281" y="306"/>
                  </a:cubicBezTo>
                  <a:cubicBezTo>
                    <a:pt x="283" y="306"/>
                    <a:pt x="283" y="306"/>
                    <a:pt x="283" y="306"/>
                  </a:cubicBezTo>
                  <a:cubicBezTo>
                    <a:pt x="283" y="306"/>
                    <a:pt x="283" y="306"/>
                    <a:pt x="283" y="306"/>
                  </a:cubicBezTo>
                  <a:cubicBezTo>
                    <a:pt x="284" y="306"/>
                    <a:pt x="284" y="306"/>
                    <a:pt x="284" y="306"/>
                  </a:cubicBezTo>
                  <a:cubicBezTo>
                    <a:pt x="285" y="306"/>
                    <a:pt x="285" y="306"/>
                    <a:pt x="285" y="306"/>
                  </a:cubicBezTo>
                  <a:cubicBezTo>
                    <a:pt x="285" y="307"/>
                    <a:pt x="285" y="307"/>
                    <a:pt x="285" y="307"/>
                  </a:cubicBezTo>
                  <a:cubicBezTo>
                    <a:pt x="287" y="307"/>
                    <a:pt x="287" y="307"/>
                    <a:pt x="287" y="307"/>
                  </a:cubicBezTo>
                  <a:cubicBezTo>
                    <a:pt x="287" y="307"/>
                    <a:pt x="287" y="307"/>
                    <a:pt x="287" y="307"/>
                  </a:cubicBezTo>
                  <a:cubicBezTo>
                    <a:pt x="288" y="306"/>
                    <a:pt x="288" y="306"/>
                    <a:pt x="288" y="306"/>
                  </a:cubicBezTo>
                  <a:cubicBezTo>
                    <a:pt x="288" y="306"/>
                    <a:pt x="288" y="306"/>
                    <a:pt x="288" y="306"/>
                  </a:cubicBezTo>
                  <a:cubicBezTo>
                    <a:pt x="288" y="307"/>
                    <a:pt x="288" y="307"/>
                    <a:pt x="288" y="307"/>
                  </a:cubicBezTo>
                  <a:cubicBezTo>
                    <a:pt x="289" y="307"/>
                    <a:pt x="289" y="307"/>
                    <a:pt x="289" y="307"/>
                  </a:cubicBezTo>
                  <a:cubicBezTo>
                    <a:pt x="291" y="308"/>
                    <a:pt x="291" y="308"/>
                    <a:pt x="291" y="308"/>
                  </a:cubicBezTo>
                  <a:cubicBezTo>
                    <a:pt x="291" y="308"/>
                    <a:pt x="291" y="308"/>
                    <a:pt x="291" y="308"/>
                  </a:cubicBezTo>
                  <a:cubicBezTo>
                    <a:pt x="290" y="308"/>
                    <a:pt x="290" y="308"/>
                    <a:pt x="290" y="308"/>
                  </a:cubicBezTo>
                  <a:cubicBezTo>
                    <a:pt x="290" y="308"/>
                    <a:pt x="290" y="308"/>
                    <a:pt x="290" y="308"/>
                  </a:cubicBezTo>
                  <a:cubicBezTo>
                    <a:pt x="291" y="309"/>
                    <a:pt x="291" y="309"/>
                    <a:pt x="291" y="309"/>
                  </a:cubicBezTo>
                  <a:cubicBezTo>
                    <a:pt x="292" y="309"/>
                    <a:pt x="292" y="309"/>
                    <a:pt x="292" y="309"/>
                  </a:cubicBezTo>
                  <a:cubicBezTo>
                    <a:pt x="292" y="309"/>
                    <a:pt x="292" y="309"/>
                    <a:pt x="292" y="309"/>
                  </a:cubicBezTo>
                  <a:cubicBezTo>
                    <a:pt x="291" y="309"/>
                    <a:pt x="291" y="309"/>
                    <a:pt x="291" y="309"/>
                  </a:cubicBezTo>
                  <a:cubicBezTo>
                    <a:pt x="291" y="309"/>
                    <a:pt x="291" y="309"/>
                    <a:pt x="291" y="309"/>
                  </a:cubicBezTo>
                  <a:cubicBezTo>
                    <a:pt x="290" y="309"/>
                    <a:pt x="290" y="309"/>
                    <a:pt x="290" y="309"/>
                  </a:cubicBezTo>
                  <a:cubicBezTo>
                    <a:pt x="289" y="310"/>
                    <a:pt x="289" y="310"/>
                    <a:pt x="289" y="310"/>
                  </a:cubicBezTo>
                  <a:cubicBezTo>
                    <a:pt x="287" y="311"/>
                    <a:pt x="287" y="311"/>
                    <a:pt x="287" y="311"/>
                  </a:cubicBezTo>
                  <a:cubicBezTo>
                    <a:pt x="286" y="311"/>
                    <a:pt x="286" y="311"/>
                    <a:pt x="286" y="311"/>
                  </a:cubicBezTo>
                  <a:cubicBezTo>
                    <a:pt x="284" y="311"/>
                    <a:pt x="284" y="311"/>
                    <a:pt x="284" y="311"/>
                  </a:cubicBezTo>
                  <a:cubicBezTo>
                    <a:pt x="283" y="311"/>
                    <a:pt x="283" y="311"/>
                    <a:pt x="283" y="311"/>
                  </a:cubicBezTo>
                  <a:cubicBezTo>
                    <a:pt x="282" y="312"/>
                    <a:pt x="282" y="312"/>
                    <a:pt x="282" y="312"/>
                  </a:cubicBezTo>
                  <a:cubicBezTo>
                    <a:pt x="281" y="312"/>
                    <a:pt x="281" y="312"/>
                    <a:pt x="281" y="312"/>
                  </a:cubicBezTo>
                  <a:cubicBezTo>
                    <a:pt x="281" y="312"/>
                    <a:pt x="281" y="312"/>
                    <a:pt x="281" y="312"/>
                  </a:cubicBezTo>
                  <a:cubicBezTo>
                    <a:pt x="280" y="312"/>
                    <a:pt x="280" y="312"/>
                    <a:pt x="280" y="312"/>
                  </a:cubicBezTo>
                  <a:cubicBezTo>
                    <a:pt x="279" y="311"/>
                    <a:pt x="279" y="311"/>
                    <a:pt x="279" y="311"/>
                  </a:cubicBezTo>
                  <a:cubicBezTo>
                    <a:pt x="279" y="311"/>
                    <a:pt x="279" y="311"/>
                    <a:pt x="279" y="311"/>
                  </a:cubicBezTo>
                  <a:cubicBezTo>
                    <a:pt x="279" y="312"/>
                    <a:pt x="279" y="312"/>
                    <a:pt x="279" y="312"/>
                  </a:cubicBezTo>
                  <a:cubicBezTo>
                    <a:pt x="278" y="312"/>
                    <a:pt x="278" y="312"/>
                    <a:pt x="278" y="312"/>
                  </a:cubicBezTo>
                  <a:cubicBezTo>
                    <a:pt x="277" y="313"/>
                    <a:pt x="277" y="313"/>
                    <a:pt x="277" y="313"/>
                  </a:cubicBezTo>
                  <a:cubicBezTo>
                    <a:pt x="278" y="313"/>
                    <a:pt x="278" y="313"/>
                    <a:pt x="278" y="313"/>
                  </a:cubicBezTo>
                  <a:cubicBezTo>
                    <a:pt x="276" y="314"/>
                    <a:pt x="276" y="314"/>
                    <a:pt x="276" y="314"/>
                  </a:cubicBezTo>
                  <a:cubicBezTo>
                    <a:pt x="275" y="315"/>
                    <a:pt x="275" y="315"/>
                    <a:pt x="275" y="315"/>
                  </a:cubicBezTo>
                  <a:cubicBezTo>
                    <a:pt x="274" y="316"/>
                    <a:pt x="274" y="316"/>
                    <a:pt x="274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7"/>
                    <a:pt x="272" y="317"/>
                    <a:pt x="272" y="317"/>
                  </a:cubicBezTo>
                  <a:cubicBezTo>
                    <a:pt x="272" y="317"/>
                    <a:pt x="272" y="317"/>
                    <a:pt x="272" y="317"/>
                  </a:cubicBezTo>
                  <a:cubicBezTo>
                    <a:pt x="272" y="317"/>
                    <a:pt x="272" y="317"/>
                    <a:pt x="272" y="317"/>
                  </a:cubicBezTo>
                  <a:cubicBezTo>
                    <a:pt x="271" y="317"/>
                    <a:pt x="271" y="317"/>
                    <a:pt x="271" y="317"/>
                  </a:cubicBezTo>
                  <a:cubicBezTo>
                    <a:pt x="270" y="317"/>
                    <a:pt x="270" y="317"/>
                    <a:pt x="270" y="317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69" y="316"/>
                    <a:pt x="269" y="316"/>
                    <a:pt x="269" y="316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4"/>
                    <a:pt x="269" y="314"/>
                    <a:pt x="269" y="314"/>
                  </a:cubicBezTo>
                  <a:cubicBezTo>
                    <a:pt x="269" y="314"/>
                    <a:pt x="269" y="314"/>
                    <a:pt x="269" y="314"/>
                  </a:cubicBezTo>
                  <a:cubicBezTo>
                    <a:pt x="270" y="312"/>
                    <a:pt x="270" y="312"/>
                    <a:pt x="270" y="312"/>
                  </a:cubicBezTo>
                  <a:cubicBezTo>
                    <a:pt x="271" y="312"/>
                    <a:pt x="271" y="312"/>
                    <a:pt x="271" y="312"/>
                  </a:cubicBezTo>
                  <a:cubicBezTo>
                    <a:pt x="271" y="311"/>
                    <a:pt x="271" y="311"/>
                    <a:pt x="271" y="311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4" y="310"/>
                    <a:pt x="274" y="310"/>
                    <a:pt x="274" y="310"/>
                  </a:cubicBezTo>
                  <a:cubicBezTo>
                    <a:pt x="276" y="309"/>
                    <a:pt x="276" y="309"/>
                    <a:pt x="276" y="309"/>
                  </a:cubicBezTo>
                  <a:cubicBezTo>
                    <a:pt x="277" y="308"/>
                    <a:pt x="277" y="308"/>
                    <a:pt x="277" y="308"/>
                  </a:cubicBezTo>
                  <a:cubicBezTo>
                    <a:pt x="278" y="309"/>
                    <a:pt x="278" y="309"/>
                    <a:pt x="278" y="309"/>
                  </a:cubicBezTo>
                  <a:cubicBezTo>
                    <a:pt x="278" y="309"/>
                    <a:pt x="278" y="309"/>
                    <a:pt x="278" y="309"/>
                  </a:cubicBezTo>
                  <a:cubicBezTo>
                    <a:pt x="279" y="310"/>
                    <a:pt x="279" y="310"/>
                    <a:pt x="279" y="310"/>
                  </a:cubicBezTo>
                  <a:cubicBezTo>
                    <a:pt x="279" y="309"/>
                    <a:pt x="279" y="309"/>
                    <a:pt x="279" y="309"/>
                  </a:cubicBezTo>
                  <a:cubicBezTo>
                    <a:pt x="279" y="309"/>
                    <a:pt x="279" y="309"/>
                    <a:pt x="279" y="309"/>
                  </a:cubicBezTo>
                  <a:cubicBezTo>
                    <a:pt x="280" y="309"/>
                    <a:pt x="280" y="309"/>
                    <a:pt x="280" y="309"/>
                  </a:cubicBezTo>
                  <a:cubicBezTo>
                    <a:pt x="281" y="309"/>
                    <a:pt x="281" y="309"/>
                    <a:pt x="281" y="309"/>
                  </a:cubicBezTo>
                  <a:cubicBezTo>
                    <a:pt x="282" y="308"/>
                    <a:pt x="282" y="308"/>
                    <a:pt x="282" y="308"/>
                  </a:cubicBezTo>
                  <a:cubicBezTo>
                    <a:pt x="280" y="308"/>
                    <a:pt x="280" y="308"/>
                    <a:pt x="280" y="308"/>
                  </a:cubicBezTo>
                  <a:cubicBezTo>
                    <a:pt x="278" y="308"/>
                    <a:pt x="278" y="308"/>
                    <a:pt x="278" y="308"/>
                  </a:cubicBezTo>
                  <a:cubicBezTo>
                    <a:pt x="278" y="308"/>
                    <a:pt x="278" y="308"/>
                    <a:pt x="278" y="308"/>
                  </a:cubicBezTo>
                  <a:cubicBezTo>
                    <a:pt x="277" y="308"/>
                    <a:pt x="277" y="308"/>
                    <a:pt x="277" y="308"/>
                  </a:cubicBezTo>
                  <a:cubicBezTo>
                    <a:pt x="276" y="308"/>
                    <a:pt x="276" y="308"/>
                    <a:pt x="276" y="308"/>
                  </a:cubicBezTo>
                  <a:cubicBezTo>
                    <a:pt x="275" y="308"/>
                    <a:pt x="275" y="308"/>
                    <a:pt x="275" y="308"/>
                  </a:cubicBezTo>
                  <a:cubicBezTo>
                    <a:pt x="276" y="307"/>
                    <a:pt x="276" y="307"/>
                    <a:pt x="276" y="307"/>
                  </a:cubicBezTo>
                  <a:cubicBezTo>
                    <a:pt x="277" y="307"/>
                    <a:pt x="277" y="307"/>
                    <a:pt x="277" y="307"/>
                  </a:cubicBezTo>
                  <a:cubicBezTo>
                    <a:pt x="278" y="306"/>
                    <a:pt x="278" y="306"/>
                    <a:pt x="278" y="306"/>
                  </a:cubicBezTo>
                  <a:cubicBezTo>
                    <a:pt x="278" y="306"/>
                    <a:pt x="278" y="306"/>
                    <a:pt x="278" y="306"/>
                  </a:cubicBezTo>
                  <a:cubicBezTo>
                    <a:pt x="278" y="306"/>
                    <a:pt x="278" y="306"/>
                    <a:pt x="278" y="306"/>
                  </a:cubicBezTo>
                  <a:cubicBezTo>
                    <a:pt x="277" y="305"/>
                    <a:pt x="277" y="305"/>
                    <a:pt x="277" y="305"/>
                  </a:cubicBezTo>
                  <a:cubicBezTo>
                    <a:pt x="277" y="307"/>
                    <a:pt x="277" y="307"/>
                    <a:pt x="277" y="307"/>
                  </a:cubicBezTo>
                  <a:cubicBezTo>
                    <a:pt x="276" y="307"/>
                    <a:pt x="276" y="307"/>
                    <a:pt x="276" y="307"/>
                  </a:cubicBezTo>
                  <a:cubicBezTo>
                    <a:pt x="275" y="308"/>
                    <a:pt x="275" y="308"/>
                    <a:pt x="275" y="308"/>
                  </a:cubicBezTo>
                  <a:cubicBezTo>
                    <a:pt x="274" y="308"/>
                    <a:pt x="274" y="308"/>
                    <a:pt x="274" y="308"/>
                  </a:cubicBezTo>
                  <a:cubicBezTo>
                    <a:pt x="273" y="308"/>
                    <a:pt x="273" y="308"/>
                    <a:pt x="273" y="308"/>
                  </a:cubicBezTo>
                  <a:cubicBezTo>
                    <a:pt x="271" y="309"/>
                    <a:pt x="271" y="309"/>
                    <a:pt x="271" y="309"/>
                  </a:cubicBezTo>
                  <a:cubicBezTo>
                    <a:pt x="271" y="309"/>
                    <a:pt x="271" y="309"/>
                    <a:pt x="271" y="309"/>
                  </a:cubicBezTo>
                  <a:cubicBezTo>
                    <a:pt x="271" y="308"/>
                    <a:pt x="271" y="308"/>
                    <a:pt x="271" y="308"/>
                  </a:cubicBezTo>
                  <a:cubicBezTo>
                    <a:pt x="271" y="308"/>
                    <a:pt x="271" y="308"/>
                    <a:pt x="271" y="308"/>
                  </a:cubicBezTo>
                  <a:cubicBezTo>
                    <a:pt x="272" y="307"/>
                    <a:pt x="272" y="307"/>
                    <a:pt x="272" y="307"/>
                  </a:cubicBezTo>
                  <a:cubicBezTo>
                    <a:pt x="271" y="308"/>
                    <a:pt x="271" y="308"/>
                    <a:pt x="271" y="308"/>
                  </a:cubicBezTo>
                  <a:cubicBezTo>
                    <a:pt x="270" y="309"/>
                    <a:pt x="270" y="309"/>
                    <a:pt x="270" y="309"/>
                  </a:cubicBezTo>
                  <a:cubicBezTo>
                    <a:pt x="269" y="309"/>
                    <a:pt x="269" y="309"/>
                    <a:pt x="269" y="309"/>
                  </a:cubicBezTo>
                  <a:cubicBezTo>
                    <a:pt x="269" y="309"/>
                    <a:pt x="269" y="309"/>
                    <a:pt x="269" y="309"/>
                  </a:cubicBezTo>
                  <a:cubicBezTo>
                    <a:pt x="268" y="309"/>
                    <a:pt x="268" y="309"/>
                    <a:pt x="268" y="309"/>
                  </a:cubicBezTo>
                  <a:cubicBezTo>
                    <a:pt x="268" y="309"/>
                    <a:pt x="268" y="309"/>
                    <a:pt x="268" y="309"/>
                  </a:cubicBezTo>
                  <a:cubicBezTo>
                    <a:pt x="267" y="309"/>
                    <a:pt x="267" y="309"/>
                    <a:pt x="267" y="309"/>
                  </a:cubicBezTo>
                  <a:cubicBezTo>
                    <a:pt x="266" y="309"/>
                    <a:pt x="266" y="309"/>
                    <a:pt x="266" y="309"/>
                  </a:cubicBezTo>
                  <a:cubicBezTo>
                    <a:pt x="265" y="308"/>
                    <a:pt x="265" y="308"/>
                    <a:pt x="265" y="308"/>
                  </a:cubicBezTo>
                  <a:cubicBezTo>
                    <a:pt x="265" y="308"/>
                    <a:pt x="265" y="308"/>
                    <a:pt x="265" y="308"/>
                  </a:cubicBezTo>
                  <a:cubicBezTo>
                    <a:pt x="265" y="308"/>
                    <a:pt x="265" y="308"/>
                    <a:pt x="265" y="308"/>
                  </a:cubicBezTo>
                  <a:cubicBezTo>
                    <a:pt x="265" y="308"/>
                    <a:pt x="265" y="308"/>
                    <a:pt x="265" y="308"/>
                  </a:cubicBezTo>
                  <a:cubicBezTo>
                    <a:pt x="265" y="307"/>
                    <a:pt x="265" y="307"/>
                    <a:pt x="265" y="307"/>
                  </a:cubicBezTo>
                  <a:cubicBezTo>
                    <a:pt x="265" y="307"/>
                    <a:pt x="265" y="307"/>
                    <a:pt x="265" y="307"/>
                  </a:cubicBezTo>
                  <a:cubicBezTo>
                    <a:pt x="265" y="306"/>
                    <a:pt x="265" y="306"/>
                    <a:pt x="265" y="306"/>
                  </a:cubicBezTo>
                  <a:cubicBezTo>
                    <a:pt x="265" y="306"/>
                    <a:pt x="265" y="306"/>
                    <a:pt x="265" y="306"/>
                  </a:cubicBezTo>
                  <a:cubicBezTo>
                    <a:pt x="264" y="305"/>
                    <a:pt x="264" y="305"/>
                    <a:pt x="264" y="305"/>
                  </a:cubicBezTo>
                  <a:cubicBezTo>
                    <a:pt x="264" y="305"/>
                    <a:pt x="264" y="305"/>
                    <a:pt x="264" y="305"/>
                  </a:cubicBezTo>
                  <a:cubicBezTo>
                    <a:pt x="264" y="305"/>
                    <a:pt x="264" y="305"/>
                    <a:pt x="264" y="305"/>
                  </a:cubicBezTo>
                  <a:cubicBezTo>
                    <a:pt x="265" y="300"/>
                    <a:pt x="265" y="300"/>
                    <a:pt x="265" y="300"/>
                  </a:cubicBezTo>
                  <a:cubicBezTo>
                    <a:pt x="265" y="298"/>
                    <a:pt x="265" y="298"/>
                    <a:pt x="265" y="298"/>
                  </a:cubicBezTo>
                  <a:cubicBezTo>
                    <a:pt x="264" y="297"/>
                    <a:pt x="264" y="297"/>
                    <a:pt x="264" y="297"/>
                  </a:cubicBezTo>
                  <a:cubicBezTo>
                    <a:pt x="263" y="297"/>
                    <a:pt x="263" y="297"/>
                    <a:pt x="263" y="297"/>
                  </a:cubicBezTo>
                  <a:cubicBezTo>
                    <a:pt x="262" y="297"/>
                    <a:pt x="262" y="297"/>
                    <a:pt x="262" y="297"/>
                  </a:cubicBezTo>
                  <a:cubicBezTo>
                    <a:pt x="261" y="297"/>
                    <a:pt x="261" y="297"/>
                    <a:pt x="261" y="297"/>
                  </a:cubicBezTo>
                  <a:cubicBezTo>
                    <a:pt x="260" y="297"/>
                    <a:pt x="260" y="297"/>
                    <a:pt x="260" y="297"/>
                  </a:cubicBezTo>
                  <a:cubicBezTo>
                    <a:pt x="260" y="296"/>
                    <a:pt x="260" y="296"/>
                    <a:pt x="260" y="296"/>
                  </a:cubicBezTo>
                  <a:cubicBezTo>
                    <a:pt x="260" y="296"/>
                    <a:pt x="260" y="296"/>
                    <a:pt x="260" y="296"/>
                  </a:cubicBezTo>
                  <a:cubicBezTo>
                    <a:pt x="259" y="297"/>
                    <a:pt x="259" y="297"/>
                    <a:pt x="259" y="297"/>
                  </a:cubicBezTo>
                  <a:cubicBezTo>
                    <a:pt x="258" y="298"/>
                    <a:pt x="258" y="298"/>
                    <a:pt x="258" y="298"/>
                  </a:cubicBezTo>
                  <a:cubicBezTo>
                    <a:pt x="257" y="299"/>
                    <a:pt x="257" y="299"/>
                    <a:pt x="257" y="299"/>
                  </a:cubicBezTo>
                  <a:cubicBezTo>
                    <a:pt x="256" y="300"/>
                    <a:pt x="256" y="300"/>
                    <a:pt x="256" y="300"/>
                  </a:cubicBezTo>
                  <a:cubicBezTo>
                    <a:pt x="256" y="301"/>
                    <a:pt x="256" y="301"/>
                    <a:pt x="256" y="301"/>
                  </a:cubicBezTo>
                  <a:cubicBezTo>
                    <a:pt x="255" y="301"/>
                    <a:pt x="255" y="301"/>
                    <a:pt x="255" y="301"/>
                  </a:cubicBezTo>
                  <a:cubicBezTo>
                    <a:pt x="255" y="302"/>
                    <a:pt x="255" y="302"/>
                    <a:pt x="255" y="302"/>
                  </a:cubicBezTo>
                  <a:cubicBezTo>
                    <a:pt x="255" y="303"/>
                    <a:pt x="255" y="303"/>
                    <a:pt x="255" y="303"/>
                  </a:cubicBezTo>
                  <a:cubicBezTo>
                    <a:pt x="253" y="304"/>
                    <a:pt x="253" y="304"/>
                    <a:pt x="253" y="304"/>
                  </a:cubicBezTo>
                  <a:cubicBezTo>
                    <a:pt x="253" y="305"/>
                    <a:pt x="253" y="305"/>
                    <a:pt x="253" y="305"/>
                  </a:cubicBezTo>
                  <a:cubicBezTo>
                    <a:pt x="251" y="306"/>
                    <a:pt x="251" y="306"/>
                    <a:pt x="251" y="306"/>
                  </a:cubicBezTo>
                  <a:cubicBezTo>
                    <a:pt x="251" y="307"/>
                    <a:pt x="251" y="307"/>
                    <a:pt x="251" y="307"/>
                  </a:cubicBezTo>
                  <a:cubicBezTo>
                    <a:pt x="251" y="307"/>
                    <a:pt x="251" y="307"/>
                    <a:pt x="251" y="307"/>
                  </a:cubicBezTo>
                  <a:cubicBezTo>
                    <a:pt x="250" y="307"/>
                    <a:pt x="250" y="307"/>
                    <a:pt x="250" y="307"/>
                  </a:cubicBezTo>
                  <a:cubicBezTo>
                    <a:pt x="249" y="307"/>
                    <a:pt x="249" y="307"/>
                    <a:pt x="249" y="307"/>
                  </a:cubicBezTo>
                  <a:cubicBezTo>
                    <a:pt x="249" y="307"/>
                    <a:pt x="249" y="307"/>
                    <a:pt x="249" y="307"/>
                  </a:cubicBezTo>
                  <a:cubicBezTo>
                    <a:pt x="249" y="307"/>
                    <a:pt x="249" y="307"/>
                    <a:pt x="249" y="307"/>
                  </a:cubicBezTo>
                  <a:cubicBezTo>
                    <a:pt x="248" y="308"/>
                    <a:pt x="248" y="308"/>
                    <a:pt x="248" y="308"/>
                  </a:cubicBezTo>
                  <a:cubicBezTo>
                    <a:pt x="235" y="308"/>
                    <a:pt x="235" y="308"/>
                    <a:pt x="235" y="308"/>
                  </a:cubicBezTo>
                  <a:cubicBezTo>
                    <a:pt x="233" y="308"/>
                    <a:pt x="233" y="308"/>
                    <a:pt x="233" y="308"/>
                  </a:cubicBezTo>
                  <a:cubicBezTo>
                    <a:pt x="232" y="309"/>
                    <a:pt x="232" y="309"/>
                    <a:pt x="232" y="309"/>
                  </a:cubicBezTo>
                  <a:cubicBezTo>
                    <a:pt x="231" y="309"/>
                    <a:pt x="231" y="309"/>
                    <a:pt x="231" y="309"/>
                  </a:cubicBezTo>
                  <a:cubicBezTo>
                    <a:pt x="230" y="310"/>
                    <a:pt x="230" y="310"/>
                    <a:pt x="230" y="310"/>
                  </a:cubicBezTo>
                  <a:cubicBezTo>
                    <a:pt x="228" y="311"/>
                    <a:pt x="228" y="311"/>
                    <a:pt x="228" y="311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3" y="315"/>
                    <a:pt x="223" y="315"/>
                    <a:pt x="223" y="315"/>
                  </a:cubicBezTo>
                  <a:cubicBezTo>
                    <a:pt x="214" y="317"/>
                    <a:pt x="214" y="317"/>
                    <a:pt x="214" y="317"/>
                  </a:cubicBezTo>
                  <a:cubicBezTo>
                    <a:pt x="214" y="319"/>
                    <a:pt x="214" y="319"/>
                    <a:pt x="214" y="319"/>
                  </a:cubicBezTo>
                  <a:cubicBezTo>
                    <a:pt x="212" y="319"/>
                    <a:pt x="212" y="319"/>
                    <a:pt x="212" y="319"/>
                  </a:cubicBezTo>
                  <a:cubicBezTo>
                    <a:pt x="197" y="323"/>
                    <a:pt x="197" y="323"/>
                    <a:pt x="197" y="323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7" y="321"/>
                    <a:pt x="197" y="321"/>
                    <a:pt x="197" y="321"/>
                  </a:cubicBezTo>
                  <a:cubicBezTo>
                    <a:pt x="199" y="320"/>
                    <a:pt x="199" y="320"/>
                    <a:pt x="199" y="320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200" y="318"/>
                    <a:pt x="200" y="318"/>
                    <a:pt x="200" y="318"/>
                  </a:cubicBezTo>
                  <a:cubicBezTo>
                    <a:pt x="200" y="318"/>
                    <a:pt x="200" y="318"/>
                    <a:pt x="200" y="318"/>
                  </a:cubicBezTo>
                  <a:cubicBezTo>
                    <a:pt x="201" y="312"/>
                    <a:pt x="201" y="312"/>
                    <a:pt x="201" y="312"/>
                  </a:cubicBezTo>
                  <a:cubicBezTo>
                    <a:pt x="198" y="300"/>
                    <a:pt x="198" y="300"/>
                    <a:pt x="198" y="300"/>
                  </a:cubicBezTo>
                  <a:cubicBezTo>
                    <a:pt x="195" y="298"/>
                    <a:pt x="195" y="298"/>
                    <a:pt x="195" y="298"/>
                  </a:cubicBezTo>
                  <a:cubicBezTo>
                    <a:pt x="194" y="297"/>
                    <a:pt x="194" y="297"/>
                    <a:pt x="194" y="297"/>
                  </a:cubicBezTo>
                  <a:cubicBezTo>
                    <a:pt x="176" y="289"/>
                    <a:pt x="176" y="289"/>
                    <a:pt x="176" y="289"/>
                  </a:cubicBezTo>
                  <a:cubicBezTo>
                    <a:pt x="175" y="289"/>
                    <a:pt x="175" y="289"/>
                    <a:pt x="175" y="289"/>
                  </a:cubicBezTo>
                  <a:cubicBezTo>
                    <a:pt x="174" y="288"/>
                    <a:pt x="174" y="288"/>
                    <a:pt x="174" y="288"/>
                  </a:cubicBezTo>
                  <a:cubicBezTo>
                    <a:pt x="174" y="288"/>
                    <a:pt x="174" y="288"/>
                    <a:pt x="174" y="288"/>
                  </a:cubicBezTo>
                  <a:cubicBezTo>
                    <a:pt x="172" y="288"/>
                    <a:pt x="172" y="288"/>
                    <a:pt x="172" y="288"/>
                  </a:cubicBezTo>
                  <a:cubicBezTo>
                    <a:pt x="171" y="287"/>
                    <a:pt x="171" y="287"/>
                    <a:pt x="171" y="287"/>
                  </a:cubicBezTo>
                  <a:cubicBezTo>
                    <a:pt x="171" y="287"/>
                    <a:pt x="171" y="287"/>
                    <a:pt x="171" y="287"/>
                  </a:cubicBezTo>
                  <a:cubicBezTo>
                    <a:pt x="170" y="287"/>
                    <a:pt x="170" y="287"/>
                    <a:pt x="170" y="287"/>
                  </a:cubicBezTo>
                  <a:cubicBezTo>
                    <a:pt x="169" y="287"/>
                    <a:pt x="169" y="287"/>
                    <a:pt x="169" y="287"/>
                  </a:cubicBezTo>
                  <a:cubicBezTo>
                    <a:pt x="168" y="287"/>
                    <a:pt x="168" y="287"/>
                    <a:pt x="168" y="287"/>
                  </a:cubicBezTo>
                  <a:cubicBezTo>
                    <a:pt x="168" y="286"/>
                    <a:pt x="168" y="286"/>
                    <a:pt x="168" y="286"/>
                  </a:cubicBezTo>
                  <a:cubicBezTo>
                    <a:pt x="167" y="286"/>
                    <a:pt x="167" y="286"/>
                    <a:pt x="167" y="286"/>
                  </a:cubicBezTo>
                  <a:cubicBezTo>
                    <a:pt x="165" y="286"/>
                    <a:pt x="165" y="286"/>
                    <a:pt x="165" y="286"/>
                  </a:cubicBezTo>
                  <a:cubicBezTo>
                    <a:pt x="165" y="285"/>
                    <a:pt x="165" y="285"/>
                    <a:pt x="165" y="285"/>
                  </a:cubicBezTo>
                  <a:cubicBezTo>
                    <a:pt x="164" y="285"/>
                    <a:pt x="164" y="285"/>
                    <a:pt x="164" y="285"/>
                  </a:cubicBezTo>
                  <a:cubicBezTo>
                    <a:pt x="163" y="284"/>
                    <a:pt x="163" y="284"/>
                    <a:pt x="163" y="284"/>
                  </a:cubicBezTo>
                  <a:cubicBezTo>
                    <a:pt x="162" y="284"/>
                    <a:pt x="162" y="284"/>
                    <a:pt x="162" y="284"/>
                  </a:cubicBezTo>
                  <a:cubicBezTo>
                    <a:pt x="162" y="284"/>
                    <a:pt x="162" y="284"/>
                    <a:pt x="162" y="284"/>
                  </a:cubicBezTo>
                  <a:cubicBezTo>
                    <a:pt x="161" y="284"/>
                    <a:pt x="161" y="284"/>
                    <a:pt x="161" y="284"/>
                  </a:cubicBezTo>
                  <a:cubicBezTo>
                    <a:pt x="160" y="284"/>
                    <a:pt x="160" y="284"/>
                    <a:pt x="160" y="284"/>
                  </a:cubicBezTo>
                  <a:cubicBezTo>
                    <a:pt x="160" y="284"/>
                    <a:pt x="160" y="284"/>
                    <a:pt x="160" y="284"/>
                  </a:cubicBezTo>
                  <a:cubicBezTo>
                    <a:pt x="159" y="284"/>
                    <a:pt x="159" y="284"/>
                    <a:pt x="159" y="284"/>
                  </a:cubicBezTo>
                  <a:cubicBezTo>
                    <a:pt x="159" y="283"/>
                    <a:pt x="159" y="283"/>
                    <a:pt x="159" y="283"/>
                  </a:cubicBezTo>
                  <a:cubicBezTo>
                    <a:pt x="158" y="283"/>
                    <a:pt x="158" y="283"/>
                    <a:pt x="158" y="283"/>
                  </a:cubicBezTo>
                  <a:cubicBezTo>
                    <a:pt x="158" y="283"/>
                    <a:pt x="158" y="283"/>
                    <a:pt x="158" y="283"/>
                  </a:cubicBezTo>
                  <a:cubicBezTo>
                    <a:pt x="157" y="282"/>
                    <a:pt x="157" y="282"/>
                    <a:pt x="157" y="282"/>
                  </a:cubicBezTo>
                  <a:cubicBezTo>
                    <a:pt x="157" y="282"/>
                    <a:pt x="157" y="282"/>
                    <a:pt x="157" y="282"/>
                  </a:cubicBezTo>
                  <a:cubicBezTo>
                    <a:pt x="156" y="281"/>
                    <a:pt x="156" y="281"/>
                    <a:pt x="156" y="281"/>
                  </a:cubicBezTo>
                  <a:cubicBezTo>
                    <a:pt x="155" y="281"/>
                    <a:pt x="155" y="281"/>
                    <a:pt x="155" y="281"/>
                  </a:cubicBezTo>
                  <a:cubicBezTo>
                    <a:pt x="154" y="281"/>
                    <a:pt x="154" y="281"/>
                    <a:pt x="154" y="281"/>
                  </a:cubicBezTo>
                  <a:lnTo>
                    <a:pt x="39" y="27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4" name="Freeform 162"/>
            <p:cNvSpPr>
              <a:spLocks noEditPoints="1"/>
            </p:cNvSpPr>
            <p:nvPr/>
          </p:nvSpPr>
          <p:spPr bwMode="auto">
            <a:xfrm>
              <a:off x="815256" y="1047881"/>
              <a:ext cx="1133522" cy="787418"/>
            </a:xfrm>
            <a:custGeom>
              <a:avLst/>
              <a:gdLst>
                <a:gd name="T0" fmla="*/ 209 w 238"/>
                <a:gd name="T1" fmla="*/ 133 h 165"/>
                <a:gd name="T2" fmla="*/ 234 w 238"/>
                <a:gd name="T3" fmla="*/ 28 h 165"/>
                <a:gd name="T4" fmla="*/ 219 w 238"/>
                <a:gd name="T5" fmla="*/ 21 h 165"/>
                <a:gd name="T6" fmla="*/ 209 w 238"/>
                <a:gd name="T7" fmla="*/ 10 h 165"/>
                <a:gd name="T8" fmla="*/ 198 w 238"/>
                <a:gd name="T9" fmla="*/ 7 h 165"/>
                <a:gd name="T10" fmla="*/ 187 w 238"/>
                <a:gd name="T11" fmla="*/ 2 h 165"/>
                <a:gd name="T12" fmla="*/ 167 w 238"/>
                <a:gd name="T13" fmla="*/ 9 h 165"/>
                <a:gd name="T14" fmla="*/ 145 w 238"/>
                <a:gd name="T15" fmla="*/ 37 h 165"/>
                <a:gd name="T16" fmla="*/ 142 w 238"/>
                <a:gd name="T17" fmla="*/ 45 h 165"/>
                <a:gd name="T18" fmla="*/ 135 w 238"/>
                <a:gd name="T19" fmla="*/ 40 h 165"/>
                <a:gd name="T20" fmla="*/ 120 w 238"/>
                <a:gd name="T21" fmla="*/ 51 h 165"/>
                <a:gd name="T22" fmla="*/ 127 w 238"/>
                <a:gd name="T23" fmla="*/ 60 h 165"/>
                <a:gd name="T24" fmla="*/ 130 w 238"/>
                <a:gd name="T25" fmla="*/ 70 h 165"/>
                <a:gd name="T26" fmla="*/ 104 w 238"/>
                <a:gd name="T27" fmla="*/ 78 h 165"/>
                <a:gd name="T28" fmla="*/ 104 w 238"/>
                <a:gd name="T29" fmla="*/ 89 h 165"/>
                <a:gd name="T30" fmla="*/ 100 w 238"/>
                <a:gd name="T31" fmla="*/ 101 h 165"/>
                <a:gd name="T32" fmla="*/ 104 w 238"/>
                <a:gd name="T33" fmla="*/ 109 h 165"/>
                <a:gd name="T34" fmla="*/ 112 w 238"/>
                <a:gd name="T35" fmla="*/ 114 h 165"/>
                <a:gd name="T36" fmla="*/ 110 w 238"/>
                <a:gd name="T37" fmla="*/ 125 h 165"/>
                <a:gd name="T38" fmla="*/ 90 w 238"/>
                <a:gd name="T39" fmla="*/ 135 h 165"/>
                <a:gd name="T40" fmla="*/ 84 w 238"/>
                <a:gd name="T41" fmla="*/ 141 h 165"/>
                <a:gd name="T42" fmla="*/ 97 w 238"/>
                <a:gd name="T43" fmla="*/ 137 h 165"/>
                <a:gd name="T44" fmla="*/ 110 w 238"/>
                <a:gd name="T45" fmla="*/ 132 h 165"/>
                <a:gd name="T46" fmla="*/ 127 w 238"/>
                <a:gd name="T47" fmla="*/ 123 h 165"/>
                <a:gd name="T48" fmla="*/ 138 w 238"/>
                <a:gd name="T49" fmla="*/ 112 h 165"/>
                <a:gd name="T50" fmla="*/ 159 w 238"/>
                <a:gd name="T51" fmla="*/ 100 h 165"/>
                <a:gd name="T52" fmla="*/ 143 w 238"/>
                <a:gd name="T53" fmla="*/ 115 h 165"/>
                <a:gd name="T54" fmla="*/ 154 w 238"/>
                <a:gd name="T55" fmla="*/ 113 h 165"/>
                <a:gd name="T56" fmla="*/ 164 w 238"/>
                <a:gd name="T57" fmla="*/ 107 h 165"/>
                <a:gd name="T58" fmla="*/ 169 w 238"/>
                <a:gd name="T59" fmla="*/ 111 h 165"/>
                <a:gd name="T60" fmla="*/ 184 w 238"/>
                <a:gd name="T61" fmla="*/ 119 h 165"/>
                <a:gd name="T62" fmla="*/ 194 w 238"/>
                <a:gd name="T63" fmla="*/ 126 h 165"/>
                <a:gd name="T64" fmla="*/ 199 w 238"/>
                <a:gd name="T65" fmla="*/ 130 h 165"/>
                <a:gd name="T66" fmla="*/ 205 w 238"/>
                <a:gd name="T67" fmla="*/ 132 h 165"/>
                <a:gd name="T68" fmla="*/ 206 w 238"/>
                <a:gd name="T69" fmla="*/ 146 h 165"/>
                <a:gd name="T70" fmla="*/ 211 w 238"/>
                <a:gd name="T71" fmla="*/ 156 h 165"/>
                <a:gd name="T72" fmla="*/ 202 w 238"/>
                <a:gd name="T73" fmla="*/ 162 h 165"/>
                <a:gd name="T74" fmla="*/ 199 w 238"/>
                <a:gd name="T75" fmla="*/ 162 h 165"/>
                <a:gd name="T76" fmla="*/ 202 w 238"/>
                <a:gd name="T77" fmla="*/ 155 h 165"/>
                <a:gd name="T78" fmla="*/ 203 w 238"/>
                <a:gd name="T79" fmla="*/ 164 h 165"/>
                <a:gd name="T80" fmla="*/ 207 w 238"/>
                <a:gd name="T81" fmla="*/ 156 h 165"/>
                <a:gd name="T82" fmla="*/ 205 w 238"/>
                <a:gd name="T83" fmla="*/ 150 h 165"/>
                <a:gd name="T84" fmla="*/ 201 w 238"/>
                <a:gd name="T85" fmla="*/ 151 h 165"/>
                <a:gd name="T86" fmla="*/ 199 w 238"/>
                <a:gd name="T87" fmla="*/ 145 h 165"/>
                <a:gd name="T88" fmla="*/ 204 w 238"/>
                <a:gd name="T89" fmla="*/ 144 h 165"/>
                <a:gd name="T90" fmla="*/ 197 w 238"/>
                <a:gd name="T91" fmla="*/ 142 h 165"/>
                <a:gd name="T92" fmla="*/ 110 w 238"/>
                <a:gd name="T93" fmla="*/ 75 h 165"/>
                <a:gd name="T94" fmla="*/ 173 w 238"/>
                <a:gd name="T95" fmla="*/ 116 h 165"/>
                <a:gd name="T96" fmla="*/ 160 w 238"/>
                <a:gd name="T97" fmla="*/ 115 h 165"/>
                <a:gd name="T98" fmla="*/ 90 w 238"/>
                <a:gd name="T99" fmla="*/ 62 h 165"/>
                <a:gd name="T100" fmla="*/ 91 w 238"/>
                <a:gd name="T101" fmla="*/ 95 h 165"/>
                <a:gd name="T102" fmla="*/ 134 w 238"/>
                <a:gd name="T103" fmla="*/ 121 h 165"/>
                <a:gd name="T104" fmla="*/ 127 w 238"/>
                <a:gd name="T105" fmla="*/ 126 h 165"/>
                <a:gd name="T106" fmla="*/ 129 w 238"/>
                <a:gd name="T107" fmla="*/ 128 h 165"/>
                <a:gd name="T108" fmla="*/ 121 w 238"/>
                <a:gd name="T109" fmla="*/ 135 h 165"/>
                <a:gd name="T110" fmla="*/ 93 w 238"/>
                <a:gd name="T111" fmla="*/ 142 h 165"/>
                <a:gd name="T112" fmla="*/ 3 w 238"/>
                <a:gd name="T113" fmla="*/ 156 h 165"/>
                <a:gd name="T114" fmla="*/ 22 w 238"/>
                <a:gd name="T115" fmla="*/ 156 h 165"/>
                <a:gd name="T116" fmla="*/ 41 w 238"/>
                <a:gd name="T117" fmla="*/ 154 h 165"/>
                <a:gd name="T118" fmla="*/ 59 w 238"/>
                <a:gd name="T119" fmla="*/ 149 h 165"/>
                <a:gd name="T120" fmla="*/ 68 w 238"/>
                <a:gd name="T121" fmla="*/ 147 h 165"/>
                <a:gd name="T122" fmla="*/ 72 w 238"/>
                <a:gd name="T123" fmla="*/ 1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38" h="165">
                  <a:moveTo>
                    <a:pt x="215" y="158"/>
                  </a:moveTo>
                  <a:cubicBezTo>
                    <a:pt x="215" y="157"/>
                    <a:pt x="215" y="157"/>
                    <a:pt x="215" y="157"/>
                  </a:cubicBezTo>
                  <a:cubicBezTo>
                    <a:pt x="215" y="157"/>
                    <a:pt x="215" y="157"/>
                    <a:pt x="215" y="157"/>
                  </a:cubicBezTo>
                  <a:cubicBezTo>
                    <a:pt x="215" y="157"/>
                    <a:pt x="215" y="157"/>
                    <a:pt x="215" y="157"/>
                  </a:cubicBezTo>
                  <a:cubicBezTo>
                    <a:pt x="215" y="156"/>
                    <a:pt x="215" y="156"/>
                    <a:pt x="215" y="156"/>
                  </a:cubicBezTo>
                  <a:cubicBezTo>
                    <a:pt x="215" y="156"/>
                    <a:pt x="215" y="156"/>
                    <a:pt x="215" y="156"/>
                  </a:cubicBezTo>
                  <a:cubicBezTo>
                    <a:pt x="215" y="156"/>
                    <a:pt x="215" y="156"/>
                    <a:pt x="215" y="156"/>
                  </a:cubicBezTo>
                  <a:cubicBezTo>
                    <a:pt x="214" y="155"/>
                    <a:pt x="214" y="155"/>
                    <a:pt x="214" y="155"/>
                  </a:cubicBezTo>
                  <a:cubicBezTo>
                    <a:pt x="214" y="155"/>
                    <a:pt x="214" y="155"/>
                    <a:pt x="214" y="155"/>
                  </a:cubicBezTo>
                  <a:cubicBezTo>
                    <a:pt x="214" y="154"/>
                    <a:pt x="214" y="154"/>
                    <a:pt x="214" y="154"/>
                  </a:cubicBezTo>
                  <a:cubicBezTo>
                    <a:pt x="213" y="153"/>
                    <a:pt x="213" y="153"/>
                    <a:pt x="213" y="153"/>
                  </a:cubicBezTo>
                  <a:cubicBezTo>
                    <a:pt x="212" y="153"/>
                    <a:pt x="212" y="153"/>
                    <a:pt x="212" y="153"/>
                  </a:cubicBezTo>
                  <a:cubicBezTo>
                    <a:pt x="212" y="152"/>
                    <a:pt x="212" y="152"/>
                    <a:pt x="212" y="152"/>
                  </a:cubicBezTo>
                  <a:cubicBezTo>
                    <a:pt x="211" y="151"/>
                    <a:pt x="211" y="151"/>
                    <a:pt x="211" y="151"/>
                  </a:cubicBezTo>
                  <a:cubicBezTo>
                    <a:pt x="211" y="151"/>
                    <a:pt x="211" y="151"/>
                    <a:pt x="211" y="151"/>
                  </a:cubicBezTo>
                  <a:cubicBezTo>
                    <a:pt x="210" y="151"/>
                    <a:pt x="210" y="151"/>
                    <a:pt x="210" y="151"/>
                  </a:cubicBezTo>
                  <a:cubicBezTo>
                    <a:pt x="210" y="151"/>
                    <a:pt x="210" y="151"/>
                    <a:pt x="210" y="151"/>
                  </a:cubicBezTo>
                  <a:cubicBezTo>
                    <a:pt x="210" y="150"/>
                    <a:pt x="210" y="150"/>
                    <a:pt x="210" y="150"/>
                  </a:cubicBezTo>
                  <a:cubicBezTo>
                    <a:pt x="210" y="150"/>
                    <a:pt x="210" y="150"/>
                    <a:pt x="210" y="150"/>
                  </a:cubicBezTo>
                  <a:cubicBezTo>
                    <a:pt x="210" y="149"/>
                    <a:pt x="210" y="149"/>
                    <a:pt x="210" y="149"/>
                  </a:cubicBezTo>
                  <a:cubicBezTo>
                    <a:pt x="210" y="149"/>
                    <a:pt x="210" y="149"/>
                    <a:pt x="210" y="149"/>
                  </a:cubicBezTo>
                  <a:cubicBezTo>
                    <a:pt x="210" y="149"/>
                    <a:pt x="210" y="149"/>
                    <a:pt x="210" y="149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09" y="148"/>
                    <a:pt x="209" y="148"/>
                    <a:pt x="209" y="148"/>
                  </a:cubicBezTo>
                  <a:cubicBezTo>
                    <a:pt x="209" y="147"/>
                    <a:pt x="209" y="147"/>
                    <a:pt x="209" y="147"/>
                  </a:cubicBezTo>
                  <a:cubicBezTo>
                    <a:pt x="210" y="147"/>
                    <a:pt x="210" y="147"/>
                    <a:pt x="210" y="147"/>
                  </a:cubicBezTo>
                  <a:cubicBezTo>
                    <a:pt x="210" y="144"/>
                    <a:pt x="210" y="144"/>
                    <a:pt x="210" y="144"/>
                  </a:cubicBezTo>
                  <a:cubicBezTo>
                    <a:pt x="210" y="141"/>
                    <a:pt x="210" y="141"/>
                    <a:pt x="210" y="141"/>
                  </a:cubicBezTo>
                  <a:cubicBezTo>
                    <a:pt x="210" y="139"/>
                    <a:pt x="210" y="139"/>
                    <a:pt x="210" y="139"/>
                  </a:cubicBezTo>
                  <a:cubicBezTo>
                    <a:pt x="210" y="138"/>
                    <a:pt x="210" y="138"/>
                    <a:pt x="210" y="138"/>
                  </a:cubicBezTo>
                  <a:cubicBezTo>
                    <a:pt x="210" y="137"/>
                    <a:pt x="210" y="137"/>
                    <a:pt x="210" y="137"/>
                  </a:cubicBezTo>
                  <a:cubicBezTo>
                    <a:pt x="210" y="137"/>
                    <a:pt x="210" y="137"/>
                    <a:pt x="210" y="137"/>
                  </a:cubicBezTo>
                  <a:cubicBezTo>
                    <a:pt x="210" y="136"/>
                    <a:pt x="210" y="136"/>
                    <a:pt x="210" y="136"/>
                  </a:cubicBezTo>
                  <a:cubicBezTo>
                    <a:pt x="210" y="135"/>
                    <a:pt x="210" y="135"/>
                    <a:pt x="210" y="135"/>
                  </a:cubicBezTo>
                  <a:cubicBezTo>
                    <a:pt x="210" y="134"/>
                    <a:pt x="210" y="134"/>
                    <a:pt x="210" y="134"/>
                  </a:cubicBezTo>
                  <a:cubicBezTo>
                    <a:pt x="209" y="133"/>
                    <a:pt x="209" y="133"/>
                    <a:pt x="209" y="133"/>
                  </a:cubicBezTo>
                  <a:cubicBezTo>
                    <a:pt x="208" y="131"/>
                    <a:pt x="208" y="131"/>
                    <a:pt x="208" y="131"/>
                  </a:cubicBezTo>
                  <a:cubicBezTo>
                    <a:pt x="208" y="131"/>
                    <a:pt x="208" y="131"/>
                    <a:pt x="208" y="131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8" y="128"/>
                    <a:pt x="208" y="128"/>
                    <a:pt x="208" y="128"/>
                  </a:cubicBezTo>
                  <a:cubicBezTo>
                    <a:pt x="208" y="127"/>
                    <a:pt x="208" y="127"/>
                    <a:pt x="208" y="127"/>
                  </a:cubicBezTo>
                  <a:cubicBezTo>
                    <a:pt x="208" y="126"/>
                    <a:pt x="208" y="126"/>
                    <a:pt x="208" y="126"/>
                  </a:cubicBezTo>
                  <a:cubicBezTo>
                    <a:pt x="208" y="125"/>
                    <a:pt x="208" y="125"/>
                    <a:pt x="208" y="125"/>
                  </a:cubicBezTo>
                  <a:cubicBezTo>
                    <a:pt x="207" y="125"/>
                    <a:pt x="207" y="125"/>
                    <a:pt x="207" y="125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04" y="125"/>
                    <a:pt x="204" y="125"/>
                    <a:pt x="204" y="125"/>
                  </a:cubicBezTo>
                  <a:cubicBezTo>
                    <a:pt x="204" y="125"/>
                    <a:pt x="204" y="125"/>
                    <a:pt x="204" y="125"/>
                  </a:cubicBezTo>
                  <a:cubicBezTo>
                    <a:pt x="202" y="126"/>
                    <a:pt x="202" y="126"/>
                    <a:pt x="202" y="126"/>
                  </a:cubicBezTo>
                  <a:cubicBezTo>
                    <a:pt x="201" y="127"/>
                    <a:pt x="201" y="127"/>
                    <a:pt x="201" y="127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199" y="129"/>
                    <a:pt x="199" y="129"/>
                    <a:pt x="199" y="129"/>
                  </a:cubicBezTo>
                  <a:cubicBezTo>
                    <a:pt x="198" y="129"/>
                    <a:pt x="198" y="129"/>
                    <a:pt x="198" y="129"/>
                  </a:cubicBezTo>
                  <a:cubicBezTo>
                    <a:pt x="196" y="129"/>
                    <a:pt x="196" y="129"/>
                    <a:pt x="196" y="129"/>
                  </a:cubicBezTo>
                  <a:cubicBezTo>
                    <a:pt x="196" y="129"/>
                    <a:pt x="196" y="129"/>
                    <a:pt x="196" y="129"/>
                  </a:cubicBezTo>
                  <a:cubicBezTo>
                    <a:pt x="196" y="129"/>
                    <a:pt x="196" y="129"/>
                    <a:pt x="196" y="129"/>
                  </a:cubicBezTo>
                  <a:cubicBezTo>
                    <a:pt x="196" y="128"/>
                    <a:pt x="196" y="128"/>
                    <a:pt x="196" y="128"/>
                  </a:cubicBezTo>
                  <a:cubicBezTo>
                    <a:pt x="196" y="127"/>
                    <a:pt x="196" y="127"/>
                    <a:pt x="196" y="127"/>
                  </a:cubicBezTo>
                  <a:cubicBezTo>
                    <a:pt x="195" y="122"/>
                    <a:pt x="195" y="122"/>
                    <a:pt x="195" y="122"/>
                  </a:cubicBezTo>
                  <a:cubicBezTo>
                    <a:pt x="194" y="120"/>
                    <a:pt x="194" y="120"/>
                    <a:pt x="194" y="120"/>
                  </a:cubicBezTo>
                  <a:cubicBezTo>
                    <a:pt x="194" y="119"/>
                    <a:pt x="194" y="119"/>
                    <a:pt x="194" y="119"/>
                  </a:cubicBezTo>
                  <a:cubicBezTo>
                    <a:pt x="195" y="117"/>
                    <a:pt x="195" y="117"/>
                    <a:pt x="195" y="117"/>
                  </a:cubicBezTo>
                  <a:cubicBezTo>
                    <a:pt x="192" y="117"/>
                    <a:pt x="192" y="117"/>
                    <a:pt x="192" y="117"/>
                  </a:cubicBezTo>
                  <a:cubicBezTo>
                    <a:pt x="191" y="118"/>
                    <a:pt x="191" y="118"/>
                    <a:pt x="191" y="118"/>
                  </a:cubicBezTo>
                  <a:cubicBezTo>
                    <a:pt x="190" y="117"/>
                    <a:pt x="190" y="117"/>
                    <a:pt x="190" y="117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238" y="33"/>
                    <a:pt x="238" y="33"/>
                    <a:pt x="238" y="33"/>
                  </a:cubicBezTo>
                  <a:cubicBezTo>
                    <a:pt x="238" y="32"/>
                    <a:pt x="238" y="32"/>
                    <a:pt x="238" y="32"/>
                  </a:cubicBezTo>
                  <a:cubicBezTo>
                    <a:pt x="237" y="32"/>
                    <a:pt x="237" y="32"/>
                    <a:pt x="237" y="32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30"/>
                    <a:pt x="236" y="30"/>
                    <a:pt x="236" y="30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4" y="28"/>
                    <a:pt x="234" y="28"/>
                    <a:pt x="234" y="28"/>
                  </a:cubicBezTo>
                  <a:cubicBezTo>
                    <a:pt x="234" y="27"/>
                    <a:pt x="234" y="27"/>
                    <a:pt x="234" y="27"/>
                  </a:cubicBezTo>
                  <a:cubicBezTo>
                    <a:pt x="233" y="27"/>
                    <a:pt x="233" y="27"/>
                    <a:pt x="233" y="27"/>
                  </a:cubicBezTo>
                  <a:cubicBezTo>
                    <a:pt x="232" y="27"/>
                    <a:pt x="232" y="27"/>
                    <a:pt x="232" y="27"/>
                  </a:cubicBezTo>
                  <a:cubicBezTo>
                    <a:pt x="232" y="27"/>
                    <a:pt x="232" y="27"/>
                    <a:pt x="232" y="27"/>
                  </a:cubicBezTo>
                  <a:cubicBezTo>
                    <a:pt x="230" y="27"/>
                    <a:pt x="230" y="27"/>
                    <a:pt x="230" y="27"/>
                  </a:cubicBezTo>
                  <a:cubicBezTo>
                    <a:pt x="229" y="27"/>
                    <a:pt x="229" y="27"/>
                    <a:pt x="229" y="27"/>
                  </a:cubicBezTo>
                  <a:cubicBezTo>
                    <a:pt x="229" y="27"/>
                    <a:pt x="229" y="27"/>
                    <a:pt x="229" y="27"/>
                  </a:cubicBezTo>
                  <a:cubicBezTo>
                    <a:pt x="228" y="27"/>
                    <a:pt x="228" y="27"/>
                    <a:pt x="228" y="27"/>
                  </a:cubicBezTo>
                  <a:cubicBezTo>
                    <a:pt x="228" y="27"/>
                    <a:pt x="228" y="27"/>
                    <a:pt x="228" y="27"/>
                  </a:cubicBezTo>
                  <a:cubicBezTo>
                    <a:pt x="228" y="27"/>
                    <a:pt x="228" y="27"/>
                    <a:pt x="228" y="27"/>
                  </a:cubicBezTo>
                  <a:cubicBezTo>
                    <a:pt x="227" y="27"/>
                    <a:pt x="227" y="27"/>
                    <a:pt x="227" y="27"/>
                  </a:cubicBezTo>
                  <a:cubicBezTo>
                    <a:pt x="227" y="26"/>
                    <a:pt x="227" y="26"/>
                    <a:pt x="227" y="26"/>
                  </a:cubicBezTo>
                  <a:cubicBezTo>
                    <a:pt x="227" y="26"/>
                    <a:pt x="227" y="26"/>
                    <a:pt x="227" y="26"/>
                  </a:cubicBezTo>
                  <a:cubicBezTo>
                    <a:pt x="228" y="26"/>
                    <a:pt x="228" y="26"/>
                    <a:pt x="228" y="26"/>
                  </a:cubicBezTo>
                  <a:cubicBezTo>
                    <a:pt x="227" y="26"/>
                    <a:pt x="227" y="26"/>
                    <a:pt x="227" y="26"/>
                  </a:cubicBezTo>
                  <a:cubicBezTo>
                    <a:pt x="226" y="26"/>
                    <a:pt x="226" y="26"/>
                    <a:pt x="226" y="26"/>
                  </a:cubicBezTo>
                  <a:cubicBezTo>
                    <a:pt x="226" y="26"/>
                    <a:pt x="226" y="26"/>
                    <a:pt x="226" y="26"/>
                  </a:cubicBezTo>
                  <a:cubicBezTo>
                    <a:pt x="226" y="25"/>
                    <a:pt x="226" y="25"/>
                    <a:pt x="226" y="25"/>
                  </a:cubicBezTo>
                  <a:cubicBezTo>
                    <a:pt x="226" y="25"/>
                    <a:pt x="226" y="25"/>
                    <a:pt x="226" y="25"/>
                  </a:cubicBezTo>
                  <a:cubicBezTo>
                    <a:pt x="226" y="25"/>
                    <a:pt x="226" y="25"/>
                    <a:pt x="226" y="25"/>
                  </a:cubicBezTo>
                  <a:cubicBezTo>
                    <a:pt x="225" y="25"/>
                    <a:pt x="225" y="25"/>
                    <a:pt x="225" y="25"/>
                  </a:cubicBezTo>
                  <a:cubicBezTo>
                    <a:pt x="225" y="25"/>
                    <a:pt x="225" y="25"/>
                    <a:pt x="225" y="25"/>
                  </a:cubicBezTo>
                  <a:cubicBezTo>
                    <a:pt x="225" y="24"/>
                    <a:pt x="225" y="24"/>
                    <a:pt x="225" y="24"/>
                  </a:cubicBezTo>
                  <a:cubicBezTo>
                    <a:pt x="224" y="24"/>
                    <a:pt x="224" y="24"/>
                    <a:pt x="224" y="24"/>
                  </a:cubicBezTo>
                  <a:cubicBezTo>
                    <a:pt x="223" y="23"/>
                    <a:pt x="223" y="23"/>
                    <a:pt x="223" y="23"/>
                  </a:cubicBezTo>
                  <a:cubicBezTo>
                    <a:pt x="223" y="23"/>
                    <a:pt x="223" y="23"/>
                    <a:pt x="223" y="23"/>
                  </a:cubicBezTo>
                  <a:cubicBezTo>
                    <a:pt x="222" y="23"/>
                    <a:pt x="222" y="23"/>
                    <a:pt x="222" y="23"/>
                  </a:cubicBezTo>
                  <a:cubicBezTo>
                    <a:pt x="222" y="23"/>
                    <a:pt x="222" y="23"/>
                    <a:pt x="222" y="23"/>
                  </a:cubicBezTo>
                  <a:cubicBezTo>
                    <a:pt x="221" y="23"/>
                    <a:pt x="221" y="23"/>
                    <a:pt x="221" y="23"/>
                  </a:cubicBezTo>
                  <a:cubicBezTo>
                    <a:pt x="221" y="23"/>
                    <a:pt x="221" y="23"/>
                    <a:pt x="221" y="23"/>
                  </a:cubicBezTo>
                  <a:cubicBezTo>
                    <a:pt x="221" y="22"/>
                    <a:pt x="221" y="22"/>
                    <a:pt x="221" y="22"/>
                  </a:cubicBezTo>
                  <a:cubicBezTo>
                    <a:pt x="221" y="22"/>
                    <a:pt x="221" y="22"/>
                    <a:pt x="221" y="22"/>
                  </a:cubicBezTo>
                  <a:cubicBezTo>
                    <a:pt x="220" y="23"/>
                    <a:pt x="220" y="23"/>
                    <a:pt x="220" y="23"/>
                  </a:cubicBezTo>
                  <a:cubicBezTo>
                    <a:pt x="220" y="23"/>
                    <a:pt x="220" y="23"/>
                    <a:pt x="220" y="23"/>
                  </a:cubicBezTo>
                  <a:cubicBezTo>
                    <a:pt x="220" y="22"/>
                    <a:pt x="220" y="22"/>
                    <a:pt x="220" y="22"/>
                  </a:cubicBezTo>
                  <a:cubicBezTo>
                    <a:pt x="220" y="22"/>
                    <a:pt x="220" y="22"/>
                    <a:pt x="220" y="22"/>
                  </a:cubicBezTo>
                  <a:cubicBezTo>
                    <a:pt x="220" y="22"/>
                    <a:pt x="220" y="22"/>
                    <a:pt x="220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8" y="21"/>
                    <a:pt x="218" y="21"/>
                    <a:pt x="218" y="21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17" y="20"/>
                    <a:pt x="217" y="20"/>
                    <a:pt x="217" y="20"/>
                  </a:cubicBezTo>
                  <a:cubicBezTo>
                    <a:pt x="217" y="19"/>
                    <a:pt x="217" y="19"/>
                    <a:pt x="217" y="19"/>
                  </a:cubicBezTo>
                  <a:cubicBezTo>
                    <a:pt x="217" y="19"/>
                    <a:pt x="217" y="19"/>
                    <a:pt x="217" y="19"/>
                  </a:cubicBezTo>
                  <a:cubicBezTo>
                    <a:pt x="217" y="19"/>
                    <a:pt x="217" y="19"/>
                    <a:pt x="217" y="19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13" y="22"/>
                    <a:pt x="213" y="22"/>
                    <a:pt x="213" y="22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15" y="19"/>
                    <a:pt x="215" y="19"/>
                    <a:pt x="215" y="19"/>
                  </a:cubicBezTo>
                  <a:cubicBezTo>
                    <a:pt x="216" y="18"/>
                    <a:pt x="216" y="18"/>
                    <a:pt x="216" y="18"/>
                  </a:cubicBezTo>
                  <a:cubicBezTo>
                    <a:pt x="216" y="17"/>
                    <a:pt x="216" y="17"/>
                    <a:pt x="216" y="17"/>
                  </a:cubicBezTo>
                  <a:cubicBezTo>
                    <a:pt x="216" y="17"/>
                    <a:pt x="216" y="17"/>
                    <a:pt x="216" y="17"/>
                  </a:cubicBezTo>
                  <a:cubicBezTo>
                    <a:pt x="215" y="16"/>
                    <a:pt x="215" y="16"/>
                    <a:pt x="215" y="16"/>
                  </a:cubicBezTo>
                  <a:cubicBezTo>
                    <a:pt x="214" y="16"/>
                    <a:pt x="214" y="16"/>
                    <a:pt x="214" y="16"/>
                  </a:cubicBezTo>
                  <a:cubicBezTo>
                    <a:pt x="213" y="17"/>
                    <a:pt x="213" y="17"/>
                    <a:pt x="213" y="17"/>
                  </a:cubicBezTo>
                  <a:cubicBezTo>
                    <a:pt x="212" y="17"/>
                    <a:pt x="212" y="17"/>
                    <a:pt x="212" y="17"/>
                  </a:cubicBezTo>
                  <a:cubicBezTo>
                    <a:pt x="211" y="17"/>
                    <a:pt x="211" y="17"/>
                    <a:pt x="211" y="17"/>
                  </a:cubicBezTo>
                  <a:cubicBezTo>
                    <a:pt x="210" y="17"/>
                    <a:pt x="210" y="17"/>
                    <a:pt x="210" y="17"/>
                  </a:cubicBezTo>
                  <a:cubicBezTo>
                    <a:pt x="209" y="18"/>
                    <a:pt x="209" y="18"/>
                    <a:pt x="209" y="18"/>
                  </a:cubicBezTo>
                  <a:cubicBezTo>
                    <a:pt x="208" y="19"/>
                    <a:pt x="208" y="19"/>
                    <a:pt x="208" y="19"/>
                  </a:cubicBezTo>
                  <a:cubicBezTo>
                    <a:pt x="209" y="18"/>
                    <a:pt x="209" y="18"/>
                    <a:pt x="209" y="18"/>
                  </a:cubicBezTo>
                  <a:cubicBezTo>
                    <a:pt x="209" y="17"/>
                    <a:pt x="209" y="17"/>
                    <a:pt x="209" y="17"/>
                  </a:cubicBezTo>
                  <a:cubicBezTo>
                    <a:pt x="209" y="16"/>
                    <a:pt x="209" y="16"/>
                    <a:pt x="209" y="16"/>
                  </a:cubicBezTo>
                  <a:cubicBezTo>
                    <a:pt x="209" y="15"/>
                    <a:pt x="209" y="15"/>
                    <a:pt x="209" y="15"/>
                  </a:cubicBezTo>
                  <a:cubicBezTo>
                    <a:pt x="207" y="15"/>
                    <a:pt x="207" y="15"/>
                    <a:pt x="207" y="15"/>
                  </a:cubicBezTo>
                  <a:cubicBezTo>
                    <a:pt x="207" y="14"/>
                    <a:pt x="207" y="14"/>
                    <a:pt x="207" y="14"/>
                  </a:cubicBezTo>
                  <a:cubicBezTo>
                    <a:pt x="208" y="14"/>
                    <a:pt x="208" y="14"/>
                    <a:pt x="208" y="14"/>
                  </a:cubicBezTo>
                  <a:cubicBezTo>
                    <a:pt x="209" y="14"/>
                    <a:pt x="209" y="14"/>
                    <a:pt x="209" y="14"/>
                  </a:cubicBezTo>
                  <a:cubicBezTo>
                    <a:pt x="209" y="14"/>
                    <a:pt x="209" y="14"/>
                    <a:pt x="209" y="14"/>
                  </a:cubicBezTo>
                  <a:cubicBezTo>
                    <a:pt x="207" y="13"/>
                    <a:pt x="207" y="13"/>
                    <a:pt x="207" y="13"/>
                  </a:cubicBezTo>
                  <a:cubicBezTo>
                    <a:pt x="207" y="12"/>
                    <a:pt x="207" y="12"/>
                    <a:pt x="207" y="12"/>
                  </a:cubicBezTo>
                  <a:cubicBezTo>
                    <a:pt x="207" y="11"/>
                    <a:pt x="207" y="11"/>
                    <a:pt x="207" y="11"/>
                  </a:cubicBezTo>
                  <a:cubicBezTo>
                    <a:pt x="208" y="11"/>
                    <a:pt x="208" y="11"/>
                    <a:pt x="208" y="11"/>
                  </a:cubicBezTo>
                  <a:cubicBezTo>
                    <a:pt x="209" y="10"/>
                    <a:pt x="209" y="10"/>
                    <a:pt x="209" y="10"/>
                  </a:cubicBezTo>
                  <a:cubicBezTo>
                    <a:pt x="208" y="10"/>
                    <a:pt x="208" y="10"/>
                    <a:pt x="208" y="10"/>
                  </a:cubicBezTo>
                  <a:cubicBezTo>
                    <a:pt x="208" y="9"/>
                    <a:pt x="208" y="9"/>
                    <a:pt x="208" y="9"/>
                  </a:cubicBezTo>
                  <a:cubicBezTo>
                    <a:pt x="207" y="9"/>
                    <a:pt x="207" y="9"/>
                    <a:pt x="207" y="9"/>
                  </a:cubicBezTo>
                  <a:cubicBezTo>
                    <a:pt x="207" y="9"/>
                    <a:pt x="207" y="9"/>
                    <a:pt x="207" y="9"/>
                  </a:cubicBezTo>
                  <a:cubicBezTo>
                    <a:pt x="207" y="9"/>
                    <a:pt x="207" y="9"/>
                    <a:pt x="207" y="9"/>
                  </a:cubicBezTo>
                  <a:cubicBezTo>
                    <a:pt x="206" y="8"/>
                    <a:pt x="206" y="8"/>
                    <a:pt x="206" y="8"/>
                  </a:cubicBezTo>
                  <a:cubicBezTo>
                    <a:pt x="205" y="8"/>
                    <a:pt x="205" y="8"/>
                    <a:pt x="205" y="8"/>
                  </a:cubicBezTo>
                  <a:cubicBezTo>
                    <a:pt x="204" y="8"/>
                    <a:pt x="204" y="8"/>
                    <a:pt x="204" y="8"/>
                  </a:cubicBezTo>
                  <a:cubicBezTo>
                    <a:pt x="204" y="8"/>
                    <a:pt x="204" y="8"/>
                    <a:pt x="204" y="8"/>
                  </a:cubicBezTo>
                  <a:cubicBezTo>
                    <a:pt x="203" y="8"/>
                    <a:pt x="203" y="8"/>
                    <a:pt x="203" y="8"/>
                  </a:cubicBezTo>
                  <a:cubicBezTo>
                    <a:pt x="202" y="8"/>
                    <a:pt x="202" y="8"/>
                    <a:pt x="202" y="8"/>
                  </a:cubicBezTo>
                  <a:cubicBezTo>
                    <a:pt x="202" y="9"/>
                    <a:pt x="202" y="9"/>
                    <a:pt x="202" y="9"/>
                  </a:cubicBezTo>
                  <a:cubicBezTo>
                    <a:pt x="202" y="9"/>
                    <a:pt x="202" y="9"/>
                    <a:pt x="202" y="9"/>
                  </a:cubicBezTo>
                  <a:cubicBezTo>
                    <a:pt x="201" y="8"/>
                    <a:pt x="201" y="8"/>
                    <a:pt x="201" y="8"/>
                  </a:cubicBezTo>
                  <a:cubicBezTo>
                    <a:pt x="201" y="8"/>
                    <a:pt x="201" y="8"/>
                    <a:pt x="201" y="8"/>
                  </a:cubicBezTo>
                  <a:cubicBezTo>
                    <a:pt x="202" y="8"/>
                    <a:pt x="202" y="8"/>
                    <a:pt x="202" y="8"/>
                  </a:cubicBezTo>
                  <a:cubicBezTo>
                    <a:pt x="202" y="7"/>
                    <a:pt x="202" y="7"/>
                    <a:pt x="202" y="7"/>
                  </a:cubicBezTo>
                  <a:cubicBezTo>
                    <a:pt x="202" y="6"/>
                    <a:pt x="202" y="6"/>
                    <a:pt x="202" y="6"/>
                  </a:cubicBezTo>
                  <a:cubicBezTo>
                    <a:pt x="202" y="6"/>
                    <a:pt x="202" y="6"/>
                    <a:pt x="202" y="6"/>
                  </a:cubicBezTo>
                  <a:cubicBezTo>
                    <a:pt x="202" y="5"/>
                    <a:pt x="202" y="5"/>
                    <a:pt x="202" y="5"/>
                  </a:cubicBezTo>
                  <a:cubicBezTo>
                    <a:pt x="203" y="5"/>
                    <a:pt x="203" y="5"/>
                    <a:pt x="203" y="5"/>
                  </a:cubicBezTo>
                  <a:cubicBezTo>
                    <a:pt x="202" y="4"/>
                    <a:pt x="202" y="4"/>
                    <a:pt x="202" y="4"/>
                  </a:cubicBezTo>
                  <a:cubicBezTo>
                    <a:pt x="202" y="4"/>
                    <a:pt x="202" y="4"/>
                    <a:pt x="202" y="4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5"/>
                    <a:pt x="200" y="5"/>
                    <a:pt x="200" y="5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199" y="7"/>
                    <a:pt x="199" y="7"/>
                    <a:pt x="199" y="7"/>
                  </a:cubicBezTo>
                  <a:cubicBezTo>
                    <a:pt x="199" y="7"/>
                    <a:pt x="199" y="7"/>
                    <a:pt x="199" y="7"/>
                  </a:cubicBezTo>
                  <a:cubicBezTo>
                    <a:pt x="198" y="8"/>
                    <a:pt x="198" y="8"/>
                    <a:pt x="198" y="8"/>
                  </a:cubicBezTo>
                  <a:cubicBezTo>
                    <a:pt x="198" y="7"/>
                    <a:pt x="198" y="7"/>
                    <a:pt x="198" y="7"/>
                  </a:cubicBezTo>
                  <a:cubicBezTo>
                    <a:pt x="198" y="8"/>
                    <a:pt x="198" y="8"/>
                    <a:pt x="198" y="8"/>
                  </a:cubicBezTo>
                  <a:cubicBezTo>
                    <a:pt x="197" y="9"/>
                    <a:pt x="197" y="9"/>
                    <a:pt x="197" y="9"/>
                  </a:cubicBezTo>
                  <a:cubicBezTo>
                    <a:pt x="197" y="8"/>
                    <a:pt x="197" y="8"/>
                    <a:pt x="197" y="8"/>
                  </a:cubicBezTo>
                  <a:cubicBezTo>
                    <a:pt x="197" y="7"/>
                    <a:pt x="197" y="7"/>
                    <a:pt x="197" y="7"/>
                  </a:cubicBezTo>
                  <a:cubicBezTo>
                    <a:pt x="198" y="7"/>
                    <a:pt x="198" y="7"/>
                    <a:pt x="198" y="7"/>
                  </a:cubicBezTo>
                  <a:cubicBezTo>
                    <a:pt x="197" y="7"/>
                    <a:pt x="197" y="7"/>
                    <a:pt x="197" y="7"/>
                  </a:cubicBezTo>
                  <a:cubicBezTo>
                    <a:pt x="197" y="7"/>
                    <a:pt x="197" y="7"/>
                    <a:pt x="197" y="7"/>
                  </a:cubicBezTo>
                  <a:cubicBezTo>
                    <a:pt x="196" y="8"/>
                    <a:pt x="196" y="8"/>
                    <a:pt x="196" y="8"/>
                  </a:cubicBezTo>
                  <a:cubicBezTo>
                    <a:pt x="196" y="8"/>
                    <a:pt x="196" y="8"/>
                    <a:pt x="196" y="8"/>
                  </a:cubicBezTo>
                  <a:cubicBezTo>
                    <a:pt x="196" y="7"/>
                    <a:pt x="196" y="7"/>
                    <a:pt x="196" y="7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5" y="6"/>
                    <a:pt x="195" y="6"/>
                    <a:pt x="195" y="6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6" y="5"/>
                    <a:pt x="196" y="5"/>
                    <a:pt x="196" y="5"/>
                  </a:cubicBezTo>
                  <a:cubicBezTo>
                    <a:pt x="197" y="5"/>
                    <a:pt x="197" y="5"/>
                    <a:pt x="197" y="5"/>
                  </a:cubicBezTo>
                  <a:cubicBezTo>
                    <a:pt x="198" y="5"/>
                    <a:pt x="198" y="5"/>
                    <a:pt x="198" y="5"/>
                  </a:cubicBezTo>
                  <a:cubicBezTo>
                    <a:pt x="199" y="5"/>
                    <a:pt x="199" y="5"/>
                    <a:pt x="199" y="5"/>
                  </a:cubicBezTo>
                  <a:cubicBezTo>
                    <a:pt x="200" y="5"/>
                    <a:pt x="200" y="5"/>
                    <a:pt x="200" y="5"/>
                  </a:cubicBezTo>
                  <a:cubicBezTo>
                    <a:pt x="201" y="4"/>
                    <a:pt x="201" y="4"/>
                    <a:pt x="201" y="4"/>
                  </a:cubicBezTo>
                  <a:cubicBezTo>
                    <a:pt x="201" y="3"/>
                    <a:pt x="201" y="3"/>
                    <a:pt x="201" y="3"/>
                  </a:cubicBezTo>
                  <a:cubicBezTo>
                    <a:pt x="201" y="3"/>
                    <a:pt x="201" y="3"/>
                    <a:pt x="201" y="3"/>
                  </a:cubicBezTo>
                  <a:cubicBezTo>
                    <a:pt x="201" y="3"/>
                    <a:pt x="201" y="3"/>
                    <a:pt x="201" y="3"/>
                  </a:cubicBezTo>
                  <a:cubicBezTo>
                    <a:pt x="200" y="2"/>
                    <a:pt x="200" y="2"/>
                    <a:pt x="200" y="2"/>
                  </a:cubicBezTo>
                  <a:cubicBezTo>
                    <a:pt x="200" y="2"/>
                    <a:pt x="200" y="2"/>
                    <a:pt x="200" y="2"/>
                  </a:cubicBezTo>
                  <a:cubicBezTo>
                    <a:pt x="199" y="2"/>
                    <a:pt x="199" y="2"/>
                    <a:pt x="199" y="2"/>
                  </a:cubicBezTo>
                  <a:cubicBezTo>
                    <a:pt x="199" y="1"/>
                    <a:pt x="199" y="1"/>
                    <a:pt x="199" y="1"/>
                  </a:cubicBezTo>
                  <a:cubicBezTo>
                    <a:pt x="199" y="1"/>
                    <a:pt x="199" y="1"/>
                    <a:pt x="199" y="1"/>
                  </a:cubicBezTo>
                  <a:cubicBezTo>
                    <a:pt x="199" y="1"/>
                    <a:pt x="199" y="1"/>
                    <a:pt x="199" y="1"/>
                  </a:cubicBezTo>
                  <a:cubicBezTo>
                    <a:pt x="199" y="1"/>
                    <a:pt x="199" y="1"/>
                    <a:pt x="199" y="1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199" y="0"/>
                    <a:pt x="199" y="0"/>
                    <a:pt x="199" y="0"/>
                  </a:cubicBezTo>
                  <a:cubicBezTo>
                    <a:pt x="198" y="1"/>
                    <a:pt x="198" y="1"/>
                    <a:pt x="198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6" y="1"/>
                    <a:pt x="196" y="1"/>
                    <a:pt x="196" y="1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3" y="3"/>
                    <a:pt x="193" y="3"/>
                    <a:pt x="193" y="3"/>
                  </a:cubicBezTo>
                  <a:cubicBezTo>
                    <a:pt x="192" y="4"/>
                    <a:pt x="192" y="4"/>
                    <a:pt x="192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89" y="3"/>
                    <a:pt x="189" y="3"/>
                    <a:pt x="189" y="3"/>
                  </a:cubicBezTo>
                  <a:cubicBezTo>
                    <a:pt x="188" y="3"/>
                    <a:pt x="188" y="3"/>
                    <a:pt x="188" y="3"/>
                  </a:cubicBezTo>
                  <a:cubicBezTo>
                    <a:pt x="188" y="3"/>
                    <a:pt x="188" y="3"/>
                    <a:pt x="188" y="3"/>
                  </a:cubicBezTo>
                  <a:cubicBezTo>
                    <a:pt x="188" y="3"/>
                    <a:pt x="188" y="3"/>
                    <a:pt x="188" y="3"/>
                  </a:cubicBezTo>
                  <a:cubicBezTo>
                    <a:pt x="187" y="2"/>
                    <a:pt x="187" y="2"/>
                    <a:pt x="187" y="2"/>
                  </a:cubicBezTo>
                  <a:cubicBezTo>
                    <a:pt x="186" y="3"/>
                    <a:pt x="186" y="3"/>
                    <a:pt x="186" y="3"/>
                  </a:cubicBezTo>
                  <a:cubicBezTo>
                    <a:pt x="186" y="3"/>
                    <a:pt x="186" y="3"/>
                    <a:pt x="186" y="3"/>
                  </a:cubicBezTo>
                  <a:cubicBezTo>
                    <a:pt x="185" y="3"/>
                    <a:pt x="185" y="3"/>
                    <a:pt x="185" y="3"/>
                  </a:cubicBezTo>
                  <a:cubicBezTo>
                    <a:pt x="185" y="3"/>
                    <a:pt x="185" y="3"/>
                    <a:pt x="185" y="3"/>
                  </a:cubicBezTo>
                  <a:cubicBezTo>
                    <a:pt x="185" y="2"/>
                    <a:pt x="185" y="2"/>
                    <a:pt x="185" y="2"/>
                  </a:cubicBezTo>
                  <a:cubicBezTo>
                    <a:pt x="186" y="2"/>
                    <a:pt x="186" y="2"/>
                    <a:pt x="186" y="2"/>
                  </a:cubicBezTo>
                  <a:cubicBezTo>
                    <a:pt x="186" y="2"/>
                    <a:pt x="186" y="2"/>
                    <a:pt x="186" y="2"/>
                  </a:cubicBezTo>
                  <a:cubicBezTo>
                    <a:pt x="185" y="2"/>
                    <a:pt x="185" y="2"/>
                    <a:pt x="185" y="2"/>
                  </a:cubicBezTo>
                  <a:cubicBezTo>
                    <a:pt x="183" y="3"/>
                    <a:pt x="183" y="3"/>
                    <a:pt x="183" y="3"/>
                  </a:cubicBezTo>
                  <a:cubicBezTo>
                    <a:pt x="182" y="3"/>
                    <a:pt x="182" y="3"/>
                    <a:pt x="182" y="3"/>
                  </a:cubicBezTo>
                  <a:cubicBezTo>
                    <a:pt x="181" y="4"/>
                    <a:pt x="181" y="4"/>
                    <a:pt x="181" y="4"/>
                  </a:cubicBezTo>
                  <a:cubicBezTo>
                    <a:pt x="181" y="5"/>
                    <a:pt x="181" y="5"/>
                    <a:pt x="181" y="5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2" y="6"/>
                    <a:pt x="182" y="6"/>
                    <a:pt x="182" y="6"/>
                  </a:cubicBezTo>
                  <a:cubicBezTo>
                    <a:pt x="181" y="6"/>
                    <a:pt x="181" y="6"/>
                    <a:pt x="181" y="6"/>
                  </a:cubicBezTo>
                  <a:cubicBezTo>
                    <a:pt x="180" y="6"/>
                    <a:pt x="180" y="6"/>
                    <a:pt x="180" y="6"/>
                  </a:cubicBezTo>
                  <a:cubicBezTo>
                    <a:pt x="179" y="8"/>
                    <a:pt x="179" y="8"/>
                    <a:pt x="179" y="8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9"/>
                    <a:pt x="178" y="9"/>
                    <a:pt x="178" y="9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6" y="7"/>
                    <a:pt x="176" y="7"/>
                    <a:pt x="176" y="7"/>
                  </a:cubicBezTo>
                  <a:cubicBezTo>
                    <a:pt x="175" y="6"/>
                    <a:pt x="175" y="6"/>
                    <a:pt x="175" y="6"/>
                  </a:cubicBezTo>
                  <a:cubicBezTo>
                    <a:pt x="174" y="5"/>
                    <a:pt x="174" y="5"/>
                    <a:pt x="174" y="5"/>
                  </a:cubicBezTo>
                  <a:cubicBezTo>
                    <a:pt x="173" y="5"/>
                    <a:pt x="173" y="5"/>
                    <a:pt x="173" y="5"/>
                  </a:cubicBezTo>
                  <a:cubicBezTo>
                    <a:pt x="173" y="5"/>
                    <a:pt x="173" y="5"/>
                    <a:pt x="173" y="5"/>
                  </a:cubicBezTo>
                  <a:cubicBezTo>
                    <a:pt x="173" y="6"/>
                    <a:pt x="173" y="6"/>
                    <a:pt x="173" y="6"/>
                  </a:cubicBezTo>
                  <a:cubicBezTo>
                    <a:pt x="174" y="6"/>
                    <a:pt x="174" y="6"/>
                    <a:pt x="174" y="6"/>
                  </a:cubicBezTo>
                  <a:cubicBezTo>
                    <a:pt x="175" y="7"/>
                    <a:pt x="175" y="7"/>
                    <a:pt x="175" y="7"/>
                  </a:cubicBezTo>
                  <a:cubicBezTo>
                    <a:pt x="174" y="7"/>
                    <a:pt x="174" y="7"/>
                    <a:pt x="174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6"/>
                    <a:pt x="172" y="6"/>
                    <a:pt x="172" y="6"/>
                  </a:cubicBezTo>
                  <a:cubicBezTo>
                    <a:pt x="170" y="7"/>
                    <a:pt x="170" y="7"/>
                    <a:pt x="170" y="7"/>
                  </a:cubicBezTo>
                  <a:cubicBezTo>
                    <a:pt x="167" y="9"/>
                    <a:pt x="167" y="9"/>
                    <a:pt x="167" y="9"/>
                  </a:cubicBezTo>
                  <a:cubicBezTo>
                    <a:pt x="165" y="10"/>
                    <a:pt x="165" y="10"/>
                    <a:pt x="165" y="10"/>
                  </a:cubicBezTo>
                  <a:cubicBezTo>
                    <a:pt x="163" y="11"/>
                    <a:pt x="163" y="11"/>
                    <a:pt x="163" y="11"/>
                  </a:cubicBezTo>
                  <a:cubicBezTo>
                    <a:pt x="161" y="13"/>
                    <a:pt x="161" y="13"/>
                    <a:pt x="161" y="13"/>
                  </a:cubicBezTo>
                  <a:cubicBezTo>
                    <a:pt x="159" y="14"/>
                    <a:pt x="159" y="14"/>
                    <a:pt x="159" y="14"/>
                  </a:cubicBezTo>
                  <a:cubicBezTo>
                    <a:pt x="158" y="15"/>
                    <a:pt x="158" y="15"/>
                    <a:pt x="158" y="15"/>
                  </a:cubicBezTo>
                  <a:cubicBezTo>
                    <a:pt x="157" y="15"/>
                    <a:pt x="157" y="15"/>
                    <a:pt x="157" y="15"/>
                  </a:cubicBezTo>
                  <a:cubicBezTo>
                    <a:pt x="156" y="16"/>
                    <a:pt x="156" y="16"/>
                    <a:pt x="156" y="16"/>
                  </a:cubicBezTo>
                  <a:cubicBezTo>
                    <a:pt x="155" y="16"/>
                    <a:pt x="155" y="16"/>
                    <a:pt x="155" y="16"/>
                  </a:cubicBezTo>
                  <a:cubicBezTo>
                    <a:pt x="153" y="17"/>
                    <a:pt x="153" y="17"/>
                    <a:pt x="153" y="17"/>
                  </a:cubicBezTo>
                  <a:cubicBezTo>
                    <a:pt x="152" y="17"/>
                    <a:pt x="152" y="17"/>
                    <a:pt x="152" y="17"/>
                  </a:cubicBezTo>
                  <a:cubicBezTo>
                    <a:pt x="151" y="16"/>
                    <a:pt x="151" y="16"/>
                    <a:pt x="151" y="16"/>
                  </a:cubicBezTo>
                  <a:cubicBezTo>
                    <a:pt x="150" y="16"/>
                    <a:pt x="150" y="16"/>
                    <a:pt x="150" y="16"/>
                  </a:cubicBezTo>
                  <a:cubicBezTo>
                    <a:pt x="149" y="15"/>
                    <a:pt x="149" y="15"/>
                    <a:pt x="149" y="15"/>
                  </a:cubicBezTo>
                  <a:cubicBezTo>
                    <a:pt x="148" y="15"/>
                    <a:pt x="148" y="15"/>
                    <a:pt x="148" y="15"/>
                  </a:cubicBezTo>
                  <a:cubicBezTo>
                    <a:pt x="146" y="14"/>
                    <a:pt x="146" y="14"/>
                    <a:pt x="146" y="14"/>
                  </a:cubicBezTo>
                  <a:cubicBezTo>
                    <a:pt x="146" y="15"/>
                    <a:pt x="146" y="15"/>
                    <a:pt x="146" y="15"/>
                  </a:cubicBezTo>
                  <a:cubicBezTo>
                    <a:pt x="145" y="15"/>
                    <a:pt x="145" y="15"/>
                    <a:pt x="145" y="15"/>
                  </a:cubicBezTo>
                  <a:cubicBezTo>
                    <a:pt x="143" y="17"/>
                    <a:pt x="143" y="17"/>
                    <a:pt x="143" y="17"/>
                  </a:cubicBezTo>
                  <a:cubicBezTo>
                    <a:pt x="143" y="18"/>
                    <a:pt x="143" y="18"/>
                    <a:pt x="143" y="18"/>
                  </a:cubicBezTo>
                  <a:cubicBezTo>
                    <a:pt x="142" y="19"/>
                    <a:pt x="142" y="19"/>
                    <a:pt x="142" y="19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40" y="19"/>
                    <a:pt x="140" y="19"/>
                    <a:pt x="140" y="19"/>
                  </a:cubicBezTo>
                  <a:cubicBezTo>
                    <a:pt x="140" y="20"/>
                    <a:pt x="140" y="20"/>
                    <a:pt x="140" y="20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2" y="25"/>
                    <a:pt x="142" y="25"/>
                    <a:pt x="142" y="25"/>
                  </a:cubicBezTo>
                  <a:cubicBezTo>
                    <a:pt x="143" y="27"/>
                    <a:pt x="143" y="27"/>
                    <a:pt x="143" y="27"/>
                  </a:cubicBezTo>
                  <a:cubicBezTo>
                    <a:pt x="143" y="30"/>
                    <a:pt x="143" y="30"/>
                    <a:pt x="143" y="30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2" y="34"/>
                    <a:pt x="142" y="34"/>
                    <a:pt x="142" y="34"/>
                  </a:cubicBezTo>
                  <a:cubicBezTo>
                    <a:pt x="141" y="35"/>
                    <a:pt x="141" y="35"/>
                    <a:pt x="141" y="35"/>
                  </a:cubicBezTo>
                  <a:cubicBezTo>
                    <a:pt x="141" y="35"/>
                    <a:pt x="141" y="35"/>
                    <a:pt x="141" y="35"/>
                  </a:cubicBezTo>
                  <a:cubicBezTo>
                    <a:pt x="143" y="37"/>
                    <a:pt x="143" y="37"/>
                    <a:pt x="143" y="37"/>
                  </a:cubicBezTo>
                  <a:cubicBezTo>
                    <a:pt x="144" y="37"/>
                    <a:pt x="144" y="37"/>
                    <a:pt x="144" y="37"/>
                  </a:cubicBezTo>
                  <a:cubicBezTo>
                    <a:pt x="144" y="37"/>
                    <a:pt x="144" y="37"/>
                    <a:pt x="144" y="37"/>
                  </a:cubicBezTo>
                  <a:cubicBezTo>
                    <a:pt x="144" y="37"/>
                    <a:pt x="144" y="37"/>
                    <a:pt x="144" y="37"/>
                  </a:cubicBezTo>
                  <a:cubicBezTo>
                    <a:pt x="145" y="37"/>
                    <a:pt x="145" y="37"/>
                    <a:pt x="145" y="37"/>
                  </a:cubicBezTo>
                  <a:cubicBezTo>
                    <a:pt x="145" y="37"/>
                    <a:pt x="145" y="37"/>
                    <a:pt x="145" y="37"/>
                  </a:cubicBezTo>
                  <a:cubicBezTo>
                    <a:pt x="145" y="37"/>
                    <a:pt x="145" y="37"/>
                    <a:pt x="145" y="37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7" y="39"/>
                    <a:pt x="147" y="39"/>
                    <a:pt x="147" y="39"/>
                  </a:cubicBezTo>
                  <a:cubicBezTo>
                    <a:pt x="146" y="39"/>
                    <a:pt x="146" y="39"/>
                    <a:pt x="146" y="39"/>
                  </a:cubicBezTo>
                  <a:cubicBezTo>
                    <a:pt x="145" y="39"/>
                    <a:pt x="145" y="39"/>
                    <a:pt x="145" y="39"/>
                  </a:cubicBezTo>
                  <a:cubicBezTo>
                    <a:pt x="145" y="40"/>
                    <a:pt x="145" y="40"/>
                    <a:pt x="145" y="40"/>
                  </a:cubicBezTo>
                  <a:cubicBezTo>
                    <a:pt x="145" y="42"/>
                    <a:pt x="145" y="42"/>
                    <a:pt x="145" y="42"/>
                  </a:cubicBezTo>
                  <a:cubicBezTo>
                    <a:pt x="145" y="43"/>
                    <a:pt x="145" y="43"/>
                    <a:pt x="145" y="43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46" y="43"/>
                    <a:pt x="146" y="43"/>
                    <a:pt x="146" y="43"/>
                  </a:cubicBezTo>
                  <a:cubicBezTo>
                    <a:pt x="147" y="42"/>
                    <a:pt x="147" y="42"/>
                    <a:pt x="147" y="42"/>
                  </a:cubicBezTo>
                  <a:cubicBezTo>
                    <a:pt x="148" y="43"/>
                    <a:pt x="148" y="43"/>
                    <a:pt x="148" y="43"/>
                  </a:cubicBezTo>
                  <a:cubicBezTo>
                    <a:pt x="148" y="43"/>
                    <a:pt x="148" y="43"/>
                    <a:pt x="148" y="43"/>
                  </a:cubicBezTo>
                  <a:cubicBezTo>
                    <a:pt x="149" y="43"/>
                    <a:pt x="149" y="43"/>
                    <a:pt x="149" y="43"/>
                  </a:cubicBezTo>
                  <a:cubicBezTo>
                    <a:pt x="151" y="43"/>
                    <a:pt x="151" y="43"/>
                    <a:pt x="151" y="43"/>
                  </a:cubicBezTo>
                  <a:cubicBezTo>
                    <a:pt x="152" y="44"/>
                    <a:pt x="152" y="44"/>
                    <a:pt x="152" y="44"/>
                  </a:cubicBezTo>
                  <a:cubicBezTo>
                    <a:pt x="151" y="44"/>
                    <a:pt x="151" y="44"/>
                    <a:pt x="151" y="44"/>
                  </a:cubicBezTo>
                  <a:cubicBezTo>
                    <a:pt x="151" y="45"/>
                    <a:pt x="151" y="45"/>
                    <a:pt x="151" y="45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149" y="46"/>
                    <a:pt x="149" y="46"/>
                    <a:pt x="149" y="46"/>
                  </a:cubicBezTo>
                  <a:cubicBezTo>
                    <a:pt x="149" y="46"/>
                    <a:pt x="149" y="46"/>
                    <a:pt x="149" y="46"/>
                  </a:cubicBezTo>
                  <a:cubicBezTo>
                    <a:pt x="149" y="45"/>
                    <a:pt x="149" y="45"/>
                    <a:pt x="149" y="45"/>
                  </a:cubicBezTo>
                  <a:cubicBezTo>
                    <a:pt x="148" y="46"/>
                    <a:pt x="148" y="46"/>
                    <a:pt x="148" y="46"/>
                  </a:cubicBezTo>
                  <a:cubicBezTo>
                    <a:pt x="147" y="45"/>
                    <a:pt x="147" y="45"/>
                    <a:pt x="147" y="45"/>
                  </a:cubicBezTo>
                  <a:cubicBezTo>
                    <a:pt x="146" y="45"/>
                    <a:pt x="146" y="45"/>
                    <a:pt x="146" y="45"/>
                  </a:cubicBezTo>
                  <a:cubicBezTo>
                    <a:pt x="146" y="44"/>
                    <a:pt x="146" y="44"/>
                    <a:pt x="146" y="44"/>
                  </a:cubicBezTo>
                  <a:cubicBezTo>
                    <a:pt x="145" y="44"/>
                    <a:pt x="145" y="44"/>
                    <a:pt x="145" y="44"/>
                  </a:cubicBezTo>
                  <a:cubicBezTo>
                    <a:pt x="145" y="44"/>
                    <a:pt x="145" y="44"/>
                    <a:pt x="145" y="44"/>
                  </a:cubicBezTo>
                  <a:cubicBezTo>
                    <a:pt x="144" y="43"/>
                    <a:pt x="144" y="43"/>
                    <a:pt x="144" y="43"/>
                  </a:cubicBezTo>
                  <a:cubicBezTo>
                    <a:pt x="144" y="42"/>
                    <a:pt x="144" y="42"/>
                    <a:pt x="144" y="42"/>
                  </a:cubicBezTo>
                  <a:cubicBezTo>
                    <a:pt x="145" y="39"/>
                    <a:pt x="145" y="39"/>
                    <a:pt x="145" y="39"/>
                  </a:cubicBezTo>
                  <a:cubicBezTo>
                    <a:pt x="145" y="39"/>
                    <a:pt x="145" y="39"/>
                    <a:pt x="145" y="39"/>
                  </a:cubicBezTo>
                  <a:cubicBezTo>
                    <a:pt x="144" y="39"/>
                    <a:pt x="144" y="39"/>
                    <a:pt x="144" y="39"/>
                  </a:cubicBezTo>
                  <a:cubicBezTo>
                    <a:pt x="144" y="39"/>
                    <a:pt x="144" y="39"/>
                    <a:pt x="144" y="39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42" y="45"/>
                    <a:pt x="142" y="45"/>
                    <a:pt x="142" y="45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44" y="44"/>
                    <a:pt x="144" y="44"/>
                    <a:pt x="144" y="44"/>
                  </a:cubicBezTo>
                  <a:cubicBezTo>
                    <a:pt x="145" y="44"/>
                    <a:pt x="145" y="44"/>
                    <a:pt x="145" y="44"/>
                  </a:cubicBezTo>
                  <a:cubicBezTo>
                    <a:pt x="145" y="45"/>
                    <a:pt x="145" y="45"/>
                    <a:pt x="145" y="45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44" y="47"/>
                    <a:pt x="144" y="47"/>
                    <a:pt x="144" y="47"/>
                  </a:cubicBezTo>
                  <a:cubicBezTo>
                    <a:pt x="143" y="48"/>
                    <a:pt x="143" y="48"/>
                    <a:pt x="143" y="48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44" y="46"/>
                    <a:pt x="144" y="46"/>
                    <a:pt x="144" y="46"/>
                  </a:cubicBezTo>
                  <a:cubicBezTo>
                    <a:pt x="143" y="45"/>
                    <a:pt x="143" y="45"/>
                    <a:pt x="143" y="45"/>
                  </a:cubicBezTo>
                  <a:cubicBezTo>
                    <a:pt x="143" y="46"/>
                    <a:pt x="143" y="46"/>
                    <a:pt x="143" y="46"/>
                  </a:cubicBezTo>
                  <a:cubicBezTo>
                    <a:pt x="141" y="47"/>
                    <a:pt x="141" y="47"/>
                    <a:pt x="141" y="47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1" y="48"/>
                    <a:pt x="141" y="48"/>
                    <a:pt x="141" y="48"/>
                  </a:cubicBezTo>
                  <a:cubicBezTo>
                    <a:pt x="140" y="48"/>
                    <a:pt x="140" y="48"/>
                    <a:pt x="140" y="48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7" y="47"/>
                    <a:pt x="137" y="47"/>
                    <a:pt x="137" y="47"/>
                  </a:cubicBezTo>
                  <a:cubicBezTo>
                    <a:pt x="137" y="46"/>
                    <a:pt x="137" y="46"/>
                    <a:pt x="137" y="46"/>
                  </a:cubicBezTo>
                  <a:cubicBezTo>
                    <a:pt x="137" y="46"/>
                    <a:pt x="137" y="46"/>
                    <a:pt x="137" y="46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5" y="46"/>
                    <a:pt x="135" y="46"/>
                    <a:pt x="135" y="46"/>
                  </a:cubicBezTo>
                  <a:cubicBezTo>
                    <a:pt x="135" y="45"/>
                    <a:pt x="135" y="45"/>
                    <a:pt x="135" y="45"/>
                  </a:cubicBezTo>
                  <a:cubicBezTo>
                    <a:pt x="134" y="46"/>
                    <a:pt x="134" y="46"/>
                    <a:pt x="134" y="46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4" y="45"/>
                    <a:pt x="134" y="45"/>
                    <a:pt x="134" y="45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3" y="43"/>
                    <a:pt x="133" y="43"/>
                    <a:pt x="133" y="43"/>
                  </a:cubicBezTo>
                  <a:cubicBezTo>
                    <a:pt x="134" y="43"/>
                    <a:pt x="134" y="43"/>
                    <a:pt x="134" y="43"/>
                  </a:cubicBezTo>
                  <a:cubicBezTo>
                    <a:pt x="135" y="42"/>
                    <a:pt x="135" y="42"/>
                    <a:pt x="135" y="42"/>
                  </a:cubicBezTo>
                  <a:cubicBezTo>
                    <a:pt x="136" y="42"/>
                    <a:pt x="136" y="42"/>
                    <a:pt x="136" y="42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35" y="40"/>
                    <a:pt x="135" y="40"/>
                    <a:pt x="135" y="40"/>
                  </a:cubicBezTo>
                  <a:cubicBezTo>
                    <a:pt x="134" y="39"/>
                    <a:pt x="134" y="39"/>
                    <a:pt x="134" y="39"/>
                  </a:cubicBezTo>
                  <a:cubicBezTo>
                    <a:pt x="133" y="39"/>
                    <a:pt x="133" y="39"/>
                    <a:pt x="133" y="39"/>
                  </a:cubicBezTo>
                  <a:cubicBezTo>
                    <a:pt x="132" y="40"/>
                    <a:pt x="132" y="40"/>
                    <a:pt x="132" y="40"/>
                  </a:cubicBezTo>
                  <a:cubicBezTo>
                    <a:pt x="131" y="40"/>
                    <a:pt x="131" y="40"/>
                    <a:pt x="131" y="40"/>
                  </a:cubicBezTo>
                  <a:cubicBezTo>
                    <a:pt x="131" y="40"/>
                    <a:pt x="131" y="40"/>
                    <a:pt x="131" y="40"/>
                  </a:cubicBezTo>
                  <a:cubicBezTo>
                    <a:pt x="130" y="40"/>
                    <a:pt x="130" y="40"/>
                    <a:pt x="130" y="40"/>
                  </a:cubicBezTo>
                  <a:cubicBezTo>
                    <a:pt x="127" y="41"/>
                    <a:pt x="127" y="41"/>
                    <a:pt x="127" y="41"/>
                  </a:cubicBezTo>
                  <a:cubicBezTo>
                    <a:pt x="127" y="41"/>
                    <a:pt x="127" y="41"/>
                    <a:pt x="127" y="41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28" y="43"/>
                    <a:pt x="128" y="43"/>
                    <a:pt x="128" y="43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26" y="42"/>
                    <a:pt x="126" y="42"/>
                    <a:pt x="126" y="42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124" y="42"/>
                    <a:pt x="124" y="42"/>
                    <a:pt x="124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2" y="43"/>
                    <a:pt x="122" y="43"/>
                    <a:pt x="122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18" y="44"/>
                    <a:pt x="118" y="44"/>
                    <a:pt x="118" y="44"/>
                  </a:cubicBezTo>
                  <a:cubicBezTo>
                    <a:pt x="117" y="44"/>
                    <a:pt x="117" y="44"/>
                    <a:pt x="117" y="44"/>
                  </a:cubicBezTo>
                  <a:cubicBezTo>
                    <a:pt x="116" y="45"/>
                    <a:pt x="116" y="45"/>
                    <a:pt x="116" y="45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116" y="44"/>
                    <a:pt x="116" y="44"/>
                    <a:pt x="116" y="44"/>
                  </a:cubicBezTo>
                  <a:cubicBezTo>
                    <a:pt x="115" y="44"/>
                    <a:pt x="115" y="44"/>
                    <a:pt x="115" y="44"/>
                  </a:cubicBezTo>
                  <a:cubicBezTo>
                    <a:pt x="114" y="45"/>
                    <a:pt x="114" y="45"/>
                    <a:pt x="114" y="45"/>
                  </a:cubicBezTo>
                  <a:cubicBezTo>
                    <a:pt x="114" y="46"/>
                    <a:pt x="114" y="46"/>
                    <a:pt x="114" y="46"/>
                  </a:cubicBezTo>
                  <a:cubicBezTo>
                    <a:pt x="115" y="47"/>
                    <a:pt x="115" y="47"/>
                    <a:pt x="115" y="47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8" y="49"/>
                    <a:pt x="118" y="49"/>
                    <a:pt x="118" y="49"/>
                  </a:cubicBezTo>
                  <a:cubicBezTo>
                    <a:pt x="119" y="50"/>
                    <a:pt x="119" y="50"/>
                    <a:pt x="119" y="50"/>
                  </a:cubicBezTo>
                  <a:cubicBezTo>
                    <a:pt x="120" y="51"/>
                    <a:pt x="120" y="51"/>
                    <a:pt x="120" y="51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21" y="52"/>
                    <a:pt x="121" y="52"/>
                    <a:pt x="121" y="52"/>
                  </a:cubicBezTo>
                  <a:cubicBezTo>
                    <a:pt x="122" y="52"/>
                    <a:pt x="122" y="52"/>
                    <a:pt x="122" y="52"/>
                  </a:cubicBezTo>
                  <a:cubicBezTo>
                    <a:pt x="122" y="52"/>
                    <a:pt x="122" y="52"/>
                    <a:pt x="122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9" y="51"/>
                    <a:pt x="119" y="51"/>
                    <a:pt x="119" y="51"/>
                  </a:cubicBezTo>
                  <a:cubicBezTo>
                    <a:pt x="118" y="51"/>
                    <a:pt x="118" y="51"/>
                    <a:pt x="118" y="51"/>
                  </a:cubicBezTo>
                  <a:cubicBezTo>
                    <a:pt x="118" y="51"/>
                    <a:pt x="118" y="51"/>
                    <a:pt x="118" y="51"/>
                  </a:cubicBezTo>
                  <a:cubicBezTo>
                    <a:pt x="117" y="52"/>
                    <a:pt x="117" y="52"/>
                    <a:pt x="117" y="52"/>
                  </a:cubicBezTo>
                  <a:cubicBezTo>
                    <a:pt x="116" y="52"/>
                    <a:pt x="116" y="52"/>
                    <a:pt x="116" y="52"/>
                  </a:cubicBezTo>
                  <a:cubicBezTo>
                    <a:pt x="116" y="51"/>
                    <a:pt x="116" y="51"/>
                    <a:pt x="116" y="51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51"/>
                    <a:pt x="115" y="51"/>
                    <a:pt x="115" y="51"/>
                  </a:cubicBezTo>
                  <a:cubicBezTo>
                    <a:pt x="115" y="52"/>
                    <a:pt x="115" y="52"/>
                    <a:pt x="115" y="52"/>
                  </a:cubicBezTo>
                  <a:cubicBezTo>
                    <a:pt x="116" y="53"/>
                    <a:pt x="116" y="53"/>
                    <a:pt x="116" y="53"/>
                  </a:cubicBezTo>
                  <a:cubicBezTo>
                    <a:pt x="116" y="53"/>
                    <a:pt x="116" y="53"/>
                    <a:pt x="116" y="53"/>
                  </a:cubicBezTo>
                  <a:cubicBezTo>
                    <a:pt x="115" y="54"/>
                    <a:pt x="115" y="54"/>
                    <a:pt x="115" y="54"/>
                  </a:cubicBezTo>
                  <a:cubicBezTo>
                    <a:pt x="114" y="55"/>
                    <a:pt x="114" y="55"/>
                    <a:pt x="114" y="55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15" y="59"/>
                    <a:pt x="115" y="59"/>
                    <a:pt x="115" y="59"/>
                  </a:cubicBezTo>
                  <a:cubicBezTo>
                    <a:pt x="117" y="59"/>
                    <a:pt x="117" y="59"/>
                    <a:pt x="117" y="59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20" y="59"/>
                    <a:pt x="120" y="59"/>
                    <a:pt x="120" y="59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122" y="60"/>
                    <a:pt x="122" y="60"/>
                    <a:pt x="122" y="60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5" y="61"/>
                    <a:pt x="125" y="61"/>
                    <a:pt x="125" y="61"/>
                  </a:cubicBezTo>
                  <a:cubicBezTo>
                    <a:pt x="125" y="61"/>
                    <a:pt x="125" y="61"/>
                    <a:pt x="125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26" y="60"/>
                    <a:pt x="126" y="60"/>
                    <a:pt x="126" y="60"/>
                  </a:cubicBezTo>
                  <a:cubicBezTo>
                    <a:pt x="126" y="60"/>
                    <a:pt x="126" y="60"/>
                    <a:pt x="126" y="60"/>
                  </a:cubicBezTo>
                  <a:cubicBezTo>
                    <a:pt x="127" y="60"/>
                    <a:pt x="127" y="60"/>
                    <a:pt x="127" y="60"/>
                  </a:cubicBezTo>
                  <a:cubicBezTo>
                    <a:pt x="127" y="60"/>
                    <a:pt x="127" y="60"/>
                    <a:pt x="127" y="60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7" y="61"/>
                    <a:pt x="127" y="61"/>
                    <a:pt x="127" y="61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9" y="60"/>
                    <a:pt x="129" y="60"/>
                    <a:pt x="129" y="60"/>
                  </a:cubicBezTo>
                  <a:cubicBezTo>
                    <a:pt x="131" y="59"/>
                    <a:pt x="131" y="59"/>
                    <a:pt x="131" y="59"/>
                  </a:cubicBezTo>
                  <a:cubicBezTo>
                    <a:pt x="132" y="59"/>
                    <a:pt x="132" y="59"/>
                    <a:pt x="132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33" y="59"/>
                    <a:pt x="133" y="59"/>
                    <a:pt x="133" y="59"/>
                  </a:cubicBezTo>
                  <a:cubicBezTo>
                    <a:pt x="134" y="59"/>
                    <a:pt x="134" y="59"/>
                    <a:pt x="134" y="59"/>
                  </a:cubicBezTo>
                  <a:cubicBezTo>
                    <a:pt x="135" y="58"/>
                    <a:pt x="135" y="58"/>
                    <a:pt x="135" y="58"/>
                  </a:cubicBezTo>
                  <a:cubicBezTo>
                    <a:pt x="137" y="58"/>
                    <a:pt x="137" y="58"/>
                    <a:pt x="137" y="58"/>
                  </a:cubicBezTo>
                  <a:cubicBezTo>
                    <a:pt x="137" y="58"/>
                    <a:pt x="137" y="58"/>
                    <a:pt x="137" y="58"/>
                  </a:cubicBezTo>
                  <a:cubicBezTo>
                    <a:pt x="137" y="59"/>
                    <a:pt x="137" y="59"/>
                    <a:pt x="137" y="59"/>
                  </a:cubicBezTo>
                  <a:cubicBezTo>
                    <a:pt x="136" y="59"/>
                    <a:pt x="136" y="59"/>
                    <a:pt x="136" y="59"/>
                  </a:cubicBezTo>
                  <a:cubicBezTo>
                    <a:pt x="136" y="60"/>
                    <a:pt x="136" y="60"/>
                    <a:pt x="136" y="60"/>
                  </a:cubicBezTo>
                  <a:cubicBezTo>
                    <a:pt x="136" y="60"/>
                    <a:pt x="136" y="60"/>
                    <a:pt x="136" y="60"/>
                  </a:cubicBezTo>
                  <a:cubicBezTo>
                    <a:pt x="135" y="61"/>
                    <a:pt x="135" y="61"/>
                    <a:pt x="135" y="61"/>
                  </a:cubicBezTo>
                  <a:cubicBezTo>
                    <a:pt x="134" y="61"/>
                    <a:pt x="134" y="61"/>
                    <a:pt x="134" y="61"/>
                  </a:cubicBezTo>
                  <a:cubicBezTo>
                    <a:pt x="134" y="61"/>
                    <a:pt x="134" y="61"/>
                    <a:pt x="134" y="61"/>
                  </a:cubicBezTo>
                  <a:cubicBezTo>
                    <a:pt x="133" y="61"/>
                    <a:pt x="133" y="61"/>
                    <a:pt x="133" y="61"/>
                  </a:cubicBezTo>
                  <a:cubicBezTo>
                    <a:pt x="132" y="62"/>
                    <a:pt x="132" y="62"/>
                    <a:pt x="132" y="62"/>
                  </a:cubicBezTo>
                  <a:cubicBezTo>
                    <a:pt x="132" y="62"/>
                    <a:pt x="132" y="62"/>
                    <a:pt x="132" y="62"/>
                  </a:cubicBezTo>
                  <a:cubicBezTo>
                    <a:pt x="133" y="62"/>
                    <a:pt x="133" y="62"/>
                    <a:pt x="133" y="62"/>
                  </a:cubicBezTo>
                  <a:cubicBezTo>
                    <a:pt x="133" y="63"/>
                    <a:pt x="133" y="63"/>
                    <a:pt x="133" y="63"/>
                  </a:cubicBezTo>
                  <a:cubicBezTo>
                    <a:pt x="133" y="64"/>
                    <a:pt x="133" y="64"/>
                    <a:pt x="133" y="64"/>
                  </a:cubicBezTo>
                  <a:cubicBezTo>
                    <a:pt x="132" y="65"/>
                    <a:pt x="132" y="65"/>
                    <a:pt x="132" y="65"/>
                  </a:cubicBezTo>
                  <a:cubicBezTo>
                    <a:pt x="132" y="66"/>
                    <a:pt x="132" y="66"/>
                    <a:pt x="132" y="66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31" y="67"/>
                    <a:pt x="131" y="67"/>
                    <a:pt x="131" y="67"/>
                  </a:cubicBezTo>
                  <a:cubicBezTo>
                    <a:pt x="131" y="68"/>
                    <a:pt x="131" y="68"/>
                    <a:pt x="131" y="68"/>
                  </a:cubicBezTo>
                  <a:cubicBezTo>
                    <a:pt x="131" y="69"/>
                    <a:pt x="131" y="69"/>
                    <a:pt x="131" y="69"/>
                  </a:cubicBezTo>
                  <a:cubicBezTo>
                    <a:pt x="130" y="70"/>
                    <a:pt x="130" y="70"/>
                    <a:pt x="130" y="70"/>
                  </a:cubicBezTo>
                  <a:cubicBezTo>
                    <a:pt x="130" y="70"/>
                    <a:pt x="130" y="70"/>
                    <a:pt x="130" y="70"/>
                  </a:cubicBezTo>
                  <a:cubicBezTo>
                    <a:pt x="129" y="70"/>
                    <a:pt x="129" y="70"/>
                    <a:pt x="129" y="70"/>
                  </a:cubicBezTo>
                  <a:cubicBezTo>
                    <a:pt x="128" y="71"/>
                    <a:pt x="128" y="71"/>
                    <a:pt x="128" y="71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6" y="71"/>
                    <a:pt x="126" y="71"/>
                    <a:pt x="126" y="71"/>
                  </a:cubicBezTo>
                  <a:cubicBezTo>
                    <a:pt x="124" y="71"/>
                    <a:pt x="124" y="71"/>
                    <a:pt x="124" y="71"/>
                  </a:cubicBezTo>
                  <a:cubicBezTo>
                    <a:pt x="124" y="71"/>
                    <a:pt x="124" y="71"/>
                    <a:pt x="124" y="71"/>
                  </a:cubicBezTo>
                  <a:cubicBezTo>
                    <a:pt x="124" y="70"/>
                    <a:pt x="124" y="70"/>
                    <a:pt x="124" y="70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3" y="70"/>
                    <a:pt x="123" y="70"/>
                    <a:pt x="123" y="70"/>
                  </a:cubicBezTo>
                  <a:cubicBezTo>
                    <a:pt x="122" y="71"/>
                    <a:pt x="122" y="71"/>
                    <a:pt x="122" y="71"/>
                  </a:cubicBezTo>
                  <a:cubicBezTo>
                    <a:pt x="121" y="71"/>
                    <a:pt x="121" y="71"/>
                    <a:pt x="121" y="71"/>
                  </a:cubicBezTo>
                  <a:cubicBezTo>
                    <a:pt x="120" y="72"/>
                    <a:pt x="120" y="72"/>
                    <a:pt x="120" y="72"/>
                  </a:cubicBezTo>
                  <a:cubicBezTo>
                    <a:pt x="118" y="73"/>
                    <a:pt x="118" y="73"/>
                    <a:pt x="118" y="73"/>
                  </a:cubicBezTo>
                  <a:cubicBezTo>
                    <a:pt x="118" y="73"/>
                    <a:pt x="118" y="73"/>
                    <a:pt x="118" y="73"/>
                  </a:cubicBezTo>
                  <a:cubicBezTo>
                    <a:pt x="117" y="73"/>
                    <a:pt x="117" y="73"/>
                    <a:pt x="117" y="73"/>
                  </a:cubicBezTo>
                  <a:cubicBezTo>
                    <a:pt x="116" y="73"/>
                    <a:pt x="116" y="73"/>
                    <a:pt x="116" y="73"/>
                  </a:cubicBezTo>
                  <a:cubicBezTo>
                    <a:pt x="115" y="73"/>
                    <a:pt x="115" y="73"/>
                    <a:pt x="115" y="73"/>
                  </a:cubicBezTo>
                  <a:cubicBezTo>
                    <a:pt x="114" y="74"/>
                    <a:pt x="114" y="74"/>
                    <a:pt x="114" y="74"/>
                  </a:cubicBezTo>
                  <a:cubicBezTo>
                    <a:pt x="113" y="74"/>
                    <a:pt x="113" y="74"/>
                    <a:pt x="113" y="74"/>
                  </a:cubicBezTo>
                  <a:cubicBezTo>
                    <a:pt x="112" y="74"/>
                    <a:pt x="112" y="74"/>
                    <a:pt x="112" y="74"/>
                  </a:cubicBezTo>
                  <a:cubicBezTo>
                    <a:pt x="112" y="75"/>
                    <a:pt x="112" y="75"/>
                    <a:pt x="112" y="75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1" y="77"/>
                    <a:pt x="111" y="77"/>
                    <a:pt x="111" y="77"/>
                  </a:cubicBezTo>
                  <a:cubicBezTo>
                    <a:pt x="111" y="77"/>
                    <a:pt x="111" y="77"/>
                    <a:pt x="111" y="77"/>
                  </a:cubicBezTo>
                  <a:cubicBezTo>
                    <a:pt x="110" y="76"/>
                    <a:pt x="110" y="76"/>
                    <a:pt x="110" y="76"/>
                  </a:cubicBezTo>
                  <a:cubicBezTo>
                    <a:pt x="108" y="76"/>
                    <a:pt x="108" y="76"/>
                    <a:pt x="108" y="76"/>
                  </a:cubicBezTo>
                  <a:cubicBezTo>
                    <a:pt x="108" y="76"/>
                    <a:pt x="108" y="76"/>
                    <a:pt x="108" y="76"/>
                  </a:cubicBezTo>
                  <a:cubicBezTo>
                    <a:pt x="108" y="77"/>
                    <a:pt x="108" y="77"/>
                    <a:pt x="108" y="77"/>
                  </a:cubicBezTo>
                  <a:cubicBezTo>
                    <a:pt x="109" y="77"/>
                    <a:pt x="109" y="77"/>
                    <a:pt x="109" y="77"/>
                  </a:cubicBezTo>
                  <a:cubicBezTo>
                    <a:pt x="108" y="78"/>
                    <a:pt x="108" y="78"/>
                    <a:pt x="108" y="78"/>
                  </a:cubicBezTo>
                  <a:cubicBezTo>
                    <a:pt x="108" y="78"/>
                    <a:pt x="108" y="78"/>
                    <a:pt x="108" y="78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7" y="76"/>
                    <a:pt x="107" y="76"/>
                    <a:pt x="107" y="76"/>
                  </a:cubicBezTo>
                  <a:cubicBezTo>
                    <a:pt x="106" y="76"/>
                    <a:pt x="106" y="76"/>
                    <a:pt x="106" y="76"/>
                  </a:cubicBezTo>
                  <a:cubicBezTo>
                    <a:pt x="105" y="77"/>
                    <a:pt x="105" y="77"/>
                    <a:pt x="105" y="77"/>
                  </a:cubicBezTo>
                  <a:cubicBezTo>
                    <a:pt x="105" y="78"/>
                    <a:pt x="105" y="78"/>
                    <a:pt x="105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02" y="80"/>
                    <a:pt x="102" y="80"/>
                    <a:pt x="102" y="80"/>
                  </a:cubicBezTo>
                  <a:cubicBezTo>
                    <a:pt x="101" y="81"/>
                    <a:pt x="101" y="81"/>
                    <a:pt x="101" y="81"/>
                  </a:cubicBezTo>
                  <a:cubicBezTo>
                    <a:pt x="101" y="82"/>
                    <a:pt x="101" y="82"/>
                    <a:pt x="101" y="82"/>
                  </a:cubicBezTo>
                  <a:cubicBezTo>
                    <a:pt x="100" y="82"/>
                    <a:pt x="100" y="82"/>
                    <a:pt x="100" y="82"/>
                  </a:cubicBezTo>
                  <a:cubicBezTo>
                    <a:pt x="99" y="81"/>
                    <a:pt x="99" y="81"/>
                    <a:pt x="99" y="81"/>
                  </a:cubicBezTo>
                  <a:cubicBezTo>
                    <a:pt x="99" y="82"/>
                    <a:pt x="99" y="82"/>
                    <a:pt x="99" y="82"/>
                  </a:cubicBezTo>
                  <a:cubicBezTo>
                    <a:pt x="100" y="83"/>
                    <a:pt x="100" y="83"/>
                    <a:pt x="100" y="83"/>
                  </a:cubicBezTo>
                  <a:cubicBezTo>
                    <a:pt x="100" y="83"/>
                    <a:pt x="100" y="83"/>
                    <a:pt x="100" y="83"/>
                  </a:cubicBezTo>
                  <a:cubicBezTo>
                    <a:pt x="99" y="83"/>
                    <a:pt x="99" y="83"/>
                    <a:pt x="99" y="83"/>
                  </a:cubicBezTo>
                  <a:cubicBezTo>
                    <a:pt x="99" y="83"/>
                    <a:pt x="99" y="83"/>
                    <a:pt x="99" y="83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98" y="83"/>
                    <a:pt x="98" y="83"/>
                    <a:pt x="98" y="83"/>
                  </a:cubicBezTo>
                  <a:cubicBezTo>
                    <a:pt x="97" y="84"/>
                    <a:pt x="97" y="84"/>
                    <a:pt x="97" y="84"/>
                  </a:cubicBezTo>
                  <a:cubicBezTo>
                    <a:pt x="97" y="85"/>
                    <a:pt x="97" y="85"/>
                    <a:pt x="97" y="85"/>
                  </a:cubicBezTo>
                  <a:cubicBezTo>
                    <a:pt x="97" y="86"/>
                    <a:pt x="97" y="86"/>
                    <a:pt x="97" y="86"/>
                  </a:cubicBezTo>
                  <a:cubicBezTo>
                    <a:pt x="98" y="87"/>
                    <a:pt x="98" y="87"/>
                    <a:pt x="98" y="87"/>
                  </a:cubicBezTo>
                  <a:cubicBezTo>
                    <a:pt x="97" y="88"/>
                    <a:pt x="97" y="88"/>
                    <a:pt x="97" y="88"/>
                  </a:cubicBezTo>
                  <a:cubicBezTo>
                    <a:pt x="97" y="88"/>
                    <a:pt x="97" y="88"/>
                    <a:pt x="97" y="88"/>
                  </a:cubicBezTo>
                  <a:cubicBezTo>
                    <a:pt x="97" y="89"/>
                    <a:pt x="97" y="89"/>
                    <a:pt x="97" y="89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98" y="88"/>
                    <a:pt x="98" y="88"/>
                    <a:pt x="98" y="88"/>
                  </a:cubicBezTo>
                  <a:cubicBezTo>
                    <a:pt x="98" y="89"/>
                    <a:pt x="98" y="89"/>
                    <a:pt x="98" y="89"/>
                  </a:cubicBezTo>
                  <a:cubicBezTo>
                    <a:pt x="99" y="90"/>
                    <a:pt x="99" y="90"/>
                    <a:pt x="99" y="90"/>
                  </a:cubicBezTo>
                  <a:cubicBezTo>
                    <a:pt x="98" y="90"/>
                    <a:pt x="98" y="90"/>
                    <a:pt x="98" y="90"/>
                  </a:cubicBezTo>
                  <a:cubicBezTo>
                    <a:pt x="98" y="90"/>
                    <a:pt x="98" y="90"/>
                    <a:pt x="98" y="90"/>
                  </a:cubicBezTo>
                  <a:cubicBezTo>
                    <a:pt x="98" y="91"/>
                    <a:pt x="98" y="91"/>
                    <a:pt x="98" y="91"/>
                  </a:cubicBezTo>
                  <a:cubicBezTo>
                    <a:pt x="99" y="91"/>
                    <a:pt x="99" y="91"/>
                    <a:pt x="99" y="91"/>
                  </a:cubicBezTo>
                  <a:cubicBezTo>
                    <a:pt x="99" y="90"/>
                    <a:pt x="99" y="90"/>
                    <a:pt x="99" y="90"/>
                  </a:cubicBezTo>
                  <a:cubicBezTo>
                    <a:pt x="100" y="90"/>
                    <a:pt x="100" y="90"/>
                    <a:pt x="100" y="90"/>
                  </a:cubicBezTo>
                  <a:cubicBezTo>
                    <a:pt x="100" y="91"/>
                    <a:pt x="100" y="91"/>
                    <a:pt x="100" y="91"/>
                  </a:cubicBezTo>
                  <a:cubicBezTo>
                    <a:pt x="100" y="91"/>
                    <a:pt x="100" y="91"/>
                    <a:pt x="100" y="91"/>
                  </a:cubicBezTo>
                  <a:cubicBezTo>
                    <a:pt x="101" y="91"/>
                    <a:pt x="101" y="91"/>
                    <a:pt x="101" y="91"/>
                  </a:cubicBezTo>
                  <a:cubicBezTo>
                    <a:pt x="102" y="92"/>
                    <a:pt x="102" y="92"/>
                    <a:pt x="102" y="92"/>
                  </a:cubicBezTo>
                  <a:cubicBezTo>
                    <a:pt x="103" y="92"/>
                    <a:pt x="103" y="92"/>
                    <a:pt x="103" y="92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4" y="89"/>
                    <a:pt x="104" y="89"/>
                    <a:pt x="104" y="89"/>
                  </a:cubicBezTo>
                  <a:cubicBezTo>
                    <a:pt x="104" y="89"/>
                    <a:pt x="104" y="89"/>
                    <a:pt x="104" y="89"/>
                  </a:cubicBezTo>
                  <a:cubicBezTo>
                    <a:pt x="106" y="89"/>
                    <a:pt x="106" y="89"/>
                    <a:pt x="106" y="89"/>
                  </a:cubicBezTo>
                  <a:cubicBezTo>
                    <a:pt x="106" y="88"/>
                    <a:pt x="106" y="88"/>
                    <a:pt x="106" y="88"/>
                  </a:cubicBezTo>
                  <a:cubicBezTo>
                    <a:pt x="106" y="89"/>
                    <a:pt x="106" y="89"/>
                    <a:pt x="106" y="89"/>
                  </a:cubicBezTo>
                  <a:cubicBezTo>
                    <a:pt x="105" y="89"/>
                    <a:pt x="105" y="89"/>
                    <a:pt x="105" y="89"/>
                  </a:cubicBezTo>
                  <a:cubicBezTo>
                    <a:pt x="104" y="91"/>
                    <a:pt x="104" y="91"/>
                    <a:pt x="104" y="91"/>
                  </a:cubicBezTo>
                  <a:cubicBezTo>
                    <a:pt x="103" y="91"/>
                    <a:pt x="103" y="91"/>
                    <a:pt x="103" y="91"/>
                  </a:cubicBezTo>
                  <a:cubicBezTo>
                    <a:pt x="103" y="92"/>
                    <a:pt x="103" y="92"/>
                    <a:pt x="103" y="92"/>
                  </a:cubicBezTo>
                  <a:cubicBezTo>
                    <a:pt x="104" y="93"/>
                    <a:pt x="104" y="93"/>
                    <a:pt x="104" y="93"/>
                  </a:cubicBezTo>
                  <a:cubicBezTo>
                    <a:pt x="104" y="93"/>
                    <a:pt x="104" y="93"/>
                    <a:pt x="104" y="93"/>
                  </a:cubicBezTo>
                  <a:cubicBezTo>
                    <a:pt x="103" y="94"/>
                    <a:pt x="103" y="94"/>
                    <a:pt x="103" y="94"/>
                  </a:cubicBezTo>
                  <a:cubicBezTo>
                    <a:pt x="102" y="93"/>
                    <a:pt x="102" y="93"/>
                    <a:pt x="102" y="93"/>
                  </a:cubicBezTo>
                  <a:cubicBezTo>
                    <a:pt x="102" y="93"/>
                    <a:pt x="102" y="93"/>
                    <a:pt x="102" y="93"/>
                  </a:cubicBezTo>
                  <a:cubicBezTo>
                    <a:pt x="102" y="92"/>
                    <a:pt x="102" y="92"/>
                    <a:pt x="102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101" y="92"/>
                    <a:pt x="101" y="92"/>
                    <a:pt x="101" y="92"/>
                  </a:cubicBezTo>
                  <a:cubicBezTo>
                    <a:pt x="99" y="92"/>
                    <a:pt x="99" y="92"/>
                    <a:pt x="99" y="92"/>
                  </a:cubicBezTo>
                  <a:cubicBezTo>
                    <a:pt x="99" y="91"/>
                    <a:pt x="99" y="91"/>
                    <a:pt x="99" y="91"/>
                  </a:cubicBezTo>
                  <a:cubicBezTo>
                    <a:pt x="98" y="91"/>
                    <a:pt x="98" y="91"/>
                    <a:pt x="98" y="91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97" y="92"/>
                    <a:pt x="97" y="92"/>
                    <a:pt x="97" y="92"/>
                  </a:cubicBezTo>
                  <a:cubicBezTo>
                    <a:pt x="97" y="93"/>
                    <a:pt x="97" y="93"/>
                    <a:pt x="97" y="93"/>
                  </a:cubicBezTo>
                  <a:cubicBezTo>
                    <a:pt x="96" y="92"/>
                    <a:pt x="96" y="92"/>
                    <a:pt x="96" y="92"/>
                  </a:cubicBezTo>
                  <a:cubicBezTo>
                    <a:pt x="96" y="93"/>
                    <a:pt x="96" y="93"/>
                    <a:pt x="96" y="93"/>
                  </a:cubicBezTo>
                  <a:cubicBezTo>
                    <a:pt x="96" y="94"/>
                    <a:pt x="96" y="94"/>
                    <a:pt x="96" y="94"/>
                  </a:cubicBezTo>
                  <a:cubicBezTo>
                    <a:pt x="96" y="94"/>
                    <a:pt x="96" y="94"/>
                    <a:pt x="96" y="94"/>
                  </a:cubicBezTo>
                  <a:cubicBezTo>
                    <a:pt x="96" y="94"/>
                    <a:pt x="96" y="94"/>
                    <a:pt x="96" y="94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6" y="96"/>
                    <a:pt x="96" y="96"/>
                    <a:pt x="96" y="96"/>
                  </a:cubicBezTo>
                  <a:cubicBezTo>
                    <a:pt x="97" y="96"/>
                    <a:pt x="97" y="96"/>
                    <a:pt x="97" y="96"/>
                  </a:cubicBezTo>
                  <a:cubicBezTo>
                    <a:pt x="97" y="98"/>
                    <a:pt x="97" y="98"/>
                    <a:pt x="97" y="98"/>
                  </a:cubicBezTo>
                  <a:cubicBezTo>
                    <a:pt x="97" y="98"/>
                    <a:pt x="97" y="98"/>
                    <a:pt x="97" y="98"/>
                  </a:cubicBezTo>
                  <a:cubicBezTo>
                    <a:pt x="97" y="99"/>
                    <a:pt x="97" y="99"/>
                    <a:pt x="97" y="99"/>
                  </a:cubicBezTo>
                  <a:cubicBezTo>
                    <a:pt x="98" y="99"/>
                    <a:pt x="98" y="99"/>
                    <a:pt x="98" y="99"/>
                  </a:cubicBezTo>
                  <a:cubicBezTo>
                    <a:pt x="98" y="100"/>
                    <a:pt x="98" y="100"/>
                    <a:pt x="98" y="100"/>
                  </a:cubicBezTo>
                  <a:cubicBezTo>
                    <a:pt x="97" y="100"/>
                    <a:pt x="97" y="100"/>
                    <a:pt x="97" y="100"/>
                  </a:cubicBezTo>
                  <a:cubicBezTo>
                    <a:pt x="96" y="100"/>
                    <a:pt x="96" y="100"/>
                    <a:pt x="96" y="100"/>
                  </a:cubicBezTo>
                  <a:cubicBezTo>
                    <a:pt x="99" y="101"/>
                    <a:pt x="99" y="101"/>
                    <a:pt x="99" y="101"/>
                  </a:cubicBezTo>
                  <a:cubicBezTo>
                    <a:pt x="100" y="101"/>
                    <a:pt x="100" y="101"/>
                    <a:pt x="100" y="101"/>
                  </a:cubicBezTo>
                  <a:cubicBezTo>
                    <a:pt x="102" y="101"/>
                    <a:pt x="102" y="101"/>
                    <a:pt x="102" y="101"/>
                  </a:cubicBezTo>
                  <a:cubicBezTo>
                    <a:pt x="102" y="101"/>
                    <a:pt x="102" y="101"/>
                    <a:pt x="102" y="101"/>
                  </a:cubicBezTo>
                  <a:cubicBezTo>
                    <a:pt x="103" y="101"/>
                    <a:pt x="103" y="101"/>
                    <a:pt x="103" y="101"/>
                  </a:cubicBezTo>
                  <a:cubicBezTo>
                    <a:pt x="103" y="101"/>
                    <a:pt x="103" y="101"/>
                    <a:pt x="103" y="101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05" y="99"/>
                    <a:pt x="105" y="99"/>
                    <a:pt x="105" y="99"/>
                  </a:cubicBezTo>
                  <a:cubicBezTo>
                    <a:pt x="104" y="98"/>
                    <a:pt x="104" y="98"/>
                    <a:pt x="104" y="98"/>
                  </a:cubicBezTo>
                  <a:cubicBezTo>
                    <a:pt x="104" y="98"/>
                    <a:pt x="104" y="98"/>
                    <a:pt x="104" y="98"/>
                  </a:cubicBezTo>
                  <a:cubicBezTo>
                    <a:pt x="105" y="97"/>
                    <a:pt x="105" y="97"/>
                    <a:pt x="105" y="97"/>
                  </a:cubicBezTo>
                  <a:cubicBezTo>
                    <a:pt x="107" y="96"/>
                    <a:pt x="107" y="96"/>
                    <a:pt x="107" y="96"/>
                  </a:cubicBezTo>
                  <a:cubicBezTo>
                    <a:pt x="109" y="95"/>
                    <a:pt x="109" y="95"/>
                    <a:pt x="109" y="95"/>
                  </a:cubicBezTo>
                  <a:cubicBezTo>
                    <a:pt x="109" y="95"/>
                    <a:pt x="109" y="95"/>
                    <a:pt x="109" y="95"/>
                  </a:cubicBezTo>
                  <a:cubicBezTo>
                    <a:pt x="109" y="95"/>
                    <a:pt x="109" y="95"/>
                    <a:pt x="109" y="95"/>
                  </a:cubicBezTo>
                  <a:cubicBezTo>
                    <a:pt x="107" y="97"/>
                    <a:pt x="107" y="97"/>
                    <a:pt x="107" y="97"/>
                  </a:cubicBezTo>
                  <a:cubicBezTo>
                    <a:pt x="106" y="98"/>
                    <a:pt x="106" y="98"/>
                    <a:pt x="106" y="98"/>
                  </a:cubicBezTo>
                  <a:cubicBezTo>
                    <a:pt x="106" y="98"/>
                    <a:pt x="106" y="98"/>
                    <a:pt x="106" y="98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05" y="101"/>
                    <a:pt x="105" y="101"/>
                    <a:pt x="105" y="101"/>
                  </a:cubicBezTo>
                  <a:cubicBezTo>
                    <a:pt x="104" y="102"/>
                    <a:pt x="104" y="102"/>
                    <a:pt x="104" y="102"/>
                  </a:cubicBezTo>
                  <a:cubicBezTo>
                    <a:pt x="105" y="103"/>
                    <a:pt x="105" y="103"/>
                    <a:pt x="105" y="103"/>
                  </a:cubicBezTo>
                  <a:cubicBezTo>
                    <a:pt x="104" y="103"/>
                    <a:pt x="104" y="103"/>
                    <a:pt x="104" y="103"/>
                  </a:cubicBezTo>
                  <a:cubicBezTo>
                    <a:pt x="104" y="104"/>
                    <a:pt x="104" y="104"/>
                    <a:pt x="104" y="104"/>
                  </a:cubicBezTo>
                  <a:cubicBezTo>
                    <a:pt x="104" y="105"/>
                    <a:pt x="104" y="105"/>
                    <a:pt x="104" y="105"/>
                  </a:cubicBezTo>
                  <a:cubicBezTo>
                    <a:pt x="105" y="105"/>
                    <a:pt x="105" y="105"/>
                    <a:pt x="105" y="105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3" y="107"/>
                    <a:pt x="103" y="107"/>
                    <a:pt x="103" y="107"/>
                  </a:cubicBezTo>
                  <a:cubicBezTo>
                    <a:pt x="102" y="107"/>
                    <a:pt x="102" y="107"/>
                    <a:pt x="102" y="107"/>
                  </a:cubicBezTo>
                  <a:cubicBezTo>
                    <a:pt x="102" y="107"/>
                    <a:pt x="102" y="107"/>
                    <a:pt x="102" y="107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2" y="108"/>
                    <a:pt x="102" y="108"/>
                    <a:pt x="102" y="108"/>
                  </a:cubicBezTo>
                  <a:cubicBezTo>
                    <a:pt x="103" y="109"/>
                    <a:pt x="103" y="109"/>
                    <a:pt x="103" y="109"/>
                  </a:cubicBezTo>
                  <a:cubicBezTo>
                    <a:pt x="103" y="108"/>
                    <a:pt x="103" y="108"/>
                    <a:pt x="103" y="108"/>
                  </a:cubicBezTo>
                  <a:cubicBezTo>
                    <a:pt x="104" y="108"/>
                    <a:pt x="104" y="108"/>
                    <a:pt x="104" y="108"/>
                  </a:cubicBezTo>
                  <a:cubicBezTo>
                    <a:pt x="104" y="109"/>
                    <a:pt x="104" y="109"/>
                    <a:pt x="104" y="109"/>
                  </a:cubicBezTo>
                  <a:cubicBezTo>
                    <a:pt x="104" y="109"/>
                    <a:pt x="104" y="109"/>
                    <a:pt x="104" y="109"/>
                  </a:cubicBezTo>
                  <a:cubicBezTo>
                    <a:pt x="103" y="109"/>
                    <a:pt x="103" y="109"/>
                    <a:pt x="103" y="109"/>
                  </a:cubicBezTo>
                  <a:cubicBezTo>
                    <a:pt x="102" y="110"/>
                    <a:pt x="102" y="110"/>
                    <a:pt x="102" y="110"/>
                  </a:cubicBezTo>
                  <a:cubicBezTo>
                    <a:pt x="102" y="110"/>
                    <a:pt x="102" y="110"/>
                    <a:pt x="102" y="110"/>
                  </a:cubicBezTo>
                  <a:cubicBezTo>
                    <a:pt x="102" y="110"/>
                    <a:pt x="102" y="110"/>
                    <a:pt x="102" y="110"/>
                  </a:cubicBezTo>
                  <a:cubicBezTo>
                    <a:pt x="103" y="111"/>
                    <a:pt x="103" y="111"/>
                    <a:pt x="103" y="111"/>
                  </a:cubicBezTo>
                  <a:cubicBezTo>
                    <a:pt x="102" y="111"/>
                    <a:pt x="102" y="111"/>
                    <a:pt x="102" y="111"/>
                  </a:cubicBezTo>
                  <a:cubicBezTo>
                    <a:pt x="101" y="111"/>
                    <a:pt x="101" y="111"/>
                    <a:pt x="101" y="111"/>
                  </a:cubicBezTo>
                  <a:cubicBezTo>
                    <a:pt x="101" y="112"/>
                    <a:pt x="101" y="112"/>
                    <a:pt x="101" y="112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0" y="112"/>
                    <a:pt x="100" y="112"/>
                    <a:pt x="100" y="112"/>
                  </a:cubicBezTo>
                  <a:cubicBezTo>
                    <a:pt x="101" y="112"/>
                    <a:pt x="101" y="112"/>
                    <a:pt x="101" y="112"/>
                  </a:cubicBezTo>
                  <a:cubicBezTo>
                    <a:pt x="102" y="113"/>
                    <a:pt x="102" y="113"/>
                    <a:pt x="102" y="113"/>
                  </a:cubicBezTo>
                  <a:cubicBezTo>
                    <a:pt x="103" y="112"/>
                    <a:pt x="103" y="112"/>
                    <a:pt x="103" y="112"/>
                  </a:cubicBezTo>
                  <a:cubicBezTo>
                    <a:pt x="104" y="111"/>
                    <a:pt x="104" y="111"/>
                    <a:pt x="104" y="111"/>
                  </a:cubicBezTo>
                  <a:cubicBezTo>
                    <a:pt x="105" y="111"/>
                    <a:pt x="105" y="111"/>
                    <a:pt x="105" y="111"/>
                  </a:cubicBezTo>
                  <a:cubicBezTo>
                    <a:pt x="105" y="111"/>
                    <a:pt x="105" y="111"/>
                    <a:pt x="105" y="111"/>
                  </a:cubicBezTo>
                  <a:cubicBezTo>
                    <a:pt x="106" y="110"/>
                    <a:pt x="106" y="110"/>
                    <a:pt x="106" y="110"/>
                  </a:cubicBezTo>
                  <a:cubicBezTo>
                    <a:pt x="107" y="110"/>
                    <a:pt x="107" y="110"/>
                    <a:pt x="107" y="110"/>
                  </a:cubicBezTo>
                  <a:cubicBezTo>
                    <a:pt x="107" y="111"/>
                    <a:pt x="107" y="111"/>
                    <a:pt x="107" y="111"/>
                  </a:cubicBezTo>
                  <a:cubicBezTo>
                    <a:pt x="107" y="111"/>
                    <a:pt x="107" y="111"/>
                    <a:pt x="107" y="111"/>
                  </a:cubicBezTo>
                  <a:cubicBezTo>
                    <a:pt x="107" y="111"/>
                    <a:pt x="107" y="111"/>
                    <a:pt x="107" y="111"/>
                  </a:cubicBezTo>
                  <a:cubicBezTo>
                    <a:pt x="107" y="111"/>
                    <a:pt x="107" y="111"/>
                    <a:pt x="107" y="111"/>
                  </a:cubicBezTo>
                  <a:cubicBezTo>
                    <a:pt x="107" y="112"/>
                    <a:pt x="107" y="112"/>
                    <a:pt x="107" y="112"/>
                  </a:cubicBezTo>
                  <a:cubicBezTo>
                    <a:pt x="107" y="113"/>
                    <a:pt x="107" y="113"/>
                    <a:pt x="107" y="113"/>
                  </a:cubicBezTo>
                  <a:cubicBezTo>
                    <a:pt x="108" y="113"/>
                    <a:pt x="108" y="113"/>
                    <a:pt x="108" y="113"/>
                  </a:cubicBezTo>
                  <a:cubicBezTo>
                    <a:pt x="109" y="112"/>
                    <a:pt x="109" y="112"/>
                    <a:pt x="109" y="112"/>
                  </a:cubicBezTo>
                  <a:cubicBezTo>
                    <a:pt x="109" y="112"/>
                    <a:pt x="109" y="112"/>
                    <a:pt x="109" y="112"/>
                  </a:cubicBezTo>
                  <a:cubicBezTo>
                    <a:pt x="109" y="112"/>
                    <a:pt x="109" y="112"/>
                    <a:pt x="109" y="112"/>
                  </a:cubicBezTo>
                  <a:cubicBezTo>
                    <a:pt x="109" y="113"/>
                    <a:pt x="109" y="113"/>
                    <a:pt x="109" y="113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10" y="115"/>
                    <a:pt x="110" y="115"/>
                    <a:pt x="110" y="115"/>
                  </a:cubicBezTo>
                  <a:cubicBezTo>
                    <a:pt x="110" y="116"/>
                    <a:pt x="110" y="116"/>
                    <a:pt x="110" y="116"/>
                  </a:cubicBezTo>
                  <a:cubicBezTo>
                    <a:pt x="110" y="117"/>
                    <a:pt x="110" y="117"/>
                    <a:pt x="110" y="117"/>
                  </a:cubicBezTo>
                  <a:cubicBezTo>
                    <a:pt x="111" y="117"/>
                    <a:pt x="111" y="117"/>
                    <a:pt x="111" y="117"/>
                  </a:cubicBezTo>
                  <a:cubicBezTo>
                    <a:pt x="111" y="116"/>
                    <a:pt x="111" y="116"/>
                    <a:pt x="111" y="116"/>
                  </a:cubicBezTo>
                  <a:cubicBezTo>
                    <a:pt x="111" y="115"/>
                    <a:pt x="111" y="115"/>
                    <a:pt x="111" y="115"/>
                  </a:cubicBezTo>
                  <a:cubicBezTo>
                    <a:pt x="112" y="114"/>
                    <a:pt x="112" y="114"/>
                    <a:pt x="112" y="114"/>
                  </a:cubicBezTo>
                  <a:cubicBezTo>
                    <a:pt x="112" y="113"/>
                    <a:pt x="112" y="113"/>
                    <a:pt x="112" y="113"/>
                  </a:cubicBezTo>
                  <a:cubicBezTo>
                    <a:pt x="113" y="112"/>
                    <a:pt x="113" y="112"/>
                    <a:pt x="113" y="112"/>
                  </a:cubicBezTo>
                  <a:cubicBezTo>
                    <a:pt x="113" y="112"/>
                    <a:pt x="113" y="112"/>
                    <a:pt x="113" y="112"/>
                  </a:cubicBezTo>
                  <a:cubicBezTo>
                    <a:pt x="114" y="112"/>
                    <a:pt x="114" y="112"/>
                    <a:pt x="114" y="112"/>
                  </a:cubicBezTo>
                  <a:cubicBezTo>
                    <a:pt x="115" y="112"/>
                    <a:pt x="115" y="112"/>
                    <a:pt x="115" y="112"/>
                  </a:cubicBezTo>
                  <a:cubicBezTo>
                    <a:pt x="114" y="112"/>
                    <a:pt x="114" y="112"/>
                    <a:pt x="114" y="112"/>
                  </a:cubicBezTo>
                  <a:cubicBezTo>
                    <a:pt x="113" y="113"/>
                    <a:pt x="113" y="113"/>
                    <a:pt x="113" y="113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14" y="115"/>
                    <a:pt x="114" y="115"/>
                    <a:pt x="114" y="115"/>
                  </a:cubicBezTo>
                  <a:cubicBezTo>
                    <a:pt x="115" y="115"/>
                    <a:pt x="115" y="115"/>
                    <a:pt x="115" y="115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9" y="114"/>
                    <a:pt x="119" y="114"/>
                    <a:pt x="119" y="114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0" y="114"/>
                    <a:pt x="120" y="114"/>
                    <a:pt x="120" y="114"/>
                  </a:cubicBezTo>
                  <a:cubicBezTo>
                    <a:pt x="120" y="115"/>
                    <a:pt x="120" y="115"/>
                    <a:pt x="120" y="115"/>
                  </a:cubicBezTo>
                  <a:cubicBezTo>
                    <a:pt x="119" y="115"/>
                    <a:pt x="119" y="115"/>
                    <a:pt x="119" y="115"/>
                  </a:cubicBezTo>
                  <a:cubicBezTo>
                    <a:pt x="117" y="116"/>
                    <a:pt x="117" y="116"/>
                    <a:pt x="117" y="116"/>
                  </a:cubicBezTo>
                  <a:cubicBezTo>
                    <a:pt x="115" y="117"/>
                    <a:pt x="115" y="117"/>
                    <a:pt x="115" y="117"/>
                  </a:cubicBezTo>
                  <a:cubicBezTo>
                    <a:pt x="115" y="118"/>
                    <a:pt x="115" y="118"/>
                    <a:pt x="115" y="118"/>
                  </a:cubicBezTo>
                  <a:cubicBezTo>
                    <a:pt x="115" y="119"/>
                    <a:pt x="115" y="119"/>
                    <a:pt x="115" y="119"/>
                  </a:cubicBezTo>
                  <a:cubicBezTo>
                    <a:pt x="115" y="120"/>
                    <a:pt x="115" y="120"/>
                    <a:pt x="115" y="120"/>
                  </a:cubicBezTo>
                  <a:cubicBezTo>
                    <a:pt x="116" y="120"/>
                    <a:pt x="116" y="120"/>
                    <a:pt x="116" y="120"/>
                  </a:cubicBezTo>
                  <a:cubicBezTo>
                    <a:pt x="114" y="120"/>
                    <a:pt x="114" y="120"/>
                    <a:pt x="114" y="120"/>
                  </a:cubicBezTo>
                  <a:cubicBezTo>
                    <a:pt x="114" y="120"/>
                    <a:pt x="114" y="120"/>
                    <a:pt x="114" y="120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13" y="122"/>
                    <a:pt x="113" y="122"/>
                    <a:pt x="113" y="122"/>
                  </a:cubicBezTo>
                  <a:cubicBezTo>
                    <a:pt x="111" y="123"/>
                    <a:pt x="111" y="123"/>
                    <a:pt x="111" y="123"/>
                  </a:cubicBezTo>
                  <a:cubicBezTo>
                    <a:pt x="111" y="124"/>
                    <a:pt x="111" y="124"/>
                    <a:pt x="111" y="124"/>
                  </a:cubicBezTo>
                  <a:cubicBezTo>
                    <a:pt x="111" y="125"/>
                    <a:pt x="111" y="125"/>
                    <a:pt x="111" y="125"/>
                  </a:cubicBezTo>
                  <a:cubicBezTo>
                    <a:pt x="112" y="125"/>
                    <a:pt x="112" y="125"/>
                    <a:pt x="112" y="125"/>
                  </a:cubicBezTo>
                  <a:cubicBezTo>
                    <a:pt x="111" y="125"/>
                    <a:pt x="111" y="125"/>
                    <a:pt x="111" y="125"/>
                  </a:cubicBezTo>
                  <a:cubicBezTo>
                    <a:pt x="111" y="125"/>
                    <a:pt x="111" y="125"/>
                    <a:pt x="111" y="125"/>
                  </a:cubicBezTo>
                  <a:cubicBezTo>
                    <a:pt x="111" y="125"/>
                    <a:pt x="111" y="125"/>
                    <a:pt x="111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09" y="125"/>
                    <a:pt x="109" y="125"/>
                    <a:pt x="109" y="125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08" y="127"/>
                    <a:pt x="108" y="127"/>
                    <a:pt x="108" y="127"/>
                  </a:cubicBezTo>
                  <a:cubicBezTo>
                    <a:pt x="107" y="127"/>
                    <a:pt x="107" y="127"/>
                    <a:pt x="107" y="127"/>
                  </a:cubicBezTo>
                  <a:cubicBezTo>
                    <a:pt x="107" y="127"/>
                    <a:pt x="107" y="127"/>
                    <a:pt x="107" y="127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104" y="129"/>
                    <a:pt x="104" y="129"/>
                    <a:pt x="104" y="129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04" y="130"/>
                    <a:pt x="104" y="130"/>
                    <a:pt x="104" y="130"/>
                  </a:cubicBezTo>
                  <a:cubicBezTo>
                    <a:pt x="103" y="130"/>
                    <a:pt x="103" y="130"/>
                    <a:pt x="103" y="130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2" y="129"/>
                    <a:pt x="102" y="129"/>
                    <a:pt x="102" y="129"/>
                  </a:cubicBezTo>
                  <a:cubicBezTo>
                    <a:pt x="101" y="130"/>
                    <a:pt x="101" y="130"/>
                    <a:pt x="101" y="130"/>
                  </a:cubicBezTo>
                  <a:cubicBezTo>
                    <a:pt x="100" y="130"/>
                    <a:pt x="100" y="130"/>
                    <a:pt x="100" y="130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98" y="131"/>
                    <a:pt x="98" y="131"/>
                    <a:pt x="98" y="131"/>
                  </a:cubicBezTo>
                  <a:cubicBezTo>
                    <a:pt x="97" y="132"/>
                    <a:pt x="97" y="132"/>
                    <a:pt x="97" y="132"/>
                  </a:cubicBezTo>
                  <a:cubicBezTo>
                    <a:pt x="95" y="133"/>
                    <a:pt x="95" y="133"/>
                    <a:pt x="95" y="133"/>
                  </a:cubicBezTo>
                  <a:cubicBezTo>
                    <a:pt x="94" y="134"/>
                    <a:pt x="94" y="134"/>
                    <a:pt x="94" y="134"/>
                  </a:cubicBezTo>
                  <a:cubicBezTo>
                    <a:pt x="93" y="135"/>
                    <a:pt x="93" y="135"/>
                    <a:pt x="93" y="135"/>
                  </a:cubicBezTo>
                  <a:cubicBezTo>
                    <a:pt x="93" y="135"/>
                    <a:pt x="93" y="135"/>
                    <a:pt x="93" y="135"/>
                  </a:cubicBezTo>
                  <a:cubicBezTo>
                    <a:pt x="93" y="136"/>
                    <a:pt x="93" y="136"/>
                    <a:pt x="93" y="136"/>
                  </a:cubicBezTo>
                  <a:cubicBezTo>
                    <a:pt x="93" y="137"/>
                    <a:pt x="93" y="137"/>
                    <a:pt x="93" y="137"/>
                  </a:cubicBezTo>
                  <a:cubicBezTo>
                    <a:pt x="93" y="137"/>
                    <a:pt x="93" y="137"/>
                    <a:pt x="93" y="137"/>
                  </a:cubicBezTo>
                  <a:cubicBezTo>
                    <a:pt x="93" y="136"/>
                    <a:pt x="93" y="136"/>
                    <a:pt x="93" y="13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2" y="137"/>
                    <a:pt x="92" y="137"/>
                    <a:pt x="92" y="137"/>
                  </a:cubicBezTo>
                  <a:cubicBezTo>
                    <a:pt x="92" y="137"/>
                    <a:pt x="92" y="137"/>
                    <a:pt x="92" y="137"/>
                  </a:cubicBezTo>
                  <a:cubicBezTo>
                    <a:pt x="91" y="137"/>
                    <a:pt x="91" y="137"/>
                    <a:pt x="91" y="137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91" y="135"/>
                    <a:pt x="91" y="135"/>
                    <a:pt x="91" y="135"/>
                  </a:cubicBezTo>
                  <a:cubicBezTo>
                    <a:pt x="91" y="135"/>
                    <a:pt x="91" y="135"/>
                    <a:pt x="91" y="135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89" y="135"/>
                    <a:pt x="89" y="135"/>
                    <a:pt x="89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6"/>
                    <a:pt x="87" y="136"/>
                    <a:pt x="87" y="136"/>
                  </a:cubicBezTo>
                  <a:cubicBezTo>
                    <a:pt x="86" y="136"/>
                    <a:pt x="86" y="136"/>
                    <a:pt x="86" y="136"/>
                  </a:cubicBezTo>
                  <a:cubicBezTo>
                    <a:pt x="85" y="137"/>
                    <a:pt x="85" y="137"/>
                    <a:pt x="85" y="137"/>
                  </a:cubicBezTo>
                  <a:cubicBezTo>
                    <a:pt x="84" y="137"/>
                    <a:pt x="84" y="137"/>
                    <a:pt x="84" y="137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83" y="139"/>
                    <a:pt x="83" y="139"/>
                    <a:pt x="83" y="139"/>
                  </a:cubicBezTo>
                  <a:cubicBezTo>
                    <a:pt x="83" y="139"/>
                    <a:pt x="83" y="139"/>
                    <a:pt x="83" y="139"/>
                  </a:cubicBezTo>
                  <a:cubicBezTo>
                    <a:pt x="82" y="139"/>
                    <a:pt x="82" y="139"/>
                    <a:pt x="82" y="139"/>
                  </a:cubicBezTo>
                  <a:cubicBezTo>
                    <a:pt x="81" y="139"/>
                    <a:pt x="81" y="139"/>
                    <a:pt x="81" y="139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81" y="140"/>
                    <a:pt x="81" y="140"/>
                    <a:pt x="81" y="140"/>
                  </a:cubicBezTo>
                  <a:cubicBezTo>
                    <a:pt x="80" y="140"/>
                    <a:pt x="80" y="140"/>
                    <a:pt x="80" y="140"/>
                  </a:cubicBezTo>
                  <a:cubicBezTo>
                    <a:pt x="79" y="140"/>
                    <a:pt x="79" y="140"/>
                    <a:pt x="79" y="140"/>
                  </a:cubicBezTo>
                  <a:cubicBezTo>
                    <a:pt x="79" y="140"/>
                    <a:pt x="79" y="140"/>
                    <a:pt x="79" y="140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8" y="142"/>
                    <a:pt x="78" y="142"/>
                    <a:pt x="78" y="142"/>
                  </a:cubicBezTo>
                  <a:cubicBezTo>
                    <a:pt x="78" y="142"/>
                    <a:pt x="78" y="142"/>
                    <a:pt x="78" y="142"/>
                  </a:cubicBezTo>
                  <a:cubicBezTo>
                    <a:pt x="79" y="142"/>
                    <a:pt x="79" y="142"/>
                    <a:pt x="79" y="142"/>
                  </a:cubicBezTo>
                  <a:cubicBezTo>
                    <a:pt x="79" y="142"/>
                    <a:pt x="79" y="142"/>
                    <a:pt x="79" y="142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80" y="141"/>
                    <a:pt x="80" y="141"/>
                    <a:pt x="80" y="141"/>
                  </a:cubicBezTo>
                  <a:cubicBezTo>
                    <a:pt x="80" y="141"/>
                    <a:pt x="80" y="141"/>
                    <a:pt x="80" y="141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0" y="142"/>
                    <a:pt x="80" y="142"/>
                    <a:pt x="80" y="142"/>
                  </a:cubicBezTo>
                  <a:cubicBezTo>
                    <a:pt x="81" y="142"/>
                    <a:pt x="81" y="142"/>
                    <a:pt x="81" y="142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82" y="140"/>
                    <a:pt x="82" y="140"/>
                    <a:pt x="82" y="140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3" y="142"/>
                    <a:pt x="83" y="142"/>
                    <a:pt x="83" y="142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83" y="141"/>
                    <a:pt x="83" y="141"/>
                    <a:pt x="83" y="141"/>
                  </a:cubicBezTo>
                  <a:cubicBezTo>
                    <a:pt x="84" y="141"/>
                    <a:pt x="84" y="141"/>
                    <a:pt x="84" y="141"/>
                  </a:cubicBezTo>
                  <a:cubicBezTo>
                    <a:pt x="84" y="141"/>
                    <a:pt x="84" y="141"/>
                    <a:pt x="84" y="141"/>
                  </a:cubicBezTo>
                  <a:cubicBezTo>
                    <a:pt x="84" y="141"/>
                    <a:pt x="84" y="141"/>
                    <a:pt x="84" y="141"/>
                  </a:cubicBezTo>
                  <a:cubicBezTo>
                    <a:pt x="85" y="141"/>
                    <a:pt x="85" y="141"/>
                    <a:pt x="85" y="141"/>
                  </a:cubicBezTo>
                  <a:cubicBezTo>
                    <a:pt x="86" y="140"/>
                    <a:pt x="86" y="140"/>
                    <a:pt x="86" y="140"/>
                  </a:cubicBezTo>
                  <a:cubicBezTo>
                    <a:pt x="87" y="139"/>
                    <a:pt x="87" y="139"/>
                    <a:pt x="87" y="139"/>
                  </a:cubicBezTo>
                  <a:cubicBezTo>
                    <a:pt x="86" y="139"/>
                    <a:pt x="86" y="139"/>
                    <a:pt x="86" y="139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88" y="137"/>
                    <a:pt x="88" y="137"/>
                    <a:pt x="88" y="137"/>
                  </a:cubicBezTo>
                  <a:cubicBezTo>
                    <a:pt x="88" y="137"/>
                    <a:pt x="88" y="137"/>
                    <a:pt x="88" y="137"/>
                  </a:cubicBezTo>
                  <a:cubicBezTo>
                    <a:pt x="89" y="138"/>
                    <a:pt x="89" y="138"/>
                    <a:pt x="89" y="138"/>
                  </a:cubicBezTo>
                  <a:cubicBezTo>
                    <a:pt x="89" y="138"/>
                    <a:pt x="89" y="138"/>
                    <a:pt x="89" y="138"/>
                  </a:cubicBezTo>
                  <a:cubicBezTo>
                    <a:pt x="88" y="139"/>
                    <a:pt x="88" y="139"/>
                    <a:pt x="88" y="139"/>
                  </a:cubicBezTo>
                  <a:cubicBezTo>
                    <a:pt x="88" y="139"/>
                    <a:pt x="88" y="139"/>
                    <a:pt x="88" y="139"/>
                  </a:cubicBezTo>
                  <a:cubicBezTo>
                    <a:pt x="88" y="140"/>
                    <a:pt x="88" y="140"/>
                    <a:pt x="88" y="140"/>
                  </a:cubicBezTo>
                  <a:cubicBezTo>
                    <a:pt x="88" y="140"/>
                    <a:pt x="88" y="140"/>
                    <a:pt x="88" y="140"/>
                  </a:cubicBezTo>
                  <a:cubicBezTo>
                    <a:pt x="89" y="139"/>
                    <a:pt x="89" y="139"/>
                    <a:pt x="89" y="139"/>
                  </a:cubicBezTo>
                  <a:cubicBezTo>
                    <a:pt x="90" y="139"/>
                    <a:pt x="90" y="139"/>
                    <a:pt x="90" y="139"/>
                  </a:cubicBezTo>
                  <a:cubicBezTo>
                    <a:pt x="90" y="139"/>
                    <a:pt x="90" y="139"/>
                    <a:pt x="90" y="139"/>
                  </a:cubicBezTo>
                  <a:cubicBezTo>
                    <a:pt x="90" y="139"/>
                    <a:pt x="90" y="139"/>
                    <a:pt x="90" y="139"/>
                  </a:cubicBezTo>
                  <a:cubicBezTo>
                    <a:pt x="90" y="138"/>
                    <a:pt x="90" y="138"/>
                    <a:pt x="90" y="138"/>
                  </a:cubicBezTo>
                  <a:cubicBezTo>
                    <a:pt x="91" y="138"/>
                    <a:pt x="91" y="138"/>
                    <a:pt x="91" y="138"/>
                  </a:cubicBezTo>
                  <a:cubicBezTo>
                    <a:pt x="91" y="139"/>
                    <a:pt x="91" y="139"/>
                    <a:pt x="91" y="139"/>
                  </a:cubicBezTo>
                  <a:cubicBezTo>
                    <a:pt x="91" y="140"/>
                    <a:pt x="91" y="140"/>
                    <a:pt x="91" y="140"/>
                  </a:cubicBezTo>
                  <a:cubicBezTo>
                    <a:pt x="91" y="140"/>
                    <a:pt x="91" y="140"/>
                    <a:pt x="91" y="140"/>
                  </a:cubicBezTo>
                  <a:cubicBezTo>
                    <a:pt x="92" y="139"/>
                    <a:pt x="92" y="139"/>
                    <a:pt x="92" y="139"/>
                  </a:cubicBezTo>
                  <a:cubicBezTo>
                    <a:pt x="92" y="139"/>
                    <a:pt x="92" y="139"/>
                    <a:pt x="92" y="139"/>
                  </a:cubicBezTo>
                  <a:cubicBezTo>
                    <a:pt x="93" y="138"/>
                    <a:pt x="93" y="138"/>
                    <a:pt x="93" y="138"/>
                  </a:cubicBezTo>
                  <a:cubicBezTo>
                    <a:pt x="94" y="138"/>
                    <a:pt x="94" y="138"/>
                    <a:pt x="94" y="138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6" y="137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95" y="138"/>
                    <a:pt x="95" y="138"/>
                    <a:pt x="95" y="138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7" y="138"/>
                    <a:pt x="97" y="138"/>
                    <a:pt x="97" y="138"/>
                  </a:cubicBezTo>
                  <a:cubicBezTo>
                    <a:pt x="97" y="137"/>
                    <a:pt x="97" y="137"/>
                    <a:pt x="97" y="137"/>
                  </a:cubicBezTo>
                  <a:cubicBezTo>
                    <a:pt x="97" y="137"/>
                    <a:pt x="97" y="137"/>
                    <a:pt x="97" y="137"/>
                  </a:cubicBezTo>
                  <a:cubicBezTo>
                    <a:pt x="97" y="137"/>
                    <a:pt x="97" y="137"/>
                    <a:pt x="97" y="137"/>
                  </a:cubicBezTo>
                  <a:cubicBezTo>
                    <a:pt x="98" y="137"/>
                    <a:pt x="98" y="137"/>
                    <a:pt x="98" y="137"/>
                  </a:cubicBezTo>
                  <a:cubicBezTo>
                    <a:pt x="98" y="137"/>
                    <a:pt x="98" y="137"/>
                    <a:pt x="98" y="137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0" y="136"/>
                    <a:pt x="100" y="136"/>
                    <a:pt x="100" y="136"/>
                  </a:cubicBezTo>
                  <a:cubicBezTo>
                    <a:pt x="100" y="136"/>
                    <a:pt x="100" y="136"/>
                    <a:pt x="100" y="136"/>
                  </a:cubicBezTo>
                  <a:cubicBezTo>
                    <a:pt x="101" y="136"/>
                    <a:pt x="101" y="136"/>
                    <a:pt x="101" y="136"/>
                  </a:cubicBezTo>
                  <a:cubicBezTo>
                    <a:pt x="101" y="136"/>
                    <a:pt x="101" y="136"/>
                    <a:pt x="101" y="136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2" y="136"/>
                    <a:pt x="102" y="136"/>
                    <a:pt x="102" y="136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136"/>
                    <a:pt x="102" y="136"/>
                    <a:pt x="102" y="136"/>
                  </a:cubicBezTo>
                  <a:cubicBezTo>
                    <a:pt x="103" y="136"/>
                    <a:pt x="103" y="136"/>
                    <a:pt x="103" y="136"/>
                  </a:cubicBezTo>
                  <a:cubicBezTo>
                    <a:pt x="102" y="136"/>
                    <a:pt x="102" y="136"/>
                    <a:pt x="102" y="136"/>
                  </a:cubicBezTo>
                  <a:cubicBezTo>
                    <a:pt x="103" y="135"/>
                    <a:pt x="103" y="135"/>
                    <a:pt x="103" y="135"/>
                  </a:cubicBezTo>
                  <a:cubicBezTo>
                    <a:pt x="103" y="135"/>
                    <a:pt x="103" y="135"/>
                    <a:pt x="103" y="135"/>
                  </a:cubicBezTo>
                  <a:cubicBezTo>
                    <a:pt x="102" y="135"/>
                    <a:pt x="102" y="135"/>
                    <a:pt x="102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2" y="134"/>
                    <a:pt x="102" y="134"/>
                    <a:pt x="102" y="134"/>
                  </a:cubicBezTo>
                  <a:cubicBezTo>
                    <a:pt x="104" y="134"/>
                    <a:pt x="104" y="134"/>
                    <a:pt x="104" y="134"/>
                  </a:cubicBezTo>
                  <a:cubicBezTo>
                    <a:pt x="106" y="134"/>
                    <a:pt x="106" y="134"/>
                    <a:pt x="106" y="134"/>
                  </a:cubicBezTo>
                  <a:cubicBezTo>
                    <a:pt x="106" y="133"/>
                    <a:pt x="106" y="133"/>
                    <a:pt x="106" y="133"/>
                  </a:cubicBezTo>
                  <a:cubicBezTo>
                    <a:pt x="106" y="133"/>
                    <a:pt x="106" y="133"/>
                    <a:pt x="106" y="133"/>
                  </a:cubicBezTo>
                  <a:cubicBezTo>
                    <a:pt x="106" y="133"/>
                    <a:pt x="106" y="133"/>
                    <a:pt x="106" y="133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8" y="133"/>
                    <a:pt x="108" y="133"/>
                    <a:pt x="108" y="133"/>
                  </a:cubicBezTo>
                  <a:cubicBezTo>
                    <a:pt x="108" y="133"/>
                    <a:pt x="108" y="133"/>
                    <a:pt x="108" y="133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9" y="131"/>
                    <a:pt x="109" y="131"/>
                    <a:pt x="109" y="131"/>
                  </a:cubicBezTo>
                  <a:cubicBezTo>
                    <a:pt x="109" y="131"/>
                    <a:pt x="109" y="131"/>
                    <a:pt x="109" y="131"/>
                  </a:cubicBezTo>
                  <a:cubicBezTo>
                    <a:pt x="109" y="130"/>
                    <a:pt x="109" y="130"/>
                    <a:pt x="109" y="130"/>
                  </a:cubicBezTo>
                  <a:cubicBezTo>
                    <a:pt x="110" y="131"/>
                    <a:pt x="110" y="131"/>
                    <a:pt x="110" y="131"/>
                  </a:cubicBezTo>
                  <a:cubicBezTo>
                    <a:pt x="110" y="131"/>
                    <a:pt x="110" y="131"/>
                    <a:pt x="110" y="131"/>
                  </a:cubicBezTo>
                  <a:cubicBezTo>
                    <a:pt x="110" y="132"/>
                    <a:pt x="110" y="132"/>
                    <a:pt x="110" y="132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2" y="130"/>
                    <a:pt x="112" y="130"/>
                    <a:pt x="112" y="130"/>
                  </a:cubicBezTo>
                  <a:cubicBezTo>
                    <a:pt x="112" y="130"/>
                    <a:pt x="112" y="130"/>
                    <a:pt x="112" y="130"/>
                  </a:cubicBezTo>
                  <a:cubicBezTo>
                    <a:pt x="113" y="130"/>
                    <a:pt x="113" y="130"/>
                    <a:pt x="113" y="130"/>
                  </a:cubicBezTo>
                  <a:cubicBezTo>
                    <a:pt x="113" y="129"/>
                    <a:pt x="113" y="129"/>
                    <a:pt x="113" y="129"/>
                  </a:cubicBezTo>
                  <a:cubicBezTo>
                    <a:pt x="114" y="130"/>
                    <a:pt x="114" y="130"/>
                    <a:pt x="114" y="130"/>
                  </a:cubicBezTo>
                  <a:cubicBezTo>
                    <a:pt x="114" y="130"/>
                    <a:pt x="114" y="130"/>
                    <a:pt x="114" y="130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5" y="128"/>
                    <a:pt x="115" y="128"/>
                    <a:pt x="115" y="128"/>
                  </a:cubicBezTo>
                  <a:cubicBezTo>
                    <a:pt x="115" y="128"/>
                    <a:pt x="115" y="128"/>
                    <a:pt x="115" y="128"/>
                  </a:cubicBezTo>
                  <a:cubicBezTo>
                    <a:pt x="114" y="128"/>
                    <a:pt x="114" y="128"/>
                    <a:pt x="114" y="128"/>
                  </a:cubicBezTo>
                  <a:cubicBezTo>
                    <a:pt x="114" y="128"/>
                    <a:pt x="114" y="128"/>
                    <a:pt x="114" y="128"/>
                  </a:cubicBezTo>
                  <a:cubicBezTo>
                    <a:pt x="115" y="127"/>
                    <a:pt x="115" y="127"/>
                    <a:pt x="115" y="127"/>
                  </a:cubicBezTo>
                  <a:cubicBezTo>
                    <a:pt x="116" y="127"/>
                    <a:pt x="116" y="127"/>
                    <a:pt x="116" y="127"/>
                  </a:cubicBezTo>
                  <a:cubicBezTo>
                    <a:pt x="117" y="126"/>
                    <a:pt x="117" y="126"/>
                    <a:pt x="117" y="126"/>
                  </a:cubicBezTo>
                  <a:cubicBezTo>
                    <a:pt x="117" y="126"/>
                    <a:pt x="117" y="126"/>
                    <a:pt x="117" y="126"/>
                  </a:cubicBezTo>
                  <a:cubicBezTo>
                    <a:pt x="117" y="127"/>
                    <a:pt x="117" y="127"/>
                    <a:pt x="117" y="127"/>
                  </a:cubicBezTo>
                  <a:cubicBezTo>
                    <a:pt x="118" y="126"/>
                    <a:pt x="118" y="126"/>
                    <a:pt x="118" y="126"/>
                  </a:cubicBezTo>
                  <a:cubicBezTo>
                    <a:pt x="119" y="125"/>
                    <a:pt x="119" y="125"/>
                    <a:pt x="119" y="125"/>
                  </a:cubicBezTo>
                  <a:cubicBezTo>
                    <a:pt x="119" y="125"/>
                    <a:pt x="119" y="125"/>
                    <a:pt x="119" y="125"/>
                  </a:cubicBezTo>
                  <a:cubicBezTo>
                    <a:pt x="120" y="125"/>
                    <a:pt x="120" y="125"/>
                    <a:pt x="120" y="125"/>
                  </a:cubicBezTo>
                  <a:cubicBezTo>
                    <a:pt x="120" y="124"/>
                    <a:pt x="120" y="124"/>
                    <a:pt x="120" y="124"/>
                  </a:cubicBezTo>
                  <a:cubicBezTo>
                    <a:pt x="121" y="124"/>
                    <a:pt x="121" y="124"/>
                    <a:pt x="121" y="124"/>
                  </a:cubicBezTo>
                  <a:cubicBezTo>
                    <a:pt x="121" y="125"/>
                    <a:pt x="121" y="125"/>
                    <a:pt x="121" y="125"/>
                  </a:cubicBezTo>
                  <a:cubicBezTo>
                    <a:pt x="121" y="125"/>
                    <a:pt x="121" y="125"/>
                    <a:pt x="121" y="125"/>
                  </a:cubicBezTo>
                  <a:cubicBezTo>
                    <a:pt x="122" y="124"/>
                    <a:pt x="122" y="124"/>
                    <a:pt x="122" y="124"/>
                  </a:cubicBezTo>
                  <a:cubicBezTo>
                    <a:pt x="122" y="124"/>
                    <a:pt x="122" y="124"/>
                    <a:pt x="122" y="124"/>
                  </a:cubicBezTo>
                  <a:cubicBezTo>
                    <a:pt x="123" y="124"/>
                    <a:pt x="123" y="124"/>
                    <a:pt x="123" y="124"/>
                  </a:cubicBezTo>
                  <a:cubicBezTo>
                    <a:pt x="123" y="124"/>
                    <a:pt x="123" y="124"/>
                    <a:pt x="123" y="124"/>
                  </a:cubicBezTo>
                  <a:cubicBezTo>
                    <a:pt x="124" y="123"/>
                    <a:pt x="124" y="123"/>
                    <a:pt x="124" y="123"/>
                  </a:cubicBezTo>
                  <a:cubicBezTo>
                    <a:pt x="124" y="123"/>
                    <a:pt x="124" y="123"/>
                    <a:pt x="124" y="123"/>
                  </a:cubicBezTo>
                  <a:cubicBezTo>
                    <a:pt x="124" y="123"/>
                    <a:pt x="124" y="123"/>
                    <a:pt x="124" y="123"/>
                  </a:cubicBezTo>
                  <a:cubicBezTo>
                    <a:pt x="125" y="123"/>
                    <a:pt x="125" y="123"/>
                    <a:pt x="125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27" y="123"/>
                    <a:pt x="127" y="123"/>
                    <a:pt x="127" y="123"/>
                  </a:cubicBezTo>
                  <a:cubicBezTo>
                    <a:pt x="127" y="123"/>
                    <a:pt x="127" y="123"/>
                    <a:pt x="127" y="123"/>
                  </a:cubicBezTo>
                  <a:cubicBezTo>
                    <a:pt x="127" y="123"/>
                    <a:pt x="127" y="123"/>
                    <a:pt x="127" y="123"/>
                  </a:cubicBezTo>
                  <a:cubicBezTo>
                    <a:pt x="128" y="122"/>
                    <a:pt x="128" y="122"/>
                    <a:pt x="128" y="122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7" y="121"/>
                    <a:pt x="127" y="121"/>
                    <a:pt x="127" y="121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0"/>
                    <a:pt x="129" y="120"/>
                    <a:pt x="129" y="120"/>
                  </a:cubicBezTo>
                  <a:cubicBezTo>
                    <a:pt x="128" y="120"/>
                    <a:pt x="128" y="120"/>
                    <a:pt x="128" y="120"/>
                  </a:cubicBezTo>
                  <a:cubicBezTo>
                    <a:pt x="129" y="120"/>
                    <a:pt x="129" y="120"/>
                    <a:pt x="129" y="120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2" y="119"/>
                    <a:pt x="132" y="119"/>
                    <a:pt x="132" y="119"/>
                  </a:cubicBezTo>
                  <a:cubicBezTo>
                    <a:pt x="132" y="118"/>
                    <a:pt x="132" y="118"/>
                    <a:pt x="132" y="118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4" y="117"/>
                    <a:pt x="134" y="117"/>
                    <a:pt x="134" y="117"/>
                  </a:cubicBezTo>
                  <a:cubicBezTo>
                    <a:pt x="134" y="116"/>
                    <a:pt x="134" y="116"/>
                    <a:pt x="134" y="116"/>
                  </a:cubicBezTo>
                  <a:cubicBezTo>
                    <a:pt x="134" y="116"/>
                    <a:pt x="134" y="116"/>
                    <a:pt x="134" y="116"/>
                  </a:cubicBezTo>
                  <a:cubicBezTo>
                    <a:pt x="133" y="116"/>
                    <a:pt x="133" y="116"/>
                    <a:pt x="133" y="116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2" y="115"/>
                    <a:pt x="132" y="115"/>
                    <a:pt x="132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2" y="113"/>
                    <a:pt x="132" y="113"/>
                    <a:pt x="132" y="113"/>
                  </a:cubicBezTo>
                  <a:cubicBezTo>
                    <a:pt x="133" y="113"/>
                    <a:pt x="133" y="113"/>
                    <a:pt x="133" y="113"/>
                  </a:cubicBezTo>
                  <a:cubicBezTo>
                    <a:pt x="133" y="113"/>
                    <a:pt x="133" y="113"/>
                    <a:pt x="133" y="113"/>
                  </a:cubicBezTo>
                  <a:cubicBezTo>
                    <a:pt x="134" y="112"/>
                    <a:pt x="134" y="112"/>
                    <a:pt x="134" y="112"/>
                  </a:cubicBezTo>
                  <a:cubicBezTo>
                    <a:pt x="134" y="112"/>
                    <a:pt x="134" y="112"/>
                    <a:pt x="134" y="112"/>
                  </a:cubicBezTo>
                  <a:cubicBezTo>
                    <a:pt x="134" y="112"/>
                    <a:pt x="134" y="112"/>
                    <a:pt x="134" y="112"/>
                  </a:cubicBezTo>
                  <a:cubicBezTo>
                    <a:pt x="134" y="112"/>
                    <a:pt x="134" y="112"/>
                    <a:pt x="134" y="112"/>
                  </a:cubicBezTo>
                  <a:cubicBezTo>
                    <a:pt x="135" y="112"/>
                    <a:pt x="135" y="112"/>
                    <a:pt x="135" y="112"/>
                  </a:cubicBezTo>
                  <a:cubicBezTo>
                    <a:pt x="136" y="111"/>
                    <a:pt x="136" y="111"/>
                    <a:pt x="136" y="111"/>
                  </a:cubicBezTo>
                  <a:cubicBezTo>
                    <a:pt x="137" y="112"/>
                    <a:pt x="137" y="112"/>
                    <a:pt x="137" y="112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38" y="112"/>
                    <a:pt x="138" y="112"/>
                    <a:pt x="138" y="112"/>
                  </a:cubicBezTo>
                  <a:cubicBezTo>
                    <a:pt x="138" y="112"/>
                    <a:pt x="138" y="112"/>
                    <a:pt x="138" y="112"/>
                  </a:cubicBezTo>
                  <a:cubicBezTo>
                    <a:pt x="139" y="112"/>
                    <a:pt x="139" y="112"/>
                    <a:pt x="139" y="112"/>
                  </a:cubicBezTo>
                  <a:cubicBezTo>
                    <a:pt x="140" y="111"/>
                    <a:pt x="140" y="111"/>
                    <a:pt x="140" y="111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9" y="110"/>
                    <a:pt x="139" y="110"/>
                    <a:pt x="139" y="110"/>
                  </a:cubicBezTo>
                  <a:cubicBezTo>
                    <a:pt x="139" y="110"/>
                    <a:pt x="139" y="110"/>
                    <a:pt x="139" y="110"/>
                  </a:cubicBezTo>
                  <a:cubicBezTo>
                    <a:pt x="140" y="110"/>
                    <a:pt x="140" y="110"/>
                    <a:pt x="140" y="110"/>
                  </a:cubicBezTo>
                  <a:cubicBezTo>
                    <a:pt x="142" y="110"/>
                    <a:pt x="142" y="110"/>
                    <a:pt x="142" y="110"/>
                  </a:cubicBezTo>
                  <a:cubicBezTo>
                    <a:pt x="142" y="109"/>
                    <a:pt x="142" y="109"/>
                    <a:pt x="142" y="109"/>
                  </a:cubicBezTo>
                  <a:cubicBezTo>
                    <a:pt x="142" y="108"/>
                    <a:pt x="142" y="108"/>
                    <a:pt x="142" y="108"/>
                  </a:cubicBezTo>
                  <a:cubicBezTo>
                    <a:pt x="140" y="107"/>
                    <a:pt x="140" y="107"/>
                    <a:pt x="140" y="107"/>
                  </a:cubicBezTo>
                  <a:cubicBezTo>
                    <a:pt x="140" y="107"/>
                    <a:pt x="140" y="107"/>
                    <a:pt x="140" y="107"/>
                  </a:cubicBezTo>
                  <a:cubicBezTo>
                    <a:pt x="139" y="108"/>
                    <a:pt x="139" y="108"/>
                    <a:pt x="139" y="108"/>
                  </a:cubicBezTo>
                  <a:cubicBezTo>
                    <a:pt x="139" y="107"/>
                    <a:pt x="139" y="107"/>
                    <a:pt x="139" y="107"/>
                  </a:cubicBezTo>
                  <a:cubicBezTo>
                    <a:pt x="140" y="107"/>
                    <a:pt x="140" y="107"/>
                    <a:pt x="140" y="107"/>
                  </a:cubicBezTo>
                  <a:cubicBezTo>
                    <a:pt x="141" y="107"/>
                    <a:pt x="141" y="107"/>
                    <a:pt x="141" y="107"/>
                  </a:cubicBezTo>
                  <a:cubicBezTo>
                    <a:pt x="142" y="107"/>
                    <a:pt x="142" y="107"/>
                    <a:pt x="142" y="107"/>
                  </a:cubicBezTo>
                  <a:cubicBezTo>
                    <a:pt x="143" y="107"/>
                    <a:pt x="143" y="107"/>
                    <a:pt x="143" y="107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4" y="106"/>
                    <a:pt x="144" y="106"/>
                    <a:pt x="144" y="106"/>
                  </a:cubicBezTo>
                  <a:cubicBezTo>
                    <a:pt x="146" y="105"/>
                    <a:pt x="146" y="105"/>
                    <a:pt x="146" y="105"/>
                  </a:cubicBezTo>
                  <a:cubicBezTo>
                    <a:pt x="147" y="104"/>
                    <a:pt x="147" y="104"/>
                    <a:pt x="147" y="104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50" y="102"/>
                    <a:pt x="150" y="102"/>
                    <a:pt x="150" y="102"/>
                  </a:cubicBezTo>
                  <a:cubicBezTo>
                    <a:pt x="152" y="102"/>
                    <a:pt x="152" y="102"/>
                    <a:pt x="152" y="102"/>
                  </a:cubicBezTo>
                  <a:cubicBezTo>
                    <a:pt x="153" y="101"/>
                    <a:pt x="153" y="101"/>
                    <a:pt x="153" y="101"/>
                  </a:cubicBezTo>
                  <a:cubicBezTo>
                    <a:pt x="155" y="100"/>
                    <a:pt x="155" y="100"/>
                    <a:pt x="155" y="100"/>
                  </a:cubicBezTo>
                  <a:cubicBezTo>
                    <a:pt x="156" y="99"/>
                    <a:pt x="156" y="99"/>
                    <a:pt x="156" y="99"/>
                  </a:cubicBezTo>
                  <a:cubicBezTo>
                    <a:pt x="156" y="100"/>
                    <a:pt x="156" y="100"/>
                    <a:pt x="156" y="100"/>
                  </a:cubicBezTo>
                  <a:cubicBezTo>
                    <a:pt x="156" y="101"/>
                    <a:pt x="156" y="101"/>
                    <a:pt x="156" y="101"/>
                  </a:cubicBezTo>
                  <a:cubicBezTo>
                    <a:pt x="156" y="101"/>
                    <a:pt x="156" y="101"/>
                    <a:pt x="156" y="101"/>
                  </a:cubicBezTo>
                  <a:cubicBezTo>
                    <a:pt x="157" y="101"/>
                    <a:pt x="157" y="101"/>
                    <a:pt x="157" y="101"/>
                  </a:cubicBezTo>
                  <a:cubicBezTo>
                    <a:pt x="157" y="101"/>
                    <a:pt x="157" y="101"/>
                    <a:pt x="157" y="101"/>
                  </a:cubicBezTo>
                  <a:cubicBezTo>
                    <a:pt x="158" y="100"/>
                    <a:pt x="158" y="100"/>
                    <a:pt x="158" y="100"/>
                  </a:cubicBezTo>
                  <a:cubicBezTo>
                    <a:pt x="159" y="100"/>
                    <a:pt x="159" y="100"/>
                    <a:pt x="159" y="100"/>
                  </a:cubicBezTo>
                  <a:cubicBezTo>
                    <a:pt x="161" y="99"/>
                    <a:pt x="161" y="99"/>
                    <a:pt x="161" y="99"/>
                  </a:cubicBezTo>
                  <a:cubicBezTo>
                    <a:pt x="161" y="99"/>
                    <a:pt x="161" y="99"/>
                    <a:pt x="161" y="99"/>
                  </a:cubicBezTo>
                  <a:cubicBezTo>
                    <a:pt x="161" y="100"/>
                    <a:pt x="161" y="100"/>
                    <a:pt x="161" y="100"/>
                  </a:cubicBezTo>
                  <a:cubicBezTo>
                    <a:pt x="160" y="100"/>
                    <a:pt x="160" y="100"/>
                    <a:pt x="160" y="100"/>
                  </a:cubicBezTo>
                  <a:cubicBezTo>
                    <a:pt x="159" y="101"/>
                    <a:pt x="159" y="101"/>
                    <a:pt x="159" y="101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103"/>
                    <a:pt x="157" y="103"/>
                    <a:pt x="157" y="103"/>
                  </a:cubicBezTo>
                  <a:cubicBezTo>
                    <a:pt x="158" y="104"/>
                    <a:pt x="158" y="104"/>
                    <a:pt x="158" y="104"/>
                  </a:cubicBezTo>
                  <a:cubicBezTo>
                    <a:pt x="158" y="105"/>
                    <a:pt x="158" y="105"/>
                    <a:pt x="158" y="105"/>
                  </a:cubicBezTo>
                  <a:cubicBezTo>
                    <a:pt x="157" y="105"/>
                    <a:pt x="157" y="105"/>
                    <a:pt x="157" y="105"/>
                  </a:cubicBezTo>
                  <a:cubicBezTo>
                    <a:pt x="156" y="104"/>
                    <a:pt x="156" y="104"/>
                    <a:pt x="156" y="104"/>
                  </a:cubicBezTo>
                  <a:cubicBezTo>
                    <a:pt x="156" y="105"/>
                    <a:pt x="156" y="105"/>
                    <a:pt x="156" y="105"/>
                  </a:cubicBezTo>
                  <a:cubicBezTo>
                    <a:pt x="155" y="105"/>
                    <a:pt x="155" y="105"/>
                    <a:pt x="155" y="105"/>
                  </a:cubicBezTo>
                  <a:cubicBezTo>
                    <a:pt x="154" y="104"/>
                    <a:pt x="154" y="104"/>
                    <a:pt x="154" y="104"/>
                  </a:cubicBezTo>
                  <a:cubicBezTo>
                    <a:pt x="154" y="103"/>
                    <a:pt x="154" y="103"/>
                    <a:pt x="154" y="103"/>
                  </a:cubicBezTo>
                  <a:cubicBezTo>
                    <a:pt x="153" y="104"/>
                    <a:pt x="153" y="104"/>
                    <a:pt x="153" y="104"/>
                  </a:cubicBezTo>
                  <a:cubicBezTo>
                    <a:pt x="152" y="104"/>
                    <a:pt x="152" y="104"/>
                    <a:pt x="152" y="104"/>
                  </a:cubicBezTo>
                  <a:cubicBezTo>
                    <a:pt x="151" y="105"/>
                    <a:pt x="151" y="105"/>
                    <a:pt x="151" y="105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9" y="105"/>
                    <a:pt x="149" y="105"/>
                    <a:pt x="149" y="105"/>
                  </a:cubicBezTo>
                  <a:cubicBezTo>
                    <a:pt x="148" y="106"/>
                    <a:pt x="148" y="106"/>
                    <a:pt x="148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8" y="108"/>
                    <a:pt x="148" y="108"/>
                    <a:pt x="148" y="108"/>
                  </a:cubicBezTo>
                  <a:cubicBezTo>
                    <a:pt x="147" y="108"/>
                    <a:pt x="147" y="108"/>
                    <a:pt x="147" y="108"/>
                  </a:cubicBezTo>
                  <a:cubicBezTo>
                    <a:pt x="147" y="109"/>
                    <a:pt x="147" y="109"/>
                    <a:pt x="147" y="109"/>
                  </a:cubicBezTo>
                  <a:cubicBezTo>
                    <a:pt x="144" y="111"/>
                    <a:pt x="144" y="111"/>
                    <a:pt x="144" y="111"/>
                  </a:cubicBezTo>
                  <a:cubicBezTo>
                    <a:pt x="143" y="112"/>
                    <a:pt x="143" y="112"/>
                    <a:pt x="143" y="112"/>
                  </a:cubicBezTo>
                  <a:cubicBezTo>
                    <a:pt x="143" y="113"/>
                    <a:pt x="143" y="113"/>
                    <a:pt x="143" y="113"/>
                  </a:cubicBezTo>
                  <a:cubicBezTo>
                    <a:pt x="144" y="114"/>
                    <a:pt x="144" y="114"/>
                    <a:pt x="144" y="114"/>
                  </a:cubicBezTo>
                  <a:cubicBezTo>
                    <a:pt x="145" y="113"/>
                    <a:pt x="145" y="113"/>
                    <a:pt x="145" y="113"/>
                  </a:cubicBezTo>
                  <a:cubicBezTo>
                    <a:pt x="145" y="113"/>
                    <a:pt x="145" y="113"/>
                    <a:pt x="145" y="113"/>
                  </a:cubicBezTo>
                  <a:cubicBezTo>
                    <a:pt x="146" y="113"/>
                    <a:pt x="146" y="113"/>
                    <a:pt x="146" y="113"/>
                  </a:cubicBezTo>
                  <a:cubicBezTo>
                    <a:pt x="147" y="113"/>
                    <a:pt x="147" y="113"/>
                    <a:pt x="147" y="113"/>
                  </a:cubicBezTo>
                  <a:cubicBezTo>
                    <a:pt x="147" y="113"/>
                    <a:pt x="147" y="113"/>
                    <a:pt x="147" y="113"/>
                  </a:cubicBezTo>
                  <a:cubicBezTo>
                    <a:pt x="145" y="114"/>
                    <a:pt x="145" y="114"/>
                    <a:pt x="145" y="114"/>
                  </a:cubicBezTo>
                  <a:cubicBezTo>
                    <a:pt x="144" y="114"/>
                    <a:pt x="144" y="114"/>
                    <a:pt x="144" y="114"/>
                  </a:cubicBezTo>
                  <a:cubicBezTo>
                    <a:pt x="144" y="115"/>
                    <a:pt x="144" y="115"/>
                    <a:pt x="144" y="115"/>
                  </a:cubicBezTo>
                  <a:cubicBezTo>
                    <a:pt x="143" y="115"/>
                    <a:pt x="143" y="115"/>
                    <a:pt x="143" y="115"/>
                  </a:cubicBezTo>
                  <a:cubicBezTo>
                    <a:pt x="142" y="115"/>
                    <a:pt x="142" y="115"/>
                    <a:pt x="142" y="115"/>
                  </a:cubicBezTo>
                  <a:cubicBezTo>
                    <a:pt x="142" y="115"/>
                    <a:pt x="142" y="115"/>
                    <a:pt x="142" y="115"/>
                  </a:cubicBezTo>
                  <a:cubicBezTo>
                    <a:pt x="142" y="116"/>
                    <a:pt x="142" y="116"/>
                    <a:pt x="142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1" y="117"/>
                    <a:pt x="141" y="117"/>
                    <a:pt x="141" y="117"/>
                  </a:cubicBezTo>
                  <a:cubicBezTo>
                    <a:pt x="142" y="118"/>
                    <a:pt x="142" y="118"/>
                    <a:pt x="142" y="118"/>
                  </a:cubicBezTo>
                  <a:cubicBezTo>
                    <a:pt x="142" y="118"/>
                    <a:pt x="142" y="118"/>
                    <a:pt x="142" y="118"/>
                  </a:cubicBezTo>
                  <a:cubicBezTo>
                    <a:pt x="143" y="117"/>
                    <a:pt x="143" y="117"/>
                    <a:pt x="143" y="117"/>
                  </a:cubicBezTo>
                  <a:cubicBezTo>
                    <a:pt x="143" y="118"/>
                    <a:pt x="143" y="118"/>
                    <a:pt x="143" y="118"/>
                  </a:cubicBezTo>
                  <a:cubicBezTo>
                    <a:pt x="143" y="117"/>
                    <a:pt x="143" y="117"/>
                    <a:pt x="143" y="117"/>
                  </a:cubicBezTo>
                  <a:cubicBezTo>
                    <a:pt x="144" y="117"/>
                    <a:pt x="144" y="117"/>
                    <a:pt x="144" y="117"/>
                  </a:cubicBezTo>
                  <a:cubicBezTo>
                    <a:pt x="144" y="117"/>
                    <a:pt x="144" y="117"/>
                    <a:pt x="144" y="117"/>
                  </a:cubicBezTo>
                  <a:cubicBezTo>
                    <a:pt x="145" y="117"/>
                    <a:pt x="145" y="117"/>
                    <a:pt x="145" y="117"/>
                  </a:cubicBezTo>
                  <a:cubicBezTo>
                    <a:pt x="145" y="117"/>
                    <a:pt x="145" y="117"/>
                    <a:pt x="145" y="117"/>
                  </a:cubicBezTo>
                  <a:cubicBezTo>
                    <a:pt x="145" y="116"/>
                    <a:pt x="145" y="116"/>
                    <a:pt x="145" y="116"/>
                  </a:cubicBezTo>
                  <a:cubicBezTo>
                    <a:pt x="146" y="116"/>
                    <a:pt x="146" y="116"/>
                    <a:pt x="146" y="116"/>
                  </a:cubicBezTo>
                  <a:cubicBezTo>
                    <a:pt x="146" y="115"/>
                    <a:pt x="146" y="115"/>
                    <a:pt x="146" y="115"/>
                  </a:cubicBezTo>
                  <a:cubicBezTo>
                    <a:pt x="147" y="114"/>
                    <a:pt x="147" y="114"/>
                    <a:pt x="147" y="114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7" y="115"/>
                    <a:pt x="147" y="115"/>
                    <a:pt x="147" y="115"/>
                  </a:cubicBezTo>
                  <a:cubicBezTo>
                    <a:pt x="147" y="116"/>
                    <a:pt x="147" y="116"/>
                    <a:pt x="147" y="116"/>
                  </a:cubicBezTo>
                  <a:cubicBezTo>
                    <a:pt x="148" y="116"/>
                    <a:pt x="148" y="116"/>
                    <a:pt x="148" y="116"/>
                  </a:cubicBezTo>
                  <a:cubicBezTo>
                    <a:pt x="149" y="115"/>
                    <a:pt x="149" y="115"/>
                    <a:pt x="149" y="115"/>
                  </a:cubicBezTo>
                  <a:cubicBezTo>
                    <a:pt x="150" y="115"/>
                    <a:pt x="150" y="115"/>
                    <a:pt x="150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1" y="115"/>
                    <a:pt x="151" y="115"/>
                    <a:pt x="151" y="115"/>
                  </a:cubicBezTo>
                  <a:cubicBezTo>
                    <a:pt x="152" y="113"/>
                    <a:pt x="152" y="113"/>
                    <a:pt x="152" y="113"/>
                  </a:cubicBezTo>
                  <a:cubicBezTo>
                    <a:pt x="153" y="113"/>
                    <a:pt x="153" y="113"/>
                    <a:pt x="153" y="113"/>
                  </a:cubicBezTo>
                  <a:cubicBezTo>
                    <a:pt x="153" y="113"/>
                    <a:pt x="153" y="113"/>
                    <a:pt x="153" y="113"/>
                  </a:cubicBezTo>
                  <a:cubicBezTo>
                    <a:pt x="152" y="114"/>
                    <a:pt x="152" y="114"/>
                    <a:pt x="152" y="114"/>
                  </a:cubicBezTo>
                  <a:cubicBezTo>
                    <a:pt x="152" y="114"/>
                    <a:pt x="152" y="114"/>
                    <a:pt x="152" y="114"/>
                  </a:cubicBezTo>
                  <a:cubicBezTo>
                    <a:pt x="152" y="114"/>
                    <a:pt x="152" y="114"/>
                    <a:pt x="152" y="114"/>
                  </a:cubicBezTo>
                  <a:cubicBezTo>
                    <a:pt x="153" y="113"/>
                    <a:pt x="153" y="113"/>
                    <a:pt x="153" y="113"/>
                  </a:cubicBezTo>
                  <a:cubicBezTo>
                    <a:pt x="154" y="112"/>
                    <a:pt x="154" y="112"/>
                    <a:pt x="154" y="112"/>
                  </a:cubicBezTo>
                  <a:cubicBezTo>
                    <a:pt x="155" y="111"/>
                    <a:pt x="155" y="111"/>
                    <a:pt x="155" y="111"/>
                  </a:cubicBezTo>
                  <a:cubicBezTo>
                    <a:pt x="155" y="112"/>
                    <a:pt x="155" y="112"/>
                    <a:pt x="155" y="112"/>
                  </a:cubicBezTo>
                  <a:cubicBezTo>
                    <a:pt x="154" y="113"/>
                    <a:pt x="154" y="113"/>
                    <a:pt x="154" y="113"/>
                  </a:cubicBezTo>
                  <a:cubicBezTo>
                    <a:pt x="154" y="113"/>
                    <a:pt x="154" y="113"/>
                    <a:pt x="154" y="113"/>
                  </a:cubicBezTo>
                  <a:cubicBezTo>
                    <a:pt x="155" y="112"/>
                    <a:pt x="155" y="112"/>
                    <a:pt x="155" y="112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55" y="113"/>
                    <a:pt x="155" y="113"/>
                    <a:pt x="155" y="113"/>
                  </a:cubicBezTo>
                  <a:cubicBezTo>
                    <a:pt x="156" y="113"/>
                    <a:pt x="156" y="113"/>
                    <a:pt x="156" y="113"/>
                  </a:cubicBezTo>
                  <a:cubicBezTo>
                    <a:pt x="157" y="114"/>
                    <a:pt x="157" y="114"/>
                    <a:pt x="157" y="114"/>
                  </a:cubicBezTo>
                  <a:cubicBezTo>
                    <a:pt x="157" y="113"/>
                    <a:pt x="157" y="113"/>
                    <a:pt x="157" y="113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9" y="112"/>
                    <a:pt x="159" y="112"/>
                    <a:pt x="159" y="112"/>
                  </a:cubicBezTo>
                  <a:cubicBezTo>
                    <a:pt x="160" y="112"/>
                    <a:pt x="160" y="112"/>
                    <a:pt x="160" y="112"/>
                  </a:cubicBezTo>
                  <a:cubicBezTo>
                    <a:pt x="159" y="111"/>
                    <a:pt x="159" y="111"/>
                    <a:pt x="159" y="111"/>
                  </a:cubicBezTo>
                  <a:cubicBezTo>
                    <a:pt x="159" y="111"/>
                    <a:pt x="159" y="111"/>
                    <a:pt x="159" y="111"/>
                  </a:cubicBezTo>
                  <a:cubicBezTo>
                    <a:pt x="161" y="110"/>
                    <a:pt x="161" y="110"/>
                    <a:pt x="161" y="110"/>
                  </a:cubicBezTo>
                  <a:cubicBezTo>
                    <a:pt x="161" y="109"/>
                    <a:pt x="161" y="109"/>
                    <a:pt x="161" y="109"/>
                  </a:cubicBezTo>
                  <a:cubicBezTo>
                    <a:pt x="161" y="109"/>
                    <a:pt x="161" y="109"/>
                    <a:pt x="161" y="109"/>
                  </a:cubicBezTo>
                  <a:cubicBezTo>
                    <a:pt x="161" y="109"/>
                    <a:pt x="161" y="109"/>
                    <a:pt x="161" y="109"/>
                  </a:cubicBezTo>
                  <a:cubicBezTo>
                    <a:pt x="160" y="108"/>
                    <a:pt x="160" y="108"/>
                    <a:pt x="160" y="108"/>
                  </a:cubicBezTo>
                  <a:cubicBezTo>
                    <a:pt x="159" y="108"/>
                    <a:pt x="159" y="108"/>
                    <a:pt x="159" y="108"/>
                  </a:cubicBezTo>
                  <a:cubicBezTo>
                    <a:pt x="159" y="108"/>
                    <a:pt x="159" y="108"/>
                    <a:pt x="159" y="108"/>
                  </a:cubicBezTo>
                  <a:cubicBezTo>
                    <a:pt x="160" y="108"/>
                    <a:pt x="160" y="108"/>
                    <a:pt x="160" y="108"/>
                  </a:cubicBezTo>
                  <a:cubicBezTo>
                    <a:pt x="161" y="108"/>
                    <a:pt x="161" y="108"/>
                    <a:pt x="161" y="108"/>
                  </a:cubicBezTo>
                  <a:cubicBezTo>
                    <a:pt x="161" y="108"/>
                    <a:pt x="161" y="108"/>
                    <a:pt x="161" y="108"/>
                  </a:cubicBezTo>
                  <a:cubicBezTo>
                    <a:pt x="161" y="107"/>
                    <a:pt x="161" y="107"/>
                    <a:pt x="161" y="107"/>
                  </a:cubicBezTo>
                  <a:cubicBezTo>
                    <a:pt x="160" y="107"/>
                    <a:pt x="160" y="107"/>
                    <a:pt x="160" y="107"/>
                  </a:cubicBezTo>
                  <a:cubicBezTo>
                    <a:pt x="160" y="107"/>
                    <a:pt x="160" y="107"/>
                    <a:pt x="160" y="107"/>
                  </a:cubicBezTo>
                  <a:cubicBezTo>
                    <a:pt x="160" y="106"/>
                    <a:pt x="160" y="106"/>
                    <a:pt x="160" y="106"/>
                  </a:cubicBezTo>
                  <a:cubicBezTo>
                    <a:pt x="161" y="106"/>
                    <a:pt x="161" y="106"/>
                    <a:pt x="161" y="106"/>
                  </a:cubicBezTo>
                  <a:cubicBezTo>
                    <a:pt x="161" y="106"/>
                    <a:pt x="161" y="106"/>
                    <a:pt x="161" y="106"/>
                  </a:cubicBezTo>
                  <a:cubicBezTo>
                    <a:pt x="162" y="106"/>
                    <a:pt x="162" y="106"/>
                    <a:pt x="162" y="106"/>
                  </a:cubicBezTo>
                  <a:cubicBezTo>
                    <a:pt x="162" y="105"/>
                    <a:pt x="162" y="105"/>
                    <a:pt x="162" y="105"/>
                  </a:cubicBezTo>
                  <a:cubicBezTo>
                    <a:pt x="161" y="105"/>
                    <a:pt x="161" y="105"/>
                    <a:pt x="161" y="105"/>
                  </a:cubicBezTo>
                  <a:cubicBezTo>
                    <a:pt x="163" y="104"/>
                    <a:pt x="163" y="104"/>
                    <a:pt x="163" y="104"/>
                  </a:cubicBezTo>
                  <a:cubicBezTo>
                    <a:pt x="164" y="105"/>
                    <a:pt x="164" y="105"/>
                    <a:pt x="164" y="105"/>
                  </a:cubicBezTo>
                  <a:cubicBezTo>
                    <a:pt x="164" y="104"/>
                    <a:pt x="164" y="104"/>
                    <a:pt x="164" y="104"/>
                  </a:cubicBezTo>
                  <a:cubicBezTo>
                    <a:pt x="165" y="104"/>
                    <a:pt x="165" y="104"/>
                    <a:pt x="165" y="104"/>
                  </a:cubicBezTo>
                  <a:cubicBezTo>
                    <a:pt x="164" y="105"/>
                    <a:pt x="164" y="105"/>
                    <a:pt x="164" y="105"/>
                  </a:cubicBezTo>
                  <a:cubicBezTo>
                    <a:pt x="164" y="106"/>
                    <a:pt x="164" y="106"/>
                    <a:pt x="164" y="106"/>
                  </a:cubicBezTo>
                  <a:cubicBezTo>
                    <a:pt x="164" y="107"/>
                    <a:pt x="164" y="107"/>
                    <a:pt x="164" y="107"/>
                  </a:cubicBezTo>
                  <a:cubicBezTo>
                    <a:pt x="164" y="107"/>
                    <a:pt x="164" y="107"/>
                    <a:pt x="164" y="107"/>
                  </a:cubicBezTo>
                  <a:cubicBezTo>
                    <a:pt x="165" y="106"/>
                    <a:pt x="165" y="106"/>
                    <a:pt x="165" y="106"/>
                  </a:cubicBezTo>
                  <a:cubicBezTo>
                    <a:pt x="166" y="105"/>
                    <a:pt x="166" y="105"/>
                    <a:pt x="166" y="105"/>
                  </a:cubicBezTo>
                  <a:cubicBezTo>
                    <a:pt x="166" y="105"/>
                    <a:pt x="166" y="105"/>
                    <a:pt x="166" y="105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5" y="106"/>
                    <a:pt x="165" y="106"/>
                    <a:pt x="165" y="106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7" y="106"/>
                    <a:pt x="167" y="106"/>
                    <a:pt x="167" y="106"/>
                  </a:cubicBezTo>
                  <a:cubicBezTo>
                    <a:pt x="167" y="106"/>
                    <a:pt x="167" y="106"/>
                    <a:pt x="167" y="106"/>
                  </a:cubicBezTo>
                  <a:cubicBezTo>
                    <a:pt x="167" y="106"/>
                    <a:pt x="167" y="106"/>
                    <a:pt x="167" y="106"/>
                  </a:cubicBezTo>
                  <a:cubicBezTo>
                    <a:pt x="168" y="106"/>
                    <a:pt x="168" y="106"/>
                    <a:pt x="168" y="106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70" y="105"/>
                    <a:pt x="170" y="105"/>
                    <a:pt x="170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0" y="105"/>
                    <a:pt x="170" y="105"/>
                    <a:pt x="170" y="105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70" y="108"/>
                    <a:pt x="170" y="108"/>
                    <a:pt x="170" y="108"/>
                  </a:cubicBezTo>
                  <a:cubicBezTo>
                    <a:pt x="171" y="108"/>
                    <a:pt x="171" y="108"/>
                    <a:pt x="171" y="108"/>
                  </a:cubicBezTo>
                  <a:cubicBezTo>
                    <a:pt x="171" y="109"/>
                    <a:pt x="171" y="109"/>
                    <a:pt x="171" y="109"/>
                  </a:cubicBezTo>
                  <a:cubicBezTo>
                    <a:pt x="170" y="108"/>
                    <a:pt x="170" y="108"/>
                    <a:pt x="170" y="108"/>
                  </a:cubicBezTo>
                  <a:cubicBezTo>
                    <a:pt x="169" y="108"/>
                    <a:pt x="169" y="108"/>
                    <a:pt x="169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9" y="109"/>
                    <a:pt x="169" y="109"/>
                    <a:pt x="169" y="109"/>
                  </a:cubicBezTo>
                  <a:cubicBezTo>
                    <a:pt x="170" y="109"/>
                    <a:pt x="170" y="109"/>
                    <a:pt x="170" y="109"/>
                  </a:cubicBezTo>
                  <a:cubicBezTo>
                    <a:pt x="169" y="109"/>
                    <a:pt x="169" y="109"/>
                    <a:pt x="169" y="109"/>
                  </a:cubicBezTo>
                  <a:cubicBezTo>
                    <a:pt x="168" y="109"/>
                    <a:pt x="168" y="109"/>
                    <a:pt x="168" y="109"/>
                  </a:cubicBezTo>
                  <a:cubicBezTo>
                    <a:pt x="169" y="110"/>
                    <a:pt x="169" y="110"/>
                    <a:pt x="169" y="110"/>
                  </a:cubicBezTo>
                  <a:cubicBezTo>
                    <a:pt x="170" y="110"/>
                    <a:pt x="170" y="110"/>
                    <a:pt x="170" y="110"/>
                  </a:cubicBezTo>
                  <a:cubicBezTo>
                    <a:pt x="170" y="111"/>
                    <a:pt x="170" y="111"/>
                    <a:pt x="170" y="111"/>
                  </a:cubicBezTo>
                  <a:cubicBezTo>
                    <a:pt x="170" y="111"/>
                    <a:pt x="170" y="111"/>
                    <a:pt x="170" y="111"/>
                  </a:cubicBezTo>
                  <a:cubicBezTo>
                    <a:pt x="169" y="111"/>
                    <a:pt x="169" y="111"/>
                    <a:pt x="169" y="111"/>
                  </a:cubicBezTo>
                  <a:cubicBezTo>
                    <a:pt x="169" y="111"/>
                    <a:pt x="169" y="111"/>
                    <a:pt x="169" y="111"/>
                  </a:cubicBezTo>
                  <a:cubicBezTo>
                    <a:pt x="170" y="111"/>
                    <a:pt x="170" y="111"/>
                    <a:pt x="170" y="111"/>
                  </a:cubicBezTo>
                  <a:cubicBezTo>
                    <a:pt x="171" y="111"/>
                    <a:pt x="171" y="111"/>
                    <a:pt x="171" y="111"/>
                  </a:cubicBezTo>
                  <a:cubicBezTo>
                    <a:pt x="171" y="112"/>
                    <a:pt x="171" y="112"/>
                    <a:pt x="171" y="112"/>
                  </a:cubicBezTo>
                  <a:cubicBezTo>
                    <a:pt x="172" y="112"/>
                    <a:pt x="172" y="112"/>
                    <a:pt x="172" y="112"/>
                  </a:cubicBezTo>
                  <a:cubicBezTo>
                    <a:pt x="173" y="112"/>
                    <a:pt x="173" y="112"/>
                    <a:pt x="173" y="112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3" y="113"/>
                    <a:pt x="173" y="113"/>
                    <a:pt x="173" y="113"/>
                  </a:cubicBezTo>
                  <a:cubicBezTo>
                    <a:pt x="173" y="113"/>
                    <a:pt x="173" y="113"/>
                    <a:pt x="173" y="113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74" y="114"/>
                    <a:pt x="174" y="114"/>
                    <a:pt x="174" y="114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5" y="115"/>
                    <a:pt x="175" y="115"/>
                    <a:pt x="175" y="115"/>
                  </a:cubicBezTo>
                  <a:cubicBezTo>
                    <a:pt x="175" y="116"/>
                    <a:pt x="175" y="116"/>
                    <a:pt x="175" y="116"/>
                  </a:cubicBezTo>
                  <a:cubicBezTo>
                    <a:pt x="175" y="116"/>
                    <a:pt x="175" y="116"/>
                    <a:pt x="175" y="116"/>
                  </a:cubicBezTo>
                  <a:cubicBezTo>
                    <a:pt x="175" y="116"/>
                    <a:pt x="175" y="116"/>
                    <a:pt x="175" y="116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6" y="117"/>
                    <a:pt x="176" y="117"/>
                    <a:pt x="176" y="117"/>
                  </a:cubicBezTo>
                  <a:cubicBezTo>
                    <a:pt x="177" y="117"/>
                    <a:pt x="177" y="117"/>
                    <a:pt x="177" y="117"/>
                  </a:cubicBezTo>
                  <a:cubicBezTo>
                    <a:pt x="178" y="117"/>
                    <a:pt x="178" y="117"/>
                    <a:pt x="178" y="117"/>
                  </a:cubicBezTo>
                  <a:cubicBezTo>
                    <a:pt x="179" y="117"/>
                    <a:pt x="179" y="117"/>
                    <a:pt x="179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1" y="116"/>
                    <a:pt x="181" y="116"/>
                    <a:pt x="181" y="116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2" y="117"/>
                    <a:pt x="182" y="117"/>
                    <a:pt x="182" y="117"/>
                  </a:cubicBezTo>
                  <a:cubicBezTo>
                    <a:pt x="182" y="118"/>
                    <a:pt x="182" y="118"/>
                    <a:pt x="182" y="118"/>
                  </a:cubicBezTo>
                  <a:cubicBezTo>
                    <a:pt x="183" y="118"/>
                    <a:pt x="183" y="118"/>
                    <a:pt x="183" y="118"/>
                  </a:cubicBezTo>
                  <a:cubicBezTo>
                    <a:pt x="183" y="119"/>
                    <a:pt x="183" y="119"/>
                    <a:pt x="183" y="119"/>
                  </a:cubicBezTo>
                  <a:cubicBezTo>
                    <a:pt x="184" y="119"/>
                    <a:pt x="184" y="119"/>
                    <a:pt x="184" y="119"/>
                  </a:cubicBezTo>
                  <a:cubicBezTo>
                    <a:pt x="185" y="118"/>
                    <a:pt x="185" y="118"/>
                    <a:pt x="185" y="118"/>
                  </a:cubicBezTo>
                  <a:cubicBezTo>
                    <a:pt x="185" y="118"/>
                    <a:pt x="185" y="118"/>
                    <a:pt x="185" y="118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6" y="119"/>
                    <a:pt x="186" y="119"/>
                    <a:pt x="186" y="119"/>
                  </a:cubicBezTo>
                  <a:cubicBezTo>
                    <a:pt x="185" y="119"/>
                    <a:pt x="185" y="119"/>
                    <a:pt x="185" y="119"/>
                  </a:cubicBezTo>
                  <a:cubicBezTo>
                    <a:pt x="184" y="119"/>
                    <a:pt x="184" y="119"/>
                    <a:pt x="184" y="119"/>
                  </a:cubicBezTo>
                  <a:cubicBezTo>
                    <a:pt x="184" y="120"/>
                    <a:pt x="184" y="120"/>
                    <a:pt x="184" y="120"/>
                  </a:cubicBezTo>
                  <a:cubicBezTo>
                    <a:pt x="186" y="120"/>
                    <a:pt x="186" y="120"/>
                    <a:pt x="186" y="120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8" y="122"/>
                    <a:pt x="188" y="122"/>
                    <a:pt x="188" y="122"/>
                  </a:cubicBezTo>
                  <a:cubicBezTo>
                    <a:pt x="189" y="121"/>
                    <a:pt x="189" y="121"/>
                    <a:pt x="189" y="121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191" y="121"/>
                    <a:pt x="191" y="121"/>
                    <a:pt x="191" y="121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1"/>
                    <a:pt x="192" y="121"/>
                    <a:pt x="192" y="121"/>
                  </a:cubicBezTo>
                  <a:cubicBezTo>
                    <a:pt x="191" y="121"/>
                    <a:pt x="191" y="121"/>
                    <a:pt x="191" y="121"/>
                  </a:cubicBezTo>
                  <a:cubicBezTo>
                    <a:pt x="191" y="123"/>
                    <a:pt x="191" y="123"/>
                    <a:pt x="191" y="123"/>
                  </a:cubicBezTo>
                  <a:cubicBezTo>
                    <a:pt x="191" y="123"/>
                    <a:pt x="191" y="123"/>
                    <a:pt x="191" y="123"/>
                  </a:cubicBezTo>
                  <a:cubicBezTo>
                    <a:pt x="190" y="124"/>
                    <a:pt x="190" y="124"/>
                    <a:pt x="190" y="124"/>
                  </a:cubicBezTo>
                  <a:cubicBezTo>
                    <a:pt x="189" y="123"/>
                    <a:pt x="189" y="123"/>
                    <a:pt x="189" y="123"/>
                  </a:cubicBezTo>
                  <a:cubicBezTo>
                    <a:pt x="189" y="123"/>
                    <a:pt x="189" y="123"/>
                    <a:pt x="189" y="123"/>
                  </a:cubicBezTo>
                  <a:cubicBezTo>
                    <a:pt x="189" y="124"/>
                    <a:pt x="189" y="124"/>
                    <a:pt x="189" y="124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91" y="125"/>
                    <a:pt x="191" y="125"/>
                    <a:pt x="191" y="125"/>
                  </a:cubicBezTo>
                  <a:cubicBezTo>
                    <a:pt x="192" y="125"/>
                    <a:pt x="192" y="125"/>
                    <a:pt x="192" y="125"/>
                  </a:cubicBezTo>
                  <a:cubicBezTo>
                    <a:pt x="191" y="126"/>
                    <a:pt x="191" y="126"/>
                    <a:pt x="191" y="126"/>
                  </a:cubicBezTo>
                  <a:cubicBezTo>
                    <a:pt x="191" y="126"/>
                    <a:pt x="191" y="126"/>
                    <a:pt x="191" y="126"/>
                  </a:cubicBezTo>
                  <a:cubicBezTo>
                    <a:pt x="191" y="126"/>
                    <a:pt x="191" y="126"/>
                    <a:pt x="191" y="126"/>
                  </a:cubicBezTo>
                  <a:cubicBezTo>
                    <a:pt x="192" y="127"/>
                    <a:pt x="192" y="127"/>
                    <a:pt x="192" y="127"/>
                  </a:cubicBezTo>
                  <a:cubicBezTo>
                    <a:pt x="192" y="127"/>
                    <a:pt x="192" y="127"/>
                    <a:pt x="192" y="127"/>
                  </a:cubicBezTo>
                  <a:cubicBezTo>
                    <a:pt x="193" y="127"/>
                    <a:pt x="193" y="127"/>
                    <a:pt x="193" y="127"/>
                  </a:cubicBezTo>
                  <a:cubicBezTo>
                    <a:pt x="194" y="126"/>
                    <a:pt x="194" y="126"/>
                    <a:pt x="194" y="126"/>
                  </a:cubicBezTo>
                  <a:cubicBezTo>
                    <a:pt x="195" y="125"/>
                    <a:pt x="195" y="125"/>
                    <a:pt x="195" y="125"/>
                  </a:cubicBezTo>
                  <a:cubicBezTo>
                    <a:pt x="194" y="126"/>
                    <a:pt x="194" y="126"/>
                    <a:pt x="194" y="126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30"/>
                    <a:pt x="194" y="130"/>
                    <a:pt x="194" y="130"/>
                  </a:cubicBezTo>
                  <a:cubicBezTo>
                    <a:pt x="194" y="131"/>
                    <a:pt x="194" y="131"/>
                    <a:pt x="194" y="131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5" y="132"/>
                    <a:pt x="195" y="132"/>
                    <a:pt x="195" y="132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5" y="133"/>
                    <a:pt x="195" y="133"/>
                    <a:pt x="195" y="133"/>
                  </a:cubicBezTo>
                  <a:cubicBezTo>
                    <a:pt x="196" y="135"/>
                    <a:pt x="196" y="135"/>
                    <a:pt x="196" y="135"/>
                  </a:cubicBezTo>
                  <a:cubicBezTo>
                    <a:pt x="196" y="135"/>
                    <a:pt x="196" y="135"/>
                    <a:pt x="196" y="135"/>
                  </a:cubicBezTo>
                  <a:cubicBezTo>
                    <a:pt x="196" y="135"/>
                    <a:pt x="196" y="135"/>
                    <a:pt x="196" y="135"/>
                  </a:cubicBezTo>
                  <a:cubicBezTo>
                    <a:pt x="197" y="135"/>
                    <a:pt x="197" y="135"/>
                    <a:pt x="197" y="135"/>
                  </a:cubicBezTo>
                  <a:cubicBezTo>
                    <a:pt x="197" y="135"/>
                    <a:pt x="197" y="135"/>
                    <a:pt x="197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9" y="135"/>
                    <a:pt x="199" y="135"/>
                    <a:pt x="199" y="135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3"/>
                    <a:pt x="199" y="133"/>
                    <a:pt x="199" y="133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8" y="134"/>
                    <a:pt x="198" y="134"/>
                    <a:pt x="198" y="134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8" y="132"/>
                    <a:pt x="198" y="132"/>
                    <a:pt x="198" y="132"/>
                  </a:cubicBezTo>
                  <a:cubicBezTo>
                    <a:pt x="198" y="131"/>
                    <a:pt x="198" y="131"/>
                    <a:pt x="198" y="131"/>
                  </a:cubicBezTo>
                  <a:cubicBezTo>
                    <a:pt x="197" y="131"/>
                    <a:pt x="197" y="131"/>
                    <a:pt x="197" y="131"/>
                  </a:cubicBezTo>
                  <a:cubicBezTo>
                    <a:pt x="197" y="131"/>
                    <a:pt x="197" y="131"/>
                    <a:pt x="197" y="131"/>
                  </a:cubicBezTo>
                  <a:cubicBezTo>
                    <a:pt x="198" y="130"/>
                    <a:pt x="198" y="130"/>
                    <a:pt x="198" y="130"/>
                  </a:cubicBezTo>
                  <a:cubicBezTo>
                    <a:pt x="198" y="130"/>
                    <a:pt x="198" y="130"/>
                    <a:pt x="198" y="130"/>
                  </a:cubicBezTo>
                  <a:cubicBezTo>
                    <a:pt x="198" y="130"/>
                    <a:pt x="198" y="130"/>
                    <a:pt x="198" y="130"/>
                  </a:cubicBezTo>
                  <a:cubicBezTo>
                    <a:pt x="198" y="130"/>
                    <a:pt x="198" y="130"/>
                    <a:pt x="198" y="130"/>
                  </a:cubicBezTo>
                  <a:cubicBezTo>
                    <a:pt x="199" y="131"/>
                    <a:pt x="199" y="131"/>
                    <a:pt x="199" y="131"/>
                  </a:cubicBezTo>
                  <a:cubicBezTo>
                    <a:pt x="199" y="130"/>
                    <a:pt x="199" y="130"/>
                    <a:pt x="199" y="130"/>
                  </a:cubicBezTo>
                  <a:cubicBezTo>
                    <a:pt x="199" y="131"/>
                    <a:pt x="199" y="131"/>
                    <a:pt x="199" y="131"/>
                  </a:cubicBezTo>
                  <a:cubicBezTo>
                    <a:pt x="200" y="131"/>
                    <a:pt x="200" y="131"/>
                    <a:pt x="200" y="131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0" y="133"/>
                    <a:pt x="200" y="133"/>
                    <a:pt x="200" y="133"/>
                  </a:cubicBezTo>
                  <a:cubicBezTo>
                    <a:pt x="200" y="133"/>
                    <a:pt x="200" y="133"/>
                    <a:pt x="200" y="133"/>
                  </a:cubicBezTo>
                  <a:cubicBezTo>
                    <a:pt x="201" y="132"/>
                    <a:pt x="201" y="132"/>
                    <a:pt x="201" y="132"/>
                  </a:cubicBezTo>
                  <a:cubicBezTo>
                    <a:pt x="201" y="132"/>
                    <a:pt x="201" y="132"/>
                    <a:pt x="201" y="132"/>
                  </a:cubicBezTo>
                  <a:cubicBezTo>
                    <a:pt x="201" y="133"/>
                    <a:pt x="201" y="133"/>
                    <a:pt x="201" y="133"/>
                  </a:cubicBezTo>
                  <a:cubicBezTo>
                    <a:pt x="200" y="133"/>
                    <a:pt x="200" y="133"/>
                    <a:pt x="200" y="133"/>
                  </a:cubicBezTo>
                  <a:cubicBezTo>
                    <a:pt x="200" y="134"/>
                    <a:pt x="200" y="134"/>
                    <a:pt x="200" y="134"/>
                  </a:cubicBezTo>
                  <a:cubicBezTo>
                    <a:pt x="201" y="134"/>
                    <a:pt x="201" y="134"/>
                    <a:pt x="201" y="134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201" y="136"/>
                    <a:pt x="201" y="136"/>
                    <a:pt x="201" y="136"/>
                  </a:cubicBezTo>
                  <a:cubicBezTo>
                    <a:pt x="202" y="136"/>
                    <a:pt x="202" y="136"/>
                    <a:pt x="202" y="136"/>
                  </a:cubicBezTo>
                  <a:cubicBezTo>
                    <a:pt x="202" y="135"/>
                    <a:pt x="202" y="135"/>
                    <a:pt x="202" y="135"/>
                  </a:cubicBezTo>
                  <a:cubicBezTo>
                    <a:pt x="202" y="135"/>
                    <a:pt x="202" y="135"/>
                    <a:pt x="202" y="135"/>
                  </a:cubicBezTo>
                  <a:cubicBezTo>
                    <a:pt x="202" y="136"/>
                    <a:pt x="202" y="136"/>
                    <a:pt x="202" y="136"/>
                  </a:cubicBezTo>
                  <a:cubicBezTo>
                    <a:pt x="202" y="137"/>
                    <a:pt x="202" y="137"/>
                    <a:pt x="202" y="137"/>
                  </a:cubicBezTo>
                  <a:cubicBezTo>
                    <a:pt x="203" y="137"/>
                    <a:pt x="203" y="137"/>
                    <a:pt x="203" y="137"/>
                  </a:cubicBezTo>
                  <a:cubicBezTo>
                    <a:pt x="203" y="136"/>
                    <a:pt x="203" y="136"/>
                    <a:pt x="203" y="136"/>
                  </a:cubicBezTo>
                  <a:cubicBezTo>
                    <a:pt x="204" y="135"/>
                    <a:pt x="204" y="135"/>
                    <a:pt x="204" y="135"/>
                  </a:cubicBezTo>
                  <a:cubicBezTo>
                    <a:pt x="204" y="134"/>
                    <a:pt x="204" y="134"/>
                    <a:pt x="204" y="134"/>
                  </a:cubicBezTo>
                  <a:cubicBezTo>
                    <a:pt x="204" y="132"/>
                    <a:pt x="204" y="132"/>
                    <a:pt x="204" y="132"/>
                  </a:cubicBezTo>
                  <a:cubicBezTo>
                    <a:pt x="205" y="131"/>
                    <a:pt x="205" y="131"/>
                    <a:pt x="205" y="131"/>
                  </a:cubicBezTo>
                  <a:cubicBezTo>
                    <a:pt x="205" y="129"/>
                    <a:pt x="205" y="129"/>
                    <a:pt x="205" y="129"/>
                  </a:cubicBezTo>
                  <a:cubicBezTo>
                    <a:pt x="204" y="128"/>
                    <a:pt x="204" y="128"/>
                    <a:pt x="204" y="128"/>
                  </a:cubicBezTo>
                  <a:cubicBezTo>
                    <a:pt x="204" y="127"/>
                    <a:pt x="204" y="127"/>
                    <a:pt x="204" y="127"/>
                  </a:cubicBezTo>
                  <a:cubicBezTo>
                    <a:pt x="204" y="127"/>
                    <a:pt x="204" y="127"/>
                    <a:pt x="204" y="127"/>
                  </a:cubicBezTo>
                  <a:cubicBezTo>
                    <a:pt x="205" y="127"/>
                    <a:pt x="205" y="127"/>
                    <a:pt x="205" y="127"/>
                  </a:cubicBezTo>
                  <a:cubicBezTo>
                    <a:pt x="205" y="128"/>
                    <a:pt x="205" y="128"/>
                    <a:pt x="205" y="128"/>
                  </a:cubicBezTo>
                  <a:cubicBezTo>
                    <a:pt x="205" y="128"/>
                    <a:pt x="205" y="128"/>
                    <a:pt x="205" y="128"/>
                  </a:cubicBezTo>
                  <a:cubicBezTo>
                    <a:pt x="206" y="127"/>
                    <a:pt x="206" y="127"/>
                    <a:pt x="206" y="127"/>
                  </a:cubicBezTo>
                  <a:cubicBezTo>
                    <a:pt x="207" y="127"/>
                    <a:pt x="207" y="127"/>
                    <a:pt x="207" y="127"/>
                  </a:cubicBezTo>
                  <a:cubicBezTo>
                    <a:pt x="206" y="128"/>
                    <a:pt x="206" y="128"/>
                    <a:pt x="206" y="128"/>
                  </a:cubicBezTo>
                  <a:cubicBezTo>
                    <a:pt x="206" y="129"/>
                    <a:pt x="206" y="129"/>
                    <a:pt x="206" y="129"/>
                  </a:cubicBezTo>
                  <a:cubicBezTo>
                    <a:pt x="206" y="130"/>
                    <a:pt x="206" y="130"/>
                    <a:pt x="206" y="130"/>
                  </a:cubicBezTo>
                  <a:cubicBezTo>
                    <a:pt x="205" y="132"/>
                    <a:pt x="205" y="132"/>
                    <a:pt x="205" y="132"/>
                  </a:cubicBezTo>
                  <a:cubicBezTo>
                    <a:pt x="205" y="133"/>
                    <a:pt x="205" y="133"/>
                    <a:pt x="205" y="133"/>
                  </a:cubicBezTo>
                  <a:cubicBezTo>
                    <a:pt x="205" y="133"/>
                    <a:pt x="205" y="133"/>
                    <a:pt x="205" y="133"/>
                  </a:cubicBezTo>
                  <a:cubicBezTo>
                    <a:pt x="205" y="134"/>
                    <a:pt x="205" y="134"/>
                    <a:pt x="205" y="134"/>
                  </a:cubicBezTo>
                  <a:cubicBezTo>
                    <a:pt x="205" y="135"/>
                    <a:pt x="205" y="135"/>
                    <a:pt x="205" y="135"/>
                  </a:cubicBezTo>
                  <a:cubicBezTo>
                    <a:pt x="205" y="136"/>
                    <a:pt x="205" y="136"/>
                    <a:pt x="205" y="136"/>
                  </a:cubicBezTo>
                  <a:cubicBezTo>
                    <a:pt x="205" y="136"/>
                    <a:pt x="205" y="136"/>
                    <a:pt x="205" y="136"/>
                  </a:cubicBezTo>
                  <a:cubicBezTo>
                    <a:pt x="206" y="137"/>
                    <a:pt x="206" y="137"/>
                    <a:pt x="206" y="137"/>
                  </a:cubicBezTo>
                  <a:cubicBezTo>
                    <a:pt x="206" y="138"/>
                    <a:pt x="206" y="138"/>
                    <a:pt x="206" y="138"/>
                  </a:cubicBezTo>
                  <a:cubicBezTo>
                    <a:pt x="206" y="138"/>
                    <a:pt x="206" y="138"/>
                    <a:pt x="206" y="138"/>
                  </a:cubicBezTo>
                  <a:cubicBezTo>
                    <a:pt x="207" y="139"/>
                    <a:pt x="207" y="139"/>
                    <a:pt x="207" y="139"/>
                  </a:cubicBezTo>
                  <a:cubicBezTo>
                    <a:pt x="207" y="139"/>
                    <a:pt x="207" y="139"/>
                    <a:pt x="207" y="139"/>
                  </a:cubicBezTo>
                  <a:cubicBezTo>
                    <a:pt x="208" y="139"/>
                    <a:pt x="208" y="139"/>
                    <a:pt x="208" y="139"/>
                  </a:cubicBezTo>
                  <a:cubicBezTo>
                    <a:pt x="208" y="139"/>
                    <a:pt x="208" y="139"/>
                    <a:pt x="208" y="139"/>
                  </a:cubicBezTo>
                  <a:cubicBezTo>
                    <a:pt x="209" y="139"/>
                    <a:pt x="209" y="139"/>
                    <a:pt x="209" y="139"/>
                  </a:cubicBezTo>
                  <a:cubicBezTo>
                    <a:pt x="210" y="139"/>
                    <a:pt x="210" y="139"/>
                    <a:pt x="210" y="139"/>
                  </a:cubicBezTo>
                  <a:cubicBezTo>
                    <a:pt x="210" y="139"/>
                    <a:pt x="210" y="139"/>
                    <a:pt x="210" y="139"/>
                  </a:cubicBezTo>
                  <a:cubicBezTo>
                    <a:pt x="209" y="140"/>
                    <a:pt x="209" y="140"/>
                    <a:pt x="209" y="140"/>
                  </a:cubicBezTo>
                  <a:cubicBezTo>
                    <a:pt x="208" y="140"/>
                    <a:pt x="208" y="140"/>
                    <a:pt x="208" y="140"/>
                  </a:cubicBezTo>
                  <a:cubicBezTo>
                    <a:pt x="208" y="140"/>
                    <a:pt x="208" y="140"/>
                    <a:pt x="208" y="140"/>
                  </a:cubicBezTo>
                  <a:cubicBezTo>
                    <a:pt x="209" y="141"/>
                    <a:pt x="209" y="141"/>
                    <a:pt x="209" y="141"/>
                  </a:cubicBezTo>
                  <a:cubicBezTo>
                    <a:pt x="208" y="141"/>
                    <a:pt x="208" y="141"/>
                    <a:pt x="208" y="141"/>
                  </a:cubicBezTo>
                  <a:cubicBezTo>
                    <a:pt x="208" y="141"/>
                    <a:pt x="208" y="141"/>
                    <a:pt x="208" y="141"/>
                  </a:cubicBezTo>
                  <a:cubicBezTo>
                    <a:pt x="208" y="142"/>
                    <a:pt x="208" y="142"/>
                    <a:pt x="208" y="142"/>
                  </a:cubicBezTo>
                  <a:cubicBezTo>
                    <a:pt x="208" y="143"/>
                    <a:pt x="208" y="143"/>
                    <a:pt x="208" y="143"/>
                  </a:cubicBezTo>
                  <a:cubicBezTo>
                    <a:pt x="208" y="143"/>
                    <a:pt x="208" y="143"/>
                    <a:pt x="208" y="143"/>
                  </a:cubicBezTo>
                  <a:cubicBezTo>
                    <a:pt x="208" y="143"/>
                    <a:pt x="208" y="143"/>
                    <a:pt x="208" y="143"/>
                  </a:cubicBezTo>
                  <a:cubicBezTo>
                    <a:pt x="207" y="143"/>
                    <a:pt x="207" y="143"/>
                    <a:pt x="207" y="143"/>
                  </a:cubicBezTo>
                  <a:cubicBezTo>
                    <a:pt x="207" y="142"/>
                    <a:pt x="207" y="142"/>
                    <a:pt x="207" y="142"/>
                  </a:cubicBezTo>
                  <a:cubicBezTo>
                    <a:pt x="207" y="143"/>
                    <a:pt x="207" y="143"/>
                    <a:pt x="207" y="143"/>
                  </a:cubicBezTo>
                  <a:cubicBezTo>
                    <a:pt x="207" y="143"/>
                    <a:pt x="207" y="143"/>
                    <a:pt x="207" y="143"/>
                  </a:cubicBezTo>
                  <a:cubicBezTo>
                    <a:pt x="207" y="144"/>
                    <a:pt x="207" y="144"/>
                    <a:pt x="207" y="144"/>
                  </a:cubicBezTo>
                  <a:cubicBezTo>
                    <a:pt x="207" y="145"/>
                    <a:pt x="207" y="145"/>
                    <a:pt x="207" y="145"/>
                  </a:cubicBezTo>
                  <a:cubicBezTo>
                    <a:pt x="207" y="145"/>
                    <a:pt x="207" y="145"/>
                    <a:pt x="207" y="145"/>
                  </a:cubicBezTo>
                  <a:cubicBezTo>
                    <a:pt x="207" y="145"/>
                    <a:pt x="207" y="145"/>
                    <a:pt x="207" y="145"/>
                  </a:cubicBezTo>
                  <a:cubicBezTo>
                    <a:pt x="206" y="145"/>
                    <a:pt x="206" y="145"/>
                    <a:pt x="206" y="145"/>
                  </a:cubicBezTo>
                  <a:cubicBezTo>
                    <a:pt x="206" y="146"/>
                    <a:pt x="206" y="146"/>
                    <a:pt x="206" y="146"/>
                  </a:cubicBezTo>
                  <a:cubicBezTo>
                    <a:pt x="206" y="146"/>
                    <a:pt x="206" y="146"/>
                    <a:pt x="206" y="146"/>
                  </a:cubicBezTo>
                  <a:cubicBezTo>
                    <a:pt x="206" y="146"/>
                    <a:pt x="206" y="146"/>
                    <a:pt x="206" y="146"/>
                  </a:cubicBezTo>
                  <a:cubicBezTo>
                    <a:pt x="207" y="146"/>
                    <a:pt x="207" y="146"/>
                    <a:pt x="207" y="146"/>
                  </a:cubicBezTo>
                  <a:cubicBezTo>
                    <a:pt x="207" y="147"/>
                    <a:pt x="207" y="147"/>
                    <a:pt x="207" y="147"/>
                  </a:cubicBezTo>
                  <a:cubicBezTo>
                    <a:pt x="208" y="147"/>
                    <a:pt x="208" y="147"/>
                    <a:pt x="208" y="147"/>
                  </a:cubicBezTo>
                  <a:cubicBezTo>
                    <a:pt x="208" y="147"/>
                    <a:pt x="208" y="147"/>
                    <a:pt x="208" y="147"/>
                  </a:cubicBezTo>
                  <a:cubicBezTo>
                    <a:pt x="209" y="148"/>
                    <a:pt x="209" y="148"/>
                    <a:pt x="209" y="148"/>
                  </a:cubicBezTo>
                  <a:cubicBezTo>
                    <a:pt x="209" y="148"/>
                    <a:pt x="209" y="148"/>
                    <a:pt x="209" y="148"/>
                  </a:cubicBezTo>
                  <a:cubicBezTo>
                    <a:pt x="208" y="148"/>
                    <a:pt x="208" y="148"/>
                    <a:pt x="208" y="148"/>
                  </a:cubicBezTo>
                  <a:cubicBezTo>
                    <a:pt x="208" y="148"/>
                    <a:pt x="208" y="148"/>
                    <a:pt x="208" y="148"/>
                  </a:cubicBezTo>
                  <a:cubicBezTo>
                    <a:pt x="208" y="149"/>
                    <a:pt x="208" y="149"/>
                    <a:pt x="208" y="149"/>
                  </a:cubicBezTo>
                  <a:cubicBezTo>
                    <a:pt x="208" y="149"/>
                    <a:pt x="208" y="149"/>
                    <a:pt x="208" y="149"/>
                  </a:cubicBezTo>
                  <a:cubicBezTo>
                    <a:pt x="209" y="150"/>
                    <a:pt x="209" y="150"/>
                    <a:pt x="209" y="150"/>
                  </a:cubicBezTo>
                  <a:cubicBezTo>
                    <a:pt x="209" y="150"/>
                    <a:pt x="209" y="150"/>
                    <a:pt x="209" y="150"/>
                  </a:cubicBezTo>
                  <a:cubicBezTo>
                    <a:pt x="210" y="150"/>
                    <a:pt x="210" y="150"/>
                    <a:pt x="210" y="150"/>
                  </a:cubicBezTo>
                  <a:cubicBezTo>
                    <a:pt x="209" y="150"/>
                    <a:pt x="209" y="150"/>
                    <a:pt x="209" y="150"/>
                  </a:cubicBezTo>
                  <a:cubicBezTo>
                    <a:pt x="209" y="150"/>
                    <a:pt x="209" y="150"/>
                    <a:pt x="209" y="150"/>
                  </a:cubicBezTo>
                  <a:cubicBezTo>
                    <a:pt x="208" y="151"/>
                    <a:pt x="208" y="151"/>
                    <a:pt x="208" y="151"/>
                  </a:cubicBezTo>
                  <a:cubicBezTo>
                    <a:pt x="208" y="152"/>
                    <a:pt x="208" y="152"/>
                    <a:pt x="208" y="152"/>
                  </a:cubicBezTo>
                  <a:cubicBezTo>
                    <a:pt x="209" y="153"/>
                    <a:pt x="209" y="153"/>
                    <a:pt x="209" y="153"/>
                  </a:cubicBezTo>
                  <a:cubicBezTo>
                    <a:pt x="210" y="154"/>
                    <a:pt x="210" y="154"/>
                    <a:pt x="210" y="154"/>
                  </a:cubicBezTo>
                  <a:cubicBezTo>
                    <a:pt x="211" y="154"/>
                    <a:pt x="211" y="154"/>
                    <a:pt x="211" y="154"/>
                  </a:cubicBezTo>
                  <a:cubicBezTo>
                    <a:pt x="211" y="154"/>
                    <a:pt x="211" y="154"/>
                    <a:pt x="211" y="154"/>
                  </a:cubicBezTo>
                  <a:cubicBezTo>
                    <a:pt x="210" y="154"/>
                    <a:pt x="210" y="154"/>
                    <a:pt x="210" y="154"/>
                  </a:cubicBezTo>
                  <a:cubicBezTo>
                    <a:pt x="209" y="154"/>
                    <a:pt x="209" y="154"/>
                    <a:pt x="209" y="154"/>
                  </a:cubicBezTo>
                  <a:cubicBezTo>
                    <a:pt x="209" y="154"/>
                    <a:pt x="209" y="154"/>
                    <a:pt x="209" y="154"/>
                  </a:cubicBezTo>
                  <a:cubicBezTo>
                    <a:pt x="208" y="155"/>
                    <a:pt x="208" y="155"/>
                    <a:pt x="208" y="155"/>
                  </a:cubicBezTo>
                  <a:cubicBezTo>
                    <a:pt x="207" y="156"/>
                    <a:pt x="207" y="156"/>
                    <a:pt x="207" y="156"/>
                  </a:cubicBezTo>
                  <a:cubicBezTo>
                    <a:pt x="206" y="157"/>
                    <a:pt x="206" y="157"/>
                    <a:pt x="206" y="157"/>
                  </a:cubicBezTo>
                  <a:cubicBezTo>
                    <a:pt x="206" y="158"/>
                    <a:pt x="206" y="158"/>
                    <a:pt x="206" y="158"/>
                  </a:cubicBezTo>
                  <a:cubicBezTo>
                    <a:pt x="206" y="159"/>
                    <a:pt x="206" y="159"/>
                    <a:pt x="206" y="159"/>
                  </a:cubicBezTo>
                  <a:cubicBezTo>
                    <a:pt x="207" y="158"/>
                    <a:pt x="207" y="158"/>
                    <a:pt x="207" y="158"/>
                  </a:cubicBezTo>
                  <a:cubicBezTo>
                    <a:pt x="208" y="157"/>
                    <a:pt x="208" y="157"/>
                    <a:pt x="208" y="157"/>
                  </a:cubicBezTo>
                  <a:cubicBezTo>
                    <a:pt x="208" y="157"/>
                    <a:pt x="208" y="157"/>
                    <a:pt x="208" y="157"/>
                  </a:cubicBezTo>
                  <a:cubicBezTo>
                    <a:pt x="208" y="156"/>
                    <a:pt x="208" y="156"/>
                    <a:pt x="208" y="156"/>
                  </a:cubicBezTo>
                  <a:cubicBezTo>
                    <a:pt x="210" y="155"/>
                    <a:pt x="210" y="155"/>
                    <a:pt x="210" y="155"/>
                  </a:cubicBezTo>
                  <a:cubicBezTo>
                    <a:pt x="210" y="156"/>
                    <a:pt x="210" y="156"/>
                    <a:pt x="210" y="156"/>
                  </a:cubicBezTo>
                  <a:cubicBezTo>
                    <a:pt x="210" y="156"/>
                    <a:pt x="210" y="156"/>
                    <a:pt x="210" y="156"/>
                  </a:cubicBezTo>
                  <a:cubicBezTo>
                    <a:pt x="211" y="156"/>
                    <a:pt x="211" y="156"/>
                    <a:pt x="211" y="156"/>
                  </a:cubicBezTo>
                  <a:cubicBezTo>
                    <a:pt x="211" y="156"/>
                    <a:pt x="211" y="156"/>
                    <a:pt x="211" y="156"/>
                  </a:cubicBezTo>
                  <a:cubicBezTo>
                    <a:pt x="211" y="157"/>
                    <a:pt x="211" y="157"/>
                    <a:pt x="211" y="157"/>
                  </a:cubicBezTo>
                  <a:cubicBezTo>
                    <a:pt x="212" y="157"/>
                    <a:pt x="212" y="157"/>
                    <a:pt x="212" y="157"/>
                  </a:cubicBezTo>
                  <a:cubicBezTo>
                    <a:pt x="212" y="157"/>
                    <a:pt x="212" y="157"/>
                    <a:pt x="212" y="157"/>
                  </a:cubicBezTo>
                  <a:cubicBezTo>
                    <a:pt x="211" y="158"/>
                    <a:pt x="211" y="158"/>
                    <a:pt x="211" y="158"/>
                  </a:cubicBezTo>
                  <a:cubicBezTo>
                    <a:pt x="211" y="158"/>
                    <a:pt x="211" y="158"/>
                    <a:pt x="211" y="158"/>
                  </a:cubicBezTo>
                  <a:cubicBezTo>
                    <a:pt x="211" y="159"/>
                    <a:pt x="211" y="159"/>
                    <a:pt x="211" y="159"/>
                  </a:cubicBezTo>
                  <a:cubicBezTo>
                    <a:pt x="211" y="160"/>
                    <a:pt x="211" y="160"/>
                    <a:pt x="211" y="160"/>
                  </a:cubicBezTo>
                  <a:cubicBezTo>
                    <a:pt x="210" y="160"/>
                    <a:pt x="210" y="160"/>
                    <a:pt x="210" y="160"/>
                  </a:cubicBezTo>
                  <a:cubicBezTo>
                    <a:pt x="211" y="161"/>
                    <a:pt x="211" y="161"/>
                    <a:pt x="211" y="161"/>
                  </a:cubicBezTo>
                  <a:cubicBezTo>
                    <a:pt x="211" y="161"/>
                    <a:pt x="211" y="161"/>
                    <a:pt x="211" y="161"/>
                  </a:cubicBezTo>
                  <a:cubicBezTo>
                    <a:pt x="210" y="161"/>
                    <a:pt x="210" y="161"/>
                    <a:pt x="210" y="161"/>
                  </a:cubicBezTo>
                  <a:cubicBezTo>
                    <a:pt x="209" y="161"/>
                    <a:pt x="209" y="161"/>
                    <a:pt x="209" y="161"/>
                  </a:cubicBezTo>
                  <a:cubicBezTo>
                    <a:pt x="209" y="162"/>
                    <a:pt x="209" y="162"/>
                    <a:pt x="209" y="162"/>
                  </a:cubicBezTo>
                  <a:cubicBezTo>
                    <a:pt x="209" y="162"/>
                    <a:pt x="209" y="162"/>
                    <a:pt x="209" y="162"/>
                  </a:cubicBezTo>
                  <a:cubicBezTo>
                    <a:pt x="209" y="162"/>
                    <a:pt x="209" y="162"/>
                    <a:pt x="209" y="162"/>
                  </a:cubicBezTo>
                  <a:cubicBezTo>
                    <a:pt x="210" y="162"/>
                    <a:pt x="210" y="162"/>
                    <a:pt x="210" y="162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0" y="163"/>
                    <a:pt x="210" y="163"/>
                    <a:pt x="210" y="163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08" y="164"/>
                    <a:pt x="208" y="164"/>
                    <a:pt x="208" y="164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65"/>
                    <a:pt x="209" y="165"/>
                    <a:pt x="209" y="165"/>
                  </a:cubicBezTo>
                  <a:cubicBezTo>
                    <a:pt x="209" y="164"/>
                    <a:pt x="209" y="164"/>
                    <a:pt x="209" y="164"/>
                  </a:cubicBezTo>
                  <a:cubicBezTo>
                    <a:pt x="210" y="164"/>
                    <a:pt x="210" y="164"/>
                    <a:pt x="210" y="164"/>
                  </a:cubicBezTo>
                  <a:cubicBezTo>
                    <a:pt x="211" y="164"/>
                    <a:pt x="211" y="164"/>
                    <a:pt x="211" y="164"/>
                  </a:cubicBezTo>
                  <a:cubicBezTo>
                    <a:pt x="212" y="163"/>
                    <a:pt x="212" y="163"/>
                    <a:pt x="212" y="163"/>
                  </a:cubicBezTo>
                  <a:cubicBezTo>
                    <a:pt x="213" y="161"/>
                    <a:pt x="213" y="161"/>
                    <a:pt x="213" y="161"/>
                  </a:cubicBezTo>
                  <a:cubicBezTo>
                    <a:pt x="213" y="160"/>
                    <a:pt x="213" y="160"/>
                    <a:pt x="213" y="160"/>
                  </a:cubicBezTo>
                  <a:cubicBezTo>
                    <a:pt x="214" y="158"/>
                    <a:pt x="214" y="158"/>
                    <a:pt x="214" y="158"/>
                  </a:cubicBezTo>
                  <a:cubicBezTo>
                    <a:pt x="215" y="158"/>
                    <a:pt x="215" y="158"/>
                    <a:pt x="215" y="158"/>
                  </a:cubicBezTo>
                  <a:cubicBezTo>
                    <a:pt x="215" y="158"/>
                    <a:pt x="215" y="158"/>
                    <a:pt x="215" y="158"/>
                  </a:cubicBezTo>
                  <a:close/>
                  <a:moveTo>
                    <a:pt x="201" y="162"/>
                  </a:moveTo>
                  <a:cubicBezTo>
                    <a:pt x="201" y="162"/>
                    <a:pt x="201" y="162"/>
                    <a:pt x="201" y="162"/>
                  </a:cubicBezTo>
                  <a:cubicBezTo>
                    <a:pt x="201" y="161"/>
                    <a:pt x="201" y="161"/>
                    <a:pt x="201" y="161"/>
                  </a:cubicBezTo>
                  <a:cubicBezTo>
                    <a:pt x="202" y="162"/>
                    <a:pt x="202" y="162"/>
                    <a:pt x="202" y="162"/>
                  </a:cubicBezTo>
                  <a:cubicBezTo>
                    <a:pt x="201" y="162"/>
                    <a:pt x="201" y="162"/>
                    <a:pt x="201" y="162"/>
                  </a:cubicBezTo>
                  <a:close/>
                  <a:moveTo>
                    <a:pt x="206" y="163"/>
                  </a:moveTo>
                  <a:cubicBezTo>
                    <a:pt x="207" y="163"/>
                    <a:pt x="207" y="163"/>
                    <a:pt x="207" y="163"/>
                  </a:cubicBezTo>
                  <a:cubicBezTo>
                    <a:pt x="208" y="163"/>
                    <a:pt x="208" y="163"/>
                    <a:pt x="208" y="163"/>
                  </a:cubicBezTo>
                  <a:cubicBezTo>
                    <a:pt x="207" y="164"/>
                    <a:pt x="207" y="164"/>
                    <a:pt x="207" y="164"/>
                  </a:cubicBezTo>
                  <a:cubicBezTo>
                    <a:pt x="206" y="163"/>
                    <a:pt x="206" y="163"/>
                    <a:pt x="206" y="163"/>
                  </a:cubicBezTo>
                  <a:close/>
                  <a:moveTo>
                    <a:pt x="207" y="161"/>
                  </a:moveTo>
                  <a:cubicBezTo>
                    <a:pt x="207" y="161"/>
                    <a:pt x="207" y="161"/>
                    <a:pt x="207" y="161"/>
                  </a:cubicBezTo>
                  <a:cubicBezTo>
                    <a:pt x="208" y="162"/>
                    <a:pt x="208" y="162"/>
                    <a:pt x="208" y="162"/>
                  </a:cubicBezTo>
                  <a:cubicBezTo>
                    <a:pt x="207" y="163"/>
                    <a:pt x="207" y="163"/>
                    <a:pt x="207" y="163"/>
                  </a:cubicBezTo>
                  <a:cubicBezTo>
                    <a:pt x="206" y="162"/>
                    <a:pt x="206" y="162"/>
                    <a:pt x="206" y="162"/>
                  </a:cubicBezTo>
                  <a:cubicBezTo>
                    <a:pt x="207" y="162"/>
                    <a:pt x="207" y="162"/>
                    <a:pt x="207" y="162"/>
                  </a:cubicBezTo>
                  <a:cubicBezTo>
                    <a:pt x="207" y="161"/>
                    <a:pt x="207" y="161"/>
                    <a:pt x="207" y="161"/>
                  </a:cubicBezTo>
                  <a:close/>
                  <a:moveTo>
                    <a:pt x="206" y="160"/>
                  </a:moveTo>
                  <a:cubicBezTo>
                    <a:pt x="207" y="160"/>
                    <a:pt x="207" y="160"/>
                    <a:pt x="207" y="160"/>
                  </a:cubicBezTo>
                  <a:cubicBezTo>
                    <a:pt x="206" y="161"/>
                    <a:pt x="206" y="161"/>
                    <a:pt x="206" y="161"/>
                  </a:cubicBezTo>
                  <a:cubicBezTo>
                    <a:pt x="206" y="160"/>
                    <a:pt x="206" y="160"/>
                    <a:pt x="206" y="160"/>
                  </a:cubicBezTo>
                  <a:cubicBezTo>
                    <a:pt x="206" y="160"/>
                    <a:pt x="206" y="160"/>
                    <a:pt x="206" y="160"/>
                  </a:cubicBezTo>
                  <a:cubicBezTo>
                    <a:pt x="206" y="160"/>
                    <a:pt x="206" y="160"/>
                    <a:pt x="206" y="160"/>
                  </a:cubicBezTo>
                  <a:close/>
                  <a:moveTo>
                    <a:pt x="207" y="159"/>
                  </a:moveTo>
                  <a:cubicBezTo>
                    <a:pt x="208" y="159"/>
                    <a:pt x="208" y="159"/>
                    <a:pt x="208" y="159"/>
                  </a:cubicBezTo>
                  <a:cubicBezTo>
                    <a:pt x="208" y="158"/>
                    <a:pt x="208" y="158"/>
                    <a:pt x="208" y="158"/>
                  </a:cubicBezTo>
                  <a:cubicBezTo>
                    <a:pt x="208" y="157"/>
                    <a:pt x="208" y="157"/>
                    <a:pt x="208" y="157"/>
                  </a:cubicBezTo>
                  <a:cubicBezTo>
                    <a:pt x="209" y="157"/>
                    <a:pt x="209" y="157"/>
                    <a:pt x="209" y="157"/>
                  </a:cubicBezTo>
                  <a:cubicBezTo>
                    <a:pt x="209" y="157"/>
                    <a:pt x="209" y="157"/>
                    <a:pt x="209" y="157"/>
                  </a:cubicBezTo>
                  <a:cubicBezTo>
                    <a:pt x="210" y="156"/>
                    <a:pt x="210" y="156"/>
                    <a:pt x="210" y="156"/>
                  </a:cubicBezTo>
                  <a:cubicBezTo>
                    <a:pt x="211" y="157"/>
                    <a:pt x="211" y="157"/>
                    <a:pt x="211" y="157"/>
                  </a:cubicBezTo>
                  <a:cubicBezTo>
                    <a:pt x="210" y="158"/>
                    <a:pt x="210" y="158"/>
                    <a:pt x="210" y="158"/>
                  </a:cubicBezTo>
                  <a:cubicBezTo>
                    <a:pt x="211" y="159"/>
                    <a:pt x="211" y="159"/>
                    <a:pt x="211" y="159"/>
                  </a:cubicBezTo>
                  <a:cubicBezTo>
                    <a:pt x="209" y="160"/>
                    <a:pt x="209" y="160"/>
                    <a:pt x="209" y="160"/>
                  </a:cubicBezTo>
                  <a:cubicBezTo>
                    <a:pt x="208" y="161"/>
                    <a:pt x="208" y="161"/>
                    <a:pt x="208" y="161"/>
                  </a:cubicBezTo>
                  <a:cubicBezTo>
                    <a:pt x="208" y="161"/>
                    <a:pt x="208" y="161"/>
                    <a:pt x="208" y="161"/>
                  </a:cubicBezTo>
                  <a:cubicBezTo>
                    <a:pt x="208" y="160"/>
                    <a:pt x="208" y="160"/>
                    <a:pt x="208" y="160"/>
                  </a:cubicBezTo>
                  <a:cubicBezTo>
                    <a:pt x="209" y="159"/>
                    <a:pt x="209" y="159"/>
                    <a:pt x="209" y="159"/>
                  </a:cubicBezTo>
                  <a:cubicBezTo>
                    <a:pt x="209" y="159"/>
                    <a:pt x="209" y="159"/>
                    <a:pt x="209" y="159"/>
                  </a:cubicBezTo>
                  <a:cubicBezTo>
                    <a:pt x="208" y="160"/>
                    <a:pt x="208" y="160"/>
                    <a:pt x="208" y="160"/>
                  </a:cubicBezTo>
                  <a:cubicBezTo>
                    <a:pt x="207" y="159"/>
                    <a:pt x="207" y="159"/>
                    <a:pt x="207" y="159"/>
                  </a:cubicBezTo>
                  <a:close/>
                  <a:moveTo>
                    <a:pt x="199" y="162"/>
                  </a:moveTo>
                  <a:cubicBezTo>
                    <a:pt x="200" y="162"/>
                    <a:pt x="200" y="162"/>
                    <a:pt x="200" y="162"/>
                  </a:cubicBezTo>
                  <a:cubicBezTo>
                    <a:pt x="200" y="162"/>
                    <a:pt x="200" y="162"/>
                    <a:pt x="200" y="162"/>
                  </a:cubicBezTo>
                  <a:cubicBezTo>
                    <a:pt x="200" y="163"/>
                    <a:pt x="200" y="163"/>
                    <a:pt x="200" y="163"/>
                  </a:cubicBezTo>
                  <a:cubicBezTo>
                    <a:pt x="201" y="164"/>
                    <a:pt x="201" y="164"/>
                    <a:pt x="201" y="164"/>
                  </a:cubicBezTo>
                  <a:cubicBezTo>
                    <a:pt x="200" y="165"/>
                    <a:pt x="200" y="165"/>
                    <a:pt x="200" y="165"/>
                  </a:cubicBezTo>
                  <a:cubicBezTo>
                    <a:pt x="200" y="164"/>
                    <a:pt x="200" y="164"/>
                    <a:pt x="200" y="164"/>
                  </a:cubicBezTo>
                  <a:cubicBezTo>
                    <a:pt x="200" y="163"/>
                    <a:pt x="200" y="163"/>
                    <a:pt x="200" y="163"/>
                  </a:cubicBezTo>
                  <a:cubicBezTo>
                    <a:pt x="199" y="162"/>
                    <a:pt x="199" y="162"/>
                    <a:pt x="199" y="162"/>
                  </a:cubicBezTo>
                  <a:cubicBezTo>
                    <a:pt x="199" y="162"/>
                    <a:pt x="199" y="162"/>
                    <a:pt x="199" y="162"/>
                  </a:cubicBezTo>
                  <a:close/>
                  <a:moveTo>
                    <a:pt x="200" y="161"/>
                  </a:moveTo>
                  <a:cubicBezTo>
                    <a:pt x="200" y="161"/>
                    <a:pt x="200" y="161"/>
                    <a:pt x="200" y="161"/>
                  </a:cubicBezTo>
                  <a:cubicBezTo>
                    <a:pt x="200" y="161"/>
                    <a:pt x="200" y="161"/>
                    <a:pt x="200" y="161"/>
                  </a:cubicBezTo>
                  <a:cubicBezTo>
                    <a:pt x="201" y="161"/>
                    <a:pt x="201" y="161"/>
                    <a:pt x="201" y="161"/>
                  </a:cubicBezTo>
                  <a:cubicBezTo>
                    <a:pt x="200" y="162"/>
                    <a:pt x="200" y="162"/>
                    <a:pt x="200" y="162"/>
                  </a:cubicBezTo>
                  <a:cubicBezTo>
                    <a:pt x="200" y="161"/>
                    <a:pt x="200" y="161"/>
                    <a:pt x="200" y="161"/>
                  </a:cubicBezTo>
                  <a:close/>
                  <a:moveTo>
                    <a:pt x="199" y="160"/>
                  </a:moveTo>
                  <a:cubicBezTo>
                    <a:pt x="200" y="159"/>
                    <a:pt x="200" y="159"/>
                    <a:pt x="200" y="159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199" y="160"/>
                    <a:pt x="199" y="160"/>
                    <a:pt x="199" y="160"/>
                  </a:cubicBezTo>
                  <a:close/>
                  <a:moveTo>
                    <a:pt x="199" y="159"/>
                  </a:moveTo>
                  <a:cubicBezTo>
                    <a:pt x="199" y="159"/>
                    <a:pt x="199" y="159"/>
                    <a:pt x="199" y="159"/>
                  </a:cubicBezTo>
                  <a:cubicBezTo>
                    <a:pt x="198" y="160"/>
                    <a:pt x="198" y="160"/>
                    <a:pt x="198" y="160"/>
                  </a:cubicBezTo>
                  <a:cubicBezTo>
                    <a:pt x="199" y="159"/>
                    <a:pt x="199" y="159"/>
                    <a:pt x="199" y="159"/>
                  </a:cubicBezTo>
                  <a:close/>
                  <a:moveTo>
                    <a:pt x="198" y="155"/>
                  </a:moveTo>
                  <a:cubicBezTo>
                    <a:pt x="198" y="154"/>
                    <a:pt x="198" y="154"/>
                    <a:pt x="198" y="154"/>
                  </a:cubicBezTo>
                  <a:cubicBezTo>
                    <a:pt x="199" y="155"/>
                    <a:pt x="199" y="155"/>
                    <a:pt x="199" y="155"/>
                  </a:cubicBezTo>
                  <a:cubicBezTo>
                    <a:pt x="198" y="155"/>
                    <a:pt x="198" y="155"/>
                    <a:pt x="198" y="155"/>
                  </a:cubicBezTo>
                  <a:close/>
                  <a:moveTo>
                    <a:pt x="200" y="156"/>
                  </a:moveTo>
                  <a:cubicBezTo>
                    <a:pt x="201" y="156"/>
                    <a:pt x="201" y="156"/>
                    <a:pt x="201" y="156"/>
                  </a:cubicBezTo>
                  <a:cubicBezTo>
                    <a:pt x="201" y="156"/>
                    <a:pt x="201" y="156"/>
                    <a:pt x="201" y="156"/>
                  </a:cubicBezTo>
                  <a:cubicBezTo>
                    <a:pt x="201" y="156"/>
                    <a:pt x="201" y="156"/>
                    <a:pt x="201" y="156"/>
                  </a:cubicBezTo>
                  <a:cubicBezTo>
                    <a:pt x="200" y="156"/>
                    <a:pt x="200" y="156"/>
                    <a:pt x="200" y="156"/>
                  </a:cubicBezTo>
                  <a:close/>
                  <a:moveTo>
                    <a:pt x="201" y="155"/>
                  </a:moveTo>
                  <a:cubicBezTo>
                    <a:pt x="201" y="154"/>
                    <a:pt x="201" y="154"/>
                    <a:pt x="201" y="154"/>
                  </a:cubicBezTo>
                  <a:cubicBezTo>
                    <a:pt x="202" y="154"/>
                    <a:pt x="202" y="154"/>
                    <a:pt x="202" y="154"/>
                  </a:cubicBezTo>
                  <a:cubicBezTo>
                    <a:pt x="203" y="154"/>
                    <a:pt x="203" y="154"/>
                    <a:pt x="203" y="154"/>
                  </a:cubicBezTo>
                  <a:cubicBezTo>
                    <a:pt x="202" y="155"/>
                    <a:pt x="202" y="155"/>
                    <a:pt x="202" y="155"/>
                  </a:cubicBezTo>
                  <a:cubicBezTo>
                    <a:pt x="202" y="155"/>
                    <a:pt x="202" y="155"/>
                    <a:pt x="202" y="155"/>
                  </a:cubicBezTo>
                  <a:cubicBezTo>
                    <a:pt x="201" y="155"/>
                    <a:pt x="201" y="155"/>
                    <a:pt x="201" y="155"/>
                  </a:cubicBezTo>
                  <a:cubicBezTo>
                    <a:pt x="201" y="155"/>
                    <a:pt x="201" y="155"/>
                    <a:pt x="201" y="155"/>
                  </a:cubicBezTo>
                  <a:close/>
                  <a:moveTo>
                    <a:pt x="203" y="155"/>
                  </a:moveTo>
                  <a:cubicBezTo>
                    <a:pt x="203" y="154"/>
                    <a:pt x="203" y="154"/>
                    <a:pt x="203" y="154"/>
                  </a:cubicBezTo>
                  <a:cubicBezTo>
                    <a:pt x="203" y="154"/>
                    <a:pt x="203" y="154"/>
                    <a:pt x="203" y="154"/>
                  </a:cubicBezTo>
                  <a:cubicBezTo>
                    <a:pt x="202" y="153"/>
                    <a:pt x="202" y="153"/>
                    <a:pt x="202" y="153"/>
                  </a:cubicBezTo>
                  <a:cubicBezTo>
                    <a:pt x="203" y="152"/>
                    <a:pt x="203" y="152"/>
                    <a:pt x="203" y="152"/>
                  </a:cubicBezTo>
                  <a:cubicBezTo>
                    <a:pt x="203" y="153"/>
                    <a:pt x="203" y="153"/>
                    <a:pt x="203" y="153"/>
                  </a:cubicBezTo>
                  <a:cubicBezTo>
                    <a:pt x="204" y="153"/>
                    <a:pt x="204" y="153"/>
                    <a:pt x="204" y="153"/>
                  </a:cubicBezTo>
                  <a:cubicBezTo>
                    <a:pt x="203" y="154"/>
                    <a:pt x="203" y="154"/>
                    <a:pt x="203" y="154"/>
                  </a:cubicBezTo>
                  <a:cubicBezTo>
                    <a:pt x="203" y="155"/>
                    <a:pt x="203" y="155"/>
                    <a:pt x="203" y="155"/>
                  </a:cubicBezTo>
                  <a:cubicBezTo>
                    <a:pt x="204" y="155"/>
                    <a:pt x="204" y="155"/>
                    <a:pt x="204" y="155"/>
                  </a:cubicBezTo>
                  <a:cubicBezTo>
                    <a:pt x="204" y="155"/>
                    <a:pt x="204" y="155"/>
                    <a:pt x="204" y="155"/>
                  </a:cubicBezTo>
                  <a:cubicBezTo>
                    <a:pt x="205" y="156"/>
                    <a:pt x="205" y="156"/>
                    <a:pt x="205" y="156"/>
                  </a:cubicBezTo>
                  <a:cubicBezTo>
                    <a:pt x="205" y="157"/>
                    <a:pt x="205" y="157"/>
                    <a:pt x="205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05" y="158"/>
                    <a:pt x="205" y="158"/>
                    <a:pt x="205" y="158"/>
                  </a:cubicBezTo>
                  <a:cubicBezTo>
                    <a:pt x="205" y="158"/>
                    <a:pt x="205" y="158"/>
                    <a:pt x="205" y="158"/>
                  </a:cubicBezTo>
                  <a:cubicBezTo>
                    <a:pt x="204" y="158"/>
                    <a:pt x="204" y="158"/>
                    <a:pt x="204" y="158"/>
                  </a:cubicBezTo>
                  <a:cubicBezTo>
                    <a:pt x="204" y="158"/>
                    <a:pt x="204" y="158"/>
                    <a:pt x="204" y="158"/>
                  </a:cubicBezTo>
                  <a:cubicBezTo>
                    <a:pt x="204" y="159"/>
                    <a:pt x="204" y="159"/>
                    <a:pt x="204" y="159"/>
                  </a:cubicBezTo>
                  <a:cubicBezTo>
                    <a:pt x="205" y="159"/>
                    <a:pt x="205" y="159"/>
                    <a:pt x="205" y="159"/>
                  </a:cubicBezTo>
                  <a:cubicBezTo>
                    <a:pt x="205" y="160"/>
                    <a:pt x="205" y="160"/>
                    <a:pt x="205" y="160"/>
                  </a:cubicBezTo>
                  <a:cubicBezTo>
                    <a:pt x="204" y="161"/>
                    <a:pt x="204" y="161"/>
                    <a:pt x="204" y="161"/>
                  </a:cubicBezTo>
                  <a:cubicBezTo>
                    <a:pt x="204" y="161"/>
                    <a:pt x="204" y="161"/>
                    <a:pt x="204" y="161"/>
                  </a:cubicBezTo>
                  <a:cubicBezTo>
                    <a:pt x="205" y="161"/>
                    <a:pt x="205" y="161"/>
                    <a:pt x="205" y="161"/>
                  </a:cubicBezTo>
                  <a:cubicBezTo>
                    <a:pt x="205" y="161"/>
                    <a:pt x="205" y="161"/>
                    <a:pt x="205" y="161"/>
                  </a:cubicBezTo>
                  <a:cubicBezTo>
                    <a:pt x="205" y="161"/>
                    <a:pt x="205" y="161"/>
                    <a:pt x="205" y="161"/>
                  </a:cubicBezTo>
                  <a:cubicBezTo>
                    <a:pt x="204" y="162"/>
                    <a:pt x="204" y="162"/>
                    <a:pt x="204" y="162"/>
                  </a:cubicBezTo>
                  <a:cubicBezTo>
                    <a:pt x="204" y="162"/>
                    <a:pt x="204" y="162"/>
                    <a:pt x="204" y="162"/>
                  </a:cubicBezTo>
                  <a:cubicBezTo>
                    <a:pt x="204" y="163"/>
                    <a:pt x="204" y="163"/>
                    <a:pt x="204" y="163"/>
                  </a:cubicBezTo>
                  <a:cubicBezTo>
                    <a:pt x="204" y="163"/>
                    <a:pt x="204" y="163"/>
                    <a:pt x="204" y="163"/>
                  </a:cubicBezTo>
                  <a:cubicBezTo>
                    <a:pt x="204" y="163"/>
                    <a:pt x="204" y="163"/>
                    <a:pt x="204" y="163"/>
                  </a:cubicBezTo>
                  <a:cubicBezTo>
                    <a:pt x="204" y="163"/>
                    <a:pt x="204" y="163"/>
                    <a:pt x="204" y="163"/>
                  </a:cubicBezTo>
                  <a:cubicBezTo>
                    <a:pt x="204" y="164"/>
                    <a:pt x="204" y="164"/>
                    <a:pt x="204" y="164"/>
                  </a:cubicBezTo>
                  <a:cubicBezTo>
                    <a:pt x="204" y="164"/>
                    <a:pt x="204" y="164"/>
                    <a:pt x="204" y="164"/>
                  </a:cubicBezTo>
                  <a:cubicBezTo>
                    <a:pt x="203" y="164"/>
                    <a:pt x="203" y="164"/>
                    <a:pt x="203" y="164"/>
                  </a:cubicBezTo>
                  <a:cubicBezTo>
                    <a:pt x="203" y="164"/>
                    <a:pt x="203" y="164"/>
                    <a:pt x="203" y="164"/>
                  </a:cubicBezTo>
                  <a:cubicBezTo>
                    <a:pt x="203" y="163"/>
                    <a:pt x="203" y="163"/>
                    <a:pt x="203" y="163"/>
                  </a:cubicBezTo>
                  <a:cubicBezTo>
                    <a:pt x="202" y="163"/>
                    <a:pt x="202" y="163"/>
                    <a:pt x="202" y="163"/>
                  </a:cubicBezTo>
                  <a:cubicBezTo>
                    <a:pt x="202" y="162"/>
                    <a:pt x="202" y="162"/>
                    <a:pt x="202" y="162"/>
                  </a:cubicBezTo>
                  <a:cubicBezTo>
                    <a:pt x="203" y="162"/>
                    <a:pt x="203" y="162"/>
                    <a:pt x="203" y="162"/>
                  </a:cubicBezTo>
                  <a:cubicBezTo>
                    <a:pt x="202" y="161"/>
                    <a:pt x="202" y="161"/>
                    <a:pt x="202" y="161"/>
                  </a:cubicBezTo>
                  <a:cubicBezTo>
                    <a:pt x="202" y="161"/>
                    <a:pt x="202" y="161"/>
                    <a:pt x="202" y="161"/>
                  </a:cubicBezTo>
                  <a:cubicBezTo>
                    <a:pt x="203" y="161"/>
                    <a:pt x="203" y="161"/>
                    <a:pt x="203" y="161"/>
                  </a:cubicBezTo>
                  <a:cubicBezTo>
                    <a:pt x="203" y="160"/>
                    <a:pt x="203" y="160"/>
                    <a:pt x="203" y="160"/>
                  </a:cubicBezTo>
                  <a:cubicBezTo>
                    <a:pt x="202" y="160"/>
                    <a:pt x="202" y="160"/>
                    <a:pt x="202" y="160"/>
                  </a:cubicBezTo>
                  <a:cubicBezTo>
                    <a:pt x="202" y="161"/>
                    <a:pt x="202" y="161"/>
                    <a:pt x="202" y="161"/>
                  </a:cubicBezTo>
                  <a:cubicBezTo>
                    <a:pt x="202" y="160"/>
                    <a:pt x="202" y="160"/>
                    <a:pt x="202" y="160"/>
                  </a:cubicBezTo>
                  <a:cubicBezTo>
                    <a:pt x="201" y="160"/>
                    <a:pt x="201" y="160"/>
                    <a:pt x="201" y="160"/>
                  </a:cubicBezTo>
                  <a:cubicBezTo>
                    <a:pt x="201" y="160"/>
                    <a:pt x="201" y="160"/>
                    <a:pt x="201" y="160"/>
                  </a:cubicBezTo>
                  <a:cubicBezTo>
                    <a:pt x="201" y="159"/>
                    <a:pt x="201" y="159"/>
                    <a:pt x="201" y="159"/>
                  </a:cubicBezTo>
                  <a:cubicBezTo>
                    <a:pt x="201" y="159"/>
                    <a:pt x="201" y="159"/>
                    <a:pt x="201" y="159"/>
                  </a:cubicBezTo>
                  <a:cubicBezTo>
                    <a:pt x="202" y="159"/>
                    <a:pt x="202" y="159"/>
                    <a:pt x="202" y="159"/>
                  </a:cubicBezTo>
                  <a:cubicBezTo>
                    <a:pt x="202" y="159"/>
                    <a:pt x="202" y="159"/>
                    <a:pt x="202" y="159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2" y="158"/>
                    <a:pt x="202" y="158"/>
                    <a:pt x="202" y="158"/>
                  </a:cubicBezTo>
                  <a:cubicBezTo>
                    <a:pt x="201" y="157"/>
                    <a:pt x="201" y="157"/>
                    <a:pt x="201" y="157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3" y="156"/>
                    <a:pt x="203" y="156"/>
                    <a:pt x="203" y="156"/>
                  </a:cubicBezTo>
                  <a:cubicBezTo>
                    <a:pt x="203" y="155"/>
                    <a:pt x="203" y="155"/>
                    <a:pt x="203" y="155"/>
                  </a:cubicBezTo>
                  <a:close/>
                  <a:moveTo>
                    <a:pt x="208" y="155"/>
                  </a:moveTo>
                  <a:cubicBezTo>
                    <a:pt x="207" y="154"/>
                    <a:pt x="207" y="154"/>
                    <a:pt x="207" y="154"/>
                  </a:cubicBezTo>
                  <a:cubicBezTo>
                    <a:pt x="208" y="154"/>
                    <a:pt x="208" y="154"/>
                    <a:pt x="208" y="154"/>
                  </a:cubicBezTo>
                  <a:cubicBezTo>
                    <a:pt x="208" y="153"/>
                    <a:pt x="208" y="153"/>
                    <a:pt x="208" y="153"/>
                  </a:cubicBezTo>
                  <a:cubicBezTo>
                    <a:pt x="208" y="153"/>
                    <a:pt x="208" y="153"/>
                    <a:pt x="208" y="153"/>
                  </a:cubicBezTo>
                  <a:cubicBezTo>
                    <a:pt x="208" y="154"/>
                    <a:pt x="208" y="154"/>
                    <a:pt x="208" y="154"/>
                  </a:cubicBezTo>
                  <a:cubicBezTo>
                    <a:pt x="208" y="155"/>
                    <a:pt x="208" y="155"/>
                    <a:pt x="208" y="155"/>
                  </a:cubicBezTo>
                  <a:close/>
                  <a:moveTo>
                    <a:pt x="206" y="156"/>
                  </a:moveTo>
                  <a:cubicBezTo>
                    <a:pt x="207" y="154"/>
                    <a:pt x="207" y="154"/>
                    <a:pt x="207" y="154"/>
                  </a:cubicBezTo>
                  <a:cubicBezTo>
                    <a:pt x="207" y="154"/>
                    <a:pt x="207" y="154"/>
                    <a:pt x="207" y="154"/>
                  </a:cubicBezTo>
                  <a:cubicBezTo>
                    <a:pt x="207" y="155"/>
                    <a:pt x="207" y="155"/>
                    <a:pt x="207" y="155"/>
                  </a:cubicBezTo>
                  <a:cubicBezTo>
                    <a:pt x="207" y="156"/>
                    <a:pt x="207" y="156"/>
                    <a:pt x="207" y="156"/>
                  </a:cubicBezTo>
                  <a:cubicBezTo>
                    <a:pt x="206" y="156"/>
                    <a:pt x="206" y="156"/>
                    <a:pt x="206" y="156"/>
                  </a:cubicBezTo>
                  <a:close/>
                  <a:moveTo>
                    <a:pt x="206" y="155"/>
                  </a:moveTo>
                  <a:cubicBezTo>
                    <a:pt x="206" y="154"/>
                    <a:pt x="206" y="154"/>
                    <a:pt x="206" y="154"/>
                  </a:cubicBezTo>
                  <a:cubicBezTo>
                    <a:pt x="207" y="153"/>
                    <a:pt x="207" y="153"/>
                    <a:pt x="207" y="153"/>
                  </a:cubicBezTo>
                  <a:cubicBezTo>
                    <a:pt x="207" y="154"/>
                    <a:pt x="207" y="154"/>
                    <a:pt x="207" y="154"/>
                  </a:cubicBezTo>
                  <a:cubicBezTo>
                    <a:pt x="207" y="154"/>
                    <a:pt x="207" y="154"/>
                    <a:pt x="207" y="154"/>
                  </a:cubicBezTo>
                  <a:cubicBezTo>
                    <a:pt x="206" y="155"/>
                    <a:pt x="206" y="155"/>
                    <a:pt x="206" y="155"/>
                  </a:cubicBezTo>
                  <a:cubicBezTo>
                    <a:pt x="206" y="155"/>
                    <a:pt x="206" y="155"/>
                    <a:pt x="206" y="155"/>
                  </a:cubicBezTo>
                  <a:close/>
                  <a:moveTo>
                    <a:pt x="205" y="153"/>
                  </a:moveTo>
                  <a:cubicBezTo>
                    <a:pt x="205" y="152"/>
                    <a:pt x="205" y="152"/>
                    <a:pt x="205" y="152"/>
                  </a:cubicBezTo>
                  <a:cubicBezTo>
                    <a:pt x="207" y="152"/>
                    <a:pt x="207" y="152"/>
                    <a:pt x="207" y="152"/>
                  </a:cubicBezTo>
                  <a:cubicBezTo>
                    <a:pt x="207" y="153"/>
                    <a:pt x="207" y="153"/>
                    <a:pt x="207" y="153"/>
                  </a:cubicBezTo>
                  <a:cubicBezTo>
                    <a:pt x="206" y="154"/>
                    <a:pt x="206" y="154"/>
                    <a:pt x="206" y="154"/>
                  </a:cubicBezTo>
                  <a:cubicBezTo>
                    <a:pt x="205" y="153"/>
                    <a:pt x="205" y="153"/>
                    <a:pt x="205" y="153"/>
                  </a:cubicBezTo>
                  <a:cubicBezTo>
                    <a:pt x="205" y="153"/>
                    <a:pt x="205" y="153"/>
                    <a:pt x="205" y="153"/>
                  </a:cubicBezTo>
                  <a:close/>
                  <a:moveTo>
                    <a:pt x="206" y="151"/>
                  </a:moveTo>
                  <a:cubicBezTo>
                    <a:pt x="207" y="150"/>
                    <a:pt x="207" y="150"/>
                    <a:pt x="207" y="150"/>
                  </a:cubicBezTo>
                  <a:cubicBezTo>
                    <a:pt x="207" y="149"/>
                    <a:pt x="207" y="149"/>
                    <a:pt x="207" y="149"/>
                  </a:cubicBezTo>
                  <a:cubicBezTo>
                    <a:pt x="208" y="151"/>
                    <a:pt x="208" y="151"/>
                    <a:pt x="208" y="151"/>
                  </a:cubicBezTo>
                  <a:cubicBezTo>
                    <a:pt x="207" y="151"/>
                    <a:pt x="207" y="151"/>
                    <a:pt x="207" y="151"/>
                  </a:cubicBezTo>
                  <a:cubicBezTo>
                    <a:pt x="206" y="152"/>
                    <a:pt x="206" y="152"/>
                    <a:pt x="206" y="152"/>
                  </a:cubicBezTo>
                  <a:cubicBezTo>
                    <a:pt x="206" y="151"/>
                    <a:pt x="206" y="151"/>
                    <a:pt x="206" y="151"/>
                  </a:cubicBezTo>
                  <a:cubicBezTo>
                    <a:pt x="206" y="151"/>
                    <a:pt x="206" y="151"/>
                    <a:pt x="206" y="151"/>
                  </a:cubicBezTo>
                  <a:close/>
                  <a:moveTo>
                    <a:pt x="203" y="152"/>
                  </a:moveTo>
                  <a:cubicBezTo>
                    <a:pt x="203" y="151"/>
                    <a:pt x="203" y="151"/>
                    <a:pt x="203" y="151"/>
                  </a:cubicBezTo>
                  <a:cubicBezTo>
                    <a:pt x="204" y="149"/>
                    <a:pt x="204" y="149"/>
                    <a:pt x="204" y="149"/>
                  </a:cubicBezTo>
                  <a:cubicBezTo>
                    <a:pt x="204" y="148"/>
                    <a:pt x="204" y="148"/>
                    <a:pt x="204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3" y="147"/>
                    <a:pt x="203" y="147"/>
                    <a:pt x="203" y="147"/>
                  </a:cubicBezTo>
                  <a:cubicBezTo>
                    <a:pt x="203" y="147"/>
                    <a:pt x="203" y="147"/>
                    <a:pt x="203" y="147"/>
                  </a:cubicBezTo>
                  <a:cubicBezTo>
                    <a:pt x="204" y="146"/>
                    <a:pt x="204" y="146"/>
                    <a:pt x="204" y="146"/>
                  </a:cubicBezTo>
                  <a:cubicBezTo>
                    <a:pt x="205" y="147"/>
                    <a:pt x="205" y="147"/>
                    <a:pt x="205" y="147"/>
                  </a:cubicBezTo>
                  <a:cubicBezTo>
                    <a:pt x="206" y="147"/>
                    <a:pt x="206" y="147"/>
                    <a:pt x="206" y="147"/>
                  </a:cubicBezTo>
                  <a:cubicBezTo>
                    <a:pt x="207" y="148"/>
                    <a:pt x="207" y="148"/>
                    <a:pt x="207" y="148"/>
                  </a:cubicBezTo>
                  <a:cubicBezTo>
                    <a:pt x="207" y="149"/>
                    <a:pt x="207" y="149"/>
                    <a:pt x="207" y="149"/>
                  </a:cubicBezTo>
                  <a:cubicBezTo>
                    <a:pt x="206" y="150"/>
                    <a:pt x="206" y="150"/>
                    <a:pt x="206" y="150"/>
                  </a:cubicBezTo>
                  <a:cubicBezTo>
                    <a:pt x="205" y="150"/>
                    <a:pt x="205" y="150"/>
                    <a:pt x="205" y="150"/>
                  </a:cubicBezTo>
                  <a:cubicBezTo>
                    <a:pt x="205" y="149"/>
                    <a:pt x="205" y="149"/>
                    <a:pt x="205" y="149"/>
                  </a:cubicBezTo>
                  <a:cubicBezTo>
                    <a:pt x="205" y="149"/>
                    <a:pt x="205" y="149"/>
                    <a:pt x="205" y="149"/>
                  </a:cubicBezTo>
                  <a:cubicBezTo>
                    <a:pt x="205" y="150"/>
                    <a:pt x="205" y="150"/>
                    <a:pt x="205" y="150"/>
                  </a:cubicBezTo>
                  <a:cubicBezTo>
                    <a:pt x="204" y="151"/>
                    <a:pt x="204" y="151"/>
                    <a:pt x="204" y="151"/>
                  </a:cubicBezTo>
                  <a:cubicBezTo>
                    <a:pt x="205" y="151"/>
                    <a:pt x="205" y="151"/>
                    <a:pt x="205" y="151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04" y="151"/>
                    <a:pt x="204" y="151"/>
                    <a:pt x="204" y="151"/>
                  </a:cubicBezTo>
                  <a:cubicBezTo>
                    <a:pt x="204" y="152"/>
                    <a:pt x="204" y="152"/>
                    <a:pt x="204" y="152"/>
                  </a:cubicBezTo>
                  <a:cubicBezTo>
                    <a:pt x="203" y="152"/>
                    <a:pt x="203" y="152"/>
                    <a:pt x="203" y="152"/>
                  </a:cubicBezTo>
                  <a:close/>
                  <a:moveTo>
                    <a:pt x="201" y="151"/>
                  </a:moveTo>
                  <a:cubicBezTo>
                    <a:pt x="200" y="150"/>
                    <a:pt x="200" y="150"/>
                    <a:pt x="200" y="150"/>
                  </a:cubicBezTo>
                  <a:cubicBezTo>
                    <a:pt x="201" y="149"/>
                    <a:pt x="201" y="149"/>
                    <a:pt x="201" y="149"/>
                  </a:cubicBezTo>
                  <a:cubicBezTo>
                    <a:pt x="200" y="149"/>
                    <a:pt x="200" y="149"/>
                    <a:pt x="200" y="149"/>
                  </a:cubicBezTo>
                  <a:cubicBezTo>
                    <a:pt x="200" y="148"/>
                    <a:pt x="200" y="148"/>
                    <a:pt x="200" y="148"/>
                  </a:cubicBezTo>
                  <a:cubicBezTo>
                    <a:pt x="201" y="148"/>
                    <a:pt x="201" y="148"/>
                    <a:pt x="201" y="148"/>
                  </a:cubicBezTo>
                  <a:cubicBezTo>
                    <a:pt x="201" y="148"/>
                    <a:pt x="201" y="148"/>
                    <a:pt x="201" y="148"/>
                  </a:cubicBezTo>
                  <a:cubicBezTo>
                    <a:pt x="201" y="147"/>
                    <a:pt x="201" y="147"/>
                    <a:pt x="201" y="147"/>
                  </a:cubicBezTo>
                  <a:cubicBezTo>
                    <a:pt x="202" y="147"/>
                    <a:pt x="202" y="147"/>
                    <a:pt x="202" y="147"/>
                  </a:cubicBezTo>
                  <a:cubicBezTo>
                    <a:pt x="203" y="148"/>
                    <a:pt x="203" y="148"/>
                    <a:pt x="203" y="148"/>
                  </a:cubicBezTo>
                  <a:cubicBezTo>
                    <a:pt x="202" y="149"/>
                    <a:pt x="202" y="149"/>
                    <a:pt x="202" y="149"/>
                  </a:cubicBezTo>
                  <a:cubicBezTo>
                    <a:pt x="202" y="149"/>
                    <a:pt x="202" y="149"/>
                    <a:pt x="202" y="149"/>
                  </a:cubicBezTo>
                  <a:cubicBezTo>
                    <a:pt x="203" y="149"/>
                    <a:pt x="203" y="149"/>
                    <a:pt x="203" y="149"/>
                  </a:cubicBezTo>
                  <a:cubicBezTo>
                    <a:pt x="203" y="149"/>
                    <a:pt x="203" y="149"/>
                    <a:pt x="203" y="149"/>
                  </a:cubicBezTo>
                  <a:cubicBezTo>
                    <a:pt x="202" y="151"/>
                    <a:pt x="202" y="151"/>
                    <a:pt x="202" y="151"/>
                  </a:cubicBezTo>
                  <a:cubicBezTo>
                    <a:pt x="201" y="152"/>
                    <a:pt x="201" y="152"/>
                    <a:pt x="201" y="152"/>
                  </a:cubicBezTo>
                  <a:cubicBezTo>
                    <a:pt x="201" y="153"/>
                    <a:pt x="201" y="153"/>
                    <a:pt x="201" y="153"/>
                  </a:cubicBezTo>
                  <a:cubicBezTo>
                    <a:pt x="201" y="153"/>
                    <a:pt x="201" y="153"/>
                    <a:pt x="201" y="153"/>
                  </a:cubicBezTo>
                  <a:cubicBezTo>
                    <a:pt x="200" y="154"/>
                    <a:pt x="200" y="154"/>
                    <a:pt x="200" y="154"/>
                  </a:cubicBezTo>
                  <a:cubicBezTo>
                    <a:pt x="200" y="153"/>
                    <a:pt x="200" y="153"/>
                    <a:pt x="200" y="153"/>
                  </a:cubicBezTo>
                  <a:cubicBezTo>
                    <a:pt x="200" y="152"/>
                    <a:pt x="200" y="152"/>
                    <a:pt x="200" y="152"/>
                  </a:cubicBezTo>
                  <a:cubicBezTo>
                    <a:pt x="199" y="154"/>
                    <a:pt x="199" y="154"/>
                    <a:pt x="199" y="154"/>
                  </a:cubicBezTo>
                  <a:cubicBezTo>
                    <a:pt x="199" y="153"/>
                    <a:pt x="199" y="153"/>
                    <a:pt x="199" y="153"/>
                  </a:cubicBezTo>
                  <a:cubicBezTo>
                    <a:pt x="199" y="153"/>
                    <a:pt x="199" y="153"/>
                    <a:pt x="199" y="153"/>
                  </a:cubicBezTo>
                  <a:cubicBezTo>
                    <a:pt x="199" y="152"/>
                    <a:pt x="199" y="152"/>
                    <a:pt x="199" y="152"/>
                  </a:cubicBezTo>
                  <a:cubicBezTo>
                    <a:pt x="199" y="152"/>
                    <a:pt x="199" y="152"/>
                    <a:pt x="199" y="152"/>
                  </a:cubicBezTo>
                  <a:cubicBezTo>
                    <a:pt x="200" y="151"/>
                    <a:pt x="200" y="151"/>
                    <a:pt x="200" y="151"/>
                  </a:cubicBezTo>
                  <a:cubicBezTo>
                    <a:pt x="200" y="152"/>
                    <a:pt x="200" y="152"/>
                    <a:pt x="200" y="152"/>
                  </a:cubicBezTo>
                  <a:cubicBezTo>
                    <a:pt x="201" y="151"/>
                    <a:pt x="201" y="151"/>
                    <a:pt x="201" y="151"/>
                  </a:cubicBezTo>
                  <a:cubicBezTo>
                    <a:pt x="201" y="151"/>
                    <a:pt x="201" y="151"/>
                    <a:pt x="201" y="151"/>
                  </a:cubicBezTo>
                  <a:close/>
                  <a:moveTo>
                    <a:pt x="200" y="144"/>
                  </a:moveTo>
                  <a:cubicBezTo>
                    <a:pt x="201" y="144"/>
                    <a:pt x="201" y="144"/>
                    <a:pt x="201" y="144"/>
                  </a:cubicBezTo>
                  <a:cubicBezTo>
                    <a:pt x="201" y="144"/>
                    <a:pt x="201" y="144"/>
                    <a:pt x="201" y="144"/>
                  </a:cubicBezTo>
                  <a:cubicBezTo>
                    <a:pt x="200" y="144"/>
                    <a:pt x="200" y="144"/>
                    <a:pt x="200" y="144"/>
                  </a:cubicBezTo>
                  <a:close/>
                  <a:moveTo>
                    <a:pt x="198" y="144"/>
                  </a:moveTo>
                  <a:cubicBezTo>
                    <a:pt x="199" y="144"/>
                    <a:pt x="199" y="144"/>
                    <a:pt x="199" y="144"/>
                  </a:cubicBezTo>
                  <a:cubicBezTo>
                    <a:pt x="199" y="143"/>
                    <a:pt x="199" y="143"/>
                    <a:pt x="199" y="143"/>
                  </a:cubicBezTo>
                  <a:cubicBezTo>
                    <a:pt x="200" y="143"/>
                    <a:pt x="200" y="143"/>
                    <a:pt x="200" y="143"/>
                  </a:cubicBezTo>
                  <a:cubicBezTo>
                    <a:pt x="200" y="144"/>
                    <a:pt x="200" y="144"/>
                    <a:pt x="200" y="144"/>
                  </a:cubicBezTo>
                  <a:cubicBezTo>
                    <a:pt x="200" y="146"/>
                    <a:pt x="200" y="146"/>
                    <a:pt x="200" y="146"/>
                  </a:cubicBezTo>
                  <a:cubicBezTo>
                    <a:pt x="200" y="147"/>
                    <a:pt x="200" y="147"/>
                    <a:pt x="200" y="147"/>
                  </a:cubicBezTo>
                  <a:cubicBezTo>
                    <a:pt x="199" y="147"/>
                    <a:pt x="199" y="147"/>
                    <a:pt x="199" y="147"/>
                  </a:cubicBezTo>
                  <a:cubicBezTo>
                    <a:pt x="199" y="149"/>
                    <a:pt x="199" y="149"/>
                    <a:pt x="199" y="149"/>
                  </a:cubicBezTo>
                  <a:cubicBezTo>
                    <a:pt x="199" y="149"/>
                    <a:pt x="199" y="149"/>
                    <a:pt x="199" y="149"/>
                  </a:cubicBezTo>
                  <a:cubicBezTo>
                    <a:pt x="198" y="150"/>
                    <a:pt x="198" y="150"/>
                    <a:pt x="198" y="150"/>
                  </a:cubicBezTo>
                  <a:cubicBezTo>
                    <a:pt x="198" y="151"/>
                    <a:pt x="198" y="151"/>
                    <a:pt x="198" y="151"/>
                  </a:cubicBezTo>
                  <a:cubicBezTo>
                    <a:pt x="198" y="152"/>
                    <a:pt x="198" y="152"/>
                    <a:pt x="198" y="152"/>
                  </a:cubicBezTo>
                  <a:cubicBezTo>
                    <a:pt x="198" y="152"/>
                    <a:pt x="198" y="152"/>
                    <a:pt x="198" y="152"/>
                  </a:cubicBezTo>
                  <a:cubicBezTo>
                    <a:pt x="198" y="152"/>
                    <a:pt x="198" y="152"/>
                    <a:pt x="198" y="152"/>
                  </a:cubicBezTo>
                  <a:cubicBezTo>
                    <a:pt x="198" y="151"/>
                    <a:pt x="198" y="151"/>
                    <a:pt x="198" y="151"/>
                  </a:cubicBezTo>
                  <a:cubicBezTo>
                    <a:pt x="197" y="151"/>
                    <a:pt x="197" y="151"/>
                    <a:pt x="197" y="151"/>
                  </a:cubicBezTo>
                  <a:cubicBezTo>
                    <a:pt x="197" y="150"/>
                    <a:pt x="197" y="150"/>
                    <a:pt x="197" y="150"/>
                  </a:cubicBezTo>
                  <a:cubicBezTo>
                    <a:pt x="197" y="149"/>
                    <a:pt x="197" y="149"/>
                    <a:pt x="197" y="149"/>
                  </a:cubicBezTo>
                  <a:cubicBezTo>
                    <a:pt x="198" y="149"/>
                    <a:pt x="198" y="149"/>
                    <a:pt x="198" y="149"/>
                  </a:cubicBezTo>
                  <a:cubicBezTo>
                    <a:pt x="198" y="149"/>
                    <a:pt x="198" y="149"/>
                    <a:pt x="198" y="149"/>
                  </a:cubicBezTo>
                  <a:cubicBezTo>
                    <a:pt x="198" y="148"/>
                    <a:pt x="198" y="148"/>
                    <a:pt x="198" y="148"/>
                  </a:cubicBezTo>
                  <a:cubicBezTo>
                    <a:pt x="198" y="149"/>
                    <a:pt x="198" y="149"/>
                    <a:pt x="198" y="149"/>
                  </a:cubicBezTo>
                  <a:cubicBezTo>
                    <a:pt x="197" y="149"/>
                    <a:pt x="197" y="149"/>
                    <a:pt x="197" y="149"/>
                  </a:cubicBezTo>
                  <a:cubicBezTo>
                    <a:pt x="197" y="148"/>
                    <a:pt x="197" y="148"/>
                    <a:pt x="197" y="148"/>
                  </a:cubicBezTo>
                  <a:cubicBezTo>
                    <a:pt x="198" y="148"/>
                    <a:pt x="198" y="148"/>
                    <a:pt x="198" y="148"/>
                  </a:cubicBezTo>
                  <a:cubicBezTo>
                    <a:pt x="198" y="147"/>
                    <a:pt x="198" y="147"/>
                    <a:pt x="198" y="147"/>
                  </a:cubicBezTo>
                  <a:cubicBezTo>
                    <a:pt x="197" y="147"/>
                    <a:pt x="197" y="147"/>
                    <a:pt x="197" y="147"/>
                  </a:cubicBezTo>
                  <a:cubicBezTo>
                    <a:pt x="197" y="147"/>
                    <a:pt x="197" y="147"/>
                    <a:pt x="197" y="147"/>
                  </a:cubicBezTo>
                  <a:cubicBezTo>
                    <a:pt x="198" y="147"/>
                    <a:pt x="198" y="147"/>
                    <a:pt x="198" y="147"/>
                  </a:cubicBezTo>
                  <a:cubicBezTo>
                    <a:pt x="198" y="146"/>
                    <a:pt x="198" y="146"/>
                    <a:pt x="198" y="146"/>
                  </a:cubicBezTo>
                  <a:cubicBezTo>
                    <a:pt x="198" y="145"/>
                    <a:pt x="198" y="145"/>
                    <a:pt x="198" y="145"/>
                  </a:cubicBezTo>
                  <a:cubicBezTo>
                    <a:pt x="199" y="145"/>
                    <a:pt x="199" y="145"/>
                    <a:pt x="199" y="145"/>
                  </a:cubicBezTo>
                  <a:cubicBezTo>
                    <a:pt x="198" y="144"/>
                    <a:pt x="198" y="144"/>
                    <a:pt x="198" y="144"/>
                  </a:cubicBezTo>
                  <a:cubicBezTo>
                    <a:pt x="198" y="144"/>
                    <a:pt x="198" y="144"/>
                    <a:pt x="198" y="144"/>
                  </a:cubicBezTo>
                  <a:close/>
                  <a:moveTo>
                    <a:pt x="196" y="144"/>
                  </a:moveTo>
                  <a:cubicBezTo>
                    <a:pt x="197" y="144"/>
                    <a:pt x="197" y="144"/>
                    <a:pt x="197" y="144"/>
                  </a:cubicBezTo>
                  <a:cubicBezTo>
                    <a:pt x="197" y="144"/>
                    <a:pt x="197" y="144"/>
                    <a:pt x="197" y="144"/>
                  </a:cubicBezTo>
                  <a:cubicBezTo>
                    <a:pt x="197" y="145"/>
                    <a:pt x="197" y="145"/>
                    <a:pt x="197" y="145"/>
                  </a:cubicBezTo>
                  <a:cubicBezTo>
                    <a:pt x="197" y="146"/>
                    <a:pt x="197" y="146"/>
                    <a:pt x="197" y="146"/>
                  </a:cubicBezTo>
                  <a:cubicBezTo>
                    <a:pt x="196" y="146"/>
                    <a:pt x="196" y="146"/>
                    <a:pt x="196" y="146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96" y="145"/>
                    <a:pt x="196" y="145"/>
                    <a:pt x="196" y="145"/>
                  </a:cubicBezTo>
                  <a:cubicBezTo>
                    <a:pt x="196" y="144"/>
                    <a:pt x="196" y="144"/>
                    <a:pt x="196" y="144"/>
                  </a:cubicBezTo>
                  <a:close/>
                  <a:moveTo>
                    <a:pt x="201" y="146"/>
                  </a:moveTo>
                  <a:cubicBezTo>
                    <a:pt x="201" y="145"/>
                    <a:pt x="201" y="145"/>
                    <a:pt x="201" y="145"/>
                  </a:cubicBezTo>
                  <a:cubicBezTo>
                    <a:pt x="201" y="144"/>
                    <a:pt x="201" y="144"/>
                    <a:pt x="201" y="144"/>
                  </a:cubicBezTo>
                  <a:cubicBezTo>
                    <a:pt x="202" y="144"/>
                    <a:pt x="202" y="144"/>
                    <a:pt x="202" y="144"/>
                  </a:cubicBezTo>
                  <a:cubicBezTo>
                    <a:pt x="203" y="144"/>
                    <a:pt x="203" y="144"/>
                    <a:pt x="203" y="144"/>
                  </a:cubicBezTo>
                  <a:cubicBezTo>
                    <a:pt x="202" y="143"/>
                    <a:pt x="202" y="143"/>
                    <a:pt x="202" y="143"/>
                  </a:cubicBezTo>
                  <a:cubicBezTo>
                    <a:pt x="203" y="143"/>
                    <a:pt x="203" y="143"/>
                    <a:pt x="203" y="143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2" y="141"/>
                    <a:pt x="202" y="141"/>
                    <a:pt x="202" y="141"/>
                  </a:cubicBezTo>
                  <a:cubicBezTo>
                    <a:pt x="203" y="140"/>
                    <a:pt x="203" y="140"/>
                    <a:pt x="203" y="140"/>
                  </a:cubicBezTo>
                  <a:cubicBezTo>
                    <a:pt x="203" y="138"/>
                    <a:pt x="203" y="138"/>
                    <a:pt x="203" y="138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4" y="137"/>
                    <a:pt x="204" y="137"/>
                    <a:pt x="204" y="137"/>
                  </a:cubicBezTo>
                  <a:cubicBezTo>
                    <a:pt x="204" y="138"/>
                    <a:pt x="204" y="138"/>
                    <a:pt x="204" y="138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6" y="142"/>
                    <a:pt x="206" y="142"/>
                    <a:pt x="206" y="142"/>
                  </a:cubicBezTo>
                  <a:cubicBezTo>
                    <a:pt x="206" y="143"/>
                    <a:pt x="206" y="143"/>
                    <a:pt x="206" y="143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05" y="141"/>
                    <a:pt x="205" y="141"/>
                    <a:pt x="205" y="141"/>
                  </a:cubicBezTo>
                  <a:cubicBezTo>
                    <a:pt x="205" y="139"/>
                    <a:pt x="205" y="139"/>
                    <a:pt x="205" y="139"/>
                  </a:cubicBezTo>
                  <a:cubicBezTo>
                    <a:pt x="205" y="140"/>
                    <a:pt x="205" y="140"/>
                    <a:pt x="205" y="140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04" y="143"/>
                    <a:pt x="204" y="143"/>
                    <a:pt x="204" y="143"/>
                  </a:cubicBezTo>
                  <a:cubicBezTo>
                    <a:pt x="204" y="144"/>
                    <a:pt x="204" y="144"/>
                    <a:pt x="204" y="144"/>
                  </a:cubicBezTo>
                  <a:cubicBezTo>
                    <a:pt x="204" y="144"/>
                    <a:pt x="204" y="144"/>
                    <a:pt x="204" y="144"/>
                  </a:cubicBezTo>
                  <a:cubicBezTo>
                    <a:pt x="203" y="144"/>
                    <a:pt x="203" y="144"/>
                    <a:pt x="203" y="144"/>
                  </a:cubicBezTo>
                  <a:cubicBezTo>
                    <a:pt x="203" y="145"/>
                    <a:pt x="203" y="145"/>
                    <a:pt x="203" y="145"/>
                  </a:cubicBezTo>
                  <a:cubicBezTo>
                    <a:pt x="202" y="146"/>
                    <a:pt x="202" y="146"/>
                    <a:pt x="202" y="146"/>
                  </a:cubicBezTo>
                  <a:cubicBezTo>
                    <a:pt x="201" y="147"/>
                    <a:pt x="201" y="147"/>
                    <a:pt x="201" y="147"/>
                  </a:cubicBezTo>
                  <a:cubicBezTo>
                    <a:pt x="201" y="146"/>
                    <a:pt x="201" y="146"/>
                    <a:pt x="201" y="146"/>
                  </a:cubicBezTo>
                  <a:close/>
                  <a:moveTo>
                    <a:pt x="198" y="137"/>
                  </a:moveTo>
                  <a:cubicBezTo>
                    <a:pt x="200" y="137"/>
                    <a:pt x="200" y="137"/>
                    <a:pt x="200" y="137"/>
                  </a:cubicBezTo>
                  <a:cubicBezTo>
                    <a:pt x="200" y="137"/>
                    <a:pt x="200" y="137"/>
                    <a:pt x="200" y="137"/>
                  </a:cubicBezTo>
                  <a:cubicBezTo>
                    <a:pt x="200" y="138"/>
                    <a:pt x="200" y="138"/>
                    <a:pt x="200" y="138"/>
                  </a:cubicBezTo>
                  <a:cubicBezTo>
                    <a:pt x="200" y="138"/>
                    <a:pt x="200" y="138"/>
                    <a:pt x="200" y="138"/>
                  </a:cubicBezTo>
                  <a:cubicBezTo>
                    <a:pt x="200" y="139"/>
                    <a:pt x="200" y="139"/>
                    <a:pt x="200" y="139"/>
                  </a:cubicBezTo>
                  <a:cubicBezTo>
                    <a:pt x="201" y="138"/>
                    <a:pt x="201" y="138"/>
                    <a:pt x="201" y="138"/>
                  </a:cubicBezTo>
                  <a:cubicBezTo>
                    <a:pt x="201" y="138"/>
                    <a:pt x="201" y="138"/>
                    <a:pt x="201" y="138"/>
                  </a:cubicBezTo>
                  <a:cubicBezTo>
                    <a:pt x="202" y="139"/>
                    <a:pt x="202" y="139"/>
                    <a:pt x="202" y="139"/>
                  </a:cubicBezTo>
                  <a:cubicBezTo>
                    <a:pt x="202" y="139"/>
                    <a:pt x="202" y="139"/>
                    <a:pt x="202" y="139"/>
                  </a:cubicBezTo>
                  <a:cubicBezTo>
                    <a:pt x="202" y="139"/>
                    <a:pt x="202" y="139"/>
                    <a:pt x="202" y="139"/>
                  </a:cubicBezTo>
                  <a:cubicBezTo>
                    <a:pt x="202" y="140"/>
                    <a:pt x="202" y="140"/>
                    <a:pt x="202" y="140"/>
                  </a:cubicBezTo>
                  <a:cubicBezTo>
                    <a:pt x="201" y="140"/>
                    <a:pt x="201" y="140"/>
                    <a:pt x="201" y="140"/>
                  </a:cubicBezTo>
                  <a:cubicBezTo>
                    <a:pt x="201" y="140"/>
                    <a:pt x="201" y="140"/>
                    <a:pt x="201" y="140"/>
                  </a:cubicBezTo>
                  <a:cubicBezTo>
                    <a:pt x="200" y="139"/>
                    <a:pt x="200" y="139"/>
                    <a:pt x="200" y="139"/>
                  </a:cubicBezTo>
                  <a:cubicBezTo>
                    <a:pt x="199" y="138"/>
                    <a:pt x="199" y="138"/>
                    <a:pt x="199" y="138"/>
                  </a:cubicBezTo>
                  <a:cubicBezTo>
                    <a:pt x="199" y="139"/>
                    <a:pt x="199" y="139"/>
                    <a:pt x="199" y="139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41"/>
                    <a:pt x="200" y="141"/>
                    <a:pt x="200" y="141"/>
                  </a:cubicBezTo>
                  <a:cubicBezTo>
                    <a:pt x="201" y="141"/>
                    <a:pt x="201" y="141"/>
                    <a:pt x="201" y="141"/>
                  </a:cubicBezTo>
                  <a:cubicBezTo>
                    <a:pt x="201" y="142"/>
                    <a:pt x="201" y="142"/>
                    <a:pt x="201" y="142"/>
                  </a:cubicBezTo>
                  <a:cubicBezTo>
                    <a:pt x="201" y="142"/>
                    <a:pt x="201" y="142"/>
                    <a:pt x="201" y="142"/>
                  </a:cubicBezTo>
                  <a:cubicBezTo>
                    <a:pt x="201" y="143"/>
                    <a:pt x="201" y="143"/>
                    <a:pt x="201" y="143"/>
                  </a:cubicBezTo>
                  <a:cubicBezTo>
                    <a:pt x="200" y="143"/>
                    <a:pt x="200" y="143"/>
                    <a:pt x="200" y="143"/>
                  </a:cubicBezTo>
                  <a:cubicBezTo>
                    <a:pt x="200" y="142"/>
                    <a:pt x="200" y="142"/>
                    <a:pt x="200" y="142"/>
                  </a:cubicBezTo>
                  <a:cubicBezTo>
                    <a:pt x="199" y="142"/>
                    <a:pt x="199" y="142"/>
                    <a:pt x="199" y="142"/>
                  </a:cubicBezTo>
                  <a:cubicBezTo>
                    <a:pt x="198" y="140"/>
                    <a:pt x="198" y="140"/>
                    <a:pt x="198" y="140"/>
                  </a:cubicBezTo>
                  <a:cubicBezTo>
                    <a:pt x="198" y="141"/>
                    <a:pt x="198" y="141"/>
                    <a:pt x="198" y="141"/>
                  </a:cubicBezTo>
                  <a:cubicBezTo>
                    <a:pt x="199" y="142"/>
                    <a:pt x="199" y="142"/>
                    <a:pt x="199" y="142"/>
                  </a:cubicBezTo>
                  <a:cubicBezTo>
                    <a:pt x="199" y="143"/>
                    <a:pt x="199" y="143"/>
                    <a:pt x="199" y="143"/>
                  </a:cubicBezTo>
                  <a:cubicBezTo>
                    <a:pt x="198" y="143"/>
                    <a:pt x="198" y="143"/>
                    <a:pt x="198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7" y="139"/>
                    <a:pt x="197" y="139"/>
                    <a:pt x="197" y="139"/>
                  </a:cubicBezTo>
                  <a:cubicBezTo>
                    <a:pt x="197" y="139"/>
                    <a:pt x="197" y="139"/>
                    <a:pt x="197" y="139"/>
                  </a:cubicBezTo>
                  <a:cubicBezTo>
                    <a:pt x="198" y="139"/>
                    <a:pt x="198" y="139"/>
                    <a:pt x="198" y="139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8" y="137"/>
                    <a:pt x="198" y="137"/>
                    <a:pt x="198" y="137"/>
                  </a:cubicBezTo>
                  <a:cubicBezTo>
                    <a:pt x="198" y="137"/>
                    <a:pt x="198" y="137"/>
                    <a:pt x="198" y="137"/>
                  </a:cubicBezTo>
                  <a:cubicBezTo>
                    <a:pt x="198" y="137"/>
                    <a:pt x="198" y="137"/>
                    <a:pt x="198" y="137"/>
                  </a:cubicBezTo>
                  <a:close/>
                  <a:moveTo>
                    <a:pt x="199" y="136"/>
                  </a:moveTo>
                  <a:cubicBezTo>
                    <a:pt x="199" y="135"/>
                    <a:pt x="199" y="135"/>
                    <a:pt x="199" y="135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199" y="136"/>
                    <a:pt x="199" y="136"/>
                    <a:pt x="199" y="136"/>
                  </a:cubicBezTo>
                  <a:close/>
                  <a:moveTo>
                    <a:pt x="66" y="86"/>
                  </a:move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6" y="86"/>
                    <a:pt x="66" y="86"/>
                  </a:cubicBezTo>
                  <a:close/>
                  <a:moveTo>
                    <a:pt x="66" y="87"/>
                  </a:moveTo>
                  <a:cubicBezTo>
                    <a:pt x="66" y="87"/>
                    <a:pt x="66" y="87"/>
                    <a:pt x="66" y="87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8" y="89"/>
                    <a:pt x="68" y="89"/>
                    <a:pt x="68" y="89"/>
                  </a:cubicBezTo>
                  <a:cubicBezTo>
                    <a:pt x="67" y="90"/>
                    <a:pt x="67" y="90"/>
                    <a:pt x="67" y="90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6" y="88"/>
                    <a:pt x="66" y="88"/>
                    <a:pt x="66" y="88"/>
                  </a:cubicBezTo>
                  <a:cubicBezTo>
                    <a:pt x="65" y="87"/>
                    <a:pt x="65" y="87"/>
                    <a:pt x="65" y="87"/>
                  </a:cubicBezTo>
                  <a:cubicBezTo>
                    <a:pt x="65" y="87"/>
                    <a:pt x="66" y="87"/>
                    <a:pt x="66" y="87"/>
                  </a:cubicBezTo>
                  <a:close/>
                  <a:moveTo>
                    <a:pt x="112" y="73"/>
                  </a:moveTo>
                  <a:cubicBezTo>
                    <a:pt x="111" y="74"/>
                    <a:pt x="111" y="74"/>
                    <a:pt x="111" y="74"/>
                  </a:cubicBezTo>
                  <a:cubicBezTo>
                    <a:pt x="111" y="76"/>
                    <a:pt x="111" y="76"/>
                    <a:pt x="111" y="76"/>
                  </a:cubicBezTo>
                  <a:cubicBezTo>
                    <a:pt x="111" y="76"/>
                    <a:pt x="111" y="76"/>
                    <a:pt x="111" y="76"/>
                  </a:cubicBezTo>
                  <a:cubicBezTo>
                    <a:pt x="111" y="75"/>
                    <a:pt x="111" y="75"/>
                    <a:pt x="111" y="75"/>
                  </a:cubicBezTo>
                  <a:cubicBezTo>
                    <a:pt x="110" y="75"/>
                    <a:pt x="110" y="75"/>
                    <a:pt x="110" y="75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8" y="75"/>
                    <a:pt x="108" y="75"/>
                    <a:pt x="108" y="75"/>
                  </a:cubicBezTo>
                  <a:cubicBezTo>
                    <a:pt x="108" y="74"/>
                    <a:pt x="108" y="74"/>
                    <a:pt x="108" y="74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2" y="72"/>
                    <a:pt x="112" y="72"/>
                    <a:pt x="112" y="72"/>
                  </a:cubicBezTo>
                  <a:cubicBezTo>
                    <a:pt x="112" y="72"/>
                    <a:pt x="112" y="72"/>
                    <a:pt x="112" y="72"/>
                  </a:cubicBezTo>
                  <a:cubicBezTo>
                    <a:pt x="112" y="73"/>
                    <a:pt x="112" y="73"/>
                    <a:pt x="112" y="73"/>
                  </a:cubicBezTo>
                  <a:close/>
                  <a:moveTo>
                    <a:pt x="113" y="73"/>
                  </a:moveTo>
                  <a:cubicBezTo>
                    <a:pt x="113" y="73"/>
                    <a:pt x="113" y="73"/>
                    <a:pt x="113" y="73"/>
                  </a:cubicBezTo>
                  <a:cubicBezTo>
                    <a:pt x="113" y="73"/>
                    <a:pt x="113" y="73"/>
                    <a:pt x="113" y="73"/>
                  </a:cubicBezTo>
                  <a:cubicBezTo>
                    <a:pt x="113" y="72"/>
                    <a:pt x="113" y="72"/>
                    <a:pt x="113" y="72"/>
                  </a:cubicBezTo>
                  <a:cubicBezTo>
                    <a:pt x="113" y="71"/>
                    <a:pt x="113" y="71"/>
                    <a:pt x="113" y="71"/>
                  </a:cubicBezTo>
                  <a:cubicBezTo>
                    <a:pt x="112" y="71"/>
                    <a:pt x="112" y="71"/>
                    <a:pt x="112" y="71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4" y="70"/>
                    <a:pt x="114" y="70"/>
                    <a:pt x="114" y="70"/>
                  </a:cubicBezTo>
                  <a:cubicBezTo>
                    <a:pt x="116" y="71"/>
                    <a:pt x="116" y="71"/>
                    <a:pt x="116" y="71"/>
                  </a:cubicBezTo>
                  <a:cubicBezTo>
                    <a:pt x="116" y="72"/>
                    <a:pt x="116" y="72"/>
                    <a:pt x="116" y="72"/>
                  </a:cubicBezTo>
                  <a:cubicBezTo>
                    <a:pt x="115" y="72"/>
                    <a:pt x="115" y="72"/>
                    <a:pt x="115" y="72"/>
                  </a:cubicBezTo>
                  <a:cubicBezTo>
                    <a:pt x="113" y="74"/>
                    <a:pt x="113" y="74"/>
                    <a:pt x="113" y="74"/>
                  </a:cubicBezTo>
                  <a:cubicBezTo>
                    <a:pt x="113" y="73"/>
                    <a:pt x="113" y="73"/>
                    <a:pt x="113" y="73"/>
                  </a:cubicBezTo>
                  <a:close/>
                  <a:moveTo>
                    <a:pt x="121" y="68"/>
                  </a:moveTo>
                  <a:cubicBezTo>
                    <a:pt x="122" y="68"/>
                    <a:pt x="122" y="68"/>
                    <a:pt x="122" y="68"/>
                  </a:cubicBezTo>
                  <a:cubicBezTo>
                    <a:pt x="123" y="68"/>
                    <a:pt x="123" y="68"/>
                    <a:pt x="123" y="68"/>
                  </a:cubicBezTo>
                  <a:cubicBezTo>
                    <a:pt x="123" y="69"/>
                    <a:pt x="123" y="69"/>
                    <a:pt x="123" y="69"/>
                  </a:cubicBezTo>
                  <a:cubicBezTo>
                    <a:pt x="123" y="69"/>
                    <a:pt x="123" y="69"/>
                    <a:pt x="123" y="69"/>
                  </a:cubicBezTo>
                  <a:cubicBezTo>
                    <a:pt x="122" y="69"/>
                    <a:pt x="122" y="69"/>
                    <a:pt x="122" y="69"/>
                  </a:cubicBezTo>
                  <a:cubicBezTo>
                    <a:pt x="121" y="68"/>
                    <a:pt x="121" y="68"/>
                    <a:pt x="121" y="68"/>
                  </a:cubicBezTo>
                  <a:close/>
                  <a:moveTo>
                    <a:pt x="166" y="107"/>
                  </a:moveTo>
                  <a:cubicBezTo>
                    <a:pt x="167" y="107"/>
                    <a:pt x="167" y="107"/>
                    <a:pt x="167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6" y="107"/>
                    <a:pt x="166" y="107"/>
                    <a:pt x="166" y="107"/>
                  </a:cubicBezTo>
                  <a:close/>
                  <a:moveTo>
                    <a:pt x="162" y="119"/>
                  </a:moveTo>
                  <a:cubicBezTo>
                    <a:pt x="163" y="119"/>
                    <a:pt x="163" y="119"/>
                    <a:pt x="163" y="119"/>
                  </a:cubicBezTo>
                  <a:cubicBezTo>
                    <a:pt x="163" y="119"/>
                    <a:pt x="163" y="119"/>
                    <a:pt x="163" y="119"/>
                  </a:cubicBezTo>
                  <a:cubicBezTo>
                    <a:pt x="162" y="119"/>
                    <a:pt x="162" y="119"/>
                    <a:pt x="162" y="119"/>
                  </a:cubicBezTo>
                  <a:close/>
                  <a:moveTo>
                    <a:pt x="172" y="117"/>
                  </a:moveTo>
                  <a:cubicBezTo>
                    <a:pt x="173" y="116"/>
                    <a:pt x="173" y="116"/>
                    <a:pt x="173" y="116"/>
                  </a:cubicBezTo>
                  <a:cubicBezTo>
                    <a:pt x="173" y="116"/>
                    <a:pt x="173" y="116"/>
                    <a:pt x="173" y="116"/>
                  </a:cubicBezTo>
                  <a:cubicBezTo>
                    <a:pt x="173" y="117"/>
                    <a:pt x="173" y="117"/>
                    <a:pt x="173" y="117"/>
                  </a:cubicBezTo>
                  <a:cubicBezTo>
                    <a:pt x="172" y="118"/>
                    <a:pt x="172" y="118"/>
                    <a:pt x="172" y="118"/>
                  </a:cubicBezTo>
                  <a:cubicBezTo>
                    <a:pt x="172" y="117"/>
                    <a:pt x="172" y="117"/>
                    <a:pt x="172" y="117"/>
                  </a:cubicBezTo>
                  <a:close/>
                  <a:moveTo>
                    <a:pt x="165" y="109"/>
                  </a:moveTo>
                  <a:cubicBezTo>
                    <a:pt x="165" y="108"/>
                    <a:pt x="165" y="108"/>
                    <a:pt x="165" y="108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9"/>
                    <a:pt x="166" y="109"/>
                    <a:pt x="166" y="109"/>
                  </a:cubicBezTo>
                  <a:cubicBezTo>
                    <a:pt x="165" y="109"/>
                    <a:pt x="165" y="109"/>
                    <a:pt x="165" y="109"/>
                  </a:cubicBezTo>
                  <a:close/>
                  <a:moveTo>
                    <a:pt x="166" y="112"/>
                  </a:moveTo>
                  <a:cubicBezTo>
                    <a:pt x="166" y="111"/>
                    <a:pt x="166" y="111"/>
                    <a:pt x="166" y="111"/>
                  </a:cubicBezTo>
                  <a:cubicBezTo>
                    <a:pt x="166" y="110"/>
                    <a:pt x="166" y="110"/>
                    <a:pt x="166" y="110"/>
                  </a:cubicBezTo>
                  <a:cubicBezTo>
                    <a:pt x="167" y="110"/>
                    <a:pt x="167" y="110"/>
                    <a:pt x="167" y="110"/>
                  </a:cubicBezTo>
                  <a:cubicBezTo>
                    <a:pt x="167" y="111"/>
                    <a:pt x="167" y="111"/>
                    <a:pt x="167" y="111"/>
                  </a:cubicBezTo>
                  <a:cubicBezTo>
                    <a:pt x="168" y="111"/>
                    <a:pt x="168" y="111"/>
                    <a:pt x="168" y="111"/>
                  </a:cubicBezTo>
                  <a:cubicBezTo>
                    <a:pt x="168" y="112"/>
                    <a:pt x="168" y="112"/>
                    <a:pt x="168" y="112"/>
                  </a:cubicBezTo>
                  <a:cubicBezTo>
                    <a:pt x="167" y="112"/>
                    <a:pt x="167" y="112"/>
                    <a:pt x="167" y="112"/>
                  </a:cubicBezTo>
                  <a:cubicBezTo>
                    <a:pt x="166" y="112"/>
                    <a:pt x="166" y="112"/>
                    <a:pt x="166" y="112"/>
                  </a:cubicBezTo>
                  <a:close/>
                  <a:moveTo>
                    <a:pt x="159" y="115"/>
                  </a:moveTo>
                  <a:cubicBezTo>
                    <a:pt x="159" y="115"/>
                    <a:pt x="159" y="115"/>
                    <a:pt x="159" y="115"/>
                  </a:cubicBezTo>
                  <a:cubicBezTo>
                    <a:pt x="160" y="115"/>
                    <a:pt x="160" y="115"/>
                    <a:pt x="160" y="115"/>
                  </a:cubicBezTo>
                  <a:cubicBezTo>
                    <a:pt x="160" y="114"/>
                    <a:pt x="160" y="114"/>
                    <a:pt x="160" y="114"/>
                  </a:cubicBezTo>
                  <a:cubicBezTo>
                    <a:pt x="161" y="113"/>
                    <a:pt x="161" y="113"/>
                    <a:pt x="161" y="113"/>
                  </a:cubicBezTo>
                  <a:cubicBezTo>
                    <a:pt x="162" y="113"/>
                    <a:pt x="162" y="113"/>
                    <a:pt x="162" y="113"/>
                  </a:cubicBezTo>
                  <a:cubicBezTo>
                    <a:pt x="163" y="112"/>
                    <a:pt x="163" y="112"/>
                    <a:pt x="163" y="112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4" y="111"/>
                    <a:pt x="164" y="111"/>
                    <a:pt x="164" y="111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5" y="112"/>
                    <a:pt x="165" y="112"/>
                    <a:pt x="165" y="112"/>
                  </a:cubicBezTo>
                  <a:cubicBezTo>
                    <a:pt x="164" y="112"/>
                    <a:pt x="164" y="112"/>
                    <a:pt x="164" y="112"/>
                  </a:cubicBezTo>
                  <a:cubicBezTo>
                    <a:pt x="163" y="113"/>
                    <a:pt x="163" y="113"/>
                    <a:pt x="163" y="113"/>
                  </a:cubicBezTo>
                  <a:cubicBezTo>
                    <a:pt x="162" y="114"/>
                    <a:pt x="162" y="114"/>
                    <a:pt x="162" y="114"/>
                  </a:cubicBezTo>
                  <a:cubicBezTo>
                    <a:pt x="161" y="114"/>
                    <a:pt x="161" y="114"/>
                    <a:pt x="161" y="114"/>
                  </a:cubicBezTo>
                  <a:cubicBezTo>
                    <a:pt x="161" y="115"/>
                    <a:pt x="161" y="115"/>
                    <a:pt x="161" y="115"/>
                  </a:cubicBezTo>
                  <a:cubicBezTo>
                    <a:pt x="161" y="115"/>
                    <a:pt x="161" y="115"/>
                    <a:pt x="161" y="115"/>
                  </a:cubicBezTo>
                  <a:cubicBezTo>
                    <a:pt x="160" y="115"/>
                    <a:pt x="160" y="115"/>
                    <a:pt x="160" y="115"/>
                  </a:cubicBezTo>
                  <a:cubicBezTo>
                    <a:pt x="160" y="115"/>
                    <a:pt x="160" y="115"/>
                    <a:pt x="160" y="115"/>
                  </a:cubicBezTo>
                  <a:cubicBezTo>
                    <a:pt x="159" y="115"/>
                    <a:pt x="159" y="115"/>
                    <a:pt x="159" y="115"/>
                  </a:cubicBezTo>
                  <a:cubicBezTo>
                    <a:pt x="159" y="115"/>
                    <a:pt x="159" y="115"/>
                    <a:pt x="159" y="115"/>
                  </a:cubicBezTo>
                  <a:close/>
                  <a:moveTo>
                    <a:pt x="159" y="114"/>
                  </a:moveTo>
                  <a:cubicBezTo>
                    <a:pt x="160" y="113"/>
                    <a:pt x="160" y="113"/>
                    <a:pt x="160" y="113"/>
                  </a:cubicBezTo>
                  <a:cubicBezTo>
                    <a:pt x="160" y="113"/>
                    <a:pt x="160" y="113"/>
                    <a:pt x="160" y="113"/>
                  </a:cubicBezTo>
                  <a:cubicBezTo>
                    <a:pt x="159" y="114"/>
                    <a:pt x="159" y="114"/>
                    <a:pt x="159" y="114"/>
                  </a:cubicBezTo>
                  <a:cubicBezTo>
                    <a:pt x="159" y="114"/>
                    <a:pt x="159" y="114"/>
                    <a:pt x="159" y="114"/>
                  </a:cubicBezTo>
                  <a:close/>
                  <a:moveTo>
                    <a:pt x="161" y="112"/>
                  </a:moveTo>
                  <a:cubicBezTo>
                    <a:pt x="162" y="111"/>
                    <a:pt x="162" y="111"/>
                    <a:pt x="162" y="111"/>
                  </a:cubicBezTo>
                  <a:cubicBezTo>
                    <a:pt x="162" y="110"/>
                    <a:pt x="162" y="110"/>
                    <a:pt x="162" y="110"/>
                  </a:cubicBezTo>
                  <a:cubicBezTo>
                    <a:pt x="163" y="109"/>
                    <a:pt x="163" y="109"/>
                    <a:pt x="163" y="109"/>
                  </a:cubicBezTo>
                  <a:cubicBezTo>
                    <a:pt x="163" y="110"/>
                    <a:pt x="163" y="110"/>
                    <a:pt x="163" y="110"/>
                  </a:cubicBezTo>
                  <a:cubicBezTo>
                    <a:pt x="163" y="110"/>
                    <a:pt x="163" y="110"/>
                    <a:pt x="163" y="110"/>
                  </a:cubicBezTo>
                  <a:cubicBezTo>
                    <a:pt x="163" y="110"/>
                    <a:pt x="163" y="110"/>
                    <a:pt x="163" y="110"/>
                  </a:cubicBezTo>
                  <a:cubicBezTo>
                    <a:pt x="162" y="111"/>
                    <a:pt x="162" y="111"/>
                    <a:pt x="162" y="111"/>
                  </a:cubicBezTo>
                  <a:cubicBezTo>
                    <a:pt x="162" y="112"/>
                    <a:pt x="162" y="112"/>
                    <a:pt x="162" y="112"/>
                  </a:cubicBezTo>
                  <a:cubicBezTo>
                    <a:pt x="161" y="112"/>
                    <a:pt x="161" y="112"/>
                    <a:pt x="161" y="112"/>
                  </a:cubicBezTo>
                  <a:cubicBezTo>
                    <a:pt x="161" y="112"/>
                    <a:pt x="161" y="112"/>
                    <a:pt x="161" y="112"/>
                  </a:cubicBezTo>
                  <a:cubicBezTo>
                    <a:pt x="161" y="112"/>
                    <a:pt x="161" y="112"/>
                    <a:pt x="161" y="112"/>
                  </a:cubicBezTo>
                  <a:close/>
                  <a:moveTo>
                    <a:pt x="162" y="107"/>
                  </a:moveTo>
                  <a:cubicBezTo>
                    <a:pt x="163" y="106"/>
                    <a:pt x="163" y="106"/>
                    <a:pt x="163" y="106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2" y="107"/>
                    <a:pt x="162" y="107"/>
                    <a:pt x="162" y="107"/>
                  </a:cubicBezTo>
                  <a:close/>
                  <a:moveTo>
                    <a:pt x="109" y="51"/>
                  </a:moveTo>
                  <a:cubicBezTo>
                    <a:pt x="109" y="51"/>
                    <a:pt x="109" y="51"/>
                    <a:pt x="109" y="51"/>
                  </a:cubicBezTo>
                  <a:cubicBezTo>
                    <a:pt x="110" y="51"/>
                    <a:pt x="110" y="51"/>
                    <a:pt x="110" y="51"/>
                  </a:cubicBezTo>
                  <a:cubicBezTo>
                    <a:pt x="109" y="51"/>
                    <a:pt x="109" y="51"/>
                    <a:pt x="109" y="51"/>
                  </a:cubicBezTo>
                  <a:cubicBezTo>
                    <a:pt x="109" y="51"/>
                    <a:pt x="109" y="51"/>
                    <a:pt x="109" y="51"/>
                  </a:cubicBezTo>
                  <a:close/>
                  <a:moveTo>
                    <a:pt x="91" y="68"/>
                  </a:moveTo>
                  <a:cubicBezTo>
                    <a:pt x="92" y="66"/>
                    <a:pt x="92" y="66"/>
                    <a:pt x="92" y="66"/>
                  </a:cubicBezTo>
                  <a:cubicBezTo>
                    <a:pt x="92" y="66"/>
                    <a:pt x="92" y="66"/>
                    <a:pt x="92" y="66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90" y="62"/>
                    <a:pt x="90" y="62"/>
                    <a:pt x="90" y="62"/>
                  </a:cubicBezTo>
                  <a:cubicBezTo>
                    <a:pt x="89" y="62"/>
                    <a:pt x="89" y="62"/>
                    <a:pt x="89" y="62"/>
                  </a:cubicBezTo>
                  <a:cubicBezTo>
                    <a:pt x="88" y="63"/>
                    <a:pt x="88" y="63"/>
                    <a:pt x="88" y="63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86" y="62"/>
                    <a:pt x="86" y="62"/>
                    <a:pt x="86" y="62"/>
                  </a:cubicBezTo>
                  <a:cubicBezTo>
                    <a:pt x="86" y="61"/>
                    <a:pt x="86" y="61"/>
                    <a:pt x="86" y="61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90" y="57"/>
                    <a:pt x="90" y="57"/>
                    <a:pt x="90" y="57"/>
                  </a:cubicBezTo>
                  <a:cubicBezTo>
                    <a:pt x="90" y="59"/>
                    <a:pt x="90" y="59"/>
                    <a:pt x="90" y="59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90" y="60"/>
                    <a:pt x="90" y="60"/>
                    <a:pt x="90" y="60"/>
                  </a:cubicBezTo>
                  <a:cubicBezTo>
                    <a:pt x="90" y="60"/>
                    <a:pt x="90" y="60"/>
                    <a:pt x="90" y="60"/>
                  </a:cubicBezTo>
                  <a:cubicBezTo>
                    <a:pt x="91" y="61"/>
                    <a:pt x="91" y="61"/>
                    <a:pt x="91" y="61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94" y="60"/>
                    <a:pt x="94" y="60"/>
                    <a:pt x="94" y="60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5" y="64"/>
                    <a:pt x="95" y="64"/>
                    <a:pt x="95" y="64"/>
                  </a:cubicBezTo>
                  <a:cubicBezTo>
                    <a:pt x="97" y="66"/>
                    <a:pt x="97" y="66"/>
                    <a:pt x="97" y="66"/>
                  </a:cubicBezTo>
                  <a:cubicBezTo>
                    <a:pt x="97" y="67"/>
                    <a:pt x="97" y="67"/>
                    <a:pt x="97" y="67"/>
                  </a:cubicBezTo>
                  <a:cubicBezTo>
                    <a:pt x="96" y="67"/>
                    <a:pt x="96" y="67"/>
                    <a:pt x="96" y="67"/>
                  </a:cubicBezTo>
                  <a:cubicBezTo>
                    <a:pt x="95" y="66"/>
                    <a:pt x="95" y="66"/>
                    <a:pt x="95" y="66"/>
                  </a:cubicBezTo>
                  <a:cubicBezTo>
                    <a:pt x="95" y="66"/>
                    <a:pt x="95" y="66"/>
                    <a:pt x="95" y="66"/>
                  </a:cubicBezTo>
                  <a:cubicBezTo>
                    <a:pt x="94" y="67"/>
                    <a:pt x="94" y="67"/>
                    <a:pt x="94" y="67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2" y="68"/>
                    <a:pt x="92" y="68"/>
                    <a:pt x="92" y="68"/>
                  </a:cubicBezTo>
                  <a:cubicBezTo>
                    <a:pt x="91" y="68"/>
                    <a:pt x="91" y="68"/>
                    <a:pt x="91" y="68"/>
                  </a:cubicBezTo>
                  <a:close/>
                  <a:moveTo>
                    <a:pt x="86" y="95"/>
                  </a:moveTo>
                  <a:cubicBezTo>
                    <a:pt x="87" y="95"/>
                    <a:pt x="87" y="95"/>
                    <a:pt x="8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89" y="95"/>
                    <a:pt x="89" y="95"/>
                    <a:pt x="89" y="95"/>
                  </a:cubicBezTo>
                  <a:cubicBezTo>
                    <a:pt x="89" y="95"/>
                    <a:pt x="89" y="95"/>
                    <a:pt x="89" y="95"/>
                  </a:cubicBezTo>
                  <a:cubicBezTo>
                    <a:pt x="90" y="94"/>
                    <a:pt x="90" y="94"/>
                    <a:pt x="90" y="94"/>
                  </a:cubicBezTo>
                  <a:cubicBezTo>
                    <a:pt x="91" y="94"/>
                    <a:pt x="91" y="94"/>
                    <a:pt x="91" y="94"/>
                  </a:cubicBezTo>
                  <a:cubicBezTo>
                    <a:pt x="91" y="95"/>
                    <a:pt x="91" y="95"/>
                    <a:pt x="91" y="95"/>
                  </a:cubicBezTo>
                  <a:cubicBezTo>
                    <a:pt x="92" y="95"/>
                    <a:pt x="92" y="95"/>
                    <a:pt x="92" y="95"/>
                  </a:cubicBezTo>
                  <a:cubicBezTo>
                    <a:pt x="93" y="96"/>
                    <a:pt x="93" y="96"/>
                    <a:pt x="93" y="96"/>
                  </a:cubicBezTo>
                  <a:cubicBezTo>
                    <a:pt x="92" y="97"/>
                    <a:pt x="92" y="97"/>
                    <a:pt x="92" y="97"/>
                  </a:cubicBezTo>
                  <a:cubicBezTo>
                    <a:pt x="91" y="98"/>
                    <a:pt x="91" y="98"/>
                    <a:pt x="91" y="98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89" y="98"/>
                    <a:pt x="89" y="98"/>
                    <a:pt x="89" y="98"/>
                  </a:cubicBezTo>
                  <a:cubicBezTo>
                    <a:pt x="89" y="98"/>
                    <a:pt x="89" y="98"/>
                    <a:pt x="89" y="98"/>
                  </a:cubicBezTo>
                  <a:cubicBezTo>
                    <a:pt x="88" y="98"/>
                    <a:pt x="88" y="98"/>
                    <a:pt x="88" y="98"/>
                  </a:cubicBezTo>
                  <a:cubicBezTo>
                    <a:pt x="87" y="98"/>
                    <a:pt x="87" y="98"/>
                    <a:pt x="87" y="98"/>
                  </a:cubicBezTo>
                  <a:cubicBezTo>
                    <a:pt x="86" y="96"/>
                    <a:pt x="86" y="96"/>
                    <a:pt x="86" y="96"/>
                  </a:cubicBezTo>
                  <a:cubicBezTo>
                    <a:pt x="86" y="95"/>
                    <a:pt x="86" y="95"/>
                    <a:pt x="86" y="95"/>
                  </a:cubicBezTo>
                  <a:close/>
                  <a:moveTo>
                    <a:pt x="144" y="107"/>
                  </a:moveTo>
                  <a:cubicBezTo>
                    <a:pt x="146" y="106"/>
                    <a:pt x="146" y="106"/>
                    <a:pt x="146" y="106"/>
                  </a:cubicBezTo>
                  <a:cubicBezTo>
                    <a:pt x="146" y="106"/>
                    <a:pt x="146" y="106"/>
                    <a:pt x="146" y="106"/>
                  </a:cubicBezTo>
                  <a:cubicBezTo>
                    <a:pt x="146" y="106"/>
                    <a:pt x="146" y="106"/>
                    <a:pt x="146" y="106"/>
                  </a:cubicBezTo>
                  <a:cubicBezTo>
                    <a:pt x="145" y="107"/>
                    <a:pt x="145" y="107"/>
                    <a:pt x="145" y="107"/>
                  </a:cubicBezTo>
                  <a:cubicBezTo>
                    <a:pt x="144" y="107"/>
                    <a:pt x="144" y="107"/>
                    <a:pt x="144" y="107"/>
                  </a:cubicBezTo>
                  <a:close/>
                  <a:moveTo>
                    <a:pt x="135" y="113"/>
                  </a:moveTo>
                  <a:cubicBezTo>
                    <a:pt x="136" y="113"/>
                    <a:pt x="136" y="113"/>
                    <a:pt x="136" y="113"/>
                  </a:cubicBezTo>
                  <a:cubicBezTo>
                    <a:pt x="136" y="113"/>
                    <a:pt x="136" y="113"/>
                    <a:pt x="136" y="113"/>
                  </a:cubicBezTo>
                  <a:cubicBezTo>
                    <a:pt x="136" y="113"/>
                    <a:pt x="136" y="113"/>
                    <a:pt x="136" y="113"/>
                  </a:cubicBezTo>
                  <a:cubicBezTo>
                    <a:pt x="135" y="113"/>
                    <a:pt x="135" y="113"/>
                    <a:pt x="135" y="113"/>
                  </a:cubicBezTo>
                  <a:close/>
                  <a:moveTo>
                    <a:pt x="135" y="120"/>
                  </a:moveTo>
                  <a:cubicBezTo>
                    <a:pt x="136" y="119"/>
                    <a:pt x="136" y="119"/>
                    <a:pt x="136" y="119"/>
                  </a:cubicBezTo>
                  <a:cubicBezTo>
                    <a:pt x="136" y="120"/>
                    <a:pt x="136" y="120"/>
                    <a:pt x="136" y="120"/>
                  </a:cubicBezTo>
                  <a:cubicBezTo>
                    <a:pt x="136" y="120"/>
                    <a:pt x="136" y="120"/>
                    <a:pt x="136" y="120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20"/>
                    <a:pt x="135" y="120"/>
                    <a:pt x="135" y="120"/>
                  </a:cubicBezTo>
                  <a:close/>
                  <a:moveTo>
                    <a:pt x="132" y="123"/>
                  </a:moveTo>
                  <a:cubicBezTo>
                    <a:pt x="131" y="123"/>
                    <a:pt x="131" y="123"/>
                    <a:pt x="131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3" y="123"/>
                    <a:pt x="133" y="123"/>
                    <a:pt x="133" y="123"/>
                  </a:cubicBezTo>
                  <a:cubicBezTo>
                    <a:pt x="133" y="123"/>
                    <a:pt x="133" y="123"/>
                    <a:pt x="133" y="123"/>
                  </a:cubicBezTo>
                  <a:cubicBezTo>
                    <a:pt x="134" y="122"/>
                    <a:pt x="134" y="122"/>
                    <a:pt x="134" y="122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4" y="121"/>
                    <a:pt x="134" y="121"/>
                    <a:pt x="134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6" y="121"/>
                    <a:pt x="136" y="121"/>
                    <a:pt x="136" y="121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6" y="123"/>
                    <a:pt x="136" y="123"/>
                    <a:pt x="136" y="123"/>
                  </a:cubicBezTo>
                  <a:cubicBezTo>
                    <a:pt x="136" y="124"/>
                    <a:pt x="136" y="124"/>
                    <a:pt x="136" y="124"/>
                  </a:cubicBezTo>
                  <a:cubicBezTo>
                    <a:pt x="136" y="124"/>
                    <a:pt x="136" y="124"/>
                    <a:pt x="136" y="124"/>
                  </a:cubicBezTo>
                  <a:cubicBezTo>
                    <a:pt x="135" y="123"/>
                    <a:pt x="135" y="123"/>
                    <a:pt x="135" y="123"/>
                  </a:cubicBezTo>
                  <a:cubicBezTo>
                    <a:pt x="135" y="124"/>
                    <a:pt x="135" y="124"/>
                    <a:pt x="135" y="124"/>
                  </a:cubicBezTo>
                  <a:cubicBezTo>
                    <a:pt x="134" y="124"/>
                    <a:pt x="134" y="124"/>
                    <a:pt x="134" y="124"/>
                  </a:cubicBezTo>
                  <a:cubicBezTo>
                    <a:pt x="134" y="124"/>
                    <a:pt x="134" y="124"/>
                    <a:pt x="134" y="124"/>
                  </a:cubicBezTo>
                  <a:cubicBezTo>
                    <a:pt x="133" y="124"/>
                    <a:pt x="133" y="124"/>
                    <a:pt x="133" y="124"/>
                  </a:cubicBezTo>
                  <a:cubicBezTo>
                    <a:pt x="132" y="124"/>
                    <a:pt x="132" y="124"/>
                    <a:pt x="132" y="124"/>
                  </a:cubicBezTo>
                  <a:cubicBezTo>
                    <a:pt x="132" y="123"/>
                    <a:pt x="132" y="123"/>
                    <a:pt x="132" y="123"/>
                  </a:cubicBezTo>
                  <a:close/>
                  <a:moveTo>
                    <a:pt x="122" y="132"/>
                  </a:moveTo>
                  <a:cubicBezTo>
                    <a:pt x="122" y="132"/>
                    <a:pt x="122" y="132"/>
                    <a:pt x="122" y="132"/>
                  </a:cubicBezTo>
                  <a:cubicBezTo>
                    <a:pt x="122" y="132"/>
                    <a:pt x="122" y="132"/>
                    <a:pt x="122" y="132"/>
                  </a:cubicBezTo>
                  <a:cubicBezTo>
                    <a:pt x="121" y="132"/>
                    <a:pt x="121" y="132"/>
                    <a:pt x="121" y="132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2" y="130"/>
                    <a:pt x="122" y="130"/>
                    <a:pt x="122" y="130"/>
                  </a:cubicBezTo>
                  <a:cubicBezTo>
                    <a:pt x="121" y="129"/>
                    <a:pt x="121" y="129"/>
                    <a:pt x="121" y="129"/>
                  </a:cubicBezTo>
                  <a:cubicBezTo>
                    <a:pt x="121" y="129"/>
                    <a:pt x="121" y="129"/>
                    <a:pt x="121" y="129"/>
                  </a:cubicBezTo>
                  <a:cubicBezTo>
                    <a:pt x="121" y="128"/>
                    <a:pt x="121" y="128"/>
                    <a:pt x="121" y="128"/>
                  </a:cubicBezTo>
                  <a:cubicBezTo>
                    <a:pt x="123" y="127"/>
                    <a:pt x="123" y="127"/>
                    <a:pt x="123" y="127"/>
                  </a:cubicBezTo>
                  <a:cubicBezTo>
                    <a:pt x="125" y="126"/>
                    <a:pt x="125" y="126"/>
                    <a:pt x="125" y="126"/>
                  </a:cubicBezTo>
                  <a:cubicBezTo>
                    <a:pt x="126" y="126"/>
                    <a:pt x="126" y="126"/>
                    <a:pt x="126" y="126"/>
                  </a:cubicBezTo>
                  <a:cubicBezTo>
                    <a:pt x="126" y="126"/>
                    <a:pt x="126" y="126"/>
                    <a:pt x="126" y="126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26" y="128"/>
                    <a:pt x="126" y="128"/>
                    <a:pt x="126" y="128"/>
                  </a:cubicBezTo>
                  <a:cubicBezTo>
                    <a:pt x="127" y="127"/>
                    <a:pt x="127" y="127"/>
                    <a:pt x="127" y="127"/>
                  </a:cubicBezTo>
                  <a:cubicBezTo>
                    <a:pt x="127" y="127"/>
                    <a:pt x="127" y="127"/>
                    <a:pt x="127" y="127"/>
                  </a:cubicBezTo>
                  <a:cubicBezTo>
                    <a:pt x="127" y="126"/>
                    <a:pt x="127" y="126"/>
                    <a:pt x="127" y="126"/>
                  </a:cubicBezTo>
                  <a:cubicBezTo>
                    <a:pt x="128" y="127"/>
                    <a:pt x="128" y="127"/>
                    <a:pt x="128" y="127"/>
                  </a:cubicBezTo>
                  <a:cubicBezTo>
                    <a:pt x="128" y="126"/>
                    <a:pt x="128" y="126"/>
                    <a:pt x="128" y="126"/>
                  </a:cubicBezTo>
                  <a:cubicBezTo>
                    <a:pt x="127" y="126"/>
                    <a:pt x="127" y="126"/>
                    <a:pt x="127" y="126"/>
                  </a:cubicBezTo>
                  <a:cubicBezTo>
                    <a:pt x="127" y="125"/>
                    <a:pt x="127" y="125"/>
                    <a:pt x="127" y="125"/>
                  </a:cubicBezTo>
                  <a:cubicBezTo>
                    <a:pt x="128" y="125"/>
                    <a:pt x="128" y="125"/>
                    <a:pt x="128" y="125"/>
                  </a:cubicBezTo>
                  <a:cubicBezTo>
                    <a:pt x="128" y="124"/>
                    <a:pt x="128" y="124"/>
                    <a:pt x="128" y="124"/>
                  </a:cubicBezTo>
                  <a:cubicBezTo>
                    <a:pt x="129" y="125"/>
                    <a:pt x="129" y="125"/>
                    <a:pt x="129" y="125"/>
                  </a:cubicBezTo>
                  <a:cubicBezTo>
                    <a:pt x="129" y="126"/>
                    <a:pt x="129" y="126"/>
                    <a:pt x="129" y="126"/>
                  </a:cubicBezTo>
                  <a:cubicBezTo>
                    <a:pt x="129" y="126"/>
                    <a:pt x="129" y="126"/>
                    <a:pt x="129" y="126"/>
                  </a:cubicBezTo>
                  <a:cubicBezTo>
                    <a:pt x="129" y="127"/>
                    <a:pt x="129" y="127"/>
                    <a:pt x="129" y="127"/>
                  </a:cubicBezTo>
                  <a:cubicBezTo>
                    <a:pt x="129" y="126"/>
                    <a:pt x="129" y="126"/>
                    <a:pt x="129" y="126"/>
                  </a:cubicBezTo>
                  <a:cubicBezTo>
                    <a:pt x="129" y="126"/>
                    <a:pt x="129" y="126"/>
                    <a:pt x="129" y="126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0" y="125"/>
                    <a:pt x="130" y="125"/>
                    <a:pt x="130" y="125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1" y="125"/>
                    <a:pt x="131" y="125"/>
                    <a:pt x="131" y="125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32" y="125"/>
                    <a:pt x="132" y="125"/>
                    <a:pt x="132" y="125"/>
                  </a:cubicBezTo>
                  <a:cubicBezTo>
                    <a:pt x="133" y="125"/>
                    <a:pt x="133" y="125"/>
                    <a:pt x="133" y="125"/>
                  </a:cubicBezTo>
                  <a:cubicBezTo>
                    <a:pt x="134" y="125"/>
                    <a:pt x="134" y="125"/>
                    <a:pt x="134" y="125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3" y="126"/>
                    <a:pt x="133" y="126"/>
                    <a:pt x="133" y="126"/>
                  </a:cubicBezTo>
                  <a:cubicBezTo>
                    <a:pt x="132" y="126"/>
                    <a:pt x="132" y="126"/>
                    <a:pt x="132" y="126"/>
                  </a:cubicBezTo>
                  <a:cubicBezTo>
                    <a:pt x="132" y="127"/>
                    <a:pt x="132" y="127"/>
                    <a:pt x="132" y="127"/>
                  </a:cubicBezTo>
                  <a:cubicBezTo>
                    <a:pt x="133" y="127"/>
                    <a:pt x="133" y="127"/>
                    <a:pt x="133" y="127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2" y="128"/>
                    <a:pt x="132" y="128"/>
                    <a:pt x="132" y="128"/>
                  </a:cubicBezTo>
                  <a:cubicBezTo>
                    <a:pt x="132" y="128"/>
                    <a:pt x="132" y="128"/>
                    <a:pt x="132" y="128"/>
                  </a:cubicBezTo>
                  <a:cubicBezTo>
                    <a:pt x="132" y="128"/>
                    <a:pt x="132" y="128"/>
                    <a:pt x="132" y="128"/>
                  </a:cubicBezTo>
                  <a:cubicBezTo>
                    <a:pt x="131" y="128"/>
                    <a:pt x="131" y="128"/>
                    <a:pt x="131" y="128"/>
                  </a:cubicBezTo>
                  <a:cubicBezTo>
                    <a:pt x="130" y="128"/>
                    <a:pt x="130" y="128"/>
                    <a:pt x="130" y="128"/>
                  </a:cubicBezTo>
                  <a:cubicBezTo>
                    <a:pt x="130" y="128"/>
                    <a:pt x="130" y="128"/>
                    <a:pt x="130" y="128"/>
                  </a:cubicBezTo>
                  <a:cubicBezTo>
                    <a:pt x="129" y="128"/>
                    <a:pt x="129" y="128"/>
                    <a:pt x="129" y="128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1" y="129"/>
                    <a:pt x="131" y="129"/>
                    <a:pt x="131" y="129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29" y="130"/>
                    <a:pt x="129" y="130"/>
                    <a:pt x="129" y="130"/>
                  </a:cubicBezTo>
                  <a:cubicBezTo>
                    <a:pt x="129" y="129"/>
                    <a:pt x="129" y="129"/>
                    <a:pt x="129" y="129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7" y="129"/>
                    <a:pt x="127" y="129"/>
                    <a:pt x="127" y="129"/>
                  </a:cubicBezTo>
                  <a:cubicBezTo>
                    <a:pt x="128" y="130"/>
                    <a:pt x="128" y="130"/>
                    <a:pt x="128" y="130"/>
                  </a:cubicBezTo>
                  <a:cubicBezTo>
                    <a:pt x="128" y="130"/>
                    <a:pt x="128" y="130"/>
                    <a:pt x="128" y="130"/>
                  </a:cubicBezTo>
                  <a:cubicBezTo>
                    <a:pt x="128" y="131"/>
                    <a:pt x="128" y="131"/>
                    <a:pt x="128" y="131"/>
                  </a:cubicBezTo>
                  <a:cubicBezTo>
                    <a:pt x="127" y="130"/>
                    <a:pt x="127" y="130"/>
                    <a:pt x="127" y="130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5" y="131"/>
                    <a:pt x="125" y="131"/>
                    <a:pt x="125" y="131"/>
                  </a:cubicBezTo>
                  <a:cubicBezTo>
                    <a:pt x="125" y="131"/>
                    <a:pt x="125" y="131"/>
                    <a:pt x="125" y="131"/>
                  </a:cubicBezTo>
                  <a:cubicBezTo>
                    <a:pt x="125" y="132"/>
                    <a:pt x="125" y="132"/>
                    <a:pt x="125" y="132"/>
                  </a:cubicBezTo>
                  <a:cubicBezTo>
                    <a:pt x="125" y="132"/>
                    <a:pt x="125" y="132"/>
                    <a:pt x="125" y="132"/>
                  </a:cubicBezTo>
                  <a:cubicBezTo>
                    <a:pt x="124" y="133"/>
                    <a:pt x="124" y="133"/>
                    <a:pt x="124" y="133"/>
                  </a:cubicBezTo>
                  <a:cubicBezTo>
                    <a:pt x="124" y="133"/>
                    <a:pt x="124" y="133"/>
                    <a:pt x="124" y="133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2" y="134"/>
                    <a:pt x="122" y="134"/>
                    <a:pt x="122" y="134"/>
                  </a:cubicBezTo>
                  <a:cubicBezTo>
                    <a:pt x="122" y="133"/>
                    <a:pt x="122" y="133"/>
                    <a:pt x="122" y="133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2"/>
                    <a:pt x="124" y="132"/>
                    <a:pt x="124" y="132"/>
                  </a:cubicBezTo>
                  <a:cubicBezTo>
                    <a:pt x="124" y="131"/>
                    <a:pt x="124" y="131"/>
                    <a:pt x="124" y="131"/>
                  </a:cubicBezTo>
                  <a:cubicBezTo>
                    <a:pt x="124" y="131"/>
                    <a:pt x="124" y="131"/>
                    <a:pt x="124" y="131"/>
                  </a:cubicBezTo>
                  <a:cubicBezTo>
                    <a:pt x="123" y="132"/>
                    <a:pt x="123" y="132"/>
                    <a:pt x="123" y="132"/>
                  </a:cubicBezTo>
                  <a:cubicBezTo>
                    <a:pt x="123" y="131"/>
                    <a:pt x="123" y="131"/>
                    <a:pt x="123" y="131"/>
                  </a:cubicBezTo>
                  <a:cubicBezTo>
                    <a:pt x="123" y="131"/>
                    <a:pt x="123" y="131"/>
                    <a:pt x="123" y="131"/>
                  </a:cubicBezTo>
                  <a:cubicBezTo>
                    <a:pt x="122" y="131"/>
                    <a:pt x="122" y="131"/>
                    <a:pt x="122" y="131"/>
                  </a:cubicBezTo>
                  <a:cubicBezTo>
                    <a:pt x="122" y="131"/>
                    <a:pt x="122" y="131"/>
                    <a:pt x="122" y="131"/>
                  </a:cubicBezTo>
                  <a:cubicBezTo>
                    <a:pt x="122" y="131"/>
                    <a:pt x="122" y="131"/>
                    <a:pt x="122" y="131"/>
                  </a:cubicBezTo>
                  <a:cubicBezTo>
                    <a:pt x="122" y="132"/>
                    <a:pt x="122" y="132"/>
                    <a:pt x="122" y="132"/>
                  </a:cubicBezTo>
                  <a:close/>
                  <a:moveTo>
                    <a:pt x="121" y="135"/>
                  </a:moveTo>
                  <a:cubicBezTo>
                    <a:pt x="121" y="135"/>
                    <a:pt x="121" y="135"/>
                    <a:pt x="121" y="135"/>
                  </a:cubicBezTo>
                  <a:cubicBezTo>
                    <a:pt x="121" y="135"/>
                    <a:pt x="121" y="135"/>
                    <a:pt x="121" y="135"/>
                  </a:cubicBezTo>
                  <a:cubicBezTo>
                    <a:pt x="121" y="135"/>
                    <a:pt x="121" y="135"/>
                    <a:pt x="121" y="135"/>
                  </a:cubicBezTo>
                  <a:close/>
                  <a:moveTo>
                    <a:pt x="118" y="136"/>
                  </a:moveTo>
                  <a:cubicBezTo>
                    <a:pt x="119" y="135"/>
                    <a:pt x="119" y="135"/>
                    <a:pt x="119" y="135"/>
                  </a:cubicBezTo>
                  <a:cubicBezTo>
                    <a:pt x="120" y="134"/>
                    <a:pt x="120" y="134"/>
                    <a:pt x="120" y="134"/>
                  </a:cubicBezTo>
                  <a:cubicBezTo>
                    <a:pt x="119" y="136"/>
                    <a:pt x="119" y="136"/>
                    <a:pt x="119" y="136"/>
                  </a:cubicBezTo>
                  <a:cubicBezTo>
                    <a:pt x="118" y="136"/>
                    <a:pt x="118" y="136"/>
                    <a:pt x="118" y="136"/>
                  </a:cubicBezTo>
                  <a:close/>
                  <a:moveTo>
                    <a:pt x="112" y="140"/>
                  </a:moveTo>
                  <a:cubicBezTo>
                    <a:pt x="112" y="140"/>
                    <a:pt x="112" y="140"/>
                    <a:pt x="112" y="140"/>
                  </a:cubicBezTo>
                  <a:cubicBezTo>
                    <a:pt x="112" y="140"/>
                    <a:pt x="112" y="140"/>
                    <a:pt x="112" y="140"/>
                  </a:cubicBezTo>
                  <a:cubicBezTo>
                    <a:pt x="113" y="139"/>
                    <a:pt x="113" y="139"/>
                    <a:pt x="113" y="139"/>
                  </a:cubicBezTo>
                  <a:cubicBezTo>
                    <a:pt x="113" y="140"/>
                    <a:pt x="113" y="140"/>
                    <a:pt x="113" y="140"/>
                  </a:cubicBezTo>
                  <a:cubicBezTo>
                    <a:pt x="112" y="140"/>
                    <a:pt x="112" y="140"/>
                    <a:pt x="112" y="140"/>
                  </a:cubicBezTo>
                  <a:close/>
                  <a:moveTo>
                    <a:pt x="109" y="133"/>
                  </a:moveTo>
                  <a:cubicBezTo>
                    <a:pt x="110" y="133"/>
                    <a:pt x="110" y="133"/>
                    <a:pt x="110" y="133"/>
                  </a:cubicBezTo>
                  <a:cubicBezTo>
                    <a:pt x="110" y="134"/>
                    <a:pt x="110" y="134"/>
                    <a:pt x="110" y="134"/>
                  </a:cubicBezTo>
                  <a:cubicBezTo>
                    <a:pt x="109" y="134"/>
                    <a:pt x="109" y="134"/>
                    <a:pt x="109" y="134"/>
                  </a:cubicBezTo>
                  <a:cubicBezTo>
                    <a:pt x="109" y="133"/>
                    <a:pt x="109" y="133"/>
                    <a:pt x="109" y="133"/>
                  </a:cubicBezTo>
                  <a:close/>
                  <a:moveTo>
                    <a:pt x="92" y="140"/>
                  </a:moveTo>
                  <a:cubicBezTo>
                    <a:pt x="91" y="140"/>
                    <a:pt x="92" y="140"/>
                    <a:pt x="92" y="140"/>
                  </a:cubicBezTo>
                  <a:cubicBezTo>
                    <a:pt x="92" y="140"/>
                    <a:pt x="92" y="140"/>
                    <a:pt x="92" y="140"/>
                  </a:cubicBezTo>
                  <a:cubicBezTo>
                    <a:pt x="92" y="140"/>
                    <a:pt x="92" y="140"/>
                    <a:pt x="92" y="140"/>
                  </a:cubicBezTo>
                  <a:close/>
                  <a:moveTo>
                    <a:pt x="90" y="140"/>
                  </a:moveTo>
                  <a:cubicBezTo>
                    <a:pt x="91" y="141"/>
                    <a:pt x="91" y="141"/>
                    <a:pt x="91" y="141"/>
                  </a:cubicBezTo>
                  <a:cubicBezTo>
                    <a:pt x="91" y="141"/>
                    <a:pt x="91" y="141"/>
                    <a:pt x="91" y="141"/>
                  </a:cubicBezTo>
                  <a:cubicBezTo>
                    <a:pt x="90" y="140"/>
                    <a:pt x="90" y="140"/>
                    <a:pt x="90" y="140"/>
                  </a:cubicBezTo>
                  <a:close/>
                  <a:moveTo>
                    <a:pt x="94" y="143"/>
                  </a:moveTo>
                  <a:cubicBezTo>
                    <a:pt x="95" y="144"/>
                    <a:pt x="95" y="144"/>
                    <a:pt x="95" y="144"/>
                  </a:cubicBezTo>
                  <a:cubicBezTo>
                    <a:pt x="94" y="144"/>
                    <a:pt x="94" y="144"/>
                    <a:pt x="94" y="144"/>
                  </a:cubicBezTo>
                  <a:cubicBezTo>
                    <a:pt x="94" y="144"/>
                    <a:pt x="94" y="144"/>
                    <a:pt x="94" y="144"/>
                  </a:cubicBezTo>
                  <a:cubicBezTo>
                    <a:pt x="94" y="143"/>
                    <a:pt x="94" y="143"/>
                    <a:pt x="94" y="143"/>
                  </a:cubicBezTo>
                  <a:close/>
                  <a:moveTo>
                    <a:pt x="94" y="143"/>
                  </a:moveTo>
                  <a:cubicBezTo>
                    <a:pt x="94" y="142"/>
                    <a:pt x="94" y="142"/>
                    <a:pt x="94" y="142"/>
                  </a:cubicBezTo>
                  <a:cubicBezTo>
                    <a:pt x="94" y="143"/>
                    <a:pt x="94" y="143"/>
                    <a:pt x="94" y="143"/>
                  </a:cubicBezTo>
                  <a:cubicBezTo>
                    <a:pt x="94" y="143"/>
                    <a:pt x="94" y="143"/>
                    <a:pt x="94" y="143"/>
                  </a:cubicBezTo>
                  <a:close/>
                  <a:moveTo>
                    <a:pt x="90" y="144"/>
                  </a:moveTo>
                  <a:cubicBezTo>
                    <a:pt x="91" y="143"/>
                    <a:pt x="91" y="143"/>
                    <a:pt x="91" y="143"/>
                  </a:cubicBezTo>
                  <a:cubicBezTo>
                    <a:pt x="91" y="142"/>
                    <a:pt x="91" y="142"/>
                    <a:pt x="91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3" y="142"/>
                    <a:pt x="93" y="142"/>
                    <a:pt x="93" y="142"/>
                  </a:cubicBezTo>
                  <a:cubicBezTo>
                    <a:pt x="92" y="142"/>
                    <a:pt x="92" y="142"/>
                    <a:pt x="92" y="142"/>
                  </a:cubicBezTo>
                  <a:cubicBezTo>
                    <a:pt x="92" y="143"/>
                    <a:pt x="92" y="143"/>
                    <a:pt x="92" y="143"/>
                  </a:cubicBezTo>
                  <a:cubicBezTo>
                    <a:pt x="91" y="144"/>
                    <a:pt x="91" y="144"/>
                    <a:pt x="91" y="144"/>
                  </a:cubicBezTo>
                  <a:cubicBezTo>
                    <a:pt x="90" y="144"/>
                    <a:pt x="90" y="144"/>
                    <a:pt x="90" y="144"/>
                  </a:cubicBezTo>
                  <a:close/>
                  <a:moveTo>
                    <a:pt x="89" y="142"/>
                  </a:moveTo>
                  <a:cubicBezTo>
                    <a:pt x="88" y="141"/>
                    <a:pt x="88" y="141"/>
                    <a:pt x="88" y="141"/>
                  </a:cubicBezTo>
                  <a:cubicBezTo>
                    <a:pt x="89" y="140"/>
                    <a:pt x="89" y="140"/>
                    <a:pt x="89" y="140"/>
                  </a:cubicBezTo>
                  <a:cubicBezTo>
                    <a:pt x="89" y="140"/>
                    <a:pt x="89" y="140"/>
                    <a:pt x="89" y="140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89" y="142"/>
                    <a:pt x="89" y="142"/>
                    <a:pt x="89" y="142"/>
                  </a:cubicBezTo>
                  <a:cubicBezTo>
                    <a:pt x="89" y="142"/>
                    <a:pt x="89" y="142"/>
                    <a:pt x="89" y="142"/>
                  </a:cubicBezTo>
                  <a:close/>
                  <a:moveTo>
                    <a:pt x="84" y="141"/>
                  </a:moveTo>
                  <a:cubicBezTo>
                    <a:pt x="85" y="141"/>
                    <a:pt x="85" y="141"/>
                    <a:pt x="85" y="141"/>
                  </a:cubicBezTo>
                  <a:cubicBezTo>
                    <a:pt x="85" y="142"/>
                    <a:pt x="85" y="142"/>
                    <a:pt x="85" y="142"/>
                  </a:cubicBezTo>
                  <a:cubicBezTo>
                    <a:pt x="85" y="142"/>
                    <a:pt x="85" y="142"/>
                    <a:pt x="85" y="142"/>
                  </a:cubicBezTo>
                  <a:cubicBezTo>
                    <a:pt x="84" y="141"/>
                    <a:pt x="84" y="141"/>
                    <a:pt x="84" y="141"/>
                  </a:cubicBezTo>
                  <a:close/>
                  <a:moveTo>
                    <a:pt x="82" y="143"/>
                  </a:moveTo>
                  <a:cubicBezTo>
                    <a:pt x="81" y="143"/>
                    <a:pt x="81" y="143"/>
                    <a:pt x="81" y="143"/>
                  </a:cubicBezTo>
                  <a:cubicBezTo>
                    <a:pt x="82" y="142"/>
                    <a:pt x="82" y="142"/>
                    <a:pt x="82" y="142"/>
                  </a:cubicBezTo>
                  <a:cubicBezTo>
                    <a:pt x="82" y="143"/>
                    <a:pt x="82" y="143"/>
                    <a:pt x="82" y="143"/>
                  </a:cubicBezTo>
                  <a:cubicBezTo>
                    <a:pt x="82" y="143"/>
                    <a:pt x="82" y="143"/>
                    <a:pt x="82" y="143"/>
                  </a:cubicBezTo>
                  <a:close/>
                  <a:moveTo>
                    <a:pt x="78" y="145"/>
                  </a:moveTo>
                  <a:cubicBezTo>
                    <a:pt x="79" y="146"/>
                    <a:pt x="79" y="146"/>
                    <a:pt x="79" y="146"/>
                  </a:cubicBezTo>
                  <a:cubicBezTo>
                    <a:pt x="79" y="146"/>
                    <a:pt x="79" y="146"/>
                    <a:pt x="79" y="146"/>
                  </a:cubicBezTo>
                  <a:cubicBezTo>
                    <a:pt x="78" y="146"/>
                    <a:pt x="78" y="146"/>
                    <a:pt x="78" y="146"/>
                  </a:cubicBezTo>
                  <a:cubicBezTo>
                    <a:pt x="78" y="145"/>
                    <a:pt x="78" y="145"/>
                    <a:pt x="78" y="145"/>
                  </a:cubicBezTo>
                  <a:close/>
                  <a:moveTo>
                    <a:pt x="0" y="159"/>
                  </a:moveTo>
                  <a:cubicBezTo>
                    <a:pt x="0" y="160"/>
                    <a:pt x="0" y="160"/>
                    <a:pt x="0" y="160"/>
                  </a:cubicBezTo>
                  <a:cubicBezTo>
                    <a:pt x="1" y="159"/>
                    <a:pt x="1" y="159"/>
                    <a:pt x="1" y="159"/>
                  </a:cubicBezTo>
                  <a:cubicBezTo>
                    <a:pt x="0" y="159"/>
                    <a:pt x="0" y="159"/>
                    <a:pt x="0" y="159"/>
                  </a:cubicBezTo>
                  <a:close/>
                  <a:moveTo>
                    <a:pt x="1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1" y="158"/>
                    <a:pt x="1" y="158"/>
                    <a:pt x="1" y="158"/>
                  </a:cubicBezTo>
                  <a:cubicBezTo>
                    <a:pt x="2" y="157"/>
                    <a:pt x="2" y="157"/>
                    <a:pt x="2" y="157"/>
                  </a:cubicBezTo>
                  <a:cubicBezTo>
                    <a:pt x="1" y="157"/>
                    <a:pt x="1" y="157"/>
                    <a:pt x="1" y="157"/>
                  </a:cubicBezTo>
                  <a:close/>
                  <a:moveTo>
                    <a:pt x="2" y="155"/>
                  </a:moveTo>
                  <a:cubicBezTo>
                    <a:pt x="3" y="156"/>
                    <a:pt x="3" y="156"/>
                    <a:pt x="3" y="156"/>
                  </a:cubicBezTo>
                  <a:cubicBezTo>
                    <a:pt x="3" y="155"/>
                    <a:pt x="3" y="155"/>
                    <a:pt x="3" y="155"/>
                  </a:cubicBezTo>
                  <a:cubicBezTo>
                    <a:pt x="2" y="155"/>
                    <a:pt x="2" y="155"/>
                    <a:pt x="2" y="155"/>
                  </a:cubicBezTo>
                  <a:close/>
                  <a:moveTo>
                    <a:pt x="8" y="156"/>
                  </a:moveTo>
                  <a:cubicBezTo>
                    <a:pt x="7" y="155"/>
                    <a:pt x="7" y="155"/>
                    <a:pt x="7" y="155"/>
                  </a:cubicBezTo>
                  <a:cubicBezTo>
                    <a:pt x="6" y="155"/>
                    <a:pt x="6" y="155"/>
                    <a:pt x="6" y="155"/>
                  </a:cubicBezTo>
                  <a:cubicBezTo>
                    <a:pt x="5" y="155"/>
                    <a:pt x="5" y="155"/>
                    <a:pt x="5" y="155"/>
                  </a:cubicBezTo>
                  <a:cubicBezTo>
                    <a:pt x="5" y="156"/>
                    <a:pt x="5" y="156"/>
                    <a:pt x="5" y="156"/>
                  </a:cubicBezTo>
                  <a:cubicBezTo>
                    <a:pt x="6" y="156"/>
                    <a:pt x="6" y="156"/>
                    <a:pt x="6" y="156"/>
                  </a:cubicBezTo>
                  <a:cubicBezTo>
                    <a:pt x="6" y="156"/>
                    <a:pt x="6" y="156"/>
                    <a:pt x="6" y="156"/>
                  </a:cubicBezTo>
                  <a:cubicBezTo>
                    <a:pt x="6" y="157"/>
                    <a:pt x="6" y="157"/>
                    <a:pt x="6" y="157"/>
                  </a:cubicBezTo>
                  <a:cubicBezTo>
                    <a:pt x="6" y="157"/>
                    <a:pt x="6" y="157"/>
                    <a:pt x="6" y="157"/>
                  </a:cubicBezTo>
                  <a:cubicBezTo>
                    <a:pt x="7" y="156"/>
                    <a:pt x="7" y="156"/>
                    <a:pt x="7" y="156"/>
                  </a:cubicBezTo>
                  <a:cubicBezTo>
                    <a:pt x="8" y="156"/>
                    <a:pt x="8" y="156"/>
                    <a:pt x="8" y="156"/>
                  </a:cubicBezTo>
                  <a:close/>
                  <a:moveTo>
                    <a:pt x="8" y="157"/>
                  </a:moveTo>
                  <a:cubicBezTo>
                    <a:pt x="9" y="158"/>
                    <a:pt x="9" y="158"/>
                    <a:pt x="9" y="158"/>
                  </a:cubicBezTo>
                  <a:cubicBezTo>
                    <a:pt x="10" y="157"/>
                    <a:pt x="10" y="157"/>
                    <a:pt x="10" y="157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9" y="156"/>
                    <a:pt x="9" y="156"/>
                    <a:pt x="9" y="156"/>
                  </a:cubicBezTo>
                  <a:cubicBezTo>
                    <a:pt x="9" y="157"/>
                    <a:pt x="9" y="157"/>
                    <a:pt x="9" y="157"/>
                  </a:cubicBezTo>
                  <a:cubicBezTo>
                    <a:pt x="8" y="157"/>
                    <a:pt x="8" y="157"/>
                    <a:pt x="8" y="157"/>
                  </a:cubicBezTo>
                  <a:close/>
                  <a:moveTo>
                    <a:pt x="13" y="157"/>
                  </a:moveTo>
                  <a:cubicBezTo>
                    <a:pt x="12" y="156"/>
                    <a:pt x="12" y="156"/>
                    <a:pt x="12" y="156"/>
                  </a:cubicBezTo>
                  <a:cubicBezTo>
                    <a:pt x="12" y="156"/>
                    <a:pt x="12" y="156"/>
                    <a:pt x="12" y="156"/>
                  </a:cubicBezTo>
                  <a:cubicBezTo>
                    <a:pt x="12" y="157"/>
                    <a:pt x="12" y="157"/>
                    <a:pt x="12" y="157"/>
                  </a:cubicBezTo>
                  <a:cubicBezTo>
                    <a:pt x="11" y="157"/>
                    <a:pt x="11" y="157"/>
                    <a:pt x="11" y="157"/>
                  </a:cubicBezTo>
                  <a:cubicBezTo>
                    <a:pt x="11" y="158"/>
                    <a:pt x="11" y="158"/>
                    <a:pt x="11" y="158"/>
                  </a:cubicBezTo>
                  <a:cubicBezTo>
                    <a:pt x="12" y="158"/>
                    <a:pt x="12" y="158"/>
                    <a:pt x="12" y="158"/>
                  </a:cubicBezTo>
                  <a:cubicBezTo>
                    <a:pt x="13" y="157"/>
                    <a:pt x="13" y="157"/>
                    <a:pt x="13" y="157"/>
                  </a:cubicBezTo>
                  <a:close/>
                  <a:moveTo>
                    <a:pt x="23" y="157"/>
                  </a:moveTo>
                  <a:cubicBezTo>
                    <a:pt x="23" y="156"/>
                    <a:pt x="23" y="156"/>
                    <a:pt x="23" y="156"/>
                  </a:cubicBezTo>
                  <a:cubicBezTo>
                    <a:pt x="24" y="155"/>
                    <a:pt x="24" y="155"/>
                    <a:pt x="24" y="155"/>
                  </a:cubicBezTo>
                  <a:cubicBezTo>
                    <a:pt x="24" y="155"/>
                    <a:pt x="24" y="155"/>
                    <a:pt x="24" y="155"/>
                  </a:cubicBezTo>
                  <a:cubicBezTo>
                    <a:pt x="23" y="154"/>
                    <a:pt x="23" y="154"/>
                    <a:pt x="23" y="154"/>
                  </a:cubicBezTo>
                  <a:cubicBezTo>
                    <a:pt x="22" y="155"/>
                    <a:pt x="22" y="155"/>
                    <a:pt x="22" y="155"/>
                  </a:cubicBezTo>
                  <a:cubicBezTo>
                    <a:pt x="22" y="156"/>
                    <a:pt x="22" y="156"/>
                    <a:pt x="22" y="156"/>
                  </a:cubicBezTo>
                  <a:cubicBezTo>
                    <a:pt x="22" y="156"/>
                    <a:pt x="22" y="156"/>
                    <a:pt x="22" y="156"/>
                  </a:cubicBezTo>
                  <a:cubicBezTo>
                    <a:pt x="21" y="156"/>
                    <a:pt x="21" y="156"/>
                    <a:pt x="21" y="156"/>
                  </a:cubicBezTo>
                  <a:cubicBezTo>
                    <a:pt x="21" y="156"/>
                    <a:pt x="21" y="156"/>
                    <a:pt x="21" y="156"/>
                  </a:cubicBezTo>
                  <a:cubicBezTo>
                    <a:pt x="20" y="156"/>
                    <a:pt x="20" y="156"/>
                    <a:pt x="20" y="156"/>
                  </a:cubicBezTo>
                  <a:cubicBezTo>
                    <a:pt x="19" y="156"/>
                    <a:pt x="19" y="156"/>
                    <a:pt x="19" y="156"/>
                  </a:cubicBezTo>
                  <a:cubicBezTo>
                    <a:pt x="19" y="156"/>
                    <a:pt x="19" y="156"/>
                    <a:pt x="19" y="156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1" y="157"/>
                    <a:pt x="21" y="157"/>
                    <a:pt x="21" y="157"/>
                  </a:cubicBezTo>
                  <a:cubicBezTo>
                    <a:pt x="22" y="156"/>
                    <a:pt x="22" y="156"/>
                    <a:pt x="22" y="156"/>
                  </a:cubicBezTo>
                  <a:cubicBezTo>
                    <a:pt x="23" y="157"/>
                    <a:pt x="23" y="157"/>
                    <a:pt x="23" y="157"/>
                  </a:cubicBezTo>
                  <a:close/>
                  <a:moveTo>
                    <a:pt x="25" y="157"/>
                  </a:moveTo>
                  <a:cubicBezTo>
                    <a:pt x="27" y="157"/>
                    <a:pt x="27" y="157"/>
                    <a:pt x="27" y="157"/>
                  </a:cubicBezTo>
                  <a:cubicBezTo>
                    <a:pt x="28" y="157"/>
                    <a:pt x="28" y="157"/>
                    <a:pt x="28" y="157"/>
                  </a:cubicBezTo>
                  <a:cubicBezTo>
                    <a:pt x="28" y="158"/>
                    <a:pt x="28" y="158"/>
                    <a:pt x="28" y="158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5" y="157"/>
                    <a:pt x="25" y="157"/>
                    <a:pt x="25" y="157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57"/>
                    <a:pt x="25" y="157"/>
                    <a:pt x="25" y="157"/>
                  </a:cubicBezTo>
                  <a:close/>
                  <a:moveTo>
                    <a:pt x="32" y="156"/>
                  </a:moveTo>
                  <a:cubicBezTo>
                    <a:pt x="31" y="155"/>
                    <a:pt x="31" y="155"/>
                    <a:pt x="31" y="155"/>
                  </a:cubicBezTo>
                  <a:cubicBezTo>
                    <a:pt x="30" y="155"/>
                    <a:pt x="30" y="155"/>
                    <a:pt x="30" y="155"/>
                  </a:cubicBezTo>
                  <a:cubicBezTo>
                    <a:pt x="30" y="156"/>
                    <a:pt x="30" y="156"/>
                    <a:pt x="30" y="156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32" y="156"/>
                    <a:pt x="32" y="156"/>
                    <a:pt x="32" y="156"/>
                  </a:cubicBezTo>
                  <a:close/>
                  <a:moveTo>
                    <a:pt x="37" y="156"/>
                  </a:moveTo>
                  <a:cubicBezTo>
                    <a:pt x="37" y="155"/>
                    <a:pt x="37" y="155"/>
                    <a:pt x="37" y="155"/>
                  </a:cubicBezTo>
                  <a:cubicBezTo>
                    <a:pt x="36" y="155"/>
                    <a:pt x="36" y="155"/>
                    <a:pt x="36" y="155"/>
                  </a:cubicBezTo>
                  <a:cubicBezTo>
                    <a:pt x="37" y="156"/>
                    <a:pt x="37" y="156"/>
                    <a:pt x="37" y="156"/>
                  </a:cubicBezTo>
                  <a:close/>
                  <a:moveTo>
                    <a:pt x="40" y="154"/>
                  </a:moveTo>
                  <a:cubicBezTo>
                    <a:pt x="39" y="154"/>
                    <a:pt x="39" y="154"/>
                    <a:pt x="39" y="154"/>
                  </a:cubicBezTo>
                  <a:cubicBezTo>
                    <a:pt x="39" y="154"/>
                    <a:pt x="39" y="154"/>
                    <a:pt x="39" y="154"/>
                  </a:cubicBezTo>
                  <a:cubicBezTo>
                    <a:pt x="39" y="155"/>
                    <a:pt x="39" y="155"/>
                    <a:pt x="39" y="155"/>
                  </a:cubicBezTo>
                  <a:cubicBezTo>
                    <a:pt x="40" y="154"/>
                    <a:pt x="40" y="154"/>
                    <a:pt x="40" y="154"/>
                  </a:cubicBezTo>
                  <a:cubicBezTo>
                    <a:pt x="40" y="154"/>
                    <a:pt x="40" y="154"/>
                    <a:pt x="40" y="154"/>
                  </a:cubicBezTo>
                  <a:close/>
                  <a:moveTo>
                    <a:pt x="43" y="154"/>
                  </a:moveTo>
                  <a:cubicBezTo>
                    <a:pt x="42" y="154"/>
                    <a:pt x="42" y="154"/>
                    <a:pt x="42" y="154"/>
                  </a:cubicBezTo>
                  <a:cubicBezTo>
                    <a:pt x="41" y="154"/>
                    <a:pt x="41" y="154"/>
                    <a:pt x="41" y="154"/>
                  </a:cubicBezTo>
                  <a:cubicBezTo>
                    <a:pt x="42" y="154"/>
                    <a:pt x="42" y="154"/>
                    <a:pt x="42" y="154"/>
                  </a:cubicBezTo>
                  <a:cubicBezTo>
                    <a:pt x="43" y="154"/>
                    <a:pt x="43" y="154"/>
                    <a:pt x="43" y="154"/>
                  </a:cubicBezTo>
                  <a:close/>
                  <a:moveTo>
                    <a:pt x="43" y="153"/>
                  </a:moveTo>
                  <a:cubicBezTo>
                    <a:pt x="43" y="152"/>
                    <a:pt x="43" y="152"/>
                    <a:pt x="43" y="152"/>
                  </a:cubicBezTo>
                  <a:cubicBezTo>
                    <a:pt x="42" y="153"/>
                    <a:pt x="42" y="153"/>
                    <a:pt x="42" y="153"/>
                  </a:cubicBezTo>
                  <a:cubicBezTo>
                    <a:pt x="43" y="153"/>
                    <a:pt x="43" y="153"/>
                    <a:pt x="43" y="153"/>
                  </a:cubicBezTo>
                  <a:close/>
                  <a:moveTo>
                    <a:pt x="43" y="153"/>
                  </a:moveTo>
                  <a:cubicBezTo>
                    <a:pt x="44" y="154"/>
                    <a:pt x="44" y="154"/>
                    <a:pt x="44" y="154"/>
                  </a:cubicBezTo>
                  <a:cubicBezTo>
                    <a:pt x="44" y="153"/>
                    <a:pt x="44" y="153"/>
                    <a:pt x="44" y="153"/>
                  </a:cubicBezTo>
                  <a:cubicBezTo>
                    <a:pt x="44" y="153"/>
                    <a:pt x="44" y="153"/>
                    <a:pt x="44" y="153"/>
                  </a:cubicBezTo>
                  <a:cubicBezTo>
                    <a:pt x="43" y="153"/>
                    <a:pt x="43" y="153"/>
                    <a:pt x="43" y="153"/>
                  </a:cubicBezTo>
                  <a:close/>
                  <a:moveTo>
                    <a:pt x="53" y="149"/>
                  </a:moveTo>
                  <a:cubicBezTo>
                    <a:pt x="54" y="150"/>
                    <a:pt x="54" y="150"/>
                    <a:pt x="54" y="150"/>
                  </a:cubicBezTo>
                  <a:cubicBezTo>
                    <a:pt x="54" y="150"/>
                    <a:pt x="54" y="150"/>
                    <a:pt x="54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3" y="151"/>
                    <a:pt x="53" y="151"/>
                    <a:pt x="53" y="151"/>
                  </a:cubicBezTo>
                  <a:cubicBezTo>
                    <a:pt x="52" y="152"/>
                    <a:pt x="52" y="152"/>
                    <a:pt x="52" y="152"/>
                  </a:cubicBezTo>
                  <a:cubicBezTo>
                    <a:pt x="50" y="153"/>
                    <a:pt x="50" y="153"/>
                    <a:pt x="50" y="153"/>
                  </a:cubicBezTo>
                  <a:cubicBezTo>
                    <a:pt x="49" y="153"/>
                    <a:pt x="49" y="153"/>
                    <a:pt x="49" y="153"/>
                  </a:cubicBezTo>
                  <a:cubicBezTo>
                    <a:pt x="48" y="154"/>
                    <a:pt x="48" y="154"/>
                    <a:pt x="48" y="154"/>
                  </a:cubicBezTo>
                  <a:cubicBezTo>
                    <a:pt x="46" y="154"/>
                    <a:pt x="46" y="154"/>
                    <a:pt x="46" y="154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48" y="153"/>
                    <a:pt x="48" y="153"/>
                    <a:pt x="48" y="153"/>
                  </a:cubicBezTo>
                  <a:cubicBezTo>
                    <a:pt x="48" y="152"/>
                    <a:pt x="48" y="152"/>
                    <a:pt x="48" y="152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0" y="151"/>
                    <a:pt x="50" y="151"/>
                    <a:pt x="50" y="151"/>
                  </a:cubicBezTo>
                  <a:cubicBezTo>
                    <a:pt x="51" y="151"/>
                    <a:pt x="51" y="151"/>
                    <a:pt x="51" y="151"/>
                  </a:cubicBezTo>
                  <a:cubicBezTo>
                    <a:pt x="51" y="150"/>
                    <a:pt x="51" y="150"/>
                    <a:pt x="51" y="150"/>
                  </a:cubicBezTo>
                  <a:cubicBezTo>
                    <a:pt x="51" y="150"/>
                    <a:pt x="51" y="150"/>
                    <a:pt x="51" y="150"/>
                  </a:cubicBezTo>
                  <a:cubicBezTo>
                    <a:pt x="52" y="149"/>
                    <a:pt x="52" y="149"/>
                    <a:pt x="52" y="149"/>
                  </a:cubicBezTo>
                  <a:cubicBezTo>
                    <a:pt x="52" y="149"/>
                    <a:pt x="53" y="149"/>
                    <a:pt x="53" y="149"/>
                  </a:cubicBezTo>
                  <a:close/>
                  <a:moveTo>
                    <a:pt x="61" y="146"/>
                  </a:moveTo>
                  <a:cubicBezTo>
                    <a:pt x="60" y="146"/>
                    <a:pt x="60" y="146"/>
                    <a:pt x="60" y="146"/>
                  </a:cubicBezTo>
                  <a:cubicBezTo>
                    <a:pt x="59" y="147"/>
                    <a:pt x="59" y="147"/>
                    <a:pt x="59" y="147"/>
                  </a:cubicBezTo>
                  <a:cubicBezTo>
                    <a:pt x="59" y="148"/>
                    <a:pt x="59" y="148"/>
                    <a:pt x="59" y="148"/>
                  </a:cubicBezTo>
                  <a:cubicBezTo>
                    <a:pt x="60" y="148"/>
                    <a:pt x="60" y="148"/>
                    <a:pt x="60" y="148"/>
                  </a:cubicBezTo>
                  <a:cubicBezTo>
                    <a:pt x="59" y="149"/>
                    <a:pt x="59" y="149"/>
                    <a:pt x="59" y="149"/>
                  </a:cubicBezTo>
                  <a:cubicBezTo>
                    <a:pt x="59" y="148"/>
                    <a:pt x="59" y="148"/>
                    <a:pt x="59" y="148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57" y="149"/>
                    <a:pt x="57" y="149"/>
                    <a:pt x="57" y="149"/>
                  </a:cubicBezTo>
                  <a:cubicBezTo>
                    <a:pt x="57" y="150"/>
                    <a:pt x="57" y="150"/>
                    <a:pt x="57" y="150"/>
                  </a:cubicBezTo>
                  <a:cubicBezTo>
                    <a:pt x="56" y="150"/>
                    <a:pt x="56" y="150"/>
                    <a:pt x="56" y="150"/>
                  </a:cubicBezTo>
                  <a:cubicBezTo>
                    <a:pt x="55" y="151"/>
                    <a:pt x="55" y="151"/>
                    <a:pt x="55" y="151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4" y="151"/>
                    <a:pt x="54" y="151"/>
                    <a:pt x="54" y="151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6" y="152"/>
                    <a:pt x="56" y="152"/>
                    <a:pt x="56" y="152"/>
                  </a:cubicBezTo>
                  <a:cubicBezTo>
                    <a:pt x="57" y="151"/>
                    <a:pt x="57" y="151"/>
                    <a:pt x="57" y="151"/>
                  </a:cubicBezTo>
                  <a:cubicBezTo>
                    <a:pt x="58" y="150"/>
                    <a:pt x="58" y="150"/>
                    <a:pt x="58" y="150"/>
                  </a:cubicBezTo>
                  <a:cubicBezTo>
                    <a:pt x="58" y="151"/>
                    <a:pt x="58" y="151"/>
                    <a:pt x="58" y="151"/>
                  </a:cubicBezTo>
                  <a:cubicBezTo>
                    <a:pt x="58" y="151"/>
                    <a:pt x="58" y="151"/>
                    <a:pt x="58" y="151"/>
                  </a:cubicBezTo>
                  <a:cubicBezTo>
                    <a:pt x="59" y="150"/>
                    <a:pt x="59" y="150"/>
                    <a:pt x="59" y="150"/>
                  </a:cubicBezTo>
                  <a:cubicBezTo>
                    <a:pt x="59" y="150"/>
                    <a:pt x="59" y="150"/>
                    <a:pt x="59" y="150"/>
                  </a:cubicBezTo>
                  <a:cubicBezTo>
                    <a:pt x="60" y="150"/>
                    <a:pt x="60" y="150"/>
                    <a:pt x="60" y="150"/>
                  </a:cubicBezTo>
                  <a:cubicBezTo>
                    <a:pt x="60" y="150"/>
                    <a:pt x="60" y="150"/>
                    <a:pt x="60" y="150"/>
                  </a:cubicBezTo>
                  <a:cubicBezTo>
                    <a:pt x="60" y="150"/>
                    <a:pt x="60" y="150"/>
                    <a:pt x="60" y="150"/>
                  </a:cubicBezTo>
                  <a:cubicBezTo>
                    <a:pt x="61" y="149"/>
                    <a:pt x="61" y="149"/>
                    <a:pt x="61" y="149"/>
                  </a:cubicBezTo>
                  <a:cubicBezTo>
                    <a:pt x="62" y="149"/>
                    <a:pt x="62" y="149"/>
                    <a:pt x="62" y="149"/>
                  </a:cubicBezTo>
                  <a:cubicBezTo>
                    <a:pt x="62" y="149"/>
                    <a:pt x="62" y="149"/>
                    <a:pt x="62" y="149"/>
                  </a:cubicBezTo>
                  <a:cubicBezTo>
                    <a:pt x="61" y="148"/>
                    <a:pt x="61" y="148"/>
                    <a:pt x="61" y="148"/>
                  </a:cubicBezTo>
                  <a:cubicBezTo>
                    <a:pt x="62" y="148"/>
                    <a:pt x="62" y="148"/>
                    <a:pt x="62" y="148"/>
                  </a:cubicBezTo>
                  <a:cubicBezTo>
                    <a:pt x="62" y="147"/>
                    <a:pt x="62" y="147"/>
                    <a:pt x="62" y="147"/>
                  </a:cubicBezTo>
                  <a:cubicBezTo>
                    <a:pt x="61" y="147"/>
                    <a:pt x="61" y="147"/>
                    <a:pt x="61" y="147"/>
                  </a:cubicBezTo>
                  <a:cubicBezTo>
                    <a:pt x="61" y="146"/>
                    <a:pt x="61" y="146"/>
                    <a:pt x="61" y="146"/>
                  </a:cubicBezTo>
                  <a:close/>
                  <a:moveTo>
                    <a:pt x="64" y="148"/>
                  </a:move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3" y="147"/>
                    <a:pt x="63" y="147"/>
                    <a:pt x="63" y="147"/>
                  </a:cubicBezTo>
                  <a:cubicBezTo>
                    <a:pt x="64" y="148"/>
                    <a:pt x="64" y="148"/>
                    <a:pt x="64" y="148"/>
                  </a:cubicBezTo>
                  <a:close/>
                  <a:moveTo>
                    <a:pt x="68" y="147"/>
                  </a:moveTo>
                  <a:cubicBezTo>
                    <a:pt x="68" y="147"/>
                    <a:pt x="68" y="147"/>
                    <a:pt x="68" y="147"/>
                  </a:cubicBezTo>
                  <a:cubicBezTo>
                    <a:pt x="69" y="147"/>
                    <a:pt x="69" y="147"/>
                    <a:pt x="69" y="147"/>
                  </a:cubicBezTo>
                  <a:cubicBezTo>
                    <a:pt x="69" y="147"/>
                    <a:pt x="69" y="147"/>
                    <a:pt x="69" y="147"/>
                  </a:cubicBezTo>
                  <a:cubicBezTo>
                    <a:pt x="68" y="147"/>
                    <a:pt x="68" y="147"/>
                    <a:pt x="68" y="147"/>
                  </a:cubicBezTo>
                  <a:cubicBezTo>
                    <a:pt x="68" y="147"/>
                    <a:pt x="68" y="147"/>
                    <a:pt x="68" y="147"/>
                  </a:cubicBezTo>
                  <a:close/>
                  <a:moveTo>
                    <a:pt x="66" y="147"/>
                  </a:moveTo>
                  <a:cubicBezTo>
                    <a:pt x="67" y="147"/>
                    <a:pt x="67" y="147"/>
                    <a:pt x="67" y="147"/>
                  </a:cubicBezTo>
                  <a:cubicBezTo>
                    <a:pt x="67" y="147"/>
                    <a:pt x="67" y="147"/>
                    <a:pt x="67" y="147"/>
                  </a:cubicBezTo>
                  <a:cubicBezTo>
                    <a:pt x="66" y="147"/>
                    <a:pt x="66" y="147"/>
                    <a:pt x="66" y="147"/>
                  </a:cubicBezTo>
                  <a:close/>
                  <a:moveTo>
                    <a:pt x="66" y="146"/>
                  </a:moveTo>
                  <a:cubicBezTo>
                    <a:pt x="66" y="146"/>
                    <a:pt x="66" y="146"/>
                    <a:pt x="66" y="146"/>
                  </a:cubicBezTo>
                  <a:cubicBezTo>
                    <a:pt x="66" y="145"/>
                    <a:pt x="66" y="145"/>
                    <a:pt x="66" y="145"/>
                  </a:cubicBezTo>
                  <a:cubicBezTo>
                    <a:pt x="66" y="145"/>
                    <a:pt x="66" y="145"/>
                    <a:pt x="66" y="145"/>
                  </a:cubicBezTo>
                  <a:cubicBezTo>
                    <a:pt x="67" y="146"/>
                    <a:pt x="67" y="146"/>
                    <a:pt x="67" y="146"/>
                  </a:cubicBezTo>
                  <a:cubicBezTo>
                    <a:pt x="66" y="146"/>
                    <a:pt x="66" y="146"/>
                    <a:pt x="66" y="146"/>
                  </a:cubicBezTo>
                  <a:close/>
                  <a:moveTo>
                    <a:pt x="65" y="146"/>
                  </a:moveTo>
                  <a:cubicBezTo>
                    <a:pt x="64" y="146"/>
                    <a:pt x="64" y="146"/>
                    <a:pt x="64" y="146"/>
                  </a:cubicBezTo>
                  <a:cubicBezTo>
                    <a:pt x="64" y="146"/>
                    <a:pt x="64" y="146"/>
                    <a:pt x="64" y="146"/>
                  </a:cubicBezTo>
                  <a:cubicBezTo>
                    <a:pt x="64" y="147"/>
                    <a:pt x="64" y="147"/>
                    <a:pt x="64" y="147"/>
                  </a:cubicBezTo>
                  <a:cubicBezTo>
                    <a:pt x="65" y="147"/>
                    <a:pt x="65" y="147"/>
                    <a:pt x="65" y="147"/>
                  </a:cubicBezTo>
                  <a:cubicBezTo>
                    <a:pt x="65" y="146"/>
                    <a:pt x="65" y="146"/>
                    <a:pt x="65" y="146"/>
                  </a:cubicBezTo>
                  <a:cubicBezTo>
                    <a:pt x="65" y="146"/>
                    <a:pt x="65" y="146"/>
                    <a:pt x="65" y="146"/>
                  </a:cubicBezTo>
                  <a:cubicBezTo>
                    <a:pt x="65" y="146"/>
                    <a:pt x="65" y="146"/>
                    <a:pt x="65" y="146"/>
                  </a:cubicBezTo>
                  <a:close/>
                  <a:moveTo>
                    <a:pt x="105" y="113"/>
                  </a:moveTo>
                  <a:cubicBezTo>
                    <a:pt x="105" y="113"/>
                    <a:pt x="105" y="113"/>
                    <a:pt x="105" y="113"/>
                  </a:cubicBezTo>
                  <a:cubicBezTo>
                    <a:pt x="106" y="112"/>
                    <a:pt x="106" y="112"/>
                    <a:pt x="106" y="112"/>
                  </a:cubicBezTo>
                  <a:cubicBezTo>
                    <a:pt x="106" y="113"/>
                    <a:pt x="106" y="113"/>
                    <a:pt x="106" y="113"/>
                  </a:cubicBezTo>
                  <a:cubicBezTo>
                    <a:pt x="105" y="113"/>
                    <a:pt x="105" y="113"/>
                    <a:pt x="105" y="113"/>
                  </a:cubicBezTo>
                  <a:close/>
                  <a:moveTo>
                    <a:pt x="104" y="113"/>
                  </a:moveTo>
                  <a:cubicBezTo>
                    <a:pt x="103" y="113"/>
                    <a:pt x="103" y="113"/>
                    <a:pt x="103" y="113"/>
                  </a:cubicBezTo>
                  <a:cubicBezTo>
                    <a:pt x="103" y="112"/>
                    <a:pt x="103" y="112"/>
                    <a:pt x="103" y="112"/>
                  </a:cubicBezTo>
                  <a:cubicBezTo>
                    <a:pt x="104" y="112"/>
                    <a:pt x="104" y="112"/>
                    <a:pt x="104" y="112"/>
                  </a:cubicBezTo>
                  <a:cubicBezTo>
                    <a:pt x="105" y="111"/>
                    <a:pt x="105" y="111"/>
                    <a:pt x="105" y="111"/>
                  </a:cubicBezTo>
                  <a:cubicBezTo>
                    <a:pt x="105" y="112"/>
                    <a:pt x="105" y="112"/>
                    <a:pt x="105" y="112"/>
                  </a:cubicBezTo>
                  <a:cubicBezTo>
                    <a:pt x="104" y="113"/>
                    <a:pt x="104" y="113"/>
                    <a:pt x="104" y="113"/>
                  </a:cubicBezTo>
                  <a:cubicBezTo>
                    <a:pt x="104" y="113"/>
                    <a:pt x="104" y="113"/>
                    <a:pt x="104" y="113"/>
                  </a:cubicBezTo>
                  <a:close/>
                  <a:moveTo>
                    <a:pt x="70" y="144"/>
                  </a:moveTo>
                  <a:cubicBezTo>
                    <a:pt x="70" y="143"/>
                    <a:pt x="70" y="143"/>
                    <a:pt x="70" y="143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72" y="142"/>
                    <a:pt x="72" y="142"/>
                    <a:pt x="72" y="142"/>
                  </a:cubicBezTo>
                  <a:cubicBezTo>
                    <a:pt x="72" y="142"/>
                    <a:pt x="72" y="142"/>
                    <a:pt x="72" y="142"/>
                  </a:cubicBezTo>
                  <a:cubicBezTo>
                    <a:pt x="73" y="141"/>
                    <a:pt x="73" y="141"/>
                    <a:pt x="73" y="141"/>
                  </a:cubicBezTo>
                  <a:cubicBezTo>
                    <a:pt x="73" y="141"/>
                    <a:pt x="73" y="141"/>
                    <a:pt x="73" y="141"/>
                  </a:cubicBezTo>
                  <a:cubicBezTo>
                    <a:pt x="74" y="141"/>
                    <a:pt x="74" y="141"/>
                    <a:pt x="74" y="141"/>
                  </a:cubicBezTo>
                  <a:cubicBezTo>
                    <a:pt x="74" y="141"/>
                    <a:pt x="74" y="141"/>
                    <a:pt x="74" y="141"/>
                  </a:cubicBezTo>
                  <a:cubicBezTo>
                    <a:pt x="75" y="141"/>
                    <a:pt x="75" y="141"/>
                    <a:pt x="75" y="141"/>
                  </a:cubicBezTo>
                  <a:cubicBezTo>
                    <a:pt x="76" y="141"/>
                    <a:pt x="76" y="141"/>
                    <a:pt x="76" y="141"/>
                  </a:cubicBezTo>
                  <a:cubicBezTo>
                    <a:pt x="76" y="141"/>
                    <a:pt x="76" y="141"/>
                    <a:pt x="76" y="141"/>
                  </a:cubicBezTo>
                  <a:cubicBezTo>
                    <a:pt x="77" y="141"/>
                    <a:pt x="77" y="141"/>
                    <a:pt x="77" y="141"/>
                  </a:cubicBezTo>
                  <a:cubicBezTo>
                    <a:pt x="78" y="141"/>
                    <a:pt x="78" y="141"/>
                    <a:pt x="78" y="141"/>
                  </a:cubicBezTo>
                  <a:cubicBezTo>
                    <a:pt x="77" y="142"/>
                    <a:pt x="77" y="142"/>
                    <a:pt x="77" y="142"/>
                  </a:cubicBezTo>
                  <a:cubicBezTo>
                    <a:pt x="78" y="143"/>
                    <a:pt x="78" y="143"/>
                    <a:pt x="78" y="143"/>
                  </a:cubicBezTo>
                  <a:cubicBezTo>
                    <a:pt x="78" y="143"/>
                    <a:pt x="78" y="143"/>
                    <a:pt x="78" y="143"/>
                  </a:cubicBezTo>
                  <a:cubicBezTo>
                    <a:pt x="77" y="143"/>
                    <a:pt x="77" y="143"/>
                    <a:pt x="77" y="143"/>
                  </a:cubicBezTo>
                  <a:cubicBezTo>
                    <a:pt x="77" y="144"/>
                    <a:pt x="77" y="144"/>
                    <a:pt x="77" y="144"/>
                  </a:cubicBezTo>
                  <a:cubicBezTo>
                    <a:pt x="75" y="144"/>
                    <a:pt x="75" y="144"/>
                    <a:pt x="75" y="144"/>
                  </a:cubicBezTo>
                  <a:cubicBezTo>
                    <a:pt x="74" y="144"/>
                    <a:pt x="74" y="144"/>
                    <a:pt x="74" y="144"/>
                  </a:cubicBezTo>
                  <a:cubicBezTo>
                    <a:pt x="73" y="144"/>
                    <a:pt x="73" y="144"/>
                    <a:pt x="73" y="144"/>
                  </a:cubicBezTo>
                  <a:cubicBezTo>
                    <a:pt x="72" y="145"/>
                    <a:pt x="72" y="145"/>
                    <a:pt x="72" y="145"/>
                  </a:cubicBezTo>
                  <a:cubicBezTo>
                    <a:pt x="71" y="145"/>
                    <a:pt x="71" y="145"/>
                    <a:pt x="71" y="145"/>
                  </a:cubicBezTo>
                  <a:cubicBezTo>
                    <a:pt x="71" y="145"/>
                    <a:pt x="71" y="145"/>
                    <a:pt x="71" y="145"/>
                  </a:cubicBezTo>
                  <a:cubicBezTo>
                    <a:pt x="70" y="144"/>
                    <a:pt x="70" y="144"/>
                    <a:pt x="70" y="1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5" name="Rectangle 163"/>
            <p:cNvSpPr>
              <a:spLocks noChangeArrowheads="1"/>
            </p:cNvSpPr>
            <p:nvPr/>
          </p:nvSpPr>
          <p:spPr bwMode="auto">
            <a:xfrm>
              <a:off x="2602388" y="2795127"/>
              <a:ext cx="3860" cy="3860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6" name="Freeform 164"/>
            <p:cNvSpPr/>
            <p:nvPr/>
          </p:nvSpPr>
          <p:spPr bwMode="auto">
            <a:xfrm>
              <a:off x="2664145" y="2813139"/>
              <a:ext cx="47606" cy="19300"/>
            </a:xfrm>
            <a:custGeom>
              <a:avLst/>
              <a:gdLst>
                <a:gd name="T0" fmla="*/ 3 w 37"/>
                <a:gd name="T1" fmla="*/ 0 h 15"/>
                <a:gd name="T2" fmla="*/ 7 w 37"/>
                <a:gd name="T3" fmla="*/ 0 h 15"/>
                <a:gd name="T4" fmla="*/ 14 w 37"/>
                <a:gd name="T5" fmla="*/ 0 h 15"/>
                <a:gd name="T6" fmla="*/ 26 w 37"/>
                <a:gd name="T7" fmla="*/ 0 h 15"/>
                <a:gd name="T8" fmla="*/ 29 w 37"/>
                <a:gd name="T9" fmla="*/ 4 h 15"/>
                <a:gd name="T10" fmla="*/ 33 w 37"/>
                <a:gd name="T11" fmla="*/ 8 h 15"/>
                <a:gd name="T12" fmla="*/ 37 w 37"/>
                <a:gd name="T13" fmla="*/ 8 h 15"/>
                <a:gd name="T14" fmla="*/ 37 w 37"/>
                <a:gd name="T15" fmla="*/ 12 h 15"/>
                <a:gd name="T16" fmla="*/ 29 w 37"/>
                <a:gd name="T17" fmla="*/ 12 h 15"/>
                <a:gd name="T18" fmla="*/ 29 w 37"/>
                <a:gd name="T19" fmla="*/ 8 h 15"/>
                <a:gd name="T20" fmla="*/ 26 w 37"/>
                <a:gd name="T21" fmla="*/ 12 h 15"/>
                <a:gd name="T22" fmla="*/ 26 w 37"/>
                <a:gd name="T23" fmla="*/ 12 h 15"/>
                <a:gd name="T24" fmla="*/ 26 w 37"/>
                <a:gd name="T25" fmla="*/ 12 h 15"/>
                <a:gd name="T26" fmla="*/ 22 w 37"/>
                <a:gd name="T27" fmla="*/ 12 h 15"/>
                <a:gd name="T28" fmla="*/ 22 w 37"/>
                <a:gd name="T29" fmla="*/ 15 h 15"/>
                <a:gd name="T30" fmla="*/ 18 w 37"/>
                <a:gd name="T31" fmla="*/ 15 h 15"/>
                <a:gd name="T32" fmla="*/ 14 w 37"/>
                <a:gd name="T33" fmla="*/ 12 h 15"/>
                <a:gd name="T34" fmla="*/ 11 w 37"/>
                <a:gd name="T35" fmla="*/ 12 h 15"/>
                <a:gd name="T36" fmla="*/ 7 w 37"/>
                <a:gd name="T37" fmla="*/ 12 h 15"/>
                <a:gd name="T38" fmla="*/ 7 w 37"/>
                <a:gd name="T39" fmla="*/ 8 h 15"/>
                <a:gd name="T40" fmla="*/ 3 w 37"/>
                <a:gd name="T41" fmla="*/ 4 h 15"/>
                <a:gd name="T42" fmla="*/ 3 w 37"/>
                <a:gd name="T43" fmla="*/ 8 h 15"/>
                <a:gd name="T44" fmla="*/ 0 w 37"/>
                <a:gd name="T45" fmla="*/ 4 h 15"/>
                <a:gd name="T46" fmla="*/ 0 w 37"/>
                <a:gd name="T47" fmla="*/ 0 h 15"/>
                <a:gd name="T48" fmla="*/ 3 w 37"/>
                <a:gd name="T4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5">
                  <a:moveTo>
                    <a:pt x="3" y="0"/>
                  </a:moveTo>
                  <a:lnTo>
                    <a:pt x="7" y="0"/>
                  </a:lnTo>
                  <a:lnTo>
                    <a:pt x="14" y="0"/>
                  </a:lnTo>
                  <a:lnTo>
                    <a:pt x="26" y="0"/>
                  </a:lnTo>
                  <a:lnTo>
                    <a:pt x="29" y="4"/>
                  </a:lnTo>
                  <a:lnTo>
                    <a:pt x="33" y="8"/>
                  </a:lnTo>
                  <a:lnTo>
                    <a:pt x="37" y="8"/>
                  </a:lnTo>
                  <a:lnTo>
                    <a:pt x="37" y="12"/>
                  </a:lnTo>
                  <a:lnTo>
                    <a:pt x="29" y="12"/>
                  </a:lnTo>
                  <a:lnTo>
                    <a:pt x="29" y="8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6" y="12"/>
                  </a:lnTo>
                  <a:lnTo>
                    <a:pt x="22" y="12"/>
                  </a:lnTo>
                  <a:lnTo>
                    <a:pt x="22" y="15"/>
                  </a:lnTo>
                  <a:lnTo>
                    <a:pt x="18" y="15"/>
                  </a:lnTo>
                  <a:lnTo>
                    <a:pt x="14" y="12"/>
                  </a:lnTo>
                  <a:lnTo>
                    <a:pt x="11" y="12"/>
                  </a:lnTo>
                  <a:lnTo>
                    <a:pt x="7" y="12"/>
                  </a:lnTo>
                  <a:lnTo>
                    <a:pt x="7" y="8"/>
                  </a:lnTo>
                  <a:lnTo>
                    <a:pt x="3" y="4"/>
                  </a:lnTo>
                  <a:lnTo>
                    <a:pt x="3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7" name="Freeform 165"/>
            <p:cNvSpPr>
              <a:spLocks noEditPoints="1"/>
            </p:cNvSpPr>
            <p:nvPr/>
          </p:nvSpPr>
          <p:spPr bwMode="auto">
            <a:xfrm>
              <a:off x="2745202" y="2779687"/>
              <a:ext cx="61758" cy="43745"/>
            </a:xfrm>
            <a:custGeom>
              <a:avLst/>
              <a:gdLst>
                <a:gd name="T0" fmla="*/ 11 w 13"/>
                <a:gd name="T1" fmla="*/ 8 h 9"/>
                <a:gd name="T2" fmla="*/ 12 w 13"/>
                <a:gd name="T3" fmla="*/ 7 h 9"/>
                <a:gd name="T4" fmla="*/ 12 w 13"/>
                <a:gd name="T5" fmla="*/ 5 h 9"/>
                <a:gd name="T6" fmla="*/ 13 w 13"/>
                <a:gd name="T7" fmla="*/ 5 h 9"/>
                <a:gd name="T8" fmla="*/ 12 w 13"/>
                <a:gd name="T9" fmla="*/ 3 h 9"/>
                <a:gd name="T10" fmla="*/ 13 w 13"/>
                <a:gd name="T11" fmla="*/ 2 h 9"/>
                <a:gd name="T12" fmla="*/ 12 w 13"/>
                <a:gd name="T13" fmla="*/ 2 h 9"/>
                <a:gd name="T14" fmla="*/ 10 w 13"/>
                <a:gd name="T15" fmla="*/ 1 h 9"/>
                <a:gd name="T16" fmla="*/ 8 w 13"/>
                <a:gd name="T17" fmla="*/ 1 h 9"/>
                <a:gd name="T18" fmla="*/ 6 w 13"/>
                <a:gd name="T19" fmla="*/ 1 h 9"/>
                <a:gd name="T20" fmla="*/ 6 w 13"/>
                <a:gd name="T21" fmla="*/ 2 h 9"/>
                <a:gd name="T22" fmla="*/ 8 w 13"/>
                <a:gd name="T23" fmla="*/ 3 h 9"/>
                <a:gd name="T24" fmla="*/ 8 w 13"/>
                <a:gd name="T25" fmla="*/ 5 h 9"/>
                <a:gd name="T26" fmla="*/ 10 w 13"/>
                <a:gd name="T27" fmla="*/ 6 h 9"/>
                <a:gd name="T28" fmla="*/ 10 w 13"/>
                <a:gd name="T29" fmla="*/ 7 h 9"/>
                <a:gd name="T30" fmla="*/ 8 w 13"/>
                <a:gd name="T31" fmla="*/ 7 h 9"/>
                <a:gd name="T32" fmla="*/ 6 w 13"/>
                <a:gd name="T33" fmla="*/ 7 h 9"/>
                <a:gd name="T34" fmla="*/ 4 w 13"/>
                <a:gd name="T35" fmla="*/ 7 h 9"/>
                <a:gd name="T36" fmla="*/ 4 w 13"/>
                <a:gd name="T37" fmla="*/ 6 h 9"/>
                <a:gd name="T38" fmla="*/ 2 w 13"/>
                <a:gd name="T39" fmla="*/ 6 h 9"/>
                <a:gd name="T40" fmla="*/ 0 w 13"/>
                <a:gd name="T41" fmla="*/ 7 h 9"/>
                <a:gd name="T42" fmla="*/ 2 w 13"/>
                <a:gd name="T43" fmla="*/ 8 h 9"/>
                <a:gd name="T44" fmla="*/ 3 w 13"/>
                <a:gd name="T45" fmla="*/ 9 h 9"/>
                <a:gd name="T46" fmla="*/ 4 w 13"/>
                <a:gd name="T47" fmla="*/ 8 h 9"/>
                <a:gd name="T48" fmla="*/ 7 w 13"/>
                <a:gd name="T49" fmla="*/ 8 h 9"/>
                <a:gd name="T50" fmla="*/ 10 w 13"/>
                <a:gd name="T51" fmla="*/ 8 h 9"/>
                <a:gd name="T52" fmla="*/ 11 w 13"/>
                <a:gd name="T53" fmla="*/ 9 h 9"/>
                <a:gd name="T54" fmla="*/ 8 w 13"/>
                <a:gd name="T55" fmla="*/ 0 h 9"/>
                <a:gd name="T56" fmla="*/ 8 w 13"/>
                <a:gd name="T57" fmla="*/ 1 h 9"/>
                <a:gd name="T58" fmla="*/ 6 w 13"/>
                <a:gd name="T59" fmla="*/ 5 h 9"/>
                <a:gd name="T60" fmla="*/ 8 w 13"/>
                <a:gd name="T61" fmla="*/ 5 h 9"/>
                <a:gd name="T62" fmla="*/ 7 w 13"/>
                <a:gd name="T63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" h="9">
                  <a:moveTo>
                    <a:pt x="11" y="9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6" y="2"/>
                    <a:pt x="6" y="2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1" y="9"/>
                    <a:pt x="11" y="9"/>
                    <a:pt x="11" y="9"/>
                  </a:cubicBezTo>
                  <a:close/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lose/>
                  <a:moveTo>
                    <a:pt x="6" y="5"/>
                  </a:moveTo>
                  <a:cubicBezTo>
                    <a:pt x="7" y="5"/>
                    <a:pt x="7" y="5"/>
                    <a:pt x="7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6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8" name="Freeform 166"/>
            <p:cNvSpPr>
              <a:spLocks noEditPoints="1"/>
            </p:cNvSpPr>
            <p:nvPr/>
          </p:nvSpPr>
          <p:spPr bwMode="auto">
            <a:xfrm>
              <a:off x="2530337" y="2714068"/>
              <a:ext cx="223874" cy="75912"/>
            </a:xfrm>
            <a:custGeom>
              <a:avLst/>
              <a:gdLst>
                <a:gd name="T0" fmla="*/ 37 w 174"/>
                <a:gd name="T1" fmla="*/ 22 h 59"/>
                <a:gd name="T2" fmla="*/ 33 w 174"/>
                <a:gd name="T3" fmla="*/ 29 h 59"/>
                <a:gd name="T4" fmla="*/ 33 w 174"/>
                <a:gd name="T5" fmla="*/ 29 h 59"/>
                <a:gd name="T6" fmla="*/ 33 w 174"/>
                <a:gd name="T7" fmla="*/ 26 h 59"/>
                <a:gd name="T8" fmla="*/ 11 w 174"/>
                <a:gd name="T9" fmla="*/ 18 h 59"/>
                <a:gd name="T10" fmla="*/ 7 w 174"/>
                <a:gd name="T11" fmla="*/ 18 h 59"/>
                <a:gd name="T12" fmla="*/ 0 w 174"/>
                <a:gd name="T13" fmla="*/ 22 h 59"/>
                <a:gd name="T14" fmla="*/ 7 w 174"/>
                <a:gd name="T15" fmla="*/ 22 h 59"/>
                <a:gd name="T16" fmla="*/ 15 w 174"/>
                <a:gd name="T17" fmla="*/ 22 h 59"/>
                <a:gd name="T18" fmla="*/ 22 w 174"/>
                <a:gd name="T19" fmla="*/ 18 h 59"/>
                <a:gd name="T20" fmla="*/ 33 w 174"/>
                <a:gd name="T21" fmla="*/ 11 h 59"/>
                <a:gd name="T22" fmla="*/ 44 w 174"/>
                <a:gd name="T23" fmla="*/ 11 h 59"/>
                <a:gd name="T24" fmla="*/ 56 w 174"/>
                <a:gd name="T25" fmla="*/ 14 h 59"/>
                <a:gd name="T26" fmla="*/ 48 w 174"/>
                <a:gd name="T27" fmla="*/ 14 h 59"/>
                <a:gd name="T28" fmla="*/ 63 w 174"/>
                <a:gd name="T29" fmla="*/ 18 h 59"/>
                <a:gd name="T30" fmla="*/ 70 w 174"/>
                <a:gd name="T31" fmla="*/ 22 h 59"/>
                <a:gd name="T32" fmla="*/ 78 w 174"/>
                <a:gd name="T33" fmla="*/ 22 h 59"/>
                <a:gd name="T34" fmla="*/ 89 w 174"/>
                <a:gd name="T35" fmla="*/ 26 h 59"/>
                <a:gd name="T36" fmla="*/ 96 w 174"/>
                <a:gd name="T37" fmla="*/ 26 h 59"/>
                <a:gd name="T38" fmla="*/ 104 w 174"/>
                <a:gd name="T39" fmla="*/ 26 h 59"/>
                <a:gd name="T40" fmla="*/ 115 w 174"/>
                <a:gd name="T41" fmla="*/ 40 h 59"/>
                <a:gd name="T42" fmla="*/ 126 w 174"/>
                <a:gd name="T43" fmla="*/ 44 h 59"/>
                <a:gd name="T44" fmla="*/ 130 w 174"/>
                <a:gd name="T45" fmla="*/ 48 h 59"/>
                <a:gd name="T46" fmla="*/ 118 w 174"/>
                <a:gd name="T47" fmla="*/ 55 h 59"/>
                <a:gd name="T48" fmla="*/ 130 w 174"/>
                <a:gd name="T49" fmla="*/ 55 h 59"/>
                <a:gd name="T50" fmla="*/ 148 w 174"/>
                <a:gd name="T51" fmla="*/ 59 h 59"/>
                <a:gd name="T52" fmla="*/ 159 w 174"/>
                <a:gd name="T53" fmla="*/ 55 h 59"/>
                <a:gd name="T54" fmla="*/ 174 w 174"/>
                <a:gd name="T55" fmla="*/ 51 h 59"/>
                <a:gd name="T56" fmla="*/ 170 w 174"/>
                <a:gd name="T57" fmla="*/ 48 h 59"/>
                <a:gd name="T58" fmla="*/ 152 w 174"/>
                <a:gd name="T59" fmla="*/ 40 h 59"/>
                <a:gd name="T60" fmla="*/ 152 w 174"/>
                <a:gd name="T61" fmla="*/ 37 h 59"/>
                <a:gd name="T62" fmla="*/ 144 w 174"/>
                <a:gd name="T63" fmla="*/ 37 h 59"/>
                <a:gd name="T64" fmla="*/ 137 w 174"/>
                <a:gd name="T65" fmla="*/ 29 h 59"/>
                <a:gd name="T66" fmla="*/ 126 w 174"/>
                <a:gd name="T67" fmla="*/ 29 h 59"/>
                <a:gd name="T68" fmla="*/ 126 w 174"/>
                <a:gd name="T69" fmla="*/ 29 h 59"/>
                <a:gd name="T70" fmla="*/ 111 w 174"/>
                <a:gd name="T71" fmla="*/ 22 h 59"/>
                <a:gd name="T72" fmla="*/ 96 w 174"/>
                <a:gd name="T73" fmla="*/ 14 h 59"/>
                <a:gd name="T74" fmla="*/ 89 w 174"/>
                <a:gd name="T75" fmla="*/ 7 h 59"/>
                <a:gd name="T76" fmla="*/ 70 w 174"/>
                <a:gd name="T77" fmla="*/ 3 h 59"/>
                <a:gd name="T78" fmla="*/ 59 w 174"/>
                <a:gd name="T79" fmla="*/ 3 h 59"/>
                <a:gd name="T80" fmla="*/ 41 w 174"/>
                <a:gd name="T81" fmla="*/ 3 h 59"/>
                <a:gd name="T82" fmla="*/ 22 w 174"/>
                <a:gd name="T83" fmla="*/ 7 h 59"/>
                <a:gd name="T84" fmla="*/ 11 w 174"/>
                <a:gd name="T85" fmla="*/ 1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4" h="59">
                  <a:moveTo>
                    <a:pt x="33" y="26"/>
                  </a:moveTo>
                  <a:lnTo>
                    <a:pt x="33" y="22"/>
                  </a:lnTo>
                  <a:lnTo>
                    <a:pt x="37" y="22"/>
                  </a:lnTo>
                  <a:lnTo>
                    <a:pt x="41" y="26"/>
                  </a:lnTo>
                  <a:lnTo>
                    <a:pt x="41" y="29"/>
                  </a:lnTo>
                  <a:lnTo>
                    <a:pt x="33" y="29"/>
                  </a:lnTo>
                  <a:lnTo>
                    <a:pt x="30" y="29"/>
                  </a:lnTo>
                  <a:lnTo>
                    <a:pt x="30" y="26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7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close/>
                  <a:moveTo>
                    <a:pt x="11" y="18"/>
                  </a:moveTo>
                  <a:lnTo>
                    <a:pt x="11" y="18"/>
                  </a:lnTo>
                  <a:lnTo>
                    <a:pt x="11" y="22"/>
                  </a:lnTo>
                  <a:lnTo>
                    <a:pt x="7" y="18"/>
                  </a:lnTo>
                  <a:lnTo>
                    <a:pt x="4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26"/>
                  </a:lnTo>
                  <a:lnTo>
                    <a:pt x="7" y="22"/>
                  </a:lnTo>
                  <a:lnTo>
                    <a:pt x="7" y="22"/>
                  </a:lnTo>
                  <a:lnTo>
                    <a:pt x="7" y="26"/>
                  </a:lnTo>
                  <a:lnTo>
                    <a:pt x="11" y="22"/>
                  </a:lnTo>
                  <a:lnTo>
                    <a:pt x="15" y="22"/>
                  </a:lnTo>
                  <a:lnTo>
                    <a:pt x="19" y="18"/>
                  </a:lnTo>
                  <a:lnTo>
                    <a:pt x="22" y="18"/>
                  </a:lnTo>
                  <a:lnTo>
                    <a:pt x="22" y="18"/>
                  </a:lnTo>
                  <a:lnTo>
                    <a:pt x="26" y="18"/>
                  </a:lnTo>
                  <a:lnTo>
                    <a:pt x="30" y="18"/>
                  </a:lnTo>
                  <a:lnTo>
                    <a:pt x="33" y="11"/>
                  </a:lnTo>
                  <a:lnTo>
                    <a:pt x="37" y="11"/>
                  </a:lnTo>
                  <a:lnTo>
                    <a:pt x="37" y="11"/>
                  </a:lnTo>
                  <a:lnTo>
                    <a:pt x="44" y="11"/>
                  </a:lnTo>
                  <a:lnTo>
                    <a:pt x="48" y="11"/>
                  </a:lnTo>
                  <a:lnTo>
                    <a:pt x="52" y="11"/>
                  </a:lnTo>
                  <a:lnTo>
                    <a:pt x="56" y="14"/>
                  </a:lnTo>
                  <a:lnTo>
                    <a:pt x="52" y="14"/>
                  </a:lnTo>
                  <a:lnTo>
                    <a:pt x="48" y="14"/>
                  </a:lnTo>
                  <a:lnTo>
                    <a:pt x="48" y="14"/>
                  </a:lnTo>
                  <a:lnTo>
                    <a:pt x="48" y="18"/>
                  </a:lnTo>
                  <a:lnTo>
                    <a:pt x="59" y="18"/>
                  </a:lnTo>
                  <a:lnTo>
                    <a:pt x="63" y="18"/>
                  </a:lnTo>
                  <a:lnTo>
                    <a:pt x="63" y="18"/>
                  </a:lnTo>
                  <a:lnTo>
                    <a:pt x="67" y="18"/>
                  </a:lnTo>
                  <a:lnTo>
                    <a:pt x="70" y="22"/>
                  </a:lnTo>
                  <a:lnTo>
                    <a:pt x="74" y="22"/>
                  </a:lnTo>
                  <a:lnTo>
                    <a:pt x="74" y="18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81" y="26"/>
                  </a:lnTo>
                  <a:lnTo>
                    <a:pt x="89" y="26"/>
                  </a:lnTo>
                  <a:lnTo>
                    <a:pt x="89" y="26"/>
                  </a:lnTo>
                  <a:lnTo>
                    <a:pt x="93" y="26"/>
                  </a:lnTo>
                  <a:lnTo>
                    <a:pt x="96" y="26"/>
                  </a:lnTo>
                  <a:lnTo>
                    <a:pt x="96" y="29"/>
                  </a:lnTo>
                  <a:lnTo>
                    <a:pt x="104" y="26"/>
                  </a:lnTo>
                  <a:lnTo>
                    <a:pt x="104" y="26"/>
                  </a:lnTo>
                  <a:lnTo>
                    <a:pt x="107" y="37"/>
                  </a:lnTo>
                  <a:lnTo>
                    <a:pt x="111" y="40"/>
                  </a:lnTo>
                  <a:lnTo>
                    <a:pt x="115" y="40"/>
                  </a:lnTo>
                  <a:lnTo>
                    <a:pt x="115" y="40"/>
                  </a:lnTo>
                  <a:lnTo>
                    <a:pt x="118" y="44"/>
                  </a:lnTo>
                  <a:lnTo>
                    <a:pt x="126" y="44"/>
                  </a:lnTo>
                  <a:lnTo>
                    <a:pt x="126" y="44"/>
                  </a:lnTo>
                  <a:lnTo>
                    <a:pt x="130" y="44"/>
                  </a:lnTo>
                  <a:lnTo>
                    <a:pt x="130" y="48"/>
                  </a:lnTo>
                  <a:lnTo>
                    <a:pt x="126" y="48"/>
                  </a:lnTo>
                  <a:lnTo>
                    <a:pt x="118" y="55"/>
                  </a:lnTo>
                  <a:lnTo>
                    <a:pt x="118" y="55"/>
                  </a:lnTo>
                  <a:lnTo>
                    <a:pt x="126" y="55"/>
                  </a:lnTo>
                  <a:lnTo>
                    <a:pt x="130" y="55"/>
                  </a:lnTo>
                  <a:lnTo>
                    <a:pt x="130" y="55"/>
                  </a:lnTo>
                  <a:lnTo>
                    <a:pt x="141" y="55"/>
                  </a:lnTo>
                  <a:lnTo>
                    <a:pt x="144" y="55"/>
                  </a:lnTo>
                  <a:lnTo>
                    <a:pt x="148" y="59"/>
                  </a:lnTo>
                  <a:lnTo>
                    <a:pt x="159" y="55"/>
                  </a:lnTo>
                  <a:lnTo>
                    <a:pt x="159" y="55"/>
                  </a:lnTo>
                  <a:lnTo>
                    <a:pt x="159" y="55"/>
                  </a:lnTo>
                  <a:lnTo>
                    <a:pt x="163" y="51"/>
                  </a:lnTo>
                  <a:lnTo>
                    <a:pt x="170" y="51"/>
                  </a:lnTo>
                  <a:lnTo>
                    <a:pt x="174" y="51"/>
                  </a:lnTo>
                  <a:lnTo>
                    <a:pt x="174" y="48"/>
                  </a:lnTo>
                  <a:lnTo>
                    <a:pt x="174" y="48"/>
                  </a:lnTo>
                  <a:lnTo>
                    <a:pt x="170" y="48"/>
                  </a:lnTo>
                  <a:lnTo>
                    <a:pt x="167" y="44"/>
                  </a:lnTo>
                  <a:lnTo>
                    <a:pt x="159" y="40"/>
                  </a:lnTo>
                  <a:lnTo>
                    <a:pt x="152" y="40"/>
                  </a:lnTo>
                  <a:lnTo>
                    <a:pt x="152" y="40"/>
                  </a:lnTo>
                  <a:lnTo>
                    <a:pt x="152" y="40"/>
                  </a:lnTo>
                  <a:lnTo>
                    <a:pt x="152" y="37"/>
                  </a:lnTo>
                  <a:lnTo>
                    <a:pt x="152" y="33"/>
                  </a:lnTo>
                  <a:lnTo>
                    <a:pt x="148" y="37"/>
                  </a:lnTo>
                  <a:lnTo>
                    <a:pt x="144" y="37"/>
                  </a:lnTo>
                  <a:lnTo>
                    <a:pt x="141" y="29"/>
                  </a:lnTo>
                  <a:lnTo>
                    <a:pt x="137" y="33"/>
                  </a:lnTo>
                  <a:lnTo>
                    <a:pt x="137" y="29"/>
                  </a:lnTo>
                  <a:lnTo>
                    <a:pt x="130" y="26"/>
                  </a:lnTo>
                  <a:lnTo>
                    <a:pt x="130" y="29"/>
                  </a:lnTo>
                  <a:lnTo>
                    <a:pt x="126" y="29"/>
                  </a:lnTo>
                  <a:lnTo>
                    <a:pt x="126" y="26"/>
                  </a:lnTo>
                  <a:lnTo>
                    <a:pt x="126" y="26"/>
                  </a:lnTo>
                  <a:lnTo>
                    <a:pt x="126" y="29"/>
                  </a:lnTo>
                  <a:lnTo>
                    <a:pt x="122" y="26"/>
                  </a:lnTo>
                  <a:lnTo>
                    <a:pt x="115" y="26"/>
                  </a:lnTo>
                  <a:lnTo>
                    <a:pt x="111" y="22"/>
                  </a:lnTo>
                  <a:lnTo>
                    <a:pt x="107" y="18"/>
                  </a:lnTo>
                  <a:lnTo>
                    <a:pt x="104" y="14"/>
                  </a:lnTo>
                  <a:lnTo>
                    <a:pt x="96" y="14"/>
                  </a:lnTo>
                  <a:lnTo>
                    <a:pt x="93" y="14"/>
                  </a:lnTo>
                  <a:lnTo>
                    <a:pt x="93" y="11"/>
                  </a:lnTo>
                  <a:lnTo>
                    <a:pt x="89" y="7"/>
                  </a:lnTo>
                  <a:lnTo>
                    <a:pt x="85" y="7"/>
                  </a:lnTo>
                  <a:lnTo>
                    <a:pt x="81" y="7"/>
                  </a:lnTo>
                  <a:lnTo>
                    <a:pt x="70" y="3"/>
                  </a:lnTo>
                  <a:lnTo>
                    <a:pt x="67" y="7"/>
                  </a:lnTo>
                  <a:lnTo>
                    <a:pt x="63" y="3"/>
                  </a:lnTo>
                  <a:lnTo>
                    <a:pt x="59" y="3"/>
                  </a:lnTo>
                  <a:lnTo>
                    <a:pt x="52" y="0"/>
                  </a:lnTo>
                  <a:lnTo>
                    <a:pt x="44" y="0"/>
                  </a:lnTo>
                  <a:lnTo>
                    <a:pt x="41" y="3"/>
                  </a:lnTo>
                  <a:lnTo>
                    <a:pt x="33" y="3"/>
                  </a:lnTo>
                  <a:lnTo>
                    <a:pt x="26" y="7"/>
                  </a:lnTo>
                  <a:lnTo>
                    <a:pt x="22" y="7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11" y="14"/>
                  </a:lnTo>
                  <a:lnTo>
                    <a:pt x="11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09" name="Freeform 167"/>
            <p:cNvSpPr>
              <a:spLocks noEditPoints="1"/>
            </p:cNvSpPr>
            <p:nvPr/>
          </p:nvSpPr>
          <p:spPr bwMode="auto">
            <a:xfrm>
              <a:off x="2668005" y="2636870"/>
              <a:ext cx="119657" cy="128663"/>
            </a:xfrm>
            <a:custGeom>
              <a:avLst/>
              <a:gdLst>
                <a:gd name="T0" fmla="*/ 89 w 93"/>
                <a:gd name="T1" fmla="*/ 89 h 100"/>
                <a:gd name="T2" fmla="*/ 78 w 93"/>
                <a:gd name="T3" fmla="*/ 100 h 100"/>
                <a:gd name="T4" fmla="*/ 89 w 93"/>
                <a:gd name="T5" fmla="*/ 93 h 100"/>
                <a:gd name="T6" fmla="*/ 82 w 93"/>
                <a:gd name="T7" fmla="*/ 93 h 100"/>
                <a:gd name="T8" fmla="*/ 78 w 93"/>
                <a:gd name="T9" fmla="*/ 100 h 100"/>
                <a:gd name="T10" fmla="*/ 93 w 93"/>
                <a:gd name="T11" fmla="*/ 78 h 100"/>
                <a:gd name="T12" fmla="*/ 86 w 93"/>
                <a:gd name="T13" fmla="*/ 78 h 100"/>
                <a:gd name="T14" fmla="*/ 78 w 93"/>
                <a:gd name="T15" fmla="*/ 67 h 100"/>
                <a:gd name="T16" fmla="*/ 71 w 93"/>
                <a:gd name="T17" fmla="*/ 74 h 100"/>
                <a:gd name="T18" fmla="*/ 71 w 93"/>
                <a:gd name="T19" fmla="*/ 78 h 100"/>
                <a:gd name="T20" fmla="*/ 78 w 93"/>
                <a:gd name="T21" fmla="*/ 67 h 100"/>
                <a:gd name="T22" fmla="*/ 71 w 93"/>
                <a:gd name="T23" fmla="*/ 67 h 100"/>
                <a:gd name="T24" fmla="*/ 67 w 93"/>
                <a:gd name="T25" fmla="*/ 67 h 100"/>
                <a:gd name="T26" fmla="*/ 56 w 93"/>
                <a:gd name="T27" fmla="*/ 52 h 100"/>
                <a:gd name="T28" fmla="*/ 60 w 93"/>
                <a:gd name="T29" fmla="*/ 67 h 100"/>
                <a:gd name="T30" fmla="*/ 56 w 93"/>
                <a:gd name="T31" fmla="*/ 60 h 100"/>
                <a:gd name="T32" fmla="*/ 56 w 93"/>
                <a:gd name="T33" fmla="*/ 52 h 100"/>
                <a:gd name="T34" fmla="*/ 41 w 93"/>
                <a:gd name="T35" fmla="*/ 56 h 100"/>
                <a:gd name="T36" fmla="*/ 41 w 93"/>
                <a:gd name="T37" fmla="*/ 52 h 100"/>
                <a:gd name="T38" fmla="*/ 67 w 93"/>
                <a:gd name="T39" fmla="*/ 52 h 100"/>
                <a:gd name="T40" fmla="*/ 67 w 93"/>
                <a:gd name="T41" fmla="*/ 45 h 100"/>
                <a:gd name="T42" fmla="*/ 52 w 93"/>
                <a:gd name="T43" fmla="*/ 41 h 100"/>
                <a:gd name="T44" fmla="*/ 52 w 93"/>
                <a:gd name="T45" fmla="*/ 48 h 100"/>
                <a:gd name="T46" fmla="*/ 56 w 93"/>
                <a:gd name="T47" fmla="*/ 45 h 100"/>
                <a:gd name="T48" fmla="*/ 52 w 93"/>
                <a:gd name="T49" fmla="*/ 37 h 100"/>
                <a:gd name="T50" fmla="*/ 45 w 93"/>
                <a:gd name="T51" fmla="*/ 30 h 100"/>
                <a:gd name="T52" fmla="*/ 41 w 93"/>
                <a:gd name="T53" fmla="*/ 34 h 100"/>
                <a:gd name="T54" fmla="*/ 41 w 93"/>
                <a:gd name="T55" fmla="*/ 30 h 100"/>
                <a:gd name="T56" fmla="*/ 37 w 93"/>
                <a:gd name="T57" fmla="*/ 26 h 100"/>
                <a:gd name="T58" fmla="*/ 30 w 93"/>
                <a:gd name="T59" fmla="*/ 4 h 100"/>
                <a:gd name="T60" fmla="*/ 34 w 93"/>
                <a:gd name="T61" fmla="*/ 11 h 100"/>
                <a:gd name="T62" fmla="*/ 26 w 93"/>
                <a:gd name="T63" fmla="*/ 19 h 100"/>
                <a:gd name="T64" fmla="*/ 30 w 93"/>
                <a:gd name="T65" fmla="*/ 8 h 100"/>
                <a:gd name="T66" fmla="*/ 19 w 93"/>
                <a:gd name="T67" fmla="*/ 0 h 100"/>
                <a:gd name="T68" fmla="*/ 4 w 93"/>
                <a:gd name="T69" fmla="*/ 4 h 100"/>
                <a:gd name="T70" fmla="*/ 15 w 93"/>
                <a:gd name="T71" fmla="*/ 0 h 100"/>
                <a:gd name="T72" fmla="*/ 15 w 93"/>
                <a:gd name="T73" fmla="*/ 4 h 100"/>
                <a:gd name="T74" fmla="*/ 0 w 93"/>
                <a:gd name="T75" fmla="*/ 4 h 100"/>
                <a:gd name="T76" fmla="*/ 26 w 93"/>
                <a:gd name="T77" fmla="*/ 30 h 100"/>
                <a:gd name="T78" fmla="*/ 23 w 93"/>
                <a:gd name="T79" fmla="*/ 34 h 100"/>
                <a:gd name="T80" fmla="*/ 15 w 93"/>
                <a:gd name="T81" fmla="*/ 45 h 100"/>
                <a:gd name="T82" fmla="*/ 15 w 93"/>
                <a:gd name="T83" fmla="*/ 45 h 100"/>
                <a:gd name="T84" fmla="*/ 15 w 93"/>
                <a:gd name="T85" fmla="*/ 45 h 100"/>
                <a:gd name="T86" fmla="*/ 11 w 93"/>
                <a:gd name="T87" fmla="*/ 45 h 100"/>
                <a:gd name="T88" fmla="*/ 15 w 93"/>
                <a:gd name="T89" fmla="*/ 34 h 100"/>
                <a:gd name="T90" fmla="*/ 11 w 93"/>
                <a:gd name="T91" fmla="*/ 34 h 100"/>
                <a:gd name="T92" fmla="*/ 11 w 93"/>
                <a:gd name="T93" fmla="*/ 37 h 100"/>
                <a:gd name="T94" fmla="*/ 19 w 93"/>
                <a:gd name="T95" fmla="*/ 45 h 100"/>
                <a:gd name="T96" fmla="*/ 15 w 93"/>
                <a:gd name="T97" fmla="*/ 56 h 100"/>
                <a:gd name="T98" fmla="*/ 19 w 93"/>
                <a:gd name="T99" fmla="*/ 48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3" h="100">
                  <a:moveTo>
                    <a:pt x="89" y="89"/>
                  </a:moveTo>
                  <a:lnTo>
                    <a:pt x="89" y="89"/>
                  </a:lnTo>
                  <a:lnTo>
                    <a:pt x="89" y="89"/>
                  </a:lnTo>
                  <a:lnTo>
                    <a:pt x="89" y="89"/>
                  </a:lnTo>
                  <a:lnTo>
                    <a:pt x="89" y="89"/>
                  </a:lnTo>
                  <a:close/>
                  <a:moveTo>
                    <a:pt x="78" y="100"/>
                  </a:moveTo>
                  <a:lnTo>
                    <a:pt x="86" y="100"/>
                  </a:lnTo>
                  <a:lnTo>
                    <a:pt x="89" y="97"/>
                  </a:lnTo>
                  <a:lnTo>
                    <a:pt x="89" y="93"/>
                  </a:lnTo>
                  <a:lnTo>
                    <a:pt x="86" y="93"/>
                  </a:lnTo>
                  <a:lnTo>
                    <a:pt x="86" y="97"/>
                  </a:lnTo>
                  <a:lnTo>
                    <a:pt x="82" y="93"/>
                  </a:lnTo>
                  <a:lnTo>
                    <a:pt x="78" y="97"/>
                  </a:lnTo>
                  <a:lnTo>
                    <a:pt x="78" y="100"/>
                  </a:lnTo>
                  <a:lnTo>
                    <a:pt x="78" y="100"/>
                  </a:lnTo>
                  <a:close/>
                  <a:moveTo>
                    <a:pt x="86" y="74"/>
                  </a:moveTo>
                  <a:lnTo>
                    <a:pt x="89" y="74"/>
                  </a:lnTo>
                  <a:lnTo>
                    <a:pt x="93" y="78"/>
                  </a:lnTo>
                  <a:lnTo>
                    <a:pt x="93" y="78"/>
                  </a:lnTo>
                  <a:lnTo>
                    <a:pt x="89" y="78"/>
                  </a:lnTo>
                  <a:lnTo>
                    <a:pt x="86" y="78"/>
                  </a:lnTo>
                  <a:lnTo>
                    <a:pt x="86" y="74"/>
                  </a:lnTo>
                  <a:lnTo>
                    <a:pt x="86" y="74"/>
                  </a:lnTo>
                  <a:close/>
                  <a:moveTo>
                    <a:pt x="78" y="67"/>
                  </a:moveTo>
                  <a:lnTo>
                    <a:pt x="74" y="67"/>
                  </a:lnTo>
                  <a:lnTo>
                    <a:pt x="74" y="71"/>
                  </a:lnTo>
                  <a:lnTo>
                    <a:pt x="71" y="74"/>
                  </a:lnTo>
                  <a:lnTo>
                    <a:pt x="67" y="74"/>
                  </a:lnTo>
                  <a:lnTo>
                    <a:pt x="67" y="78"/>
                  </a:lnTo>
                  <a:lnTo>
                    <a:pt x="71" y="78"/>
                  </a:lnTo>
                  <a:lnTo>
                    <a:pt x="78" y="74"/>
                  </a:lnTo>
                  <a:lnTo>
                    <a:pt x="78" y="71"/>
                  </a:lnTo>
                  <a:lnTo>
                    <a:pt x="78" y="67"/>
                  </a:lnTo>
                  <a:lnTo>
                    <a:pt x="78" y="67"/>
                  </a:lnTo>
                  <a:close/>
                  <a:moveTo>
                    <a:pt x="67" y="67"/>
                  </a:moveTo>
                  <a:lnTo>
                    <a:pt x="71" y="67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67" y="67"/>
                  </a:lnTo>
                  <a:lnTo>
                    <a:pt x="67" y="67"/>
                  </a:lnTo>
                  <a:lnTo>
                    <a:pt x="67" y="67"/>
                  </a:lnTo>
                  <a:close/>
                  <a:moveTo>
                    <a:pt x="56" y="52"/>
                  </a:moveTo>
                  <a:lnTo>
                    <a:pt x="56" y="60"/>
                  </a:lnTo>
                  <a:lnTo>
                    <a:pt x="60" y="63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56" y="63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6" y="56"/>
                  </a:lnTo>
                  <a:lnTo>
                    <a:pt x="56" y="52"/>
                  </a:lnTo>
                  <a:lnTo>
                    <a:pt x="56" y="52"/>
                  </a:lnTo>
                  <a:close/>
                  <a:moveTo>
                    <a:pt x="41" y="52"/>
                  </a:moveTo>
                  <a:lnTo>
                    <a:pt x="41" y="56"/>
                  </a:lnTo>
                  <a:lnTo>
                    <a:pt x="45" y="56"/>
                  </a:lnTo>
                  <a:lnTo>
                    <a:pt x="41" y="52"/>
                  </a:lnTo>
                  <a:lnTo>
                    <a:pt x="41" y="52"/>
                  </a:lnTo>
                  <a:close/>
                  <a:moveTo>
                    <a:pt x="67" y="45"/>
                  </a:moveTo>
                  <a:lnTo>
                    <a:pt x="67" y="48"/>
                  </a:lnTo>
                  <a:lnTo>
                    <a:pt x="67" y="52"/>
                  </a:lnTo>
                  <a:lnTo>
                    <a:pt x="71" y="48"/>
                  </a:lnTo>
                  <a:lnTo>
                    <a:pt x="67" y="45"/>
                  </a:lnTo>
                  <a:lnTo>
                    <a:pt x="67" y="45"/>
                  </a:lnTo>
                  <a:close/>
                  <a:moveTo>
                    <a:pt x="52" y="37"/>
                  </a:moveTo>
                  <a:lnTo>
                    <a:pt x="49" y="41"/>
                  </a:lnTo>
                  <a:lnTo>
                    <a:pt x="52" y="41"/>
                  </a:lnTo>
                  <a:lnTo>
                    <a:pt x="52" y="45"/>
                  </a:lnTo>
                  <a:lnTo>
                    <a:pt x="52" y="48"/>
                  </a:lnTo>
                  <a:lnTo>
                    <a:pt x="52" y="48"/>
                  </a:lnTo>
                  <a:lnTo>
                    <a:pt x="56" y="48"/>
                  </a:lnTo>
                  <a:lnTo>
                    <a:pt x="56" y="48"/>
                  </a:lnTo>
                  <a:lnTo>
                    <a:pt x="56" y="45"/>
                  </a:lnTo>
                  <a:lnTo>
                    <a:pt x="52" y="41"/>
                  </a:lnTo>
                  <a:lnTo>
                    <a:pt x="52" y="37"/>
                  </a:lnTo>
                  <a:lnTo>
                    <a:pt x="52" y="37"/>
                  </a:lnTo>
                  <a:close/>
                  <a:moveTo>
                    <a:pt x="37" y="26"/>
                  </a:moveTo>
                  <a:lnTo>
                    <a:pt x="41" y="26"/>
                  </a:lnTo>
                  <a:lnTo>
                    <a:pt x="45" y="30"/>
                  </a:lnTo>
                  <a:lnTo>
                    <a:pt x="45" y="37"/>
                  </a:lnTo>
                  <a:lnTo>
                    <a:pt x="41" y="37"/>
                  </a:lnTo>
                  <a:lnTo>
                    <a:pt x="41" y="34"/>
                  </a:lnTo>
                  <a:lnTo>
                    <a:pt x="41" y="34"/>
                  </a:lnTo>
                  <a:lnTo>
                    <a:pt x="45" y="34"/>
                  </a:lnTo>
                  <a:lnTo>
                    <a:pt x="41" y="30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7" y="26"/>
                  </a:lnTo>
                  <a:close/>
                  <a:moveTo>
                    <a:pt x="19" y="0"/>
                  </a:moveTo>
                  <a:lnTo>
                    <a:pt x="26" y="0"/>
                  </a:lnTo>
                  <a:lnTo>
                    <a:pt x="30" y="4"/>
                  </a:lnTo>
                  <a:lnTo>
                    <a:pt x="30" y="4"/>
                  </a:lnTo>
                  <a:lnTo>
                    <a:pt x="34" y="8"/>
                  </a:lnTo>
                  <a:lnTo>
                    <a:pt x="34" y="11"/>
                  </a:lnTo>
                  <a:lnTo>
                    <a:pt x="30" y="11"/>
                  </a:lnTo>
                  <a:lnTo>
                    <a:pt x="30" y="15"/>
                  </a:lnTo>
                  <a:lnTo>
                    <a:pt x="26" y="19"/>
                  </a:lnTo>
                  <a:lnTo>
                    <a:pt x="30" y="11"/>
                  </a:lnTo>
                  <a:lnTo>
                    <a:pt x="26" y="11"/>
                  </a:lnTo>
                  <a:lnTo>
                    <a:pt x="30" y="8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0" y="4"/>
                  </a:moveTo>
                  <a:lnTo>
                    <a:pt x="4" y="4"/>
                  </a:lnTo>
                  <a:lnTo>
                    <a:pt x="8" y="4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9" y="4"/>
                  </a:lnTo>
                  <a:lnTo>
                    <a:pt x="19" y="4"/>
                  </a:lnTo>
                  <a:lnTo>
                    <a:pt x="15" y="4"/>
                  </a:lnTo>
                  <a:lnTo>
                    <a:pt x="8" y="8"/>
                  </a:lnTo>
                  <a:lnTo>
                    <a:pt x="4" y="8"/>
                  </a:lnTo>
                  <a:lnTo>
                    <a:pt x="0" y="4"/>
                  </a:lnTo>
                  <a:lnTo>
                    <a:pt x="0" y="4"/>
                  </a:lnTo>
                  <a:close/>
                  <a:moveTo>
                    <a:pt x="19" y="30"/>
                  </a:moveTo>
                  <a:lnTo>
                    <a:pt x="26" y="30"/>
                  </a:lnTo>
                  <a:lnTo>
                    <a:pt x="30" y="30"/>
                  </a:lnTo>
                  <a:lnTo>
                    <a:pt x="26" y="34"/>
                  </a:lnTo>
                  <a:lnTo>
                    <a:pt x="23" y="34"/>
                  </a:lnTo>
                  <a:lnTo>
                    <a:pt x="19" y="30"/>
                  </a:lnTo>
                  <a:lnTo>
                    <a:pt x="19" y="30"/>
                  </a:lnTo>
                  <a:close/>
                  <a:moveTo>
                    <a:pt x="15" y="45"/>
                  </a:moveTo>
                  <a:lnTo>
                    <a:pt x="15" y="45"/>
                  </a:lnTo>
                  <a:lnTo>
                    <a:pt x="19" y="45"/>
                  </a:lnTo>
                  <a:lnTo>
                    <a:pt x="15" y="45"/>
                  </a:lnTo>
                  <a:lnTo>
                    <a:pt x="15" y="45"/>
                  </a:lnTo>
                  <a:close/>
                  <a:moveTo>
                    <a:pt x="11" y="45"/>
                  </a:moveTo>
                  <a:lnTo>
                    <a:pt x="15" y="45"/>
                  </a:lnTo>
                  <a:lnTo>
                    <a:pt x="15" y="48"/>
                  </a:lnTo>
                  <a:lnTo>
                    <a:pt x="11" y="45"/>
                  </a:lnTo>
                  <a:lnTo>
                    <a:pt x="11" y="45"/>
                  </a:lnTo>
                  <a:close/>
                  <a:moveTo>
                    <a:pt x="15" y="41"/>
                  </a:moveTo>
                  <a:lnTo>
                    <a:pt x="19" y="41"/>
                  </a:lnTo>
                  <a:lnTo>
                    <a:pt x="15" y="34"/>
                  </a:lnTo>
                  <a:lnTo>
                    <a:pt x="15" y="30"/>
                  </a:lnTo>
                  <a:lnTo>
                    <a:pt x="11" y="30"/>
                  </a:lnTo>
                  <a:lnTo>
                    <a:pt x="11" y="34"/>
                  </a:lnTo>
                  <a:lnTo>
                    <a:pt x="8" y="37"/>
                  </a:lnTo>
                  <a:lnTo>
                    <a:pt x="11" y="41"/>
                  </a:lnTo>
                  <a:lnTo>
                    <a:pt x="11" y="37"/>
                  </a:lnTo>
                  <a:lnTo>
                    <a:pt x="15" y="41"/>
                  </a:lnTo>
                  <a:lnTo>
                    <a:pt x="15" y="41"/>
                  </a:lnTo>
                  <a:close/>
                  <a:moveTo>
                    <a:pt x="19" y="45"/>
                  </a:moveTo>
                  <a:lnTo>
                    <a:pt x="15" y="48"/>
                  </a:lnTo>
                  <a:lnTo>
                    <a:pt x="15" y="52"/>
                  </a:lnTo>
                  <a:lnTo>
                    <a:pt x="15" y="56"/>
                  </a:lnTo>
                  <a:lnTo>
                    <a:pt x="19" y="52"/>
                  </a:lnTo>
                  <a:lnTo>
                    <a:pt x="19" y="52"/>
                  </a:lnTo>
                  <a:lnTo>
                    <a:pt x="19" y="48"/>
                  </a:lnTo>
                  <a:lnTo>
                    <a:pt x="19" y="48"/>
                  </a:lnTo>
                  <a:lnTo>
                    <a:pt x="19" y="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0" name="Freeform 169"/>
            <p:cNvSpPr/>
            <p:nvPr/>
          </p:nvSpPr>
          <p:spPr bwMode="auto">
            <a:xfrm>
              <a:off x="2558641" y="2990694"/>
              <a:ext cx="119657" cy="47606"/>
            </a:xfrm>
            <a:custGeom>
              <a:avLst/>
              <a:gdLst>
                <a:gd name="T0" fmla="*/ 82 w 93"/>
                <a:gd name="T1" fmla="*/ 33 h 37"/>
                <a:gd name="T2" fmla="*/ 74 w 93"/>
                <a:gd name="T3" fmla="*/ 26 h 37"/>
                <a:gd name="T4" fmla="*/ 78 w 93"/>
                <a:gd name="T5" fmla="*/ 18 h 37"/>
                <a:gd name="T6" fmla="*/ 82 w 93"/>
                <a:gd name="T7" fmla="*/ 18 h 37"/>
                <a:gd name="T8" fmla="*/ 78 w 93"/>
                <a:gd name="T9" fmla="*/ 15 h 37"/>
                <a:gd name="T10" fmla="*/ 78 w 93"/>
                <a:gd name="T11" fmla="*/ 18 h 37"/>
                <a:gd name="T12" fmla="*/ 74 w 93"/>
                <a:gd name="T13" fmla="*/ 15 h 37"/>
                <a:gd name="T14" fmla="*/ 67 w 93"/>
                <a:gd name="T15" fmla="*/ 11 h 37"/>
                <a:gd name="T16" fmla="*/ 63 w 93"/>
                <a:gd name="T17" fmla="*/ 7 h 37"/>
                <a:gd name="T18" fmla="*/ 56 w 93"/>
                <a:gd name="T19" fmla="*/ 11 h 37"/>
                <a:gd name="T20" fmla="*/ 56 w 93"/>
                <a:gd name="T21" fmla="*/ 15 h 37"/>
                <a:gd name="T22" fmla="*/ 52 w 93"/>
                <a:gd name="T23" fmla="*/ 18 h 37"/>
                <a:gd name="T24" fmla="*/ 41 w 93"/>
                <a:gd name="T25" fmla="*/ 22 h 37"/>
                <a:gd name="T26" fmla="*/ 45 w 93"/>
                <a:gd name="T27" fmla="*/ 26 h 37"/>
                <a:gd name="T28" fmla="*/ 48 w 93"/>
                <a:gd name="T29" fmla="*/ 29 h 37"/>
                <a:gd name="T30" fmla="*/ 48 w 93"/>
                <a:gd name="T31" fmla="*/ 33 h 37"/>
                <a:gd name="T32" fmla="*/ 41 w 93"/>
                <a:gd name="T33" fmla="*/ 33 h 37"/>
                <a:gd name="T34" fmla="*/ 34 w 93"/>
                <a:gd name="T35" fmla="*/ 37 h 37"/>
                <a:gd name="T36" fmla="*/ 34 w 93"/>
                <a:gd name="T37" fmla="*/ 33 h 37"/>
                <a:gd name="T38" fmla="*/ 34 w 93"/>
                <a:gd name="T39" fmla="*/ 29 h 37"/>
                <a:gd name="T40" fmla="*/ 30 w 93"/>
                <a:gd name="T41" fmla="*/ 26 h 37"/>
                <a:gd name="T42" fmla="*/ 30 w 93"/>
                <a:gd name="T43" fmla="*/ 29 h 37"/>
                <a:gd name="T44" fmla="*/ 26 w 93"/>
                <a:gd name="T45" fmla="*/ 29 h 37"/>
                <a:gd name="T46" fmla="*/ 22 w 93"/>
                <a:gd name="T47" fmla="*/ 26 h 37"/>
                <a:gd name="T48" fmla="*/ 15 w 93"/>
                <a:gd name="T49" fmla="*/ 22 h 37"/>
                <a:gd name="T50" fmla="*/ 15 w 93"/>
                <a:gd name="T51" fmla="*/ 18 h 37"/>
                <a:gd name="T52" fmla="*/ 11 w 93"/>
                <a:gd name="T53" fmla="*/ 18 h 37"/>
                <a:gd name="T54" fmla="*/ 4 w 93"/>
                <a:gd name="T55" fmla="*/ 18 h 37"/>
                <a:gd name="T56" fmla="*/ 4 w 93"/>
                <a:gd name="T57" fmla="*/ 18 h 37"/>
                <a:gd name="T58" fmla="*/ 4 w 93"/>
                <a:gd name="T59" fmla="*/ 15 h 37"/>
                <a:gd name="T60" fmla="*/ 4 w 93"/>
                <a:gd name="T61" fmla="*/ 11 h 37"/>
                <a:gd name="T62" fmla="*/ 0 w 93"/>
                <a:gd name="T63" fmla="*/ 7 h 37"/>
                <a:gd name="T64" fmla="*/ 4 w 93"/>
                <a:gd name="T65" fmla="*/ 3 h 37"/>
                <a:gd name="T66" fmla="*/ 8 w 93"/>
                <a:gd name="T67" fmla="*/ 0 h 37"/>
                <a:gd name="T68" fmla="*/ 11 w 93"/>
                <a:gd name="T69" fmla="*/ 3 h 37"/>
                <a:gd name="T70" fmla="*/ 15 w 93"/>
                <a:gd name="T71" fmla="*/ 7 h 37"/>
                <a:gd name="T72" fmla="*/ 15 w 93"/>
                <a:gd name="T73" fmla="*/ 7 h 37"/>
                <a:gd name="T74" fmla="*/ 15 w 93"/>
                <a:gd name="T75" fmla="*/ 7 h 37"/>
                <a:gd name="T76" fmla="*/ 19 w 93"/>
                <a:gd name="T77" fmla="*/ 11 h 37"/>
                <a:gd name="T78" fmla="*/ 19 w 93"/>
                <a:gd name="T79" fmla="*/ 7 h 37"/>
                <a:gd name="T80" fmla="*/ 22 w 93"/>
                <a:gd name="T81" fmla="*/ 7 h 37"/>
                <a:gd name="T82" fmla="*/ 34 w 93"/>
                <a:gd name="T83" fmla="*/ 11 h 37"/>
                <a:gd name="T84" fmla="*/ 37 w 93"/>
                <a:gd name="T85" fmla="*/ 7 h 37"/>
                <a:gd name="T86" fmla="*/ 56 w 93"/>
                <a:gd name="T87" fmla="*/ 3 h 37"/>
                <a:gd name="T88" fmla="*/ 59 w 93"/>
                <a:gd name="T89" fmla="*/ 0 h 37"/>
                <a:gd name="T90" fmla="*/ 63 w 93"/>
                <a:gd name="T91" fmla="*/ 3 h 37"/>
                <a:gd name="T92" fmla="*/ 74 w 93"/>
                <a:gd name="T93" fmla="*/ 3 h 37"/>
                <a:gd name="T94" fmla="*/ 85 w 93"/>
                <a:gd name="T95" fmla="*/ 7 h 37"/>
                <a:gd name="T96" fmla="*/ 89 w 93"/>
                <a:gd name="T97" fmla="*/ 11 h 37"/>
                <a:gd name="T98" fmla="*/ 93 w 93"/>
                <a:gd name="T99" fmla="*/ 15 h 37"/>
                <a:gd name="T100" fmla="*/ 93 w 93"/>
                <a:gd name="T101" fmla="*/ 18 h 37"/>
                <a:gd name="T102" fmla="*/ 89 w 93"/>
                <a:gd name="T103" fmla="*/ 26 h 37"/>
                <a:gd name="T104" fmla="*/ 85 w 93"/>
                <a:gd name="T105" fmla="*/ 29 h 37"/>
                <a:gd name="T106" fmla="*/ 82 w 93"/>
                <a:gd name="T10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3" h="37">
                  <a:moveTo>
                    <a:pt x="82" y="37"/>
                  </a:moveTo>
                  <a:lnTo>
                    <a:pt x="82" y="33"/>
                  </a:lnTo>
                  <a:lnTo>
                    <a:pt x="78" y="29"/>
                  </a:lnTo>
                  <a:lnTo>
                    <a:pt x="74" y="26"/>
                  </a:lnTo>
                  <a:lnTo>
                    <a:pt x="78" y="22"/>
                  </a:lnTo>
                  <a:lnTo>
                    <a:pt x="78" y="18"/>
                  </a:lnTo>
                  <a:lnTo>
                    <a:pt x="82" y="18"/>
                  </a:lnTo>
                  <a:lnTo>
                    <a:pt x="82" y="18"/>
                  </a:lnTo>
                  <a:lnTo>
                    <a:pt x="82" y="15"/>
                  </a:lnTo>
                  <a:lnTo>
                    <a:pt x="78" y="15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4" y="18"/>
                  </a:lnTo>
                  <a:lnTo>
                    <a:pt x="74" y="15"/>
                  </a:lnTo>
                  <a:lnTo>
                    <a:pt x="71" y="11"/>
                  </a:lnTo>
                  <a:lnTo>
                    <a:pt x="67" y="11"/>
                  </a:lnTo>
                  <a:lnTo>
                    <a:pt x="67" y="7"/>
                  </a:lnTo>
                  <a:lnTo>
                    <a:pt x="63" y="7"/>
                  </a:lnTo>
                  <a:lnTo>
                    <a:pt x="59" y="7"/>
                  </a:lnTo>
                  <a:lnTo>
                    <a:pt x="56" y="11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2" y="18"/>
                  </a:lnTo>
                  <a:lnTo>
                    <a:pt x="45" y="18"/>
                  </a:lnTo>
                  <a:lnTo>
                    <a:pt x="41" y="22"/>
                  </a:lnTo>
                  <a:lnTo>
                    <a:pt x="41" y="22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8" y="29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45" y="33"/>
                  </a:lnTo>
                  <a:lnTo>
                    <a:pt x="41" y="33"/>
                  </a:lnTo>
                  <a:lnTo>
                    <a:pt x="41" y="37"/>
                  </a:lnTo>
                  <a:lnTo>
                    <a:pt x="34" y="37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4" y="29"/>
                  </a:lnTo>
                  <a:lnTo>
                    <a:pt x="34" y="29"/>
                  </a:lnTo>
                  <a:lnTo>
                    <a:pt x="34" y="26"/>
                  </a:lnTo>
                  <a:lnTo>
                    <a:pt x="30" y="26"/>
                  </a:lnTo>
                  <a:lnTo>
                    <a:pt x="30" y="29"/>
                  </a:lnTo>
                  <a:lnTo>
                    <a:pt x="30" y="29"/>
                  </a:lnTo>
                  <a:lnTo>
                    <a:pt x="30" y="29"/>
                  </a:lnTo>
                  <a:lnTo>
                    <a:pt x="26" y="29"/>
                  </a:lnTo>
                  <a:lnTo>
                    <a:pt x="26" y="29"/>
                  </a:lnTo>
                  <a:lnTo>
                    <a:pt x="22" y="26"/>
                  </a:lnTo>
                  <a:lnTo>
                    <a:pt x="22" y="22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18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8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0" y="11"/>
                  </a:lnTo>
                  <a:lnTo>
                    <a:pt x="0" y="7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0"/>
                  </a:lnTo>
                  <a:lnTo>
                    <a:pt x="8" y="0"/>
                  </a:lnTo>
                  <a:lnTo>
                    <a:pt x="8" y="3"/>
                  </a:lnTo>
                  <a:lnTo>
                    <a:pt x="11" y="3"/>
                  </a:lnTo>
                  <a:lnTo>
                    <a:pt x="11" y="7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11"/>
                  </a:lnTo>
                  <a:lnTo>
                    <a:pt x="19" y="11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22" y="7"/>
                  </a:lnTo>
                  <a:lnTo>
                    <a:pt x="26" y="11"/>
                  </a:lnTo>
                  <a:lnTo>
                    <a:pt x="34" y="11"/>
                  </a:lnTo>
                  <a:lnTo>
                    <a:pt x="37" y="11"/>
                  </a:lnTo>
                  <a:lnTo>
                    <a:pt x="37" y="7"/>
                  </a:lnTo>
                  <a:lnTo>
                    <a:pt x="48" y="3"/>
                  </a:lnTo>
                  <a:lnTo>
                    <a:pt x="56" y="3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63" y="0"/>
                  </a:lnTo>
                  <a:lnTo>
                    <a:pt x="63" y="3"/>
                  </a:lnTo>
                  <a:lnTo>
                    <a:pt x="67" y="3"/>
                  </a:lnTo>
                  <a:lnTo>
                    <a:pt x="74" y="3"/>
                  </a:lnTo>
                  <a:lnTo>
                    <a:pt x="78" y="3"/>
                  </a:lnTo>
                  <a:lnTo>
                    <a:pt x="85" y="7"/>
                  </a:lnTo>
                  <a:lnTo>
                    <a:pt x="85" y="11"/>
                  </a:lnTo>
                  <a:lnTo>
                    <a:pt x="89" y="11"/>
                  </a:lnTo>
                  <a:lnTo>
                    <a:pt x="89" y="11"/>
                  </a:lnTo>
                  <a:lnTo>
                    <a:pt x="93" y="15"/>
                  </a:lnTo>
                  <a:lnTo>
                    <a:pt x="89" y="15"/>
                  </a:lnTo>
                  <a:lnTo>
                    <a:pt x="93" y="18"/>
                  </a:lnTo>
                  <a:lnTo>
                    <a:pt x="93" y="22"/>
                  </a:lnTo>
                  <a:lnTo>
                    <a:pt x="89" y="26"/>
                  </a:lnTo>
                  <a:lnTo>
                    <a:pt x="89" y="29"/>
                  </a:lnTo>
                  <a:lnTo>
                    <a:pt x="85" y="29"/>
                  </a:lnTo>
                  <a:lnTo>
                    <a:pt x="85" y="29"/>
                  </a:lnTo>
                  <a:lnTo>
                    <a:pt x="82" y="3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1" name="Freeform 170"/>
            <p:cNvSpPr/>
            <p:nvPr/>
          </p:nvSpPr>
          <p:spPr bwMode="auto">
            <a:xfrm>
              <a:off x="2496883" y="2957241"/>
              <a:ext cx="72051" cy="61758"/>
            </a:xfrm>
            <a:custGeom>
              <a:avLst/>
              <a:gdLst>
                <a:gd name="T0" fmla="*/ 52 w 56"/>
                <a:gd name="T1" fmla="*/ 44 h 48"/>
                <a:gd name="T2" fmla="*/ 52 w 56"/>
                <a:gd name="T3" fmla="*/ 44 h 48"/>
                <a:gd name="T4" fmla="*/ 52 w 56"/>
                <a:gd name="T5" fmla="*/ 48 h 48"/>
                <a:gd name="T6" fmla="*/ 48 w 56"/>
                <a:gd name="T7" fmla="*/ 48 h 48"/>
                <a:gd name="T8" fmla="*/ 45 w 56"/>
                <a:gd name="T9" fmla="*/ 48 h 48"/>
                <a:gd name="T10" fmla="*/ 41 w 56"/>
                <a:gd name="T11" fmla="*/ 41 h 48"/>
                <a:gd name="T12" fmla="*/ 41 w 56"/>
                <a:gd name="T13" fmla="*/ 41 h 48"/>
                <a:gd name="T14" fmla="*/ 41 w 56"/>
                <a:gd name="T15" fmla="*/ 41 h 48"/>
                <a:gd name="T16" fmla="*/ 45 w 56"/>
                <a:gd name="T17" fmla="*/ 48 h 48"/>
                <a:gd name="T18" fmla="*/ 41 w 56"/>
                <a:gd name="T19" fmla="*/ 44 h 48"/>
                <a:gd name="T20" fmla="*/ 33 w 56"/>
                <a:gd name="T21" fmla="*/ 41 h 48"/>
                <a:gd name="T22" fmla="*/ 37 w 56"/>
                <a:gd name="T23" fmla="*/ 37 h 48"/>
                <a:gd name="T24" fmla="*/ 33 w 56"/>
                <a:gd name="T25" fmla="*/ 33 h 48"/>
                <a:gd name="T26" fmla="*/ 26 w 56"/>
                <a:gd name="T27" fmla="*/ 29 h 48"/>
                <a:gd name="T28" fmla="*/ 22 w 56"/>
                <a:gd name="T29" fmla="*/ 26 h 48"/>
                <a:gd name="T30" fmla="*/ 19 w 56"/>
                <a:gd name="T31" fmla="*/ 18 h 48"/>
                <a:gd name="T32" fmla="*/ 15 w 56"/>
                <a:gd name="T33" fmla="*/ 15 h 48"/>
                <a:gd name="T34" fmla="*/ 11 w 56"/>
                <a:gd name="T35" fmla="*/ 18 h 48"/>
                <a:gd name="T36" fmla="*/ 19 w 56"/>
                <a:gd name="T37" fmla="*/ 26 h 48"/>
                <a:gd name="T38" fmla="*/ 15 w 56"/>
                <a:gd name="T39" fmla="*/ 26 h 48"/>
                <a:gd name="T40" fmla="*/ 11 w 56"/>
                <a:gd name="T41" fmla="*/ 22 h 48"/>
                <a:gd name="T42" fmla="*/ 0 w 56"/>
                <a:gd name="T43" fmla="*/ 18 h 48"/>
                <a:gd name="T44" fmla="*/ 4 w 56"/>
                <a:gd name="T45" fmla="*/ 15 h 48"/>
                <a:gd name="T46" fmla="*/ 4 w 56"/>
                <a:gd name="T47" fmla="*/ 7 h 48"/>
                <a:gd name="T48" fmla="*/ 0 w 56"/>
                <a:gd name="T49" fmla="*/ 7 h 48"/>
                <a:gd name="T50" fmla="*/ 4 w 56"/>
                <a:gd name="T51" fmla="*/ 3 h 48"/>
                <a:gd name="T52" fmla="*/ 4 w 56"/>
                <a:gd name="T53" fmla="*/ 3 h 48"/>
                <a:gd name="T54" fmla="*/ 11 w 56"/>
                <a:gd name="T55" fmla="*/ 0 h 48"/>
                <a:gd name="T56" fmla="*/ 22 w 56"/>
                <a:gd name="T57" fmla="*/ 3 h 48"/>
                <a:gd name="T58" fmla="*/ 26 w 56"/>
                <a:gd name="T59" fmla="*/ 3 h 48"/>
                <a:gd name="T60" fmla="*/ 30 w 56"/>
                <a:gd name="T61" fmla="*/ 7 h 48"/>
                <a:gd name="T62" fmla="*/ 33 w 56"/>
                <a:gd name="T63" fmla="*/ 7 h 48"/>
                <a:gd name="T64" fmla="*/ 37 w 56"/>
                <a:gd name="T65" fmla="*/ 11 h 48"/>
                <a:gd name="T66" fmla="*/ 41 w 56"/>
                <a:gd name="T67" fmla="*/ 7 h 48"/>
                <a:gd name="T68" fmla="*/ 41 w 56"/>
                <a:gd name="T69" fmla="*/ 11 h 48"/>
                <a:gd name="T70" fmla="*/ 45 w 56"/>
                <a:gd name="T71" fmla="*/ 18 h 48"/>
                <a:gd name="T72" fmla="*/ 48 w 56"/>
                <a:gd name="T73" fmla="*/ 22 h 48"/>
                <a:gd name="T74" fmla="*/ 52 w 56"/>
                <a:gd name="T75" fmla="*/ 26 h 48"/>
                <a:gd name="T76" fmla="*/ 56 w 56"/>
                <a:gd name="T77" fmla="*/ 26 h 48"/>
                <a:gd name="T78" fmla="*/ 52 w 56"/>
                <a:gd name="T79" fmla="*/ 29 h 48"/>
                <a:gd name="T80" fmla="*/ 48 w 56"/>
                <a:gd name="T81" fmla="*/ 33 h 48"/>
                <a:gd name="T82" fmla="*/ 52 w 56"/>
                <a:gd name="T83" fmla="*/ 37 h 48"/>
                <a:gd name="T84" fmla="*/ 52 w 56"/>
                <a:gd name="T85" fmla="*/ 41 h 48"/>
                <a:gd name="T86" fmla="*/ 52 w 56"/>
                <a:gd name="T87" fmla="*/ 44 h 48"/>
                <a:gd name="T88" fmla="*/ 52 w 56"/>
                <a:gd name="T89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6" h="48">
                  <a:moveTo>
                    <a:pt x="52" y="44"/>
                  </a:moveTo>
                  <a:lnTo>
                    <a:pt x="52" y="44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52" y="48"/>
                  </a:lnTo>
                  <a:lnTo>
                    <a:pt x="52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5" y="44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41" y="41"/>
                  </a:lnTo>
                  <a:lnTo>
                    <a:pt x="45" y="44"/>
                  </a:lnTo>
                  <a:lnTo>
                    <a:pt x="45" y="48"/>
                  </a:lnTo>
                  <a:lnTo>
                    <a:pt x="41" y="48"/>
                  </a:lnTo>
                  <a:lnTo>
                    <a:pt x="41" y="44"/>
                  </a:lnTo>
                  <a:lnTo>
                    <a:pt x="37" y="44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7" y="37"/>
                  </a:lnTo>
                  <a:lnTo>
                    <a:pt x="37" y="37"/>
                  </a:lnTo>
                  <a:lnTo>
                    <a:pt x="33" y="33"/>
                  </a:lnTo>
                  <a:lnTo>
                    <a:pt x="30" y="33"/>
                  </a:lnTo>
                  <a:lnTo>
                    <a:pt x="26" y="29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19" y="22"/>
                  </a:lnTo>
                  <a:lnTo>
                    <a:pt x="19" y="18"/>
                  </a:lnTo>
                  <a:lnTo>
                    <a:pt x="15" y="18"/>
                  </a:lnTo>
                  <a:lnTo>
                    <a:pt x="15" y="15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9" y="22"/>
                  </a:lnTo>
                  <a:lnTo>
                    <a:pt x="19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1" y="22"/>
                  </a:lnTo>
                  <a:lnTo>
                    <a:pt x="7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4" y="7"/>
                  </a:lnTo>
                  <a:lnTo>
                    <a:pt x="4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11" y="0"/>
                  </a:lnTo>
                  <a:lnTo>
                    <a:pt x="19" y="3"/>
                  </a:lnTo>
                  <a:lnTo>
                    <a:pt x="22" y="3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30" y="7"/>
                  </a:lnTo>
                  <a:lnTo>
                    <a:pt x="30" y="7"/>
                  </a:lnTo>
                  <a:lnTo>
                    <a:pt x="33" y="11"/>
                  </a:lnTo>
                  <a:lnTo>
                    <a:pt x="33" y="7"/>
                  </a:lnTo>
                  <a:lnTo>
                    <a:pt x="37" y="7"/>
                  </a:lnTo>
                  <a:lnTo>
                    <a:pt x="37" y="11"/>
                  </a:lnTo>
                  <a:lnTo>
                    <a:pt x="41" y="11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1" y="11"/>
                  </a:lnTo>
                  <a:lnTo>
                    <a:pt x="45" y="15"/>
                  </a:lnTo>
                  <a:lnTo>
                    <a:pt x="45" y="18"/>
                  </a:lnTo>
                  <a:lnTo>
                    <a:pt x="48" y="18"/>
                  </a:lnTo>
                  <a:lnTo>
                    <a:pt x="48" y="22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6" y="26"/>
                  </a:lnTo>
                  <a:lnTo>
                    <a:pt x="56" y="26"/>
                  </a:lnTo>
                  <a:lnTo>
                    <a:pt x="52" y="26"/>
                  </a:lnTo>
                  <a:lnTo>
                    <a:pt x="52" y="29"/>
                  </a:lnTo>
                  <a:lnTo>
                    <a:pt x="52" y="29"/>
                  </a:lnTo>
                  <a:lnTo>
                    <a:pt x="48" y="33"/>
                  </a:lnTo>
                  <a:lnTo>
                    <a:pt x="48" y="37"/>
                  </a:lnTo>
                  <a:lnTo>
                    <a:pt x="52" y="37"/>
                  </a:lnTo>
                  <a:lnTo>
                    <a:pt x="52" y="37"/>
                  </a:lnTo>
                  <a:lnTo>
                    <a:pt x="52" y="41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52" y="4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2" name="Freeform 171"/>
            <p:cNvSpPr/>
            <p:nvPr/>
          </p:nvSpPr>
          <p:spPr bwMode="auto">
            <a:xfrm>
              <a:off x="2463432" y="2885191"/>
              <a:ext cx="100357" cy="86205"/>
            </a:xfrm>
            <a:custGeom>
              <a:avLst/>
              <a:gdLst>
                <a:gd name="T0" fmla="*/ 8 w 21"/>
                <a:gd name="T1" fmla="*/ 16 h 18"/>
                <a:gd name="T2" fmla="*/ 10 w 21"/>
                <a:gd name="T3" fmla="*/ 15 h 18"/>
                <a:gd name="T4" fmla="*/ 13 w 21"/>
                <a:gd name="T5" fmla="*/ 16 h 18"/>
                <a:gd name="T6" fmla="*/ 14 w 21"/>
                <a:gd name="T7" fmla="*/ 16 h 18"/>
                <a:gd name="T8" fmla="*/ 15 w 21"/>
                <a:gd name="T9" fmla="*/ 17 h 18"/>
                <a:gd name="T10" fmla="*/ 16 w 21"/>
                <a:gd name="T11" fmla="*/ 17 h 18"/>
                <a:gd name="T12" fmla="*/ 17 w 21"/>
                <a:gd name="T13" fmla="*/ 17 h 18"/>
                <a:gd name="T14" fmla="*/ 17 w 21"/>
                <a:gd name="T15" fmla="*/ 17 h 18"/>
                <a:gd name="T16" fmla="*/ 17 w 21"/>
                <a:gd name="T17" fmla="*/ 15 h 18"/>
                <a:gd name="T18" fmla="*/ 17 w 21"/>
                <a:gd name="T19" fmla="*/ 14 h 18"/>
                <a:gd name="T20" fmla="*/ 17 w 21"/>
                <a:gd name="T21" fmla="*/ 13 h 18"/>
                <a:gd name="T22" fmla="*/ 17 w 21"/>
                <a:gd name="T23" fmla="*/ 14 h 18"/>
                <a:gd name="T24" fmla="*/ 17 w 21"/>
                <a:gd name="T25" fmla="*/ 13 h 18"/>
                <a:gd name="T26" fmla="*/ 17 w 21"/>
                <a:gd name="T27" fmla="*/ 11 h 18"/>
                <a:gd name="T28" fmla="*/ 18 w 21"/>
                <a:gd name="T29" fmla="*/ 9 h 18"/>
                <a:gd name="T30" fmla="*/ 18 w 21"/>
                <a:gd name="T31" fmla="*/ 10 h 18"/>
                <a:gd name="T32" fmla="*/ 18 w 21"/>
                <a:gd name="T33" fmla="*/ 11 h 18"/>
                <a:gd name="T34" fmla="*/ 18 w 21"/>
                <a:gd name="T35" fmla="*/ 11 h 18"/>
                <a:gd name="T36" fmla="*/ 19 w 21"/>
                <a:gd name="T37" fmla="*/ 7 h 18"/>
                <a:gd name="T38" fmla="*/ 18 w 21"/>
                <a:gd name="T39" fmla="*/ 7 h 18"/>
                <a:gd name="T40" fmla="*/ 18 w 21"/>
                <a:gd name="T41" fmla="*/ 6 h 18"/>
                <a:gd name="T42" fmla="*/ 19 w 21"/>
                <a:gd name="T43" fmla="*/ 6 h 18"/>
                <a:gd name="T44" fmla="*/ 19 w 21"/>
                <a:gd name="T45" fmla="*/ 5 h 18"/>
                <a:gd name="T46" fmla="*/ 20 w 21"/>
                <a:gd name="T47" fmla="*/ 4 h 18"/>
                <a:gd name="T48" fmla="*/ 20 w 21"/>
                <a:gd name="T49" fmla="*/ 3 h 18"/>
                <a:gd name="T50" fmla="*/ 20 w 21"/>
                <a:gd name="T51" fmla="*/ 2 h 18"/>
                <a:gd name="T52" fmla="*/ 20 w 21"/>
                <a:gd name="T53" fmla="*/ 0 h 18"/>
                <a:gd name="T54" fmla="*/ 21 w 21"/>
                <a:gd name="T55" fmla="*/ 0 h 18"/>
                <a:gd name="T56" fmla="*/ 19 w 21"/>
                <a:gd name="T57" fmla="*/ 0 h 18"/>
                <a:gd name="T58" fmla="*/ 19 w 21"/>
                <a:gd name="T59" fmla="*/ 0 h 18"/>
                <a:gd name="T60" fmla="*/ 18 w 21"/>
                <a:gd name="T61" fmla="*/ 0 h 18"/>
                <a:gd name="T62" fmla="*/ 17 w 21"/>
                <a:gd name="T63" fmla="*/ 1 h 18"/>
                <a:gd name="T64" fmla="*/ 16 w 21"/>
                <a:gd name="T65" fmla="*/ 2 h 18"/>
                <a:gd name="T66" fmla="*/ 14 w 21"/>
                <a:gd name="T67" fmla="*/ 2 h 18"/>
                <a:gd name="T68" fmla="*/ 14 w 21"/>
                <a:gd name="T69" fmla="*/ 1 h 18"/>
                <a:gd name="T70" fmla="*/ 13 w 21"/>
                <a:gd name="T71" fmla="*/ 2 h 18"/>
                <a:gd name="T72" fmla="*/ 12 w 21"/>
                <a:gd name="T73" fmla="*/ 3 h 18"/>
                <a:gd name="T74" fmla="*/ 11 w 21"/>
                <a:gd name="T75" fmla="*/ 3 h 18"/>
                <a:gd name="T76" fmla="*/ 9 w 21"/>
                <a:gd name="T77" fmla="*/ 4 h 18"/>
                <a:gd name="T78" fmla="*/ 8 w 21"/>
                <a:gd name="T79" fmla="*/ 5 h 18"/>
                <a:gd name="T80" fmla="*/ 8 w 21"/>
                <a:gd name="T81" fmla="*/ 4 h 18"/>
                <a:gd name="T82" fmla="*/ 5 w 21"/>
                <a:gd name="T83" fmla="*/ 5 h 18"/>
                <a:gd name="T84" fmla="*/ 4 w 21"/>
                <a:gd name="T85" fmla="*/ 6 h 18"/>
                <a:gd name="T86" fmla="*/ 4 w 21"/>
                <a:gd name="T87" fmla="*/ 7 h 18"/>
                <a:gd name="T88" fmla="*/ 2 w 21"/>
                <a:gd name="T89" fmla="*/ 8 h 18"/>
                <a:gd name="T90" fmla="*/ 1 w 21"/>
                <a:gd name="T91" fmla="*/ 8 h 18"/>
                <a:gd name="T92" fmla="*/ 0 w 21"/>
                <a:gd name="T93" fmla="*/ 8 h 18"/>
                <a:gd name="T94" fmla="*/ 2 w 21"/>
                <a:gd name="T95" fmla="*/ 10 h 18"/>
                <a:gd name="T96" fmla="*/ 2 w 21"/>
                <a:gd name="T97" fmla="*/ 11 h 18"/>
                <a:gd name="T98" fmla="*/ 5 w 21"/>
                <a:gd name="T99" fmla="*/ 14 h 18"/>
                <a:gd name="T100" fmla="*/ 7 w 21"/>
                <a:gd name="T101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1" h="18">
                  <a:moveTo>
                    <a:pt x="8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lnTo>
                    <a:pt x="8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3" name="Freeform 172"/>
            <p:cNvSpPr/>
            <p:nvPr/>
          </p:nvSpPr>
          <p:spPr bwMode="auto">
            <a:xfrm>
              <a:off x="2420973" y="2862031"/>
              <a:ext cx="142816" cy="61758"/>
            </a:xfrm>
            <a:custGeom>
              <a:avLst/>
              <a:gdLst>
                <a:gd name="T0" fmla="*/ 41 w 111"/>
                <a:gd name="T1" fmla="*/ 48 h 48"/>
                <a:gd name="T2" fmla="*/ 48 w 111"/>
                <a:gd name="T3" fmla="*/ 44 h 48"/>
                <a:gd name="T4" fmla="*/ 48 w 111"/>
                <a:gd name="T5" fmla="*/ 40 h 48"/>
                <a:gd name="T6" fmla="*/ 52 w 111"/>
                <a:gd name="T7" fmla="*/ 37 h 48"/>
                <a:gd name="T8" fmla="*/ 63 w 111"/>
                <a:gd name="T9" fmla="*/ 33 h 48"/>
                <a:gd name="T10" fmla="*/ 63 w 111"/>
                <a:gd name="T11" fmla="*/ 37 h 48"/>
                <a:gd name="T12" fmla="*/ 66 w 111"/>
                <a:gd name="T13" fmla="*/ 33 h 48"/>
                <a:gd name="T14" fmla="*/ 74 w 111"/>
                <a:gd name="T15" fmla="*/ 29 h 48"/>
                <a:gd name="T16" fmla="*/ 78 w 111"/>
                <a:gd name="T17" fmla="*/ 29 h 48"/>
                <a:gd name="T18" fmla="*/ 81 w 111"/>
                <a:gd name="T19" fmla="*/ 26 h 48"/>
                <a:gd name="T20" fmla="*/ 85 w 111"/>
                <a:gd name="T21" fmla="*/ 22 h 48"/>
                <a:gd name="T22" fmla="*/ 85 w 111"/>
                <a:gd name="T23" fmla="*/ 26 h 48"/>
                <a:gd name="T24" fmla="*/ 92 w 111"/>
                <a:gd name="T25" fmla="*/ 26 h 48"/>
                <a:gd name="T26" fmla="*/ 96 w 111"/>
                <a:gd name="T27" fmla="*/ 22 h 48"/>
                <a:gd name="T28" fmla="*/ 100 w 111"/>
                <a:gd name="T29" fmla="*/ 18 h 48"/>
                <a:gd name="T30" fmla="*/ 104 w 111"/>
                <a:gd name="T31" fmla="*/ 18 h 48"/>
                <a:gd name="T32" fmla="*/ 104 w 111"/>
                <a:gd name="T33" fmla="*/ 18 h 48"/>
                <a:gd name="T34" fmla="*/ 111 w 111"/>
                <a:gd name="T35" fmla="*/ 18 h 48"/>
                <a:gd name="T36" fmla="*/ 111 w 111"/>
                <a:gd name="T37" fmla="*/ 14 h 48"/>
                <a:gd name="T38" fmla="*/ 104 w 111"/>
                <a:gd name="T39" fmla="*/ 11 h 48"/>
                <a:gd name="T40" fmla="*/ 104 w 111"/>
                <a:gd name="T41" fmla="*/ 14 h 48"/>
                <a:gd name="T42" fmla="*/ 96 w 111"/>
                <a:gd name="T43" fmla="*/ 14 h 48"/>
                <a:gd name="T44" fmla="*/ 89 w 111"/>
                <a:gd name="T45" fmla="*/ 11 h 48"/>
                <a:gd name="T46" fmla="*/ 89 w 111"/>
                <a:gd name="T47" fmla="*/ 11 h 48"/>
                <a:gd name="T48" fmla="*/ 89 w 111"/>
                <a:gd name="T49" fmla="*/ 7 h 48"/>
                <a:gd name="T50" fmla="*/ 96 w 111"/>
                <a:gd name="T51" fmla="*/ 7 h 48"/>
                <a:gd name="T52" fmla="*/ 100 w 111"/>
                <a:gd name="T53" fmla="*/ 11 h 48"/>
                <a:gd name="T54" fmla="*/ 92 w 111"/>
                <a:gd name="T55" fmla="*/ 7 h 48"/>
                <a:gd name="T56" fmla="*/ 89 w 111"/>
                <a:gd name="T57" fmla="*/ 7 h 48"/>
                <a:gd name="T58" fmla="*/ 85 w 111"/>
                <a:gd name="T59" fmla="*/ 7 h 48"/>
                <a:gd name="T60" fmla="*/ 74 w 111"/>
                <a:gd name="T61" fmla="*/ 3 h 48"/>
                <a:gd name="T62" fmla="*/ 63 w 111"/>
                <a:gd name="T63" fmla="*/ 0 h 48"/>
                <a:gd name="T64" fmla="*/ 59 w 111"/>
                <a:gd name="T65" fmla="*/ 3 h 48"/>
                <a:gd name="T66" fmla="*/ 59 w 111"/>
                <a:gd name="T67" fmla="*/ 3 h 48"/>
                <a:gd name="T68" fmla="*/ 55 w 111"/>
                <a:gd name="T69" fmla="*/ 3 h 48"/>
                <a:gd name="T70" fmla="*/ 41 w 111"/>
                <a:gd name="T71" fmla="*/ 3 h 48"/>
                <a:gd name="T72" fmla="*/ 29 w 111"/>
                <a:gd name="T73" fmla="*/ 7 h 48"/>
                <a:gd name="T74" fmla="*/ 26 w 111"/>
                <a:gd name="T75" fmla="*/ 7 h 48"/>
                <a:gd name="T76" fmla="*/ 22 w 111"/>
                <a:gd name="T77" fmla="*/ 11 h 48"/>
                <a:gd name="T78" fmla="*/ 15 w 111"/>
                <a:gd name="T79" fmla="*/ 14 h 48"/>
                <a:gd name="T80" fmla="*/ 7 w 111"/>
                <a:gd name="T81" fmla="*/ 18 h 48"/>
                <a:gd name="T82" fmla="*/ 7 w 111"/>
                <a:gd name="T83" fmla="*/ 26 h 48"/>
                <a:gd name="T84" fmla="*/ 4 w 111"/>
                <a:gd name="T85" fmla="*/ 29 h 48"/>
                <a:gd name="T86" fmla="*/ 4 w 111"/>
                <a:gd name="T87" fmla="*/ 29 h 48"/>
                <a:gd name="T88" fmla="*/ 4 w 111"/>
                <a:gd name="T89" fmla="*/ 40 h 48"/>
                <a:gd name="T90" fmla="*/ 11 w 111"/>
                <a:gd name="T91" fmla="*/ 44 h 48"/>
                <a:gd name="T92" fmla="*/ 15 w 111"/>
                <a:gd name="T93" fmla="*/ 44 h 48"/>
                <a:gd name="T94" fmla="*/ 15 w 111"/>
                <a:gd name="T95" fmla="*/ 44 h 48"/>
                <a:gd name="T96" fmla="*/ 18 w 111"/>
                <a:gd name="T97" fmla="*/ 48 h 48"/>
                <a:gd name="T98" fmla="*/ 29 w 111"/>
                <a:gd name="T99" fmla="*/ 48 h 48"/>
                <a:gd name="T100" fmla="*/ 29 w 111"/>
                <a:gd name="T101" fmla="*/ 44 h 48"/>
                <a:gd name="T102" fmla="*/ 33 w 111"/>
                <a:gd name="T103" fmla="*/ 44 h 48"/>
                <a:gd name="T104" fmla="*/ 37 w 111"/>
                <a:gd name="T105" fmla="*/ 44 h 48"/>
                <a:gd name="T106" fmla="*/ 37 w 111"/>
                <a:gd name="T107" fmla="*/ 44 h 48"/>
                <a:gd name="T108" fmla="*/ 37 w 111"/>
                <a:gd name="T10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1" h="48">
                  <a:moveTo>
                    <a:pt x="37" y="48"/>
                  </a:moveTo>
                  <a:lnTo>
                    <a:pt x="41" y="48"/>
                  </a:lnTo>
                  <a:lnTo>
                    <a:pt x="44" y="48"/>
                  </a:lnTo>
                  <a:lnTo>
                    <a:pt x="48" y="44"/>
                  </a:lnTo>
                  <a:lnTo>
                    <a:pt x="48" y="40"/>
                  </a:lnTo>
                  <a:lnTo>
                    <a:pt x="48" y="40"/>
                  </a:lnTo>
                  <a:lnTo>
                    <a:pt x="48" y="37"/>
                  </a:lnTo>
                  <a:lnTo>
                    <a:pt x="52" y="37"/>
                  </a:lnTo>
                  <a:lnTo>
                    <a:pt x="55" y="33"/>
                  </a:lnTo>
                  <a:lnTo>
                    <a:pt x="63" y="33"/>
                  </a:lnTo>
                  <a:lnTo>
                    <a:pt x="63" y="37"/>
                  </a:lnTo>
                  <a:lnTo>
                    <a:pt x="63" y="37"/>
                  </a:lnTo>
                  <a:lnTo>
                    <a:pt x="66" y="37"/>
                  </a:lnTo>
                  <a:lnTo>
                    <a:pt x="66" y="33"/>
                  </a:lnTo>
                  <a:lnTo>
                    <a:pt x="70" y="33"/>
                  </a:lnTo>
                  <a:lnTo>
                    <a:pt x="74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78" y="26"/>
                  </a:lnTo>
                  <a:lnTo>
                    <a:pt x="81" y="26"/>
                  </a:lnTo>
                  <a:lnTo>
                    <a:pt x="81" y="22"/>
                  </a:lnTo>
                  <a:lnTo>
                    <a:pt x="85" y="22"/>
                  </a:lnTo>
                  <a:lnTo>
                    <a:pt x="85" y="22"/>
                  </a:lnTo>
                  <a:lnTo>
                    <a:pt x="85" y="26"/>
                  </a:lnTo>
                  <a:lnTo>
                    <a:pt x="89" y="22"/>
                  </a:lnTo>
                  <a:lnTo>
                    <a:pt x="92" y="26"/>
                  </a:lnTo>
                  <a:lnTo>
                    <a:pt x="92" y="22"/>
                  </a:lnTo>
                  <a:lnTo>
                    <a:pt x="96" y="22"/>
                  </a:lnTo>
                  <a:lnTo>
                    <a:pt x="100" y="22"/>
                  </a:lnTo>
                  <a:lnTo>
                    <a:pt x="100" y="18"/>
                  </a:lnTo>
                  <a:lnTo>
                    <a:pt x="100" y="18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104" y="18"/>
                  </a:lnTo>
                  <a:lnTo>
                    <a:pt x="107" y="18"/>
                  </a:lnTo>
                  <a:lnTo>
                    <a:pt x="111" y="18"/>
                  </a:lnTo>
                  <a:lnTo>
                    <a:pt x="111" y="14"/>
                  </a:lnTo>
                  <a:lnTo>
                    <a:pt x="111" y="14"/>
                  </a:lnTo>
                  <a:lnTo>
                    <a:pt x="107" y="11"/>
                  </a:lnTo>
                  <a:lnTo>
                    <a:pt x="104" y="11"/>
                  </a:lnTo>
                  <a:lnTo>
                    <a:pt x="100" y="11"/>
                  </a:lnTo>
                  <a:lnTo>
                    <a:pt x="104" y="14"/>
                  </a:lnTo>
                  <a:lnTo>
                    <a:pt x="100" y="14"/>
                  </a:lnTo>
                  <a:lnTo>
                    <a:pt x="96" y="14"/>
                  </a:lnTo>
                  <a:lnTo>
                    <a:pt x="92" y="11"/>
                  </a:lnTo>
                  <a:lnTo>
                    <a:pt x="89" y="11"/>
                  </a:lnTo>
                  <a:lnTo>
                    <a:pt x="89" y="11"/>
                  </a:lnTo>
                  <a:lnTo>
                    <a:pt x="89" y="11"/>
                  </a:lnTo>
                  <a:lnTo>
                    <a:pt x="92" y="11"/>
                  </a:lnTo>
                  <a:lnTo>
                    <a:pt x="89" y="7"/>
                  </a:lnTo>
                  <a:lnTo>
                    <a:pt x="92" y="7"/>
                  </a:lnTo>
                  <a:lnTo>
                    <a:pt x="96" y="7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6" y="7"/>
                  </a:lnTo>
                  <a:lnTo>
                    <a:pt x="92" y="7"/>
                  </a:lnTo>
                  <a:lnTo>
                    <a:pt x="89" y="3"/>
                  </a:lnTo>
                  <a:lnTo>
                    <a:pt x="89" y="7"/>
                  </a:lnTo>
                  <a:lnTo>
                    <a:pt x="85" y="3"/>
                  </a:lnTo>
                  <a:lnTo>
                    <a:pt x="85" y="7"/>
                  </a:lnTo>
                  <a:lnTo>
                    <a:pt x="81" y="7"/>
                  </a:lnTo>
                  <a:lnTo>
                    <a:pt x="74" y="3"/>
                  </a:lnTo>
                  <a:lnTo>
                    <a:pt x="66" y="3"/>
                  </a:lnTo>
                  <a:lnTo>
                    <a:pt x="63" y="0"/>
                  </a:lnTo>
                  <a:lnTo>
                    <a:pt x="59" y="0"/>
                  </a:lnTo>
                  <a:lnTo>
                    <a:pt x="59" y="3"/>
                  </a:lnTo>
                  <a:lnTo>
                    <a:pt x="63" y="3"/>
                  </a:lnTo>
                  <a:lnTo>
                    <a:pt x="59" y="3"/>
                  </a:lnTo>
                  <a:lnTo>
                    <a:pt x="55" y="3"/>
                  </a:lnTo>
                  <a:lnTo>
                    <a:pt x="55" y="3"/>
                  </a:lnTo>
                  <a:lnTo>
                    <a:pt x="48" y="3"/>
                  </a:lnTo>
                  <a:lnTo>
                    <a:pt x="41" y="3"/>
                  </a:lnTo>
                  <a:lnTo>
                    <a:pt x="33" y="3"/>
                  </a:lnTo>
                  <a:lnTo>
                    <a:pt x="29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2" y="7"/>
                  </a:lnTo>
                  <a:lnTo>
                    <a:pt x="22" y="11"/>
                  </a:lnTo>
                  <a:lnTo>
                    <a:pt x="18" y="14"/>
                  </a:lnTo>
                  <a:lnTo>
                    <a:pt x="15" y="14"/>
                  </a:lnTo>
                  <a:lnTo>
                    <a:pt x="11" y="18"/>
                  </a:lnTo>
                  <a:lnTo>
                    <a:pt x="7" y="18"/>
                  </a:lnTo>
                  <a:lnTo>
                    <a:pt x="11" y="22"/>
                  </a:lnTo>
                  <a:lnTo>
                    <a:pt x="7" y="26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4" y="29"/>
                  </a:lnTo>
                  <a:lnTo>
                    <a:pt x="0" y="37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11" y="44"/>
                  </a:lnTo>
                  <a:lnTo>
                    <a:pt x="15" y="48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4"/>
                  </a:lnTo>
                  <a:lnTo>
                    <a:pt x="18" y="48"/>
                  </a:lnTo>
                  <a:lnTo>
                    <a:pt x="22" y="48"/>
                  </a:lnTo>
                  <a:lnTo>
                    <a:pt x="29" y="48"/>
                  </a:lnTo>
                  <a:lnTo>
                    <a:pt x="33" y="44"/>
                  </a:lnTo>
                  <a:lnTo>
                    <a:pt x="29" y="44"/>
                  </a:lnTo>
                  <a:lnTo>
                    <a:pt x="33" y="44"/>
                  </a:lnTo>
                  <a:lnTo>
                    <a:pt x="33" y="44"/>
                  </a:lnTo>
                  <a:lnTo>
                    <a:pt x="33" y="44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37" y="44"/>
                  </a:lnTo>
                  <a:lnTo>
                    <a:pt x="37" y="48"/>
                  </a:lnTo>
                  <a:lnTo>
                    <a:pt x="37" y="48"/>
                  </a:lnTo>
                  <a:lnTo>
                    <a:pt x="37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4" name="Freeform 173"/>
            <p:cNvSpPr/>
            <p:nvPr/>
          </p:nvSpPr>
          <p:spPr bwMode="auto">
            <a:xfrm>
              <a:off x="2410678" y="2895484"/>
              <a:ext cx="52752" cy="28306"/>
            </a:xfrm>
            <a:custGeom>
              <a:avLst/>
              <a:gdLst>
                <a:gd name="T0" fmla="*/ 15 w 41"/>
                <a:gd name="T1" fmla="*/ 0 h 22"/>
                <a:gd name="T2" fmla="*/ 19 w 41"/>
                <a:gd name="T3" fmla="*/ 0 h 22"/>
                <a:gd name="T4" fmla="*/ 19 w 41"/>
                <a:gd name="T5" fmla="*/ 3 h 22"/>
                <a:gd name="T6" fmla="*/ 19 w 41"/>
                <a:gd name="T7" fmla="*/ 3 h 22"/>
                <a:gd name="T8" fmla="*/ 23 w 41"/>
                <a:gd name="T9" fmla="*/ 3 h 22"/>
                <a:gd name="T10" fmla="*/ 26 w 41"/>
                <a:gd name="T11" fmla="*/ 3 h 22"/>
                <a:gd name="T12" fmla="*/ 26 w 41"/>
                <a:gd name="T13" fmla="*/ 3 h 22"/>
                <a:gd name="T14" fmla="*/ 30 w 41"/>
                <a:gd name="T15" fmla="*/ 7 h 22"/>
                <a:gd name="T16" fmla="*/ 30 w 41"/>
                <a:gd name="T17" fmla="*/ 7 h 22"/>
                <a:gd name="T18" fmla="*/ 34 w 41"/>
                <a:gd name="T19" fmla="*/ 11 h 22"/>
                <a:gd name="T20" fmla="*/ 34 w 41"/>
                <a:gd name="T21" fmla="*/ 7 h 22"/>
                <a:gd name="T22" fmla="*/ 34 w 41"/>
                <a:gd name="T23" fmla="*/ 7 h 22"/>
                <a:gd name="T24" fmla="*/ 37 w 41"/>
                <a:gd name="T25" fmla="*/ 7 h 22"/>
                <a:gd name="T26" fmla="*/ 37 w 41"/>
                <a:gd name="T27" fmla="*/ 7 h 22"/>
                <a:gd name="T28" fmla="*/ 41 w 41"/>
                <a:gd name="T29" fmla="*/ 7 h 22"/>
                <a:gd name="T30" fmla="*/ 41 w 41"/>
                <a:gd name="T31" fmla="*/ 11 h 22"/>
                <a:gd name="T32" fmla="*/ 41 w 41"/>
                <a:gd name="T33" fmla="*/ 11 h 22"/>
                <a:gd name="T34" fmla="*/ 41 w 41"/>
                <a:gd name="T35" fmla="*/ 14 h 22"/>
                <a:gd name="T36" fmla="*/ 37 w 41"/>
                <a:gd name="T37" fmla="*/ 14 h 22"/>
                <a:gd name="T38" fmla="*/ 41 w 41"/>
                <a:gd name="T39" fmla="*/ 18 h 22"/>
                <a:gd name="T40" fmla="*/ 37 w 41"/>
                <a:gd name="T41" fmla="*/ 18 h 22"/>
                <a:gd name="T42" fmla="*/ 41 w 41"/>
                <a:gd name="T43" fmla="*/ 18 h 22"/>
                <a:gd name="T44" fmla="*/ 37 w 41"/>
                <a:gd name="T45" fmla="*/ 22 h 22"/>
                <a:gd name="T46" fmla="*/ 30 w 41"/>
                <a:gd name="T47" fmla="*/ 22 h 22"/>
                <a:gd name="T48" fmla="*/ 26 w 41"/>
                <a:gd name="T49" fmla="*/ 22 h 22"/>
                <a:gd name="T50" fmla="*/ 26 w 41"/>
                <a:gd name="T51" fmla="*/ 18 h 22"/>
                <a:gd name="T52" fmla="*/ 23 w 41"/>
                <a:gd name="T53" fmla="*/ 18 h 22"/>
                <a:gd name="T54" fmla="*/ 23 w 41"/>
                <a:gd name="T55" fmla="*/ 18 h 22"/>
                <a:gd name="T56" fmla="*/ 23 w 41"/>
                <a:gd name="T57" fmla="*/ 18 h 22"/>
                <a:gd name="T58" fmla="*/ 23 w 41"/>
                <a:gd name="T59" fmla="*/ 22 h 22"/>
                <a:gd name="T60" fmla="*/ 19 w 41"/>
                <a:gd name="T61" fmla="*/ 18 h 22"/>
                <a:gd name="T62" fmla="*/ 12 w 41"/>
                <a:gd name="T63" fmla="*/ 14 h 22"/>
                <a:gd name="T64" fmla="*/ 12 w 41"/>
                <a:gd name="T65" fmla="*/ 14 h 22"/>
                <a:gd name="T66" fmla="*/ 8 w 41"/>
                <a:gd name="T67" fmla="*/ 14 h 22"/>
                <a:gd name="T68" fmla="*/ 4 w 41"/>
                <a:gd name="T69" fmla="*/ 14 h 22"/>
                <a:gd name="T70" fmla="*/ 0 w 41"/>
                <a:gd name="T71" fmla="*/ 14 h 22"/>
                <a:gd name="T72" fmla="*/ 0 w 41"/>
                <a:gd name="T73" fmla="*/ 11 h 22"/>
                <a:gd name="T74" fmla="*/ 0 w 41"/>
                <a:gd name="T75" fmla="*/ 11 h 22"/>
                <a:gd name="T76" fmla="*/ 0 w 41"/>
                <a:gd name="T77" fmla="*/ 11 h 22"/>
                <a:gd name="T78" fmla="*/ 4 w 41"/>
                <a:gd name="T79" fmla="*/ 7 h 22"/>
                <a:gd name="T80" fmla="*/ 8 w 41"/>
                <a:gd name="T81" fmla="*/ 7 h 22"/>
                <a:gd name="T82" fmla="*/ 12 w 41"/>
                <a:gd name="T83" fmla="*/ 3 h 22"/>
                <a:gd name="T84" fmla="*/ 12 w 41"/>
                <a:gd name="T85" fmla="*/ 3 h 22"/>
                <a:gd name="T86" fmla="*/ 15 w 41"/>
                <a:gd name="T8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1" h="22">
                  <a:moveTo>
                    <a:pt x="15" y="0"/>
                  </a:moveTo>
                  <a:lnTo>
                    <a:pt x="19" y="0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23" y="3"/>
                  </a:lnTo>
                  <a:lnTo>
                    <a:pt x="26" y="3"/>
                  </a:lnTo>
                  <a:lnTo>
                    <a:pt x="26" y="3"/>
                  </a:lnTo>
                  <a:lnTo>
                    <a:pt x="30" y="7"/>
                  </a:lnTo>
                  <a:lnTo>
                    <a:pt x="30" y="7"/>
                  </a:lnTo>
                  <a:lnTo>
                    <a:pt x="34" y="11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7" y="7"/>
                  </a:lnTo>
                  <a:lnTo>
                    <a:pt x="37" y="7"/>
                  </a:lnTo>
                  <a:lnTo>
                    <a:pt x="41" y="7"/>
                  </a:lnTo>
                  <a:lnTo>
                    <a:pt x="41" y="11"/>
                  </a:lnTo>
                  <a:lnTo>
                    <a:pt x="41" y="11"/>
                  </a:lnTo>
                  <a:lnTo>
                    <a:pt x="41" y="14"/>
                  </a:lnTo>
                  <a:lnTo>
                    <a:pt x="37" y="14"/>
                  </a:lnTo>
                  <a:lnTo>
                    <a:pt x="41" y="18"/>
                  </a:lnTo>
                  <a:lnTo>
                    <a:pt x="37" y="18"/>
                  </a:lnTo>
                  <a:lnTo>
                    <a:pt x="41" y="18"/>
                  </a:lnTo>
                  <a:lnTo>
                    <a:pt x="37" y="22"/>
                  </a:lnTo>
                  <a:lnTo>
                    <a:pt x="30" y="22"/>
                  </a:lnTo>
                  <a:lnTo>
                    <a:pt x="26" y="22"/>
                  </a:lnTo>
                  <a:lnTo>
                    <a:pt x="26" y="18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3" y="22"/>
                  </a:lnTo>
                  <a:lnTo>
                    <a:pt x="19" y="18"/>
                  </a:lnTo>
                  <a:lnTo>
                    <a:pt x="12" y="14"/>
                  </a:lnTo>
                  <a:lnTo>
                    <a:pt x="12" y="14"/>
                  </a:lnTo>
                  <a:lnTo>
                    <a:pt x="8" y="14"/>
                  </a:lnTo>
                  <a:lnTo>
                    <a:pt x="4" y="14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4" y="7"/>
                  </a:lnTo>
                  <a:lnTo>
                    <a:pt x="8" y="7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5" name="Freeform 174"/>
            <p:cNvSpPr/>
            <p:nvPr/>
          </p:nvSpPr>
          <p:spPr bwMode="auto">
            <a:xfrm>
              <a:off x="2435126" y="2818286"/>
              <a:ext cx="23159" cy="47606"/>
            </a:xfrm>
            <a:custGeom>
              <a:avLst/>
              <a:gdLst>
                <a:gd name="T0" fmla="*/ 0 w 18"/>
                <a:gd name="T1" fmla="*/ 8 h 37"/>
                <a:gd name="T2" fmla="*/ 0 w 18"/>
                <a:gd name="T3" fmla="*/ 8 h 37"/>
                <a:gd name="T4" fmla="*/ 0 w 18"/>
                <a:gd name="T5" fmla="*/ 8 h 37"/>
                <a:gd name="T6" fmla="*/ 0 w 18"/>
                <a:gd name="T7" fmla="*/ 4 h 37"/>
                <a:gd name="T8" fmla="*/ 4 w 18"/>
                <a:gd name="T9" fmla="*/ 4 h 37"/>
                <a:gd name="T10" fmla="*/ 4 w 18"/>
                <a:gd name="T11" fmla="*/ 8 h 37"/>
                <a:gd name="T12" fmla="*/ 4 w 18"/>
                <a:gd name="T13" fmla="*/ 8 h 37"/>
                <a:gd name="T14" fmla="*/ 4 w 18"/>
                <a:gd name="T15" fmla="*/ 8 h 37"/>
                <a:gd name="T16" fmla="*/ 7 w 18"/>
                <a:gd name="T17" fmla="*/ 8 h 37"/>
                <a:gd name="T18" fmla="*/ 7 w 18"/>
                <a:gd name="T19" fmla="*/ 4 h 37"/>
                <a:gd name="T20" fmla="*/ 7 w 18"/>
                <a:gd name="T21" fmla="*/ 4 h 37"/>
                <a:gd name="T22" fmla="*/ 11 w 18"/>
                <a:gd name="T23" fmla="*/ 0 h 37"/>
                <a:gd name="T24" fmla="*/ 11 w 18"/>
                <a:gd name="T25" fmla="*/ 0 h 37"/>
                <a:gd name="T26" fmla="*/ 11 w 18"/>
                <a:gd name="T27" fmla="*/ 0 h 37"/>
                <a:gd name="T28" fmla="*/ 15 w 18"/>
                <a:gd name="T29" fmla="*/ 0 h 37"/>
                <a:gd name="T30" fmla="*/ 15 w 18"/>
                <a:gd name="T31" fmla="*/ 0 h 37"/>
                <a:gd name="T32" fmla="*/ 15 w 18"/>
                <a:gd name="T33" fmla="*/ 0 h 37"/>
                <a:gd name="T34" fmla="*/ 18 w 18"/>
                <a:gd name="T35" fmla="*/ 0 h 37"/>
                <a:gd name="T36" fmla="*/ 18 w 18"/>
                <a:gd name="T37" fmla="*/ 0 h 37"/>
                <a:gd name="T38" fmla="*/ 18 w 18"/>
                <a:gd name="T39" fmla="*/ 0 h 37"/>
                <a:gd name="T40" fmla="*/ 18 w 18"/>
                <a:gd name="T41" fmla="*/ 8 h 37"/>
                <a:gd name="T42" fmla="*/ 15 w 18"/>
                <a:gd name="T43" fmla="*/ 11 h 37"/>
                <a:gd name="T44" fmla="*/ 15 w 18"/>
                <a:gd name="T45" fmla="*/ 15 h 37"/>
                <a:gd name="T46" fmla="*/ 15 w 18"/>
                <a:gd name="T47" fmla="*/ 19 h 37"/>
                <a:gd name="T48" fmla="*/ 15 w 18"/>
                <a:gd name="T49" fmla="*/ 22 h 37"/>
                <a:gd name="T50" fmla="*/ 15 w 18"/>
                <a:gd name="T51" fmla="*/ 26 h 37"/>
                <a:gd name="T52" fmla="*/ 11 w 18"/>
                <a:gd name="T53" fmla="*/ 34 h 37"/>
                <a:gd name="T54" fmla="*/ 7 w 18"/>
                <a:gd name="T55" fmla="*/ 30 h 37"/>
                <a:gd name="T56" fmla="*/ 4 w 18"/>
                <a:gd name="T57" fmla="*/ 34 h 37"/>
                <a:gd name="T58" fmla="*/ 4 w 18"/>
                <a:gd name="T59" fmla="*/ 37 h 37"/>
                <a:gd name="T60" fmla="*/ 4 w 18"/>
                <a:gd name="T61" fmla="*/ 37 h 37"/>
                <a:gd name="T62" fmla="*/ 4 w 18"/>
                <a:gd name="T63" fmla="*/ 37 h 37"/>
                <a:gd name="T64" fmla="*/ 0 w 18"/>
                <a:gd name="T65" fmla="*/ 37 h 37"/>
                <a:gd name="T66" fmla="*/ 0 w 18"/>
                <a:gd name="T67" fmla="*/ 37 h 37"/>
                <a:gd name="T68" fmla="*/ 0 w 18"/>
                <a:gd name="T69" fmla="*/ 8 h 37"/>
                <a:gd name="T70" fmla="*/ 0 w 18"/>
                <a:gd name="T71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" h="37">
                  <a:moveTo>
                    <a:pt x="0" y="8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4" y="4"/>
                  </a:lnTo>
                  <a:lnTo>
                    <a:pt x="4" y="8"/>
                  </a:lnTo>
                  <a:lnTo>
                    <a:pt x="4" y="8"/>
                  </a:lnTo>
                  <a:lnTo>
                    <a:pt x="4" y="8"/>
                  </a:lnTo>
                  <a:lnTo>
                    <a:pt x="7" y="8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8" y="8"/>
                  </a:lnTo>
                  <a:lnTo>
                    <a:pt x="15" y="11"/>
                  </a:lnTo>
                  <a:lnTo>
                    <a:pt x="15" y="15"/>
                  </a:lnTo>
                  <a:lnTo>
                    <a:pt x="15" y="19"/>
                  </a:lnTo>
                  <a:lnTo>
                    <a:pt x="15" y="22"/>
                  </a:lnTo>
                  <a:lnTo>
                    <a:pt x="15" y="26"/>
                  </a:lnTo>
                  <a:lnTo>
                    <a:pt x="11" y="34"/>
                  </a:lnTo>
                  <a:lnTo>
                    <a:pt x="7" y="30"/>
                  </a:lnTo>
                  <a:lnTo>
                    <a:pt x="4" y="34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6" name="Freeform 175"/>
            <p:cNvSpPr/>
            <p:nvPr/>
          </p:nvSpPr>
          <p:spPr bwMode="auto">
            <a:xfrm>
              <a:off x="2368222" y="2828579"/>
              <a:ext cx="86205" cy="81058"/>
            </a:xfrm>
            <a:custGeom>
              <a:avLst/>
              <a:gdLst>
                <a:gd name="T0" fmla="*/ 33 w 67"/>
                <a:gd name="T1" fmla="*/ 63 h 63"/>
                <a:gd name="T2" fmla="*/ 33 w 67"/>
                <a:gd name="T3" fmla="*/ 63 h 63"/>
                <a:gd name="T4" fmla="*/ 33 w 67"/>
                <a:gd name="T5" fmla="*/ 63 h 63"/>
                <a:gd name="T6" fmla="*/ 37 w 67"/>
                <a:gd name="T7" fmla="*/ 59 h 63"/>
                <a:gd name="T8" fmla="*/ 41 w 67"/>
                <a:gd name="T9" fmla="*/ 59 h 63"/>
                <a:gd name="T10" fmla="*/ 45 w 67"/>
                <a:gd name="T11" fmla="*/ 55 h 63"/>
                <a:gd name="T12" fmla="*/ 45 w 67"/>
                <a:gd name="T13" fmla="*/ 55 h 63"/>
                <a:gd name="T14" fmla="*/ 48 w 67"/>
                <a:gd name="T15" fmla="*/ 52 h 63"/>
                <a:gd name="T16" fmla="*/ 52 w 67"/>
                <a:gd name="T17" fmla="*/ 48 h 63"/>
                <a:gd name="T18" fmla="*/ 48 w 67"/>
                <a:gd name="T19" fmla="*/ 44 h 63"/>
                <a:gd name="T20" fmla="*/ 52 w 67"/>
                <a:gd name="T21" fmla="*/ 44 h 63"/>
                <a:gd name="T22" fmla="*/ 56 w 67"/>
                <a:gd name="T23" fmla="*/ 40 h 63"/>
                <a:gd name="T24" fmla="*/ 59 w 67"/>
                <a:gd name="T25" fmla="*/ 40 h 63"/>
                <a:gd name="T26" fmla="*/ 63 w 67"/>
                <a:gd name="T27" fmla="*/ 37 h 63"/>
                <a:gd name="T28" fmla="*/ 63 w 67"/>
                <a:gd name="T29" fmla="*/ 33 h 63"/>
                <a:gd name="T30" fmla="*/ 67 w 67"/>
                <a:gd name="T31" fmla="*/ 33 h 63"/>
                <a:gd name="T32" fmla="*/ 67 w 67"/>
                <a:gd name="T33" fmla="*/ 33 h 63"/>
                <a:gd name="T34" fmla="*/ 67 w 67"/>
                <a:gd name="T35" fmla="*/ 29 h 63"/>
                <a:gd name="T36" fmla="*/ 63 w 67"/>
                <a:gd name="T37" fmla="*/ 29 h 63"/>
                <a:gd name="T38" fmla="*/ 63 w 67"/>
                <a:gd name="T39" fmla="*/ 33 h 63"/>
                <a:gd name="T40" fmla="*/ 59 w 67"/>
                <a:gd name="T41" fmla="*/ 29 h 63"/>
                <a:gd name="T42" fmla="*/ 56 w 67"/>
                <a:gd name="T43" fmla="*/ 29 h 63"/>
                <a:gd name="T44" fmla="*/ 56 w 67"/>
                <a:gd name="T45" fmla="*/ 29 h 63"/>
                <a:gd name="T46" fmla="*/ 56 w 67"/>
                <a:gd name="T47" fmla="*/ 29 h 63"/>
                <a:gd name="T48" fmla="*/ 52 w 67"/>
                <a:gd name="T49" fmla="*/ 29 h 63"/>
                <a:gd name="T50" fmla="*/ 52 w 67"/>
                <a:gd name="T51" fmla="*/ 29 h 63"/>
                <a:gd name="T52" fmla="*/ 52 w 67"/>
                <a:gd name="T53" fmla="*/ 0 h 63"/>
                <a:gd name="T54" fmla="*/ 52 w 67"/>
                <a:gd name="T55" fmla="*/ 0 h 63"/>
                <a:gd name="T56" fmla="*/ 22 w 67"/>
                <a:gd name="T57" fmla="*/ 0 h 63"/>
                <a:gd name="T58" fmla="*/ 22 w 67"/>
                <a:gd name="T59" fmla="*/ 7 h 63"/>
                <a:gd name="T60" fmla="*/ 15 w 67"/>
                <a:gd name="T61" fmla="*/ 7 h 63"/>
                <a:gd name="T62" fmla="*/ 19 w 67"/>
                <a:gd name="T63" fmla="*/ 11 h 63"/>
                <a:gd name="T64" fmla="*/ 19 w 67"/>
                <a:gd name="T65" fmla="*/ 11 h 63"/>
                <a:gd name="T66" fmla="*/ 22 w 67"/>
                <a:gd name="T67" fmla="*/ 14 h 63"/>
                <a:gd name="T68" fmla="*/ 22 w 67"/>
                <a:gd name="T69" fmla="*/ 14 h 63"/>
                <a:gd name="T70" fmla="*/ 26 w 67"/>
                <a:gd name="T71" fmla="*/ 14 h 63"/>
                <a:gd name="T72" fmla="*/ 26 w 67"/>
                <a:gd name="T73" fmla="*/ 18 h 63"/>
                <a:gd name="T74" fmla="*/ 26 w 67"/>
                <a:gd name="T75" fmla="*/ 22 h 63"/>
                <a:gd name="T76" fmla="*/ 30 w 67"/>
                <a:gd name="T77" fmla="*/ 22 h 63"/>
                <a:gd name="T78" fmla="*/ 30 w 67"/>
                <a:gd name="T79" fmla="*/ 22 h 63"/>
                <a:gd name="T80" fmla="*/ 33 w 67"/>
                <a:gd name="T81" fmla="*/ 22 h 63"/>
                <a:gd name="T82" fmla="*/ 33 w 67"/>
                <a:gd name="T83" fmla="*/ 26 h 63"/>
                <a:gd name="T84" fmla="*/ 30 w 67"/>
                <a:gd name="T85" fmla="*/ 26 h 63"/>
                <a:gd name="T86" fmla="*/ 11 w 67"/>
                <a:gd name="T87" fmla="*/ 26 h 63"/>
                <a:gd name="T88" fmla="*/ 0 w 67"/>
                <a:gd name="T89" fmla="*/ 40 h 63"/>
                <a:gd name="T90" fmla="*/ 0 w 67"/>
                <a:gd name="T91" fmla="*/ 44 h 63"/>
                <a:gd name="T92" fmla="*/ 0 w 67"/>
                <a:gd name="T93" fmla="*/ 44 h 63"/>
                <a:gd name="T94" fmla="*/ 0 w 67"/>
                <a:gd name="T95" fmla="*/ 44 h 63"/>
                <a:gd name="T96" fmla="*/ 0 w 67"/>
                <a:gd name="T97" fmla="*/ 48 h 63"/>
                <a:gd name="T98" fmla="*/ 4 w 67"/>
                <a:gd name="T99" fmla="*/ 48 h 63"/>
                <a:gd name="T100" fmla="*/ 0 w 67"/>
                <a:gd name="T101" fmla="*/ 48 h 63"/>
                <a:gd name="T102" fmla="*/ 0 w 67"/>
                <a:gd name="T103" fmla="*/ 48 h 63"/>
                <a:gd name="T104" fmla="*/ 0 w 67"/>
                <a:gd name="T105" fmla="*/ 52 h 63"/>
                <a:gd name="T106" fmla="*/ 0 w 67"/>
                <a:gd name="T107" fmla="*/ 52 h 63"/>
                <a:gd name="T108" fmla="*/ 0 w 67"/>
                <a:gd name="T109" fmla="*/ 55 h 63"/>
                <a:gd name="T110" fmla="*/ 4 w 67"/>
                <a:gd name="T111" fmla="*/ 55 h 63"/>
                <a:gd name="T112" fmla="*/ 8 w 67"/>
                <a:gd name="T113" fmla="*/ 55 h 63"/>
                <a:gd name="T114" fmla="*/ 8 w 67"/>
                <a:gd name="T115" fmla="*/ 59 h 63"/>
                <a:gd name="T116" fmla="*/ 19 w 67"/>
                <a:gd name="T117" fmla="*/ 63 h 63"/>
                <a:gd name="T118" fmla="*/ 22 w 67"/>
                <a:gd name="T119" fmla="*/ 63 h 63"/>
                <a:gd name="T120" fmla="*/ 26 w 67"/>
                <a:gd name="T121" fmla="*/ 63 h 63"/>
                <a:gd name="T122" fmla="*/ 33 w 67"/>
                <a:gd name="T123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7" h="63">
                  <a:moveTo>
                    <a:pt x="33" y="63"/>
                  </a:moveTo>
                  <a:lnTo>
                    <a:pt x="33" y="63"/>
                  </a:lnTo>
                  <a:lnTo>
                    <a:pt x="33" y="63"/>
                  </a:lnTo>
                  <a:lnTo>
                    <a:pt x="37" y="59"/>
                  </a:lnTo>
                  <a:lnTo>
                    <a:pt x="41" y="59"/>
                  </a:lnTo>
                  <a:lnTo>
                    <a:pt x="45" y="55"/>
                  </a:lnTo>
                  <a:lnTo>
                    <a:pt x="45" y="55"/>
                  </a:lnTo>
                  <a:lnTo>
                    <a:pt x="48" y="52"/>
                  </a:lnTo>
                  <a:lnTo>
                    <a:pt x="52" y="48"/>
                  </a:lnTo>
                  <a:lnTo>
                    <a:pt x="48" y="44"/>
                  </a:lnTo>
                  <a:lnTo>
                    <a:pt x="52" y="44"/>
                  </a:lnTo>
                  <a:lnTo>
                    <a:pt x="56" y="40"/>
                  </a:lnTo>
                  <a:lnTo>
                    <a:pt x="59" y="40"/>
                  </a:lnTo>
                  <a:lnTo>
                    <a:pt x="63" y="37"/>
                  </a:lnTo>
                  <a:lnTo>
                    <a:pt x="63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67" y="29"/>
                  </a:lnTo>
                  <a:lnTo>
                    <a:pt x="63" y="29"/>
                  </a:lnTo>
                  <a:lnTo>
                    <a:pt x="63" y="33"/>
                  </a:lnTo>
                  <a:lnTo>
                    <a:pt x="59" y="29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2" y="29"/>
                  </a:lnTo>
                  <a:lnTo>
                    <a:pt x="52" y="29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22" y="0"/>
                  </a:lnTo>
                  <a:lnTo>
                    <a:pt x="22" y="7"/>
                  </a:lnTo>
                  <a:lnTo>
                    <a:pt x="15" y="7"/>
                  </a:lnTo>
                  <a:lnTo>
                    <a:pt x="19" y="11"/>
                  </a:lnTo>
                  <a:lnTo>
                    <a:pt x="19" y="11"/>
                  </a:lnTo>
                  <a:lnTo>
                    <a:pt x="22" y="14"/>
                  </a:lnTo>
                  <a:lnTo>
                    <a:pt x="22" y="14"/>
                  </a:lnTo>
                  <a:lnTo>
                    <a:pt x="26" y="14"/>
                  </a:lnTo>
                  <a:lnTo>
                    <a:pt x="26" y="18"/>
                  </a:lnTo>
                  <a:lnTo>
                    <a:pt x="26" y="22"/>
                  </a:lnTo>
                  <a:lnTo>
                    <a:pt x="30" y="22"/>
                  </a:lnTo>
                  <a:lnTo>
                    <a:pt x="30" y="22"/>
                  </a:lnTo>
                  <a:lnTo>
                    <a:pt x="33" y="22"/>
                  </a:lnTo>
                  <a:lnTo>
                    <a:pt x="33" y="26"/>
                  </a:lnTo>
                  <a:lnTo>
                    <a:pt x="30" y="26"/>
                  </a:lnTo>
                  <a:lnTo>
                    <a:pt x="11" y="26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0" y="48"/>
                  </a:lnTo>
                  <a:lnTo>
                    <a:pt x="4" y="4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55"/>
                  </a:lnTo>
                  <a:lnTo>
                    <a:pt x="4" y="55"/>
                  </a:lnTo>
                  <a:lnTo>
                    <a:pt x="8" y="55"/>
                  </a:lnTo>
                  <a:lnTo>
                    <a:pt x="8" y="59"/>
                  </a:lnTo>
                  <a:lnTo>
                    <a:pt x="19" y="63"/>
                  </a:lnTo>
                  <a:lnTo>
                    <a:pt x="22" y="63"/>
                  </a:lnTo>
                  <a:lnTo>
                    <a:pt x="26" y="63"/>
                  </a:lnTo>
                  <a:lnTo>
                    <a:pt x="33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7" name="Freeform 176"/>
            <p:cNvSpPr>
              <a:spLocks noEditPoints="1"/>
            </p:cNvSpPr>
            <p:nvPr/>
          </p:nvSpPr>
          <p:spPr bwMode="auto">
            <a:xfrm>
              <a:off x="1892168" y="2488908"/>
              <a:ext cx="604717" cy="406575"/>
            </a:xfrm>
            <a:custGeom>
              <a:avLst/>
              <a:gdLst>
                <a:gd name="T0" fmla="*/ 174 w 470"/>
                <a:gd name="T1" fmla="*/ 30 h 316"/>
                <a:gd name="T2" fmla="*/ 189 w 470"/>
                <a:gd name="T3" fmla="*/ 41 h 316"/>
                <a:gd name="T4" fmla="*/ 196 w 470"/>
                <a:gd name="T5" fmla="*/ 60 h 316"/>
                <a:gd name="T6" fmla="*/ 207 w 470"/>
                <a:gd name="T7" fmla="*/ 71 h 316"/>
                <a:gd name="T8" fmla="*/ 222 w 470"/>
                <a:gd name="T9" fmla="*/ 67 h 316"/>
                <a:gd name="T10" fmla="*/ 244 w 470"/>
                <a:gd name="T11" fmla="*/ 60 h 316"/>
                <a:gd name="T12" fmla="*/ 259 w 470"/>
                <a:gd name="T13" fmla="*/ 78 h 316"/>
                <a:gd name="T14" fmla="*/ 274 w 470"/>
                <a:gd name="T15" fmla="*/ 104 h 316"/>
                <a:gd name="T16" fmla="*/ 292 w 470"/>
                <a:gd name="T17" fmla="*/ 126 h 316"/>
                <a:gd name="T18" fmla="*/ 303 w 470"/>
                <a:gd name="T19" fmla="*/ 134 h 316"/>
                <a:gd name="T20" fmla="*/ 296 w 470"/>
                <a:gd name="T21" fmla="*/ 149 h 316"/>
                <a:gd name="T22" fmla="*/ 289 w 470"/>
                <a:gd name="T23" fmla="*/ 186 h 316"/>
                <a:gd name="T24" fmla="*/ 292 w 470"/>
                <a:gd name="T25" fmla="*/ 212 h 316"/>
                <a:gd name="T26" fmla="*/ 318 w 470"/>
                <a:gd name="T27" fmla="*/ 249 h 316"/>
                <a:gd name="T28" fmla="*/ 355 w 470"/>
                <a:gd name="T29" fmla="*/ 252 h 316"/>
                <a:gd name="T30" fmla="*/ 385 w 470"/>
                <a:gd name="T31" fmla="*/ 256 h 316"/>
                <a:gd name="T32" fmla="*/ 400 w 470"/>
                <a:gd name="T33" fmla="*/ 234 h 316"/>
                <a:gd name="T34" fmla="*/ 440 w 470"/>
                <a:gd name="T35" fmla="*/ 204 h 316"/>
                <a:gd name="T36" fmla="*/ 463 w 470"/>
                <a:gd name="T37" fmla="*/ 219 h 316"/>
                <a:gd name="T38" fmla="*/ 452 w 470"/>
                <a:gd name="T39" fmla="*/ 241 h 316"/>
                <a:gd name="T40" fmla="*/ 444 w 470"/>
                <a:gd name="T41" fmla="*/ 249 h 316"/>
                <a:gd name="T42" fmla="*/ 426 w 470"/>
                <a:gd name="T43" fmla="*/ 264 h 316"/>
                <a:gd name="T44" fmla="*/ 389 w 470"/>
                <a:gd name="T45" fmla="*/ 275 h 316"/>
                <a:gd name="T46" fmla="*/ 381 w 470"/>
                <a:gd name="T47" fmla="*/ 290 h 316"/>
                <a:gd name="T48" fmla="*/ 366 w 470"/>
                <a:gd name="T49" fmla="*/ 312 h 316"/>
                <a:gd name="T50" fmla="*/ 333 w 470"/>
                <a:gd name="T51" fmla="*/ 290 h 316"/>
                <a:gd name="T52" fmla="*/ 333 w 470"/>
                <a:gd name="T53" fmla="*/ 290 h 316"/>
                <a:gd name="T54" fmla="*/ 329 w 470"/>
                <a:gd name="T55" fmla="*/ 290 h 316"/>
                <a:gd name="T56" fmla="*/ 274 w 470"/>
                <a:gd name="T57" fmla="*/ 290 h 316"/>
                <a:gd name="T58" fmla="*/ 237 w 470"/>
                <a:gd name="T59" fmla="*/ 275 h 316"/>
                <a:gd name="T60" fmla="*/ 196 w 470"/>
                <a:gd name="T61" fmla="*/ 256 h 316"/>
                <a:gd name="T62" fmla="*/ 170 w 470"/>
                <a:gd name="T63" fmla="*/ 241 h 316"/>
                <a:gd name="T64" fmla="*/ 163 w 470"/>
                <a:gd name="T65" fmla="*/ 219 h 316"/>
                <a:gd name="T66" fmla="*/ 159 w 470"/>
                <a:gd name="T67" fmla="*/ 189 h 316"/>
                <a:gd name="T68" fmla="*/ 126 w 470"/>
                <a:gd name="T69" fmla="*/ 149 h 316"/>
                <a:gd name="T70" fmla="*/ 107 w 470"/>
                <a:gd name="T71" fmla="*/ 130 h 316"/>
                <a:gd name="T72" fmla="*/ 111 w 470"/>
                <a:gd name="T73" fmla="*/ 115 h 316"/>
                <a:gd name="T74" fmla="*/ 92 w 470"/>
                <a:gd name="T75" fmla="*/ 93 h 316"/>
                <a:gd name="T76" fmla="*/ 74 w 470"/>
                <a:gd name="T77" fmla="*/ 78 h 316"/>
                <a:gd name="T78" fmla="*/ 63 w 470"/>
                <a:gd name="T79" fmla="*/ 52 h 316"/>
                <a:gd name="T80" fmla="*/ 52 w 470"/>
                <a:gd name="T81" fmla="*/ 26 h 316"/>
                <a:gd name="T82" fmla="*/ 33 w 470"/>
                <a:gd name="T83" fmla="*/ 30 h 316"/>
                <a:gd name="T84" fmla="*/ 44 w 470"/>
                <a:gd name="T85" fmla="*/ 67 h 316"/>
                <a:gd name="T86" fmla="*/ 63 w 470"/>
                <a:gd name="T87" fmla="*/ 93 h 316"/>
                <a:gd name="T88" fmla="*/ 70 w 470"/>
                <a:gd name="T89" fmla="*/ 108 h 316"/>
                <a:gd name="T90" fmla="*/ 81 w 470"/>
                <a:gd name="T91" fmla="*/ 137 h 316"/>
                <a:gd name="T92" fmla="*/ 89 w 470"/>
                <a:gd name="T93" fmla="*/ 152 h 316"/>
                <a:gd name="T94" fmla="*/ 92 w 470"/>
                <a:gd name="T95" fmla="*/ 178 h 316"/>
                <a:gd name="T96" fmla="*/ 70 w 470"/>
                <a:gd name="T97" fmla="*/ 152 h 316"/>
                <a:gd name="T98" fmla="*/ 59 w 470"/>
                <a:gd name="T99" fmla="*/ 119 h 316"/>
                <a:gd name="T100" fmla="*/ 41 w 470"/>
                <a:gd name="T101" fmla="*/ 104 h 316"/>
                <a:gd name="T102" fmla="*/ 26 w 470"/>
                <a:gd name="T103" fmla="*/ 89 h 316"/>
                <a:gd name="T104" fmla="*/ 37 w 470"/>
                <a:gd name="T105" fmla="*/ 82 h 316"/>
                <a:gd name="T106" fmla="*/ 15 w 470"/>
                <a:gd name="T107" fmla="*/ 56 h 316"/>
                <a:gd name="T108" fmla="*/ 11 w 470"/>
                <a:gd name="T109" fmla="*/ 26 h 316"/>
                <a:gd name="T110" fmla="*/ 85 w 470"/>
                <a:gd name="T111" fmla="*/ 141 h 316"/>
                <a:gd name="T112" fmla="*/ 89 w 470"/>
                <a:gd name="T113" fmla="*/ 149 h 316"/>
                <a:gd name="T114" fmla="*/ 296 w 470"/>
                <a:gd name="T115" fmla="*/ 14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70" h="316">
                  <a:moveTo>
                    <a:pt x="0" y="0"/>
                  </a:moveTo>
                  <a:lnTo>
                    <a:pt x="37" y="0"/>
                  </a:lnTo>
                  <a:lnTo>
                    <a:pt x="41" y="0"/>
                  </a:lnTo>
                  <a:lnTo>
                    <a:pt x="37" y="4"/>
                  </a:lnTo>
                  <a:lnTo>
                    <a:pt x="96" y="26"/>
                  </a:lnTo>
                  <a:lnTo>
                    <a:pt x="141" y="26"/>
                  </a:lnTo>
                  <a:lnTo>
                    <a:pt x="141" y="22"/>
                  </a:lnTo>
                  <a:lnTo>
                    <a:pt x="166" y="22"/>
                  </a:lnTo>
                  <a:lnTo>
                    <a:pt x="170" y="22"/>
                  </a:lnTo>
                  <a:lnTo>
                    <a:pt x="174" y="26"/>
                  </a:lnTo>
                  <a:lnTo>
                    <a:pt x="174" y="30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78" y="34"/>
                  </a:lnTo>
                  <a:lnTo>
                    <a:pt x="178" y="34"/>
                  </a:lnTo>
                  <a:lnTo>
                    <a:pt x="181" y="34"/>
                  </a:lnTo>
                  <a:lnTo>
                    <a:pt x="185" y="37"/>
                  </a:lnTo>
                  <a:lnTo>
                    <a:pt x="185" y="37"/>
                  </a:lnTo>
                  <a:lnTo>
                    <a:pt x="181" y="37"/>
                  </a:lnTo>
                  <a:lnTo>
                    <a:pt x="185" y="41"/>
                  </a:lnTo>
                  <a:lnTo>
                    <a:pt x="185" y="41"/>
                  </a:lnTo>
                  <a:lnTo>
                    <a:pt x="189" y="41"/>
                  </a:lnTo>
                  <a:lnTo>
                    <a:pt x="189" y="45"/>
                  </a:lnTo>
                  <a:lnTo>
                    <a:pt x="189" y="48"/>
                  </a:lnTo>
                  <a:lnTo>
                    <a:pt x="192" y="48"/>
                  </a:lnTo>
                  <a:lnTo>
                    <a:pt x="192" y="48"/>
                  </a:lnTo>
                  <a:lnTo>
                    <a:pt x="192" y="48"/>
                  </a:lnTo>
                  <a:lnTo>
                    <a:pt x="192" y="52"/>
                  </a:lnTo>
                  <a:lnTo>
                    <a:pt x="192" y="52"/>
                  </a:lnTo>
                  <a:lnTo>
                    <a:pt x="189" y="52"/>
                  </a:lnTo>
                  <a:lnTo>
                    <a:pt x="189" y="56"/>
                  </a:lnTo>
                  <a:lnTo>
                    <a:pt x="192" y="60"/>
                  </a:lnTo>
                  <a:lnTo>
                    <a:pt x="196" y="60"/>
                  </a:lnTo>
                  <a:lnTo>
                    <a:pt x="196" y="63"/>
                  </a:lnTo>
                  <a:lnTo>
                    <a:pt x="196" y="63"/>
                  </a:lnTo>
                  <a:lnTo>
                    <a:pt x="196" y="63"/>
                  </a:lnTo>
                  <a:lnTo>
                    <a:pt x="200" y="63"/>
                  </a:lnTo>
                  <a:lnTo>
                    <a:pt x="200" y="63"/>
                  </a:lnTo>
                  <a:lnTo>
                    <a:pt x="200" y="63"/>
                  </a:lnTo>
                  <a:lnTo>
                    <a:pt x="200" y="67"/>
                  </a:lnTo>
                  <a:lnTo>
                    <a:pt x="203" y="67"/>
                  </a:lnTo>
                  <a:lnTo>
                    <a:pt x="203" y="67"/>
                  </a:lnTo>
                  <a:lnTo>
                    <a:pt x="203" y="67"/>
                  </a:lnTo>
                  <a:lnTo>
                    <a:pt x="207" y="71"/>
                  </a:lnTo>
                  <a:lnTo>
                    <a:pt x="207" y="71"/>
                  </a:lnTo>
                  <a:lnTo>
                    <a:pt x="211" y="71"/>
                  </a:lnTo>
                  <a:lnTo>
                    <a:pt x="215" y="74"/>
                  </a:lnTo>
                  <a:lnTo>
                    <a:pt x="215" y="74"/>
                  </a:lnTo>
                  <a:lnTo>
                    <a:pt x="218" y="74"/>
                  </a:lnTo>
                  <a:lnTo>
                    <a:pt x="218" y="74"/>
                  </a:lnTo>
                  <a:lnTo>
                    <a:pt x="218" y="71"/>
                  </a:lnTo>
                  <a:lnTo>
                    <a:pt x="222" y="71"/>
                  </a:lnTo>
                  <a:lnTo>
                    <a:pt x="222" y="71"/>
                  </a:lnTo>
                  <a:lnTo>
                    <a:pt x="222" y="71"/>
                  </a:lnTo>
                  <a:lnTo>
                    <a:pt x="222" y="67"/>
                  </a:lnTo>
                  <a:lnTo>
                    <a:pt x="226" y="67"/>
                  </a:lnTo>
                  <a:lnTo>
                    <a:pt x="226" y="63"/>
                  </a:lnTo>
                  <a:lnTo>
                    <a:pt x="229" y="60"/>
                  </a:lnTo>
                  <a:lnTo>
                    <a:pt x="229" y="60"/>
                  </a:lnTo>
                  <a:lnTo>
                    <a:pt x="233" y="60"/>
                  </a:lnTo>
                  <a:lnTo>
                    <a:pt x="233" y="60"/>
                  </a:lnTo>
                  <a:lnTo>
                    <a:pt x="233" y="60"/>
                  </a:lnTo>
                  <a:lnTo>
                    <a:pt x="233" y="60"/>
                  </a:lnTo>
                  <a:lnTo>
                    <a:pt x="237" y="60"/>
                  </a:lnTo>
                  <a:lnTo>
                    <a:pt x="241" y="60"/>
                  </a:lnTo>
                  <a:lnTo>
                    <a:pt x="244" y="60"/>
                  </a:lnTo>
                  <a:lnTo>
                    <a:pt x="244" y="60"/>
                  </a:lnTo>
                  <a:lnTo>
                    <a:pt x="244" y="60"/>
                  </a:lnTo>
                  <a:lnTo>
                    <a:pt x="248" y="60"/>
                  </a:lnTo>
                  <a:lnTo>
                    <a:pt x="248" y="63"/>
                  </a:lnTo>
                  <a:lnTo>
                    <a:pt x="252" y="63"/>
                  </a:lnTo>
                  <a:lnTo>
                    <a:pt x="255" y="67"/>
                  </a:lnTo>
                  <a:lnTo>
                    <a:pt x="255" y="71"/>
                  </a:lnTo>
                  <a:lnTo>
                    <a:pt x="259" y="74"/>
                  </a:lnTo>
                  <a:lnTo>
                    <a:pt x="259" y="74"/>
                  </a:lnTo>
                  <a:lnTo>
                    <a:pt x="259" y="78"/>
                  </a:lnTo>
                  <a:lnTo>
                    <a:pt x="259" y="78"/>
                  </a:lnTo>
                  <a:lnTo>
                    <a:pt x="259" y="82"/>
                  </a:lnTo>
                  <a:lnTo>
                    <a:pt x="263" y="82"/>
                  </a:lnTo>
                  <a:lnTo>
                    <a:pt x="263" y="89"/>
                  </a:lnTo>
                  <a:lnTo>
                    <a:pt x="266" y="89"/>
                  </a:lnTo>
                  <a:lnTo>
                    <a:pt x="266" y="89"/>
                  </a:lnTo>
                  <a:lnTo>
                    <a:pt x="270" y="93"/>
                  </a:lnTo>
                  <a:lnTo>
                    <a:pt x="270" y="97"/>
                  </a:lnTo>
                  <a:lnTo>
                    <a:pt x="270" y="97"/>
                  </a:lnTo>
                  <a:lnTo>
                    <a:pt x="274" y="100"/>
                  </a:lnTo>
                  <a:lnTo>
                    <a:pt x="274" y="104"/>
                  </a:lnTo>
                  <a:lnTo>
                    <a:pt x="274" y="104"/>
                  </a:lnTo>
                  <a:lnTo>
                    <a:pt x="274" y="108"/>
                  </a:lnTo>
                  <a:lnTo>
                    <a:pt x="274" y="108"/>
                  </a:lnTo>
                  <a:lnTo>
                    <a:pt x="278" y="115"/>
                  </a:lnTo>
                  <a:lnTo>
                    <a:pt x="278" y="119"/>
                  </a:lnTo>
                  <a:lnTo>
                    <a:pt x="278" y="123"/>
                  </a:lnTo>
                  <a:lnTo>
                    <a:pt x="278" y="123"/>
                  </a:lnTo>
                  <a:lnTo>
                    <a:pt x="281" y="123"/>
                  </a:lnTo>
                  <a:lnTo>
                    <a:pt x="281" y="123"/>
                  </a:lnTo>
                  <a:lnTo>
                    <a:pt x="285" y="123"/>
                  </a:lnTo>
                  <a:lnTo>
                    <a:pt x="285" y="126"/>
                  </a:lnTo>
                  <a:lnTo>
                    <a:pt x="292" y="126"/>
                  </a:lnTo>
                  <a:lnTo>
                    <a:pt x="296" y="130"/>
                  </a:lnTo>
                  <a:lnTo>
                    <a:pt x="300" y="130"/>
                  </a:lnTo>
                  <a:lnTo>
                    <a:pt x="300" y="130"/>
                  </a:lnTo>
                  <a:lnTo>
                    <a:pt x="300" y="130"/>
                  </a:lnTo>
                  <a:lnTo>
                    <a:pt x="300" y="134"/>
                  </a:lnTo>
                  <a:lnTo>
                    <a:pt x="303" y="130"/>
                  </a:lnTo>
                  <a:lnTo>
                    <a:pt x="303" y="126"/>
                  </a:lnTo>
                  <a:lnTo>
                    <a:pt x="307" y="126"/>
                  </a:lnTo>
                  <a:lnTo>
                    <a:pt x="307" y="126"/>
                  </a:lnTo>
                  <a:lnTo>
                    <a:pt x="303" y="130"/>
                  </a:lnTo>
                  <a:lnTo>
                    <a:pt x="303" y="134"/>
                  </a:lnTo>
                  <a:lnTo>
                    <a:pt x="303" y="137"/>
                  </a:lnTo>
                  <a:lnTo>
                    <a:pt x="300" y="137"/>
                  </a:lnTo>
                  <a:lnTo>
                    <a:pt x="300" y="141"/>
                  </a:lnTo>
                  <a:lnTo>
                    <a:pt x="296" y="141"/>
                  </a:lnTo>
                  <a:lnTo>
                    <a:pt x="300" y="141"/>
                  </a:lnTo>
                  <a:lnTo>
                    <a:pt x="300" y="137"/>
                  </a:lnTo>
                  <a:lnTo>
                    <a:pt x="296" y="137"/>
                  </a:lnTo>
                  <a:lnTo>
                    <a:pt x="296" y="141"/>
                  </a:lnTo>
                  <a:lnTo>
                    <a:pt x="292" y="145"/>
                  </a:lnTo>
                  <a:lnTo>
                    <a:pt x="296" y="145"/>
                  </a:lnTo>
                  <a:lnTo>
                    <a:pt x="296" y="149"/>
                  </a:lnTo>
                  <a:lnTo>
                    <a:pt x="296" y="152"/>
                  </a:lnTo>
                  <a:lnTo>
                    <a:pt x="292" y="152"/>
                  </a:lnTo>
                  <a:lnTo>
                    <a:pt x="292" y="156"/>
                  </a:lnTo>
                  <a:lnTo>
                    <a:pt x="292" y="156"/>
                  </a:lnTo>
                  <a:lnTo>
                    <a:pt x="292" y="160"/>
                  </a:lnTo>
                  <a:lnTo>
                    <a:pt x="292" y="160"/>
                  </a:lnTo>
                  <a:lnTo>
                    <a:pt x="292" y="167"/>
                  </a:lnTo>
                  <a:lnTo>
                    <a:pt x="292" y="175"/>
                  </a:lnTo>
                  <a:lnTo>
                    <a:pt x="292" y="182"/>
                  </a:lnTo>
                  <a:lnTo>
                    <a:pt x="289" y="182"/>
                  </a:lnTo>
                  <a:lnTo>
                    <a:pt x="289" y="186"/>
                  </a:lnTo>
                  <a:lnTo>
                    <a:pt x="289" y="193"/>
                  </a:lnTo>
                  <a:lnTo>
                    <a:pt x="289" y="193"/>
                  </a:lnTo>
                  <a:lnTo>
                    <a:pt x="296" y="201"/>
                  </a:lnTo>
                  <a:lnTo>
                    <a:pt x="296" y="204"/>
                  </a:lnTo>
                  <a:lnTo>
                    <a:pt x="292" y="208"/>
                  </a:lnTo>
                  <a:lnTo>
                    <a:pt x="292" y="201"/>
                  </a:lnTo>
                  <a:lnTo>
                    <a:pt x="289" y="197"/>
                  </a:lnTo>
                  <a:lnTo>
                    <a:pt x="289" y="201"/>
                  </a:lnTo>
                  <a:lnTo>
                    <a:pt x="292" y="201"/>
                  </a:lnTo>
                  <a:lnTo>
                    <a:pt x="292" y="208"/>
                  </a:lnTo>
                  <a:lnTo>
                    <a:pt x="292" y="212"/>
                  </a:lnTo>
                  <a:lnTo>
                    <a:pt x="292" y="212"/>
                  </a:lnTo>
                  <a:lnTo>
                    <a:pt x="296" y="215"/>
                  </a:lnTo>
                  <a:lnTo>
                    <a:pt x="296" y="219"/>
                  </a:lnTo>
                  <a:lnTo>
                    <a:pt x="303" y="226"/>
                  </a:lnTo>
                  <a:lnTo>
                    <a:pt x="307" y="230"/>
                  </a:lnTo>
                  <a:lnTo>
                    <a:pt x="307" y="234"/>
                  </a:lnTo>
                  <a:lnTo>
                    <a:pt x="307" y="238"/>
                  </a:lnTo>
                  <a:lnTo>
                    <a:pt x="311" y="238"/>
                  </a:lnTo>
                  <a:lnTo>
                    <a:pt x="315" y="245"/>
                  </a:lnTo>
                  <a:lnTo>
                    <a:pt x="318" y="249"/>
                  </a:lnTo>
                  <a:lnTo>
                    <a:pt x="318" y="249"/>
                  </a:lnTo>
                  <a:lnTo>
                    <a:pt x="326" y="249"/>
                  </a:lnTo>
                  <a:lnTo>
                    <a:pt x="326" y="249"/>
                  </a:lnTo>
                  <a:lnTo>
                    <a:pt x="329" y="249"/>
                  </a:lnTo>
                  <a:lnTo>
                    <a:pt x="333" y="256"/>
                  </a:lnTo>
                  <a:lnTo>
                    <a:pt x="337" y="260"/>
                  </a:lnTo>
                  <a:lnTo>
                    <a:pt x="340" y="256"/>
                  </a:lnTo>
                  <a:lnTo>
                    <a:pt x="344" y="256"/>
                  </a:lnTo>
                  <a:lnTo>
                    <a:pt x="348" y="256"/>
                  </a:lnTo>
                  <a:lnTo>
                    <a:pt x="348" y="256"/>
                  </a:lnTo>
                  <a:lnTo>
                    <a:pt x="355" y="252"/>
                  </a:lnTo>
                  <a:lnTo>
                    <a:pt x="355" y="252"/>
                  </a:lnTo>
                  <a:lnTo>
                    <a:pt x="363" y="252"/>
                  </a:lnTo>
                  <a:lnTo>
                    <a:pt x="366" y="252"/>
                  </a:lnTo>
                  <a:lnTo>
                    <a:pt x="370" y="249"/>
                  </a:lnTo>
                  <a:lnTo>
                    <a:pt x="374" y="249"/>
                  </a:lnTo>
                  <a:lnTo>
                    <a:pt x="378" y="252"/>
                  </a:lnTo>
                  <a:lnTo>
                    <a:pt x="378" y="249"/>
                  </a:lnTo>
                  <a:lnTo>
                    <a:pt x="381" y="249"/>
                  </a:lnTo>
                  <a:lnTo>
                    <a:pt x="378" y="252"/>
                  </a:lnTo>
                  <a:lnTo>
                    <a:pt x="378" y="252"/>
                  </a:lnTo>
                  <a:lnTo>
                    <a:pt x="381" y="256"/>
                  </a:lnTo>
                  <a:lnTo>
                    <a:pt x="385" y="256"/>
                  </a:lnTo>
                  <a:lnTo>
                    <a:pt x="385" y="256"/>
                  </a:lnTo>
                  <a:lnTo>
                    <a:pt x="385" y="256"/>
                  </a:lnTo>
                  <a:lnTo>
                    <a:pt x="389" y="252"/>
                  </a:lnTo>
                  <a:lnTo>
                    <a:pt x="389" y="249"/>
                  </a:lnTo>
                  <a:lnTo>
                    <a:pt x="392" y="245"/>
                  </a:lnTo>
                  <a:lnTo>
                    <a:pt x="389" y="249"/>
                  </a:lnTo>
                  <a:lnTo>
                    <a:pt x="389" y="245"/>
                  </a:lnTo>
                  <a:lnTo>
                    <a:pt x="396" y="241"/>
                  </a:lnTo>
                  <a:lnTo>
                    <a:pt x="396" y="241"/>
                  </a:lnTo>
                  <a:lnTo>
                    <a:pt x="400" y="238"/>
                  </a:lnTo>
                  <a:lnTo>
                    <a:pt x="400" y="234"/>
                  </a:lnTo>
                  <a:lnTo>
                    <a:pt x="407" y="226"/>
                  </a:lnTo>
                  <a:lnTo>
                    <a:pt x="407" y="226"/>
                  </a:lnTo>
                  <a:lnTo>
                    <a:pt x="407" y="219"/>
                  </a:lnTo>
                  <a:lnTo>
                    <a:pt x="411" y="212"/>
                  </a:lnTo>
                  <a:lnTo>
                    <a:pt x="411" y="212"/>
                  </a:lnTo>
                  <a:lnTo>
                    <a:pt x="411" y="208"/>
                  </a:lnTo>
                  <a:lnTo>
                    <a:pt x="422" y="208"/>
                  </a:lnTo>
                  <a:lnTo>
                    <a:pt x="433" y="208"/>
                  </a:lnTo>
                  <a:lnTo>
                    <a:pt x="437" y="204"/>
                  </a:lnTo>
                  <a:lnTo>
                    <a:pt x="440" y="204"/>
                  </a:lnTo>
                  <a:lnTo>
                    <a:pt x="440" y="204"/>
                  </a:lnTo>
                  <a:lnTo>
                    <a:pt x="444" y="204"/>
                  </a:lnTo>
                  <a:lnTo>
                    <a:pt x="444" y="201"/>
                  </a:lnTo>
                  <a:lnTo>
                    <a:pt x="452" y="201"/>
                  </a:lnTo>
                  <a:lnTo>
                    <a:pt x="459" y="204"/>
                  </a:lnTo>
                  <a:lnTo>
                    <a:pt x="463" y="204"/>
                  </a:lnTo>
                  <a:lnTo>
                    <a:pt x="463" y="201"/>
                  </a:lnTo>
                  <a:lnTo>
                    <a:pt x="463" y="201"/>
                  </a:lnTo>
                  <a:lnTo>
                    <a:pt x="470" y="204"/>
                  </a:lnTo>
                  <a:lnTo>
                    <a:pt x="470" y="208"/>
                  </a:lnTo>
                  <a:lnTo>
                    <a:pt x="466" y="212"/>
                  </a:lnTo>
                  <a:lnTo>
                    <a:pt x="463" y="219"/>
                  </a:lnTo>
                  <a:lnTo>
                    <a:pt x="455" y="223"/>
                  </a:lnTo>
                  <a:lnTo>
                    <a:pt x="455" y="226"/>
                  </a:lnTo>
                  <a:lnTo>
                    <a:pt x="455" y="230"/>
                  </a:lnTo>
                  <a:lnTo>
                    <a:pt x="452" y="234"/>
                  </a:lnTo>
                  <a:lnTo>
                    <a:pt x="448" y="234"/>
                  </a:lnTo>
                  <a:lnTo>
                    <a:pt x="452" y="234"/>
                  </a:lnTo>
                  <a:lnTo>
                    <a:pt x="455" y="234"/>
                  </a:lnTo>
                  <a:lnTo>
                    <a:pt x="455" y="238"/>
                  </a:lnTo>
                  <a:lnTo>
                    <a:pt x="452" y="241"/>
                  </a:lnTo>
                  <a:lnTo>
                    <a:pt x="452" y="241"/>
                  </a:lnTo>
                  <a:lnTo>
                    <a:pt x="452" y="241"/>
                  </a:lnTo>
                  <a:lnTo>
                    <a:pt x="452" y="241"/>
                  </a:lnTo>
                  <a:lnTo>
                    <a:pt x="455" y="241"/>
                  </a:lnTo>
                  <a:lnTo>
                    <a:pt x="452" y="245"/>
                  </a:lnTo>
                  <a:lnTo>
                    <a:pt x="452" y="252"/>
                  </a:lnTo>
                  <a:lnTo>
                    <a:pt x="448" y="256"/>
                  </a:lnTo>
                  <a:lnTo>
                    <a:pt x="448" y="260"/>
                  </a:lnTo>
                  <a:lnTo>
                    <a:pt x="444" y="256"/>
                  </a:lnTo>
                  <a:lnTo>
                    <a:pt x="440" y="252"/>
                  </a:lnTo>
                  <a:lnTo>
                    <a:pt x="440" y="252"/>
                  </a:lnTo>
                  <a:lnTo>
                    <a:pt x="444" y="252"/>
                  </a:lnTo>
                  <a:lnTo>
                    <a:pt x="444" y="249"/>
                  </a:lnTo>
                  <a:lnTo>
                    <a:pt x="440" y="249"/>
                  </a:lnTo>
                  <a:lnTo>
                    <a:pt x="437" y="252"/>
                  </a:lnTo>
                  <a:lnTo>
                    <a:pt x="437" y="256"/>
                  </a:lnTo>
                  <a:lnTo>
                    <a:pt x="437" y="256"/>
                  </a:lnTo>
                  <a:lnTo>
                    <a:pt x="433" y="256"/>
                  </a:lnTo>
                  <a:lnTo>
                    <a:pt x="433" y="256"/>
                  </a:lnTo>
                  <a:lnTo>
                    <a:pt x="433" y="256"/>
                  </a:lnTo>
                  <a:lnTo>
                    <a:pt x="429" y="260"/>
                  </a:lnTo>
                  <a:lnTo>
                    <a:pt x="429" y="260"/>
                  </a:lnTo>
                  <a:lnTo>
                    <a:pt x="429" y="264"/>
                  </a:lnTo>
                  <a:lnTo>
                    <a:pt x="426" y="264"/>
                  </a:lnTo>
                  <a:lnTo>
                    <a:pt x="426" y="264"/>
                  </a:lnTo>
                  <a:lnTo>
                    <a:pt x="426" y="264"/>
                  </a:lnTo>
                  <a:lnTo>
                    <a:pt x="426" y="260"/>
                  </a:lnTo>
                  <a:lnTo>
                    <a:pt x="422" y="260"/>
                  </a:lnTo>
                  <a:lnTo>
                    <a:pt x="422" y="264"/>
                  </a:lnTo>
                  <a:lnTo>
                    <a:pt x="422" y="264"/>
                  </a:lnTo>
                  <a:lnTo>
                    <a:pt x="392" y="264"/>
                  </a:lnTo>
                  <a:lnTo>
                    <a:pt x="392" y="271"/>
                  </a:lnTo>
                  <a:lnTo>
                    <a:pt x="385" y="271"/>
                  </a:lnTo>
                  <a:lnTo>
                    <a:pt x="389" y="275"/>
                  </a:lnTo>
                  <a:lnTo>
                    <a:pt x="389" y="275"/>
                  </a:lnTo>
                  <a:lnTo>
                    <a:pt x="392" y="278"/>
                  </a:lnTo>
                  <a:lnTo>
                    <a:pt x="392" y="278"/>
                  </a:lnTo>
                  <a:lnTo>
                    <a:pt x="396" y="278"/>
                  </a:lnTo>
                  <a:lnTo>
                    <a:pt x="396" y="282"/>
                  </a:lnTo>
                  <a:lnTo>
                    <a:pt x="396" y="286"/>
                  </a:lnTo>
                  <a:lnTo>
                    <a:pt x="400" y="286"/>
                  </a:lnTo>
                  <a:lnTo>
                    <a:pt x="400" y="286"/>
                  </a:lnTo>
                  <a:lnTo>
                    <a:pt x="403" y="286"/>
                  </a:lnTo>
                  <a:lnTo>
                    <a:pt x="403" y="290"/>
                  </a:lnTo>
                  <a:lnTo>
                    <a:pt x="400" y="290"/>
                  </a:lnTo>
                  <a:lnTo>
                    <a:pt x="381" y="290"/>
                  </a:lnTo>
                  <a:lnTo>
                    <a:pt x="370" y="304"/>
                  </a:lnTo>
                  <a:lnTo>
                    <a:pt x="370" y="308"/>
                  </a:lnTo>
                  <a:lnTo>
                    <a:pt x="370" y="308"/>
                  </a:lnTo>
                  <a:lnTo>
                    <a:pt x="370" y="308"/>
                  </a:lnTo>
                  <a:lnTo>
                    <a:pt x="370" y="312"/>
                  </a:lnTo>
                  <a:lnTo>
                    <a:pt x="374" y="312"/>
                  </a:lnTo>
                  <a:lnTo>
                    <a:pt x="370" y="312"/>
                  </a:lnTo>
                  <a:lnTo>
                    <a:pt x="370" y="312"/>
                  </a:lnTo>
                  <a:lnTo>
                    <a:pt x="370" y="316"/>
                  </a:lnTo>
                  <a:lnTo>
                    <a:pt x="370" y="316"/>
                  </a:lnTo>
                  <a:lnTo>
                    <a:pt x="366" y="312"/>
                  </a:lnTo>
                  <a:lnTo>
                    <a:pt x="363" y="308"/>
                  </a:lnTo>
                  <a:lnTo>
                    <a:pt x="363" y="308"/>
                  </a:lnTo>
                  <a:lnTo>
                    <a:pt x="359" y="304"/>
                  </a:lnTo>
                  <a:lnTo>
                    <a:pt x="348" y="297"/>
                  </a:lnTo>
                  <a:lnTo>
                    <a:pt x="344" y="297"/>
                  </a:lnTo>
                  <a:lnTo>
                    <a:pt x="344" y="293"/>
                  </a:lnTo>
                  <a:lnTo>
                    <a:pt x="344" y="290"/>
                  </a:lnTo>
                  <a:lnTo>
                    <a:pt x="340" y="290"/>
                  </a:lnTo>
                  <a:lnTo>
                    <a:pt x="337" y="290"/>
                  </a:lnTo>
                  <a:lnTo>
                    <a:pt x="337" y="290"/>
                  </a:lnTo>
                  <a:lnTo>
                    <a:pt x="333" y="290"/>
                  </a:lnTo>
                  <a:lnTo>
                    <a:pt x="333" y="290"/>
                  </a:lnTo>
                  <a:lnTo>
                    <a:pt x="340" y="290"/>
                  </a:lnTo>
                  <a:lnTo>
                    <a:pt x="344" y="293"/>
                  </a:lnTo>
                  <a:lnTo>
                    <a:pt x="344" y="297"/>
                  </a:lnTo>
                  <a:lnTo>
                    <a:pt x="340" y="293"/>
                  </a:lnTo>
                  <a:lnTo>
                    <a:pt x="337" y="290"/>
                  </a:lnTo>
                  <a:lnTo>
                    <a:pt x="333" y="290"/>
                  </a:lnTo>
                  <a:lnTo>
                    <a:pt x="333" y="290"/>
                  </a:lnTo>
                  <a:lnTo>
                    <a:pt x="329" y="290"/>
                  </a:lnTo>
                  <a:lnTo>
                    <a:pt x="329" y="290"/>
                  </a:lnTo>
                  <a:lnTo>
                    <a:pt x="333" y="290"/>
                  </a:lnTo>
                  <a:lnTo>
                    <a:pt x="333" y="286"/>
                  </a:lnTo>
                  <a:lnTo>
                    <a:pt x="329" y="286"/>
                  </a:lnTo>
                  <a:lnTo>
                    <a:pt x="329" y="290"/>
                  </a:lnTo>
                  <a:lnTo>
                    <a:pt x="329" y="286"/>
                  </a:lnTo>
                  <a:lnTo>
                    <a:pt x="326" y="286"/>
                  </a:lnTo>
                  <a:lnTo>
                    <a:pt x="322" y="290"/>
                  </a:lnTo>
                  <a:lnTo>
                    <a:pt x="322" y="290"/>
                  </a:lnTo>
                  <a:lnTo>
                    <a:pt x="326" y="290"/>
                  </a:lnTo>
                  <a:lnTo>
                    <a:pt x="329" y="290"/>
                  </a:lnTo>
                  <a:lnTo>
                    <a:pt x="329" y="290"/>
                  </a:lnTo>
                  <a:lnTo>
                    <a:pt x="329" y="290"/>
                  </a:lnTo>
                  <a:lnTo>
                    <a:pt x="322" y="290"/>
                  </a:lnTo>
                  <a:lnTo>
                    <a:pt x="322" y="290"/>
                  </a:lnTo>
                  <a:lnTo>
                    <a:pt x="315" y="293"/>
                  </a:lnTo>
                  <a:lnTo>
                    <a:pt x="311" y="293"/>
                  </a:lnTo>
                  <a:lnTo>
                    <a:pt x="303" y="297"/>
                  </a:lnTo>
                  <a:lnTo>
                    <a:pt x="300" y="297"/>
                  </a:lnTo>
                  <a:lnTo>
                    <a:pt x="292" y="293"/>
                  </a:lnTo>
                  <a:lnTo>
                    <a:pt x="289" y="293"/>
                  </a:lnTo>
                  <a:lnTo>
                    <a:pt x="281" y="293"/>
                  </a:lnTo>
                  <a:lnTo>
                    <a:pt x="278" y="290"/>
                  </a:lnTo>
                  <a:lnTo>
                    <a:pt x="274" y="290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66" y="286"/>
                  </a:lnTo>
                  <a:lnTo>
                    <a:pt x="263" y="286"/>
                  </a:lnTo>
                  <a:lnTo>
                    <a:pt x="263" y="282"/>
                  </a:lnTo>
                  <a:lnTo>
                    <a:pt x="259" y="286"/>
                  </a:lnTo>
                  <a:lnTo>
                    <a:pt x="255" y="282"/>
                  </a:lnTo>
                  <a:lnTo>
                    <a:pt x="252" y="282"/>
                  </a:lnTo>
                  <a:lnTo>
                    <a:pt x="248" y="278"/>
                  </a:lnTo>
                  <a:lnTo>
                    <a:pt x="244" y="278"/>
                  </a:lnTo>
                  <a:lnTo>
                    <a:pt x="237" y="275"/>
                  </a:lnTo>
                  <a:lnTo>
                    <a:pt x="229" y="275"/>
                  </a:lnTo>
                  <a:lnTo>
                    <a:pt x="226" y="271"/>
                  </a:lnTo>
                  <a:lnTo>
                    <a:pt x="222" y="267"/>
                  </a:lnTo>
                  <a:lnTo>
                    <a:pt x="215" y="264"/>
                  </a:lnTo>
                  <a:lnTo>
                    <a:pt x="215" y="260"/>
                  </a:lnTo>
                  <a:lnTo>
                    <a:pt x="211" y="260"/>
                  </a:lnTo>
                  <a:lnTo>
                    <a:pt x="211" y="260"/>
                  </a:lnTo>
                  <a:lnTo>
                    <a:pt x="207" y="260"/>
                  </a:lnTo>
                  <a:lnTo>
                    <a:pt x="200" y="260"/>
                  </a:lnTo>
                  <a:lnTo>
                    <a:pt x="200" y="260"/>
                  </a:lnTo>
                  <a:lnTo>
                    <a:pt x="196" y="256"/>
                  </a:lnTo>
                  <a:lnTo>
                    <a:pt x="196" y="260"/>
                  </a:lnTo>
                  <a:lnTo>
                    <a:pt x="192" y="256"/>
                  </a:lnTo>
                  <a:lnTo>
                    <a:pt x="189" y="252"/>
                  </a:lnTo>
                  <a:lnTo>
                    <a:pt x="185" y="249"/>
                  </a:lnTo>
                  <a:lnTo>
                    <a:pt x="181" y="245"/>
                  </a:lnTo>
                  <a:lnTo>
                    <a:pt x="178" y="245"/>
                  </a:lnTo>
                  <a:lnTo>
                    <a:pt x="178" y="245"/>
                  </a:lnTo>
                  <a:lnTo>
                    <a:pt x="181" y="241"/>
                  </a:lnTo>
                  <a:lnTo>
                    <a:pt x="178" y="241"/>
                  </a:lnTo>
                  <a:lnTo>
                    <a:pt x="174" y="241"/>
                  </a:lnTo>
                  <a:lnTo>
                    <a:pt x="170" y="241"/>
                  </a:lnTo>
                  <a:lnTo>
                    <a:pt x="166" y="238"/>
                  </a:lnTo>
                  <a:lnTo>
                    <a:pt x="166" y="238"/>
                  </a:lnTo>
                  <a:lnTo>
                    <a:pt x="163" y="238"/>
                  </a:lnTo>
                  <a:lnTo>
                    <a:pt x="163" y="234"/>
                  </a:lnTo>
                  <a:lnTo>
                    <a:pt x="159" y="230"/>
                  </a:lnTo>
                  <a:lnTo>
                    <a:pt x="159" y="230"/>
                  </a:lnTo>
                  <a:lnTo>
                    <a:pt x="159" y="226"/>
                  </a:lnTo>
                  <a:lnTo>
                    <a:pt x="155" y="223"/>
                  </a:lnTo>
                  <a:lnTo>
                    <a:pt x="155" y="219"/>
                  </a:lnTo>
                  <a:lnTo>
                    <a:pt x="159" y="219"/>
                  </a:lnTo>
                  <a:lnTo>
                    <a:pt x="163" y="219"/>
                  </a:lnTo>
                  <a:lnTo>
                    <a:pt x="163" y="219"/>
                  </a:lnTo>
                  <a:lnTo>
                    <a:pt x="159" y="215"/>
                  </a:lnTo>
                  <a:lnTo>
                    <a:pt x="159" y="215"/>
                  </a:lnTo>
                  <a:lnTo>
                    <a:pt x="159" y="215"/>
                  </a:lnTo>
                  <a:lnTo>
                    <a:pt x="163" y="212"/>
                  </a:lnTo>
                  <a:lnTo>
                    <a:pt x="166" y="208"/>
                  </a:lnTo>
                  <a:lnTo>
                    <a:pt x="166" y="204"/>
                  </a:lnTo>
                  <a:lnTo>
                    <a:pt x="163" y="197"/>
                  </a:lnTo>
                  <a:lnTo>
                    <a:pt x="159" y="193"/>
                  </a:lnTo>
                  <a:lnTo>
                    <a:pt x="159" y="189"/>
                  </a:lnTo>
                  <a:lnTo>
                    <a:pt x="159" y="189"/>
                  </a:lnTo>
                  <a:lnTo>
                    <a:pt x="159" y="186"/>
                  </a:lnTo>
                  <a:lnTo>
                    <a:pt x="152" y="178"/>
                  </a:lnTo>
                  <a:lnTo>
                    <a:pt x="152" y="175"/>
                  </a:lnTo>
                  <a:lnTo>
                    <a:pt x="148" y="171"/>
                  </a:lnTo>
                  <a:lnTo>
                    <a:pt x="144" y="163"/>
                  </a:lnTo>
                  <a:lnTo>
                    <a:pt x="141" y="160"/>
                  </a:lnTo>
                  <a:lnTo>
                    <a:pt x="133" y="156"/>
                  </a:lnTo>
                  <a:lnTo>
                    <a:pt x="133" y="152"/>
                  </a:lnTo>
                  <a:lnTo>
                    <a:pt x="133" y="152"/>
                  </a:lnTo>
                  <a:lnTo>
                    <a:pt x="129" y="149"/>
                  </a:lnTo>
                  <a:lnTo>
                    <a:pt x="126" y="149"/>
                  </a:lnTo>
                  <a:lnTo>
                    <a:pt x="126" y="149"/>
                  </a:lnTo>
                  <a:lnTo>
                    <a:pt x="126" y="149"/>
                  </a:lnTo>
                  <a:lnTo>
                    <a:pt x="129" y="145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6" y="137"/>
                  </a:lnTo>
                  <a:lnTo>
                    <a:pt x="122" y="137"/>
                  </a:lnTo>
                  <a:lnTo>
                    <a:pt x="118" y="137"/>
                  </a:lnTo>
                  <a:lnTo>
                    <a:pt x="111" y="134"/>
                  </a:lnTo>
                  <a:lnTo>
                    <a:pt x="111" y="130"/>
                  </a:lnTo>
                  <a:lnTo>
                    <a:pt x="107" y="130"/>
                  </a:lnTo>
                  <a:lnTo>
                    <a:pt x="104" y="130"/>
                  </a:lnTo>
                  <a:lnTo>
                    <a:pt x="104" y="126"/>
                  </a:lnTo>
                  <a:lnTo>
                    <a:pt x="107" y="123"/>
                  </a:lnTo>
                  <a:lnTo>
                    <a:pt x="107" y="119"/>
                  </a:lnTo>
                  <a:lnTo>
                    <a:pt x="111" y="119"/>
                  </a:lnTo>
                  <a:lnTo>
                    <a:pt x="115" y="119"/>
                  </a:lnTo>
                  <a:lnTo>
                    <a:pt x="115" y="119"/>
                  </a:lnTo>
                  <a:lnTo>
                    <a:pt x="115" y="115"/>
                  </a:lnTo>
                  <a:lnTo>
                    <a:pt x="115" y="115"/>
                  </a:lnTo>
                  <a:lnTo>
                    <a:pt x="111" y="115"/>
                  </a:lnTo>
                  <a:lnTo>
                    <a:pt x="111" y="115"/>
                  </a:lnTo>
                  <a:lnTo>
                    <a:pt x="107" y="111"/>
                  </a:lnTo>
                  <a:lnTo>
                    <a:pt x="107" y="111"/>
                  </a:lnTo>
                  <a:lnTo>
                    <a:pt x="104" y="111"/>
                  </a:lnTo>
                  <a:lnTo>
                    <a:pt x="100" y="111"/>
                  </a:lnTo>
                  <a:lnTo>
                    <a:pt x="100" y="108"/>
                  </a:lnTo>
                  <a:lnTo>
                    <a:pt x="100" y="104"/>
                  </a:lnTo>
                  <a:lnTo>
                    <a:pt x="100" y="104"/>
                  </a:lnTo>
                  <a:lnTo>
                    <a:pt x="96" y="104"/>
                  </a:lnTo>
                  <a:lnTo>
                    <a:pt x="89" y="100"/>
                  </a:lnTo>
                  <a:lnTo>
                    <a:pt x="89" y="97"/>
                  </a:lnTo>
                  <a:lnTo>
                    <a:pt x="92" y="93"/>
                  </a:lnTo>
                  <a:lnTo>
                    <a:pt x="92" y="89"/>
                  </a:lnTo>
                  <a:lnTo>
                    <a:pt x="89" y="89"/>
                  </a:lnTo>
                  <a:lnTo>
                    <a:pt x="89" y="89"/>
                  </a:lnTo>
                  <a:lnTo>
                    <a:pt x="85" y="89"/>
                  </a:lnTo>
                  <a:lnTo>
                    <a:pt x="85" y="89"/>
                  </a:lnTo>
                  <a:lnTo>
                    <a:pt x="81" y="89"/>
                  </a:lnTo>
                  <a:lnTo>
                    <a:pt x="81" y="86"/>
                  </a:lnTo>
                  <a:lnTo>
                    <a:pt x="81" y="82"/>
                  </a:lnTo>
                  <a:lnTo>
                    <a:pt x="78" y="78"/>
                  </a:lnTo>
                  <a:lnTo>
                    <a:pt x="78" y="78"/>
                  </a:lnTo>
                  <a:lnTo>
                    <a:pt x="74" y="78"/>
                  </a:lnTo>
                  <a:lnTo>
                    <a:pt x="74" y="74"/>
                  </a:lnTo>
                  <a:lnTo>
                    <a:pt x="74" y="71"/>
                  </a:lnTo>
                  <a:lnTo>
                    <a:pt x="70" y="71"/>
                  </a:lnTo>
                  <a:lnTo>
                    <a:pt x="70" y="67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6" y="60"/>
                  </a:lnTo>
                  <a:lnTo>
                    <a:pt x="63" y="56"/>
                  </a:lnTo>
                  <a:lnTo>
                    <a:pt x="63" y="52"/>
                  </a:lnTo>
                  <a:lnTo>
                    <a:pt x="63" y="52"/>
                  </a:lnTo>
                  <a:lnTo>
                    <a:pt x="63" y="48"/>
                  </a:lnTo>
                  <a:lnTo>
                    <a:pt x="59" y="45"/>
                  </a:lnTo>
                  <a:lnTo>
                    <a:pt x="59" y="41"/>
                  </a:lnTo>
                  <a:lnTo>
                    <a:pt x="59" y="37"/>
                  </a:lnTo>
                  <a:lnTo>
                    <a:pt x="59" y="34"/>
                  </a:lnTo>
                  <a:lnTo>
                    <a:pt x="59" y="30"/>
                  </a:lnTo>
                  <a:lnTo>
                    <a:pt x="59" y="30"/>
                  </a:lnTo>
                  <a:lnTo>
                    <a:pt x="55" y="26"/>
                  </a:lnTo>
                  <a:lnTo>
                    <a:pt x="55" y="26"/>
                  </a:lnTo>
                  <a:lnTo>
                    <a:pt x="52" y="26"/>
                  </a:lnTo>
                  <a:lnTo>
                    <a:pt x="52" y="22"/>
                  </a:lnTo>
                  <a:lnTo>
                    <a:pt x="48" y="26"/>
                  </a:lnTo>
                  <a:lnTo>
                    <a:pt x="44" y="26"/>
                  </a:lnTo>
                  <a:lnTo>
                    <a:pt x="44" y="22"/>
                  </a:lnTo>
                  <a:lnTo>
                    <a:pt x="41" y="19"/>
                  </a:lnTo>
                  <a:lnTo>
                    <a:pt x="37" y="19"/>
                  </a:lnTo>
                  <a:lnTo>
                    <a:pt x="33" y="15"/>
                  </a:lnTo>
                  <a:lnTo>
                    <a:pt x="37" y="19"/>
                  </a:lnTo>
                  <a:lnTo>
                    <a:pt x="37" y="19"/>
                  </a:lnTo>
                  <a:lnTo>
                    <a:pt x="33" y="26"/>
                  </a:lnTo>
                  <a:lnTo>
                    <a:pt x="33" y="30"/>
                  </a:lnTo>
                  <a:lnTo>
                    <a:pt x="33" y="34"/>
                  </a:lnTo>
                  <a:lnTo>
                    <a:pt x="33" y="45"/>
                  </a:lnTo>
                  <a:lnTo>
                    <a:pt x="33" y="48"/>
                  </a:lnTo>
                  <a:lnTo>
                    <a:pt x="33" y="48"/>
                  </a:lnTo>
                  <a:lnTo>
                    <a:pt x="37" y="52"/>
                  </a:lnTo>
                  <a:lnTo>
                    <a:pt x="37" y="56"/>
                  </a:lnTo>
                  <a:lnTo>
                    <a:pt x="41" y="56"/>
                  </a:lnTo>
                  <a:lnTo>
                    <a:pt x="41" y="60"/>
                  </a:lnTo>
                  <a:lnTo>
                    <a:pt x="44" y="63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71"/>
                  </a:lnTo>
                  <a:lnTo>
                    <a:pt x="48" y="71"/>
                  </a:lnTo>
                  <a:lnTo>
                    <a:pt x="52" y="74"/>
                  </a:lnTo>
                  <a:lnTo>
                    <a:pt x="52" y="78"/>
                  </a:lnTo>
                  <a:lnTo>
                    <a:pt x="52" y="78"/>
                  </a:lnTo>
                  <a:lnTo>
                    <a:pt x="55" y="78"/>
                  </a:lnTo>
                  <a:lnTo>
                    <a:pt x="59" y="82"/>
                  </a:lnTo>
                  <a:lnTo>
                    <a:pt x="55" y="86"/>
                  </a:lnTo>
                  <a:lnTo>
                    <a:pt x="55" y="89"/>
                  </a:lnTo>
                  <a:lnTo>
                    <a:pt x="59" y="93"/>
                  </a:lnTo>
                  <a:lnTo>
                    <a:pt x="63" y="93"/>
                  </a:lnTo>
                  <a:lnTo>
                    <a:pt x="63" y="97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66" y="104"/>
                  </a:lnTo>
                  <a:lnTo>
                    <a:pt x="66" y="104"/>
                  </a:lnTo>
                  <a:lnTo>
                    <a:pt x="66" y="108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0" y="108"/>
                  </a:lnTo>
                  <a:lnTo>
                    <a:pt x="70" y="108"/>
                  </a:lnTo>
                  <a:lnTo>
                    <a:pt x="70" y="108"/>
                  </a:lnTo>
                  <a:lnTo>
                    <a:pt x="74" y="111"/>
                  </a:lnTo>
                  <a:lnTo>
                    <a:pt x="74" y="111"/>
                  </a:lnTo>
                  <a:lnTo>
                    <a:pt x="78" y="119"/>
                  </a:lnTo>
                  <a:lnTo>
                    <a:pt x="74" y="123"/>
                  </a:lnTo>
                  <a:lnTo>
                    <a:pt x="74" y="126"/>
                  </a:lnTo>
                  <a:lnTo>
                    <a:pt x="78" y="126"/>
                  </a:lnTo>
                  <a:lnTo>
                    <a:pt x="78" y="130"/>
                  </a:lnTo>
                  <a:lnTo>
                    <a:pt x="78" y="130"/>
                  </a:lnTo>
                  <a:lnTo>
                    <a:pt x="78" y="134"/>
                  </a:lnTo>
                  <a:lnTo>
                    <a:pt x="81" y="134"/>
                  </a:lnTo>
                  <a:lnTo>
                    <a:pt x="81" y="137"/>
                  </a:lnTo>
                  <a:lnTo>
                    <a:pt x="78" y="137"/>
                  </a:lnTo>
                  <a:lnTo>
                    <a:pt x="81" y="141"/>
                  </a:lnTo>
                  <a:lnTo>
                    <a:pt x="81" y="145"/>
                  </a:lnTo>
                  <a:lnTo>
                    <a:pt x="81" y="149"/>
                  </a:lnTo>
                  <a:lnTo>
                    <a:pt x="81" y="149"/>
                  </a:lnTo>
                  <a:lnTo>
                    <a:pt x="85" y="152"/>
                  </a:lnTo>
                  <a:lnTo>
                    <a:pt x="85" y="156"/>
                  </a:lnTo>
                  <a:lnTo>
                    <a:pt x="85" y="156"/>
                  </a:lnTo>
                  <a:lnTo>
                    <a:pt x="89" y="156"/>
                  </a:lnTo>
                  <a:lnTo>
                    <a:pt x="89" y="152"/>
                  </a:lnTo>
                  <a:lnTo>
                    <a:pt x="89" y="152"/>
                  </a:lnTo>
                  <a:lnTo>
                    <a:pt x="89" y="152"/>
                  </a:lnTo>
                  <a:lnTo>
                    <a:pt x="92" y="156"/>
                  </a:lnTo>
                  <a:lnTo>
                    <a:pt x="92" y="156"/>
                  </a:lnTo>
                  <a:lnTo>
                    <a:pt x="96" y="160"/>
                  </a:lnTo>
                  <a:lnTo>
                    <a:pt x="96" y="163"/>
                  </a:lnTo>
                  <a:lnTo>
                    <a:pt x="96" y="163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0" y="171"/>
                  </a:lnTo>
                  <a:lnTo>
                    <a:pt x="96" y="175"/>
                  </a:lnTo>
                  <a:lnTo>
                    <a:pt x="92" y="178"/>
                  </a:lnTo>
                  <a:lnTo>
                    <a:pt x="89" y="175"/>
                  </a:lnTo>
                  <a:lnTo>
                    <a:pt x="89" y="175"/>
                  </a:lnTo>
                  <a:lnTo>
                    <a:pt x="89" y="171"/>
                  </a:lnTo>
                  <a:lnTo>
                    <a:pt x="89" y="171"/>
                  </a:lnTo>
                  <a:lnTo>
                    <a:pt x="85" y="167"/>
                  </a:lnTo>
                  <a:lnTo>
                    <a:pt x="85" y="163"/>
                  </a:lnTo>
                  <a:lnTo>
                    <a:pt x="81" y="163"/>
                  </a:lnTo>
                  <a:lnTo>
                    <a:pt x="78" y="160"/>
                  </a:lnTo>
                  <a:lnTo>
                    <a:pt x="78" y="160"/>
                  </a:lnTo>
                  <a:lnTo>
                    <a:pt x="74" y="156"/>
                  </a:lnTo>
                  <a:lnTo>
                    <a:pt x="70" y="152"/>
                  </a:lnTo>
                  <a:lnTo>
                    <a:pt x="66" y="149"/>
                  </a:lnTo>
                  <a:lnTo>
                    <a:pt x="63" y="149"/>
                  </a:lnTo>
                  <a:lnTo>
                    <a:pt x="63" y="145"/>
                  </a:lnTo>
                  <a:lnTo>
                    <a:pt x="63" y="145"/>
                  </a:lnTo>
                  <a:lnTo>
                    <a:pt x="59" y="145"/>
                  </a:lnTo>
                  <a:lnTo>
                    <a:pt x="59" y="141"/>
                  </a:lnTo>
                  <a:lnTo>
                    <a:pt x="59" y="137"/>
                  </a:lnTo>
                  <a:lnTo>
                    <a:pt x="63" y="130"/>
                  </a:lnTo>
                  <a:lnTo>
                    <a:pt x="63" y="126"/>
                  </a:lnTo>
                  <a:lnTo>
                    <a:pt x="59" y="119"/>
                  </a:lnTo>
                  <a:lnTo>
                    <a:pt x="59" y="119"/>
                  </a:lnTo>
                  <a:lnTo>
                    <a:pt x="55" y="119"/>
                  </a:lnTo>
                  <a:lnTo>
                    <a:pt x="55" y="119"/>
                  </a:lnTo>
                  <a:lnTo>
                    <a:pt x="48" y="111"/>
                  </a:lnTo>
                  <a:lnTo>
                    <a:pt x="48" y="108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44" y="108"/>
                  </a:lnTo>
                  <a:lnTo>
                    <a:pt x="41" y="108"/>
                  </a:lnTo>
                  <a:lnTo>
                    <a:pt x="41" y="108"/>
                  </a:lnTo>
                  <a:lnTo>
                    <a:pt x="37" y="108"/>
                  </a:lnTo>
                  <a:lnTo>
                    <a:pt x="41" y="104"/>
                  </a:lnTo>
                  <a:lnTo>
                    <a:pt x="37" y="104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26" y="97"/>
                  </a:lnTo>
                  <a:lnTo>
                    <a:pt x="26" y="97"/>
                  </a:lnTo>
                  <a:lnTo>
                    <a:pt x="22" y="93"/>
                  </a:lnTo>
                  <a:lnTo>
                    <a:pt x="18" y="89"/>
                  </a:lnTo>
                  <a:lnTo>
                    <a:pt x="22" y="89"/>
                  </a:lnTo>
                  <a:lnTo>
                    <a:pt x="26" y="89"/>
                  </a:lnTo>
                  <a:lnTo>
                    <a:pt x="26" y="89"/>
                  </a:lnTo>
                  <a:lnTo>
                    <a:pt x="33" y="89"/>
                  </a:lnTo>
                  <a:lnTo>
                    <a:pt x="33" y="93"/>
                  </a:lnTo>
                  <a:lnTo>
                    <a:pt x="33" y="89"/>
                  </a:lnTo>
                  <a:lnTo>
                    <a:pt x="37" y="89"/>
                  </a:lnTo>
                  <a:lnTo>
                    <a:pt x="33" y="89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37" y="86"/>
                  </a:lnTo>
                  <a:lnTo>
                    <a:pt x="37" y="86"/>
                  </a:lnTo>
                  <a:lnTo>
                    <a:pt x="37" y="82"/>
                  </a:lnTo>
                  <a:lnTo>
                    <a:pt x="37" y="82"/>
                  </a:lnTo>
                  <a:lnTo>
                    <a:pt x="37" y="78"/>
                  </a:lnTo>
                  <a:lnTo>
                    <a:pt x="37" y="74"/>
                  </a:lnTo>
                  <a:lnTo>
                    <a:pt x="33" y="74"/>
                  </a:lnTo>
                  <a:lnTo>
                    <a:pt x="33" y="71"/>
                  </a:lnTo>
                  <a:lnTo>
                    <a:pt x="29" y="67"/>
                  </a:lnTo>
                  <a:lnTo>
                    <a:pt x="29" y="63"/>
                  </a:lnTo>
                  <a:lnTo>
                    <a:pt x="26" y="60"/>
                  </a:lnTo>
                  <a:lnTo>
                    <a:pt x="22" y="56"/>
                  </a:lnTo>
                  <a:lnTo>
                    <a:pt x="18" y="56"/>
                  </a:lnTo>
                  <a:lnTo>
                    <a:pt x="15" y="56"/>
                  </a:lnTo>
                  <a:lnTo>
                    <a:pt x="15" y="52"/>
                  </a:lnTo>
                  <a:lnTo>
                    <a:pt x="15" y="45"/>
                  </a:lnTo>
                  <a:lnTo>
                    <a:pt x="15" y="45"/>
                  </a:lnTo>
                  <a:lnTo>
                    <a:pt x="11" y="41"/>
                  </a:lnTo>
                  <a:lnTo>
                    <a:pt x="11" y="41"/>
                  </a:lnTo>
                  <a:lnTo>
                    <a:pt x="11" y="37"/>
                  </a:lnTo>
                  <a:lnTo>
                    <a:pt x="11" y="34"/>
                  </a:lnTo>
                  <a:lnTo>
                    <a:pt x="7" y="34"/>
                  </a:lnTo>
                  <a:lnTo>
                    <a:pt x="7" y="30"/>
                  </a:lnTo>
                  <a:lnTo>
                    <a:pt x="7" y="30"/>
                  </a:lnTo>
                  <a:lnTo>
                    <a:pt x="11" y="26"/>
                  </a:lnTo>
                  <a:lnTo>
                    <a:pt x="4" y="22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7" y="19"/>
                  </a:lnTo>
                  <a:lnTo>
                    <a:pt x="4" y="15"/>
                  </a:lnTo>
                  <a:lnTo>
                    <a:pt x="4" y="11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85" y="145"/>
                  </a:moveTo>
                  <a:lnTo>
                    <a:pt x="85" y="141"/>
                  </a:lnTo>
                  <a:lnTo>
                    <a:pt x="85" y="141"/>
                  </a:lnTo>
                  <a:lnTo>
                    <a:pt x="85" y="137"/>
                  </a:lnTo>
                  <a:lnTo>
                    <a:pt x="81" y="137"/>
                  </a:lnTo>
                  <a:lnTo>
                    <a:pt x="85" y="141"/>
                  </a:lnTo>
                  <a:lnTo>
                    <a:pt x="85" y="145"/>
                  </a:lnTo>
                  <a:lnTo>
                    <a:pt x="85" y="145"/>
                  </a:lnTo>
                  <a:close/>
                  <a:moveTo>
                    <a:pt x="89" y="149"/>
                  </a:moveTo>
                  <a:lnTo>
                    <a:pt x="89" y="152"/>
                  </a:lnTo>
                  <a:lnTo>
                    <a:pt x="89" y="152"/>
                  </a:lnTo>
                  <a:lnTo>
                    <a:pt x="89" y="149"/>
                  </a:lnTo>
                  <a:lnTo>
                    <a:pt x="89" y="149"/>
                  </a:lnTo>
                  <a:lnTo>
                    <a:pt x="89" y="149"/>
                  </a:lnTo>
                  <a:close/>
                  <a:moveTo>
                    <a:pt x="296" y="145"/>
                  </a:moveTo>
                  <a:lnTo>
                    <a:pt x="300" y="145"/>
                  </a:lnTo>
                  <a:lnTo>
                    <a:pt x="300" y="145"/>
                  </a:lnTo>
                  <a:lnTo>
                    <a:pt x="296" y="145"/>
                  </a:lnTo>
                  <a:lnTo>
                    <a:pt x="296" y="145"/>
                  </a:lnTo>
                  <a:lnTo>
                    <a:pt x="296" y="145"/>
                  </a:lnTo>
                  <a:close/>
                  <a:moveTo>
                    <a:pt x="296" y="149"/>
                  </a:moveTo>
                  <a:lnTo>
                    <a:pt x="296" y="149"/>
                  </a:lnTo>
                  <a:lnTo>
                    <a:pt x="296" y="149"/>
                  </a:lnTo>
                  <a:lnTo>
                    <a:pt x="296" y="149"/>
                  </a:lnTo>
                  <a:lnTo>
                    <a:pt x="296" y="149"/>
                  </a:lnTo>
                  <a:lnTo>
                    <a:pt x="296" y="149"/>
                  </a:lnTo>
                  <a:close/>
                  <a:moveTo>
                    <a:pt x="296" y="156"/>
                  </a:moveTo>
                  <a:lnTo>
                    <a:pt x="296" y="152"/>
                  </a:lnTo>
                  <a:lnTo>
                    <a:pt x="296" y="152"/>
                  </a:lnTo>
                  <a:lnTo>
                    <a:pt x="296" y="1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8" name="Freeform 177"/>
            <p:cNvSpPr>
              <a:spLocks noEditPoints="1"/>
            </p:cNvSpPr>
            <p:nvPr/>
          </p:nvSpPr>
          <p:spPr bwMode="auto">
            <a:xfrm>
              <a:off x="2749063" y="3075611"/>
              <a:ext cx="829877" cy="788705"/>
            </a:xfrm>
            <a:custGeom>
              <a:avLst/>
              <a:gdLst>
                <a:gd name="T0" fmla="*/ 103 w 174"/>
                <a:gd name="T1" fmla="*/ 22 h 165"/>
                <a:gd name="T2" fmla="*/ 105 w 174"/>
                <a:gd name="T3" fmla="*/ 21 h 165"/>
                <a:gd name="T4" fmla="*/ 106 w 174"/>
                <a:gd name="T5" fmla="*/ 21 h 165"/>
                <a:gd name="T6" fmla="*/ 109 w 174"/>
                <a:gd name="T7" fmla="*/ 22 h 165"/>
                <a:gd name="T8" fmla="*/ 100 w 174"/>
                <a:gd name="T9" fmla="*/ 5 h 165"/>
                <a:gd name="T10" fmla="*/ 94 w 174"/>
                <a:gd name="T11" fmla="*/ 12 h 165"/>
                <a:gd name="T12" fmla="*/ 88 w 174"/>
                <a:gd name="T13" fmla="*/ 13 h 165"/>
                <a:gd name="T14" fmla="*/ 79 w 174"/>
                <a:gd name="T15" fmla="*/ 12 h 165"/>
                <a:gd name="T16" fmla="*/ 75 w 174"/>
                <a:gd name="T17" fmla="*/ 13 h 165"/>
                <a:gd name="T18" fmla="*/ 64 w 174"/>
                <a:gd name="T19" fmla="*/ 15 h 165"/>
                <a:gd name="T20" fmla="*/ 64 w 174"/>
                <a:gd name="T21" fmla="*/ 5 h 165"/>
                <a:gd name="T22" fmla="*/ 59 w 174"/>
                <a:gd name="T23" fmla="*/ 0 h 165"/>
                <a:gd name="T24" fmla="*/ 44 w 174"/>
                <a:gd name="T25" fmla="*/ 6 h 165"/>
                <a:gd name="T26" fmla="*/ 47 w 174"/>
                <a:gd name="T27" fmla="*/ 12 h 165"/>
                <a:gd name="T28" fmla="*/ 30 w 174"/>
                <a:gd name="T29" fmla="*/ 17 h 165"/>
                <a:gd name="T30" fmla="*/ 18 w 174"/>
                <a:gd name="T31" fmla="*/ 16 h 165"/>
                <a:gd name="T32" fmla="*/ 20 w 174"/>
                <a:gd name="T33" fmla="*/ 28 h 165"/>
                <a:gd name="T34" fmla="*/ 10 w 174"/>
                <a:gd name="T35" fmla="*/ 40 h 165"/>
                <a:gd name="T36" fmla="*/ 3 w 174"/>
                <a:gd name="T37" fmla="*/ 49 h 165"/>
                <a:gd name="T38" fmla="*/ 5 w 174"/>
                <a:gd name="T39" fmla="*/ 60 h 165"/>
                <a:gd name="T40" fmla="*/ 16 w 174"/>
                <a:gd name="T41" fmla="*/ 67 h 165"/>
                <a:gd name="T42" fmla="*/ 27 w 174"/>
                <a:gd name="T43" fmla="*/ 66 h 165"/>
                <a:gd name="T44" fmla="*/ 38 w 174"/>
                <a:gd name="T45" fmla="*/ 65 h 165"/>
                <a:gd name="T46" fmla="*/ 50 w 174"/>
                <a:gd name="T47" fmla="*/ 75 h 165"/>
                <a:gd name="T48" fmla="*/ 62 w 174"/>
                <a:gd name="T49" fmla="*/ 86 h 165"/>
                <a:gd name="T50" fmla="*/ 74 w 174"/>
                <a:gd name="T51" fmla="*/ 106 h 165"/>
                <a:gd name="T52" fmla="*/ 84 w 174"/>
                <a:gd name="T53" fmla="*/ 114 h 165"/>
                <a:gd name="T54" fmla="*/ 90 w 174"/>
                <a:gd name="T55" fmla="*/ 127 h 165"/>
                <a:gd name="T56" fmla="*/ 92 w 174"/>
                <a:gd name="T57" fmla="*/ 136 h 165"/>
                <a:gd name="T58" fmla="*/ 83 w 174"/>
                <a:gd name="T59" fmla="*/ 143 h 165"/>
                <a:gd name="T60" fmla="*/ 84 w 174"/>
                <a:gd name="T61" fmla="*/ 150 h 165"/>
                <a:gd name="T62" fmla="*/ 95 w 174"/>
                <a:gd name="T63" fmla="*/ 157 h 165"/>
                <a:gd name="T64" fmla="*/ 102 w 174"/>
                <a:gd name="T65" fmla="*/ 159 h 165"/>
                <a:gd name="T66" fmla="*/ 105 w 174"/>
                <a:gd name="T67" fmla="*/ 152 h 165"/>
                <a:gd name="T68" fmla="*/ 108 w 174"/>
                <a:gd name="T69" fmla="*/ 149 h 165"/>
                <a:gd name="T70" fmla="*/ 104 w 174"/>
                <a:gd name="T71" fmla="*/ 156 h 165"/>
                <a:gd name="T72" fmla="*/ 116 w 174"/>
                <a:gd name="T73" fmla="*/ 140 h 165"/>
                <a:gd name="T74" fmla="*/ 116 w 174"/>
                <a:gd name="T75" fmla="*/ 133 h 165"/>
                <a:gd name="T76" fmla="*/ 119 w 174"/>
                <a:gd name="T77" fmla="*/ 126 h 165"/>
                <a:gd name="T78" fmla="*/ 131 w 174"/>
                <a:gd name="T79" fmla="*/ 119 h 165"/>
                <a:gd name="T80" fmla="*/ 136 w 174"/>
                <a:gd name="T81" fmla="*/ 115 h 165"/>
                <a:gd name="T82" fmla="*/ 141 w 174"/>
                <a:gd name="T83" fmla="*/ 116 h 165"/>
                <a:gd name="T84" fmla="*/ 149 w 174"/>
                <a:gd name="T85" fmla="*/ 109 h 165"/>
                <a:gd name="T86" fmla="*/ 154 w 174"/>
                <a:gd name="T87" fmla="*/ 96 h 165"/>
                <a:gd name="T88" fmla="*/ 156 w 174"/>
                <a:gd name="T89" fmla="*/ 78 h 165"/>
                <a:gd name="T90" fmla="*/ 155 w 174"/>
                <a:gd name="T91" fmla="*/ 73 h 165"/>
                <a:gd name="T92" fmla="*/ 161 w 174"/>
                <a:gd name="T93" fmla="*/ 71 h 165"/>
                <a:gd name="T94" fmla="*/ 173 w 174"/>
                <a:gd name="T95" fmla="*/ 56 h 165"/>
                <a:gd name="T96" fmla="*/ 168 w 174"/>
                <a:gd name="T97" fmla="*/ 42 h 165"/>
                <a:gd name="T98" fmla="*/ 151 w 174"/>
                <a:gd name="T99" fmla="*/ 33 h 165"/>
                <a:gd name="T100" fmla="*/ 142 w 174"/>
                <a:gd name="T101" fmla="*/ 33 h 165"/>
                <a:gd name="T102" fmla="*/ 134 w 174"/>
                <a:gd name="T103" fmla="*/ 32 h 165"/>
                <a:gd name="T104" fmla="*/ 130 w 174"/>
                <a:gd name="T105" fmla="*/ 35 h 165"/>
                <a:gd name="T106" fmla="*/ 126 w 174"/>
                <a:gd name="T107" fmla="*/ 29 h 165"/>
                <a:gd name="T108" fmla="*/ 120 w 174"/>
                <a:gd name="T109" fmla="*/ 25 h 165"/>
                <a:gd name="T110" fmla="*/ 113 w 174"/>
                <a:gd name="T111" fmla="*/ 27 h 165"/>
                <a:gd name="T112" fmla="*/ 107 w 174"/>
                <a:gd name="T113" fmla="*/ 33 h 165"/>
                <a:gd name="T114" fmla="*/ 105 w 174"/>
                <a:gd name="T115" fmla="*/ 29 h 165"/>
                <a:gd name="T116" fmla="*/ 113 w 174"/>
                <a:gd name="T117" fmla="*/ 24 h 165"/>
                <a:gd name="T118" fmla="*/ 104 w 174"/>
                <a:gd name="T119" fmla="*/ 25 h 165"/>
                <a:gd name="T120" fmla="*/ 99 w 174"/>
                <a:gd name="T121" fmla="*/ 25 h 165"/>
                <a:gd name="T122" fmla="*/ 106 w 174"/>
                <a:gd name="T123" fmla="*/ 17 h 165"/>
                <a:gd name="T124" fmla="*/ 102 w 174"/>
                <a:gd name="T125" fmla="*/ 9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74" h="165">
                  <a:moveTo>
                    <a:pt x="102" y="24"/>
                  </a:moveTo>
                  <a:cubicBezTo>
                    <a:pt x="102" y="24"/>
                    <a:pt x="102" y="24"/>
                    <a:pt x="102" y="24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2" y="24"/>
                    <a:pt x="102" y="24"/>
                    <a:pt x="102" y="24"/>
                  </a:cubicBezTo>
                  <a:close/>
                  <a:moveTo>
                    <a:pt x="101" y="24"/>
                  </a:moveTo>
                  <a:cubicBezTo>
                    <a:pt x="101" y="24"/>
                    <a:pt x="101" y="24"/>
                    <a:pt x="101" y="24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3" y="22"/>
                    <a:pt x="103" y="22"/>
                    <a:pt x="103" y="22"/>
                  </a:cubicBezTo>
                  <a:cubicBezTo>
                    <a:pt x="102" y="22"/>
                    <a:pt x="102" y="22"/>
                    <a:pt x="102" y="22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4"/>
                    <a:pt x="101" y="24"/>
                    <a:pt x="101" y="24"/>
                  </a:cubicBezTo>
                  <a:close/>
                  <a:moveTo>
                    <a:pt x="105" y="21"/>
                  </a:move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1"/>
                    <a:pt x="105" y="21"/>
                    <a:pt x="105" y="21"/>
                  </a:cubicBezTo>
                  <a:close/>
                  <a:moveTo>
                    <a:pt x="105" y="21"/>
                  </a:moveTo>
                  <a:cubicBezTo>
                    <a:pt x="104" y="20"/>
                    <a:pt x="104" y="20"/>
                    <a:pt x="104" y="20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5" y="19"/>
                    <a:pt x="105" y="19"/>
                    <a:pt x="105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6" y="19"/>
                    <a:pt x="106" y="19"/>
                    <a:pt x="106" y="19"/>
                  </a:cubicBezTo>
                  <a:cubicBezTo>
                    <a:pt x="105" y="20"/>
                    <a:pt x="105" y="20"/>
                    <a:pt x="105" y="20"/>
                  </a:cubicBezTo>
                  <a:cubicBezTo>
                    <a:pt x="105" y="21"/>
                    <a:pt x="105" y="21"/>
                    <a:pt x="105" y="21"/>
                  </a:cubicBezTo>
                  <a:close/>
                  <a:moveTo>
                    <a:pt x="105" y="21"/>
                  </a:moveTo>
                  <a:cubicBezTo>
                    <a:pt x="105" y="21"/>
                    <a:pt x="105" y="21"/>
                    <a:pt x="105" y="21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7" y="21"/>
                    <a:pt x="107" y="21"/>
                    <a:pt x="107" y="21"/>
                  </a:cubicBezTo>
                  <a:cubicBezTo>
                    <a:pt x="108" y="21"/>
                    <a:pt x="108" y="21"/>
                    <a:pt x="108" y="21"/>
                  </a:cubicBezTo>
                  <a:cubicBezTo>
                    <a:pt x="107" y="20"/>
                    <a:pt x="107" y="20"/>
                    <a:pt x="107" y="20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105" y="21"/>
                    <a:pt x="105" y="21"/>
                    <a:pt x="105" y="21"/>
                  </a:cubicBezTo>
                  <a:close/>
                  <a:moveTo>
                    <a:pt x="107" y="22"/>
                  </a:moveTo>
                  <a:cubicBezTo>
                    <a:pt x="108" y="22"/>
                    <a:pt x="108" y="22"/>
                    <a:pt x="108" y="22"/>
                  </a:cubicBezTo>
                  <a:cubicBezTo>
                    <a:pt x="108" y="21"/>
                    <a:pt x="108" y="21"/>
                    <a:pt x="108" y="21"/>
                  </a:cubicBezTo>
                  <a:cubicBezTo>
                    <a:pt x="109" y="21"/>
                    <a:pt x="109" y="21"/>
                    <a:pt x="109" y="21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7" y="22"/>
                    <a:pt x="107" y="22"/>
                    <a:pt x="107" y="22"/>
                  </a:cubicBezTo>
                  <a:close/>
                  <a:moveTo>
                    <a:pt x="105" y="14"/>
                  </a:moveTo>
                  <a:cubicBezTo>
                    <a:pt x="104" y="13"/>
                    <a:pt x="104" y="13"/>
                    <a:pt x="104" y="13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5" y="12"/>
                    <a:pt x="105" y="12"/>
                    <a:pt x="105" y="12"/>
                  </a:cubicBezTo>
                  <a:cubicBezTo>
                    <a:pt x="105" y="13"/>
                    <a:pt x="105" y="13"/>
                    <a:pt x="105" y="13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105" y="14"/>
                    <a:pt x="105" y="14"/>
                    <a:pt x="105" y="14"/>
                  </a:cubicBezTo>
                  <a:close/>
                  <a:moveTo>
                    <a:pt x="101" y="6"/>
                  </a:moveTo>
                  <a:cubicBezTo>
                    <a:pt x="100" y="5"/>
                    <a:pt x="100" y="5"/>
                    <a:pt x="100" y="5"/>
                  </a:cubicBezTo>
                  <a:cubicBezTo>
                    <a:pt x="100" y="5"/>
                    <a:pt x="100" y="5"/>
                    <a:pt x="100" y="5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9" y="4"/>
                    <a:pt x="99" y="4"/>
                    <a:pt x="99" y="4"/>
                  </a:cubicBezTo>
                  <a:cubicBezTo>
                    <a:pt x="100" y="4"/>
                    <a:pt x="100" y="4"/>
                    <a:pt x="100" y="4"/>
                  </a:cubicBezTo>
                  <a:cubicBezTo>
                    <a:pt x="99" y="5"/>
                    <a:pt x="99" y="5"/>
                    <a:pt x="99" y="5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2" y="13"/>
                    <a:pt x="92" y="13"/>
                    <a:pt x="92" y="13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1" y="15"/>
                    <a:pt x="91" y="15"/>
                    <a:pt x="91" y="15"/>
                  </a:cubicBezTo>
                  <a:cubicBezTo>
                    <a:pt x="91" y="14"/>
                    <a:pt x="91" y="14"/>
                    <a:pt x="91" y="14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0" y="13"/>
                    <a:pt x="90" y="13"/>
                    <a:pt x="90" y="13"/>
                  </a:cubicBezTo>
                  <a:cubicBezTo>
                    <a:pt x="90" y="13"/>
                    <a:pt x="90" y="13"/>
                    <a:pt x="90" y="13"/>
                  </a:cubicBezTo>
                  <a:cubicBezTo>
                    <a:pt x="90" y="13"/>
                    <a:pt x="90" y="13"/>
                    <a:pt x="90" y="13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8" y="13"/>
                    <a:pt x="88" y="13"/>
                    <a:pt x="88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5" y="10"/>
                    <a:pt x="85" y="10"/>
                    <a:pt x="85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1" y="11"/>
                    <a:pt x="81" y="11"/>
                    <a:pt x="81" y="11"/>
                  </a:cubicBezTo>
                  <a:cubicBezTo>
                    <a:pt x="80" y="11"/>
                    <a:pt x="80" y="11"/>
                    <a:pt x="80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79" y="12"/>
                    <a:pt x="79" y="12"/>
                    <a:pt x="79" y="12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0" y="13"/>
                    <a:pt x="80" y="13"/>
                    <a:pt x="80" y="13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0" y="14"/>
                    <a:pt x="80" y="14"/>
                    <a:pt x="80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8" y="14"/>
                    <a:pt x="78" y="14"/>
                    <a:pt x="78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3" y="14"/>
                    <a:pt x="73" y="14"/>
                    <a:pt x="73" y="14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0" y="15"/>
                    <a:pt x="70" y="15"/>
                    <a:pt x="70" y="15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9" y="2"/>
                    <a:pt x="59" y="2"/>
                    <a:pt x="59" y="2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18" y="37"/>
                    <a:pt x="18" y="37"/>
                    <a:pt x="18" y="37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0" y="40"/>
                    <a:pt x="10" y="40"/>
                    <a:pt x="10" y="40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1"/>
                    <a:pt x="1" y="51"/>
                    <a:pt x="1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5" y="60"/>
                    <a:pt x="5" y="60"/>
                    <a:pt x="5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12" y="63"/>
                    <a:pt x="12" y="63"/>
                    <a:pt x="12" y="63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15" y="62"/>
                    <a:pt x="15" y="62"/>
                    <a:pt x="15" y="62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6" y="66"/>
                    <a:pt x="16" y="66"/>
                    <a:pt x="16" y="66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7" y="67"/>
                    <a:pt x="17" y="67"/>
                    <a:pt x="17" y="67"/>
                  </a:cubicBezTo>
                  <a:cubicBezTo>
                    <a:pt x="18" y="67"/>
                    <a:pt x="18" y="67"/>
                    <a:pt x="18" y="67"/>
                  </a:cubicBezTo>
                  <a:cubicBezTo>
                    <a:pt x="19" y="67"/>
                    <a:pt x="19" y="67"/>
                    <a:pt x="19" y="67"/>
                  </a:cubicBezTo>
                  <a:cubicBezTo>
                    <a:pt x="19" y="67"/>
                    <a:pt x="19" y="67"/>
                    <a:pt x="19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4" y="67"/>
                    <a:pt x="24" y="67"/>
                    <a:pt x="24" y="6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6" y="66"/>
                    <a:pt x="26" y="66"/>
                    <a:pt x="26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2" y="62"/>
                    <a:pt x="32" y="62"/>
                    <a:pt x="32" y="62"/>
                  </a:cubicBezTo>
                  <a:cubicBezTo>
                    <a:pt x="34" y="62"/>
                    <a:pt x="34" y="62"/>
                    <a:pt x="34" y="62"/>
                  </a:cubicBezTo>
                  <a:cubicBezTo>
                    <a:pt x="35" y="61"/>
                    <a:pt x="35" y="61"/>
                    <a:pt x="35" y="61"/>
                  </a:cubicBezTo>
                  <a:cubicBezTo>
                    <a:pt x="36" y="61"/>
                    <a:pt x="36" y="61"/>
                    <a:pt x="36" y="61"/>
                  </a:cubicBezTo>
                  <a:cubicBezTo>
                    <a:pt x="37" y="62"/>
                    <a:pt x="37" y="62"/>
                    <a:pt x="37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38" y="65"/>
                    <a:pt x="38" y="65"/>
                    <a:pt x="38" y="65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9" y="70"/>
                    <a:pt x="39" y="70"/>
                    <a:pt x="39" y="70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0" y="71"/>
                    <a:pt x="40" y="71"/>
                    <a:pt x="40" y="71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9" y="74"/>
                    <a:pt x="49" y="74"/>
                    <a:pt x="49" y="74"/>
                  </a:cubicBezTo>
                  <a:cubicBezTo>
                    <a:pt x="50" y="75"/>
                    <a:pt x="50" y="75"/>
                    <a:pt x="50" y="75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54" y="76"/>
                    <a:pt x="54" y="76"/>
                    <a:pt x="54" y="76"/>
                  </a:cubicBezTo>
                  <a:cubicBezTo>
                    <a:pt x="54" y="77"/>
                    <a:pt x="54" y="77"/>
                    <a:pt x="54" y="77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56" y="78"/>
                    <a:pt x="56" y="78"/>
                    <a:pt x="56" y="78"/>
                  </a:cubicBezTo>
                  <a:cubicBezTo>
                    <a:pt x="59" y="78"/>
                    <a:pt x="59" y="78"/>
                    <a:pt x="59" y="78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1" y="81"/>
                    <a:pt x="61" y="81"/>
                    <a:pt x="61" y="81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61" y="84"/>
                    <a:pt x="61" y="84"/>
                    <a:pt x="61" y="84"/>
                  </a:cubicBezTo>
                  <a:cubicBezTo>
                    <a:pt x="62" y="86"/>
                    <a:pt x="62" y="86"/>
                    <a:pt x="62" y="86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70" y="88"/>
                    <a:pt x="70" y="88"/>
                    <a:pt x="70" y="88"/>
                  </a:cubicBezTo>
                  <a:cubicBezTo>
                    <a:pt x="71" y="91"/>
                    <a:pt x="71" y="91"/>
                    <a:pt x="71" y="91"/>
                  </a:cubicBezTo>
                  <a:cubicBezTo>
                    <a:pt x="70" y="92"/>
                    <a:pt x="70" y="92"/>
                    <a:pt x="70" y="92"/>
                  </a:cubicBezTo>
                  <a:cubicBezTo>
                    <a:pt x="73" y="93"/>
                    <a:pt x="73" y="93"/>
                    <a:pt x="73" y="93"/>
                  </a:cubicBezTo>
                  <a:cubicBezTo>
                    <a:pt x="75" y="97"/>
                    <a:pt x="75" y="97"/>
                    <a:pt x="75" y="97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73" y="103"/>
                    <a:pt x="73" y="103"/>
                    <a:pt x="73" y="103"/>
                  </a:cubicBezTo>
                  <a:cubicBezTo>
                    <a:pt x="73" y="104"/>
                    <a:pt x="73" y="104"/>
                    <a:pt x="73" y="104"/>
                  </a:cubicBezTo>
                  <a:cubicBezTo>
                    <a:pt x="73" y="104"/>
                    <a:pt x="73" y="104"/>
                    <a:pt x="73" y="104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74" y="106"/>
                    <a:pt x="74" y="106"/>
                    <a:pt x="74" y="106"/>
                  </a:cubicBezTo>
                  <a:cubicBezTo>
                    <a:pt x="74" y="107"/>
                    <a:pt x="74" y="107"/>
                    <a:pt x="74" y="107"/>
                  </a:cubicBezTo>
                  <a:cubicBezTo>
                    <a:pt x="75" y="108"/>
                    <a:pt x="75" y="108"/>
                    <a:pt x="75" y="108"/>
                  </a:cubicBezTo>
                  <a:cubicBezTo>
                    <a:pt x="74" y="111"/>
                    <a:pt x="74" y="111"/>
                    <a:pt x="74" y="111"/>
                  </a:cubicBezTo>
                  <a:cubicBezTo>
                    <a:pt x="75" y="112"/>
                    <a:pt x="75" y="112"/>
                    <a:pt x="75" y="112"/>
                  </a:cubicBezTo>
                  <a:cubicBezTo>
                    <a:pt x="74" y="112"/>
                    <a:pt x="74" y="112"/>
                    <a:pt x="74" y="112"/>
                  </a:cubicBezTo>
                  <a:cubicBezTo>
                    <a:pt x="75" y="113"/>
                    <a:pt x="75" y="113"/>
                    <a:pt x="75" y="113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7" y="114"/>
                    <a:pt x="77" y="114"/>
                    <a:pt x="77" y="114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80" y="114"/>
                    <a:pt x="80" y="114"/>
                    <a:pt x="80" y="114"/>
                  </a:cubicBezTo>
                  <a:cubicBezTo>
                    <a:pt x="82" y="113"/>
                    <a:pt x="82" y="113"/>
                    <a:pt x="82" y="113"/>
                  </a:cubicBezTo>
                  <a:cubicBezTo>
                    <a:pt x="83" y="114"/>
                    <a:pt x="83" y="114"/>
                    <a:pt x="83" y="114"/>
                  </a:cubicBezTo>
                  <a:cubicBezTo>
                    <a:pt x="84" y="114"/>
                    <a:pt x="84" y="114"/>
                    <a:pt x="84" y="114"/>
                  </a:cubicBezTo>
                  <a:cubicBezTo>
                    <a:pt x="84" y="115"/>
                    <a:pt x="84" y="115"/>
                    <a:pt x="84" y="115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6" y="121"/>
                    <a:pt x="86" y="121"/>
                    <a:pt x="86" y="121"/>
                  </a:cubicBezTo>
                  <a:cubicBezTo>
                    <a:pt x="87" y="121"/>
                    <a:pt x="87" y="121"/>
                    <a:pt x="87" y="121"/>
                  </a:cubicBezTo>
                  <a:cubicBezTo>
                    <a:pt x="89" y="120"/>
                    <a:pt x="89" y="120"/>
                    <a:pt x="89" y="120"/>
                  </a:cubicBezTo>
                  <a:cubicBezTo>
                    <a:pt x="90" y="120"/>
                    <a:pt x="90" y="120"/>
                    <a:pt x="90" y="120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1"/>
                    <a:pt x="91" y="121"/>
                    <a:pt x="91" y="121"/>
                  </a:cubicBezTo>
                  <a:cubicBezTo>
                    <a:pt x="91" y="122"/>
                    <a:pt x="91" y="122"/>
                    <a:pt x="91" y="122"/>
                  </a:cubicBezTo>
                  <a:cubicBezTo>
                    <a:pt x="91" y="126"/>
                    <a:pt x="91" y="126"/>
                    <a:pt x="91" y="126"/>
                  </a:cubicBezTo>
                  <a:cubicBezTo>
                    <a:pt x="91" y="126"/>
                    <a:pt x="91" y="126"/>
                    <a:pt x="91" y="126"/>
                  </a:cubicBezTo>
                  <a:cubicBezTo>
                    <a:pt x="90" y="126"/>
                    <a:pt x="90" y="126"/>
                    <a:pt x="90" y="126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1" y="127"/>
                    <a:pt x="91" y="127"/>
                    <a:pt x="91" y="127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3" y="128"/>
                    <a:pt x="93" y="128"/>
                    <a:pt x="93" y="128"/>
                  </a:cubicBezTo>
                  <a:cubicBezTo>
                    <a:pt x="94" y="130"/>
                    <a:pt x="94" y="130"/>
                    <a:pt x="94" y="130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3"/>
                    <a:pt x="94" y="133"/>
                    <a:pt x="94" y="133"/>
                  </a:cubicBezTo>
                  <a:cubicBezTo>
                    <a:pt x="94" y="134"/>
                    <a:pt x="94" y="134"/>
                    <a:pt x="94" y="134"/>
                  </a:cubicBezTo>
                  <a:cubicBezTo>
                    <a:pt x="94" y="135"/>
                    <a:pt x="94" y="135"/>
                    <a:pt x="94" y="135"/>
                  </a:cubicBezTo>
                  <a:cubicBezTo>
                    <a:pt x="93" y="135"/>
                    <a:pt x="93" y="135"/>
                    <a:pt x="93" y="135"/>
                  </a:cubicBezTo>
                  <a:cubicBezTo>
                    <a:pt x="92" y="135"/>
                    <a:pt x="92" y="135"/>
                    <a:pt x="92" y="135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89" y="137"/>
                    <a:pt x="89" y="137"/>
                    <a:pt x="89" y="137"/>
                  </a:cubicBezTo>
                  <a:cubicBezTo>
                    <a:pt x="89" y="138"/>
                    <a:pt x="89" y="138"/>
                    <a:pt x="89" y="138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86" y="139"/>
                    <a:pt x="86" y="139"/>
                    <a:pt x="86" y="139"/>
                  </a:cubicBezTo>
                  <a:cubicBezTo>
                    <a:pt x="86" y="139"/>
                    <a:pt x="86" y="139"/>
                    <a:pt x="86" y="139"/>
                  </a:cubicBezTo>
                  <a:cubicBezTo>
                    <a:pt x="86" y="140"/>
                    <a:pt x="86" y="140"/>
                    <a:pt x="86" y="140"/>
                  </a:cubicBezTo>
                  <a:cubicBezTo>
                    <a:pt x="85" y="140"/>
                    <a:pt x="85" y="140"/>
                    <a:pt x="85" y="140"/>
                  </a:cubicBezTo>
                  <a:cubicBezTo>
                    <a:pt x="85" y="140"/>
                    <a:pt x="85" y="140"/>
                    <a:pt x="85" y="140"/>
                  </a:cubicBezTo>
                  <a:cubicBezTo>
                    <a:pt x="83" y="142"/>
                    <a:pt x="83" y="142"/>
                    <a:pt x="83" y="142"/>
                  </a:cubicBezTo>
                  <a:cubicBezTo>
                    <a:pt x="83" y="142"/>
                    <a:pt x="83" y="142"/>
                    <a:pt x="83" y="142"/>
                  </a:cubicBezTo>
                  <a:cubicBezTo>
                    <a:pt x="83" y="143"/>
                    <a:pt x="83" y="143"/>
                    <a:pt x="83" y="143"/>
                  </a:cubicBezTo>
                  <a:cubicBezTo>
                    <a:pt x="82" y="143"/>
                    <a:pt x="82" y="143"/>
                    <a:pt x="82" y="143"/>
                  </a:cubicBezTo>
                  <a:cubicBezTo>
                    <a:pt x="82" y="144"/>
                    <a:pt x="82" y="144"/>
                    <a:pt x="82" y="144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80" y="147"/>
                    <a:pt x="80" y="147"/>
                    <a:pt x="80" y="147"/>
                  </a:cubicBezTo>
                  <a:cubicBezTo>
                    <a:pt x="80" y="148"/>
                    <a:pt x="80" y="148"/>
                    <a:pt x="80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80" y="149"/>
                    <a:pt x="80" y="149"/>
                    <a:pt x="80" y="149"/>
                  </a:cubicBezTo>
                  <a:cubicBezTo>
                    <a:pt x="82" y="148"/>
                    <a:pt x="82" y="148"/>
                    <a:pt x="82" y="148"/>
                  </a:cubicBezTo>
                  <a:cubicBezTo>
                    <a:pt x="83" y="149"/>
                    <a:pt x="83" y="149"/>
                    <a:pt x="83" y="149"/>
                  </a:cubicBezTo>
                  <a:cubicBezTo>
                    <a:pt x="84" y="150"/>
                    <a:pt x="84" y="150"/>
                    <a:pt x="84" y="150"/>
                  </a:cubicBezTo>
                  <a:cubicBezTo>
                    <a:pt x="85" y="150"/>
                    <a:pt x="85" y="150"/>
                    <a:pt x="85" y="150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8" y="152"/>
                    <a:pt x="88" y="152"/>
                    <a:pt x="88" y="152"/>
                  </a:cubicBezTo>
                  <a:cubicBezTo>
                    <a:pt x="88" y="152"/>
                    <a:pt x="88" y="152"/>
                    <a:pt x="88" y="152"/>
                  </a:cubicBezTo>
                  <a:cubicBezTo>
                    <a:pt x="89" y="154"/>
                    <a:pt x="89" y="154"/>
                    <a:pt x="89" y="154"/>
                  </a:cubicBezTo>
                  <a:cubicBezTo>
                    <a:pt x="91" y="154"/>
                    <a:pt x="91" y="154"/>
                    <a:pt x="91" y="154"/>
                  </a:cubicBezTo>
                  <a:cubicBezTo>
                    <a:pt x="92" y="154"/>
                    <a:pt x="92" y="154"/>
                    <a:pt x="92" y="154"/>
                  </a:cubicBezTo>
                  <a:cubicBezTo>
                    <a:pt x="93" y="155"/>
                    <a:pt x="93" y="155"/>
                    <a:pt x="93" y="155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94" y="156"/>
                    <a:pt x="94" y="156"/>
                    <a:pt x="94" y="156"/>
                  </a:cubicBezTo>
                  <a:cubicBezTo>
                    <a:pt x="95" y="157"/>
                    <a:pt x="95" y="157"/>
                    <a:pt x="95" y="157"/>
                  </a:cubicBezTo>
                  <a:cubicBezTo>
                    <a:pt x="96" y="158"/>
                    <a:pt x="96" y="158"/>
                    <a:pt x="96" y="158"/>
                  </a:cubicBezTo>
                  <a:cubicBezTo>
                    <a:pt x="97" y="159"/>
                    <a:pt x="97" y="159"/>
                    <a:pt x="97" y="159"/>
                  </a:cubicBezTo>
                  <a:cubicBezTo>
                    <a:pt x="98" y="160"/>
                    <a:pt x="98" y="160"/>
                    <a:pt x="98" y="160"/>
                  </a:cubicBezTo>
                  <a:cubicBezTo>
                    <a:pt x="98" y="161"/>
                    <a:pt x="98" y="161"/>
                    <a:pt x="98" y="161"/>
                  </a:cubicBezTo>
                  <a:cubicBezTo>
                    <a:pt x="97" y="162"/>
                    <a:pt x="97" y="162"/>
                    <a:pt x="97" y="162"/>
                  </a:cubicBezTo>
                  <a:cubicBezTo>
                    <a:pt x="98" y="163"/>
                    <a:pt x="98" y="163"/>
                    <a:pt x="98" y="163"/>
                  </a:cubicBezTo>
                  <a:cubicBezTo>
                    <a:pt x="98" y="164"/>
                    <a:pt x="98" y="164"/>
                    <a:pt x="98" y="164"/>
                  </a:cubicBezTo>
                  <a:cubicBezTo>
                    <a:pt x="98" y="164"/>
                    <a:pt x="98" y="164"/>
                    <a:pt x="98" y="164"/>
                  </a:cubicBezTo>
                  <a:cubicBezTo>
                    <a:pt x="99" y="165"/>
                    <a:pt x="99" y="165"/>
                    <a:pt x="99" y="165"/>
                  </a:cubicBezTo>
                  <a:cubicBezTo>
                    <a:pt x="99" y="165"/>
                    <a:pt x="99" y="165"/>
                    <a:pt x="99" y="165"/>
                  </a:cubicBezTo>
                  <a:cubicBezTo>
                    <a:pt x="101" y="164"/>
                    <a:pt x="101" y="164"/>
                    <a:pt x="101" y="164"/>
                  </a:cubicBezTo>
                  <a:cubicBezTo>
                    <a:pt x="101" y="162"/>
                    <a:pt x="101" y="162"/>
                    <a:pt x="101" y="162"/>
                  </a:cubicBezTo>
                  <a:cubicBezTo>
                    <a:pt x="102" y="159"/>
                    <a:pt x="102" y="159"/>
                    <a:pt x="102" y="159"/>
                  </a:cubicBezTo>
                  <a:cubicBezTo>
                    <a:pt x="103" y="158"/>
                    <a:pt x="103" y="158"/>
                    <a:pt x="103" y="158"/>
                  </a:cubicBezTo>
                  <a:cubicBezTo>
                    <a:pt x="103" y="157"/>
                    <a:pt x="103" y="157"/>
                    <a:pt x="103" y="157"/>
                  </a:cubicBezTo>
                  <a:cubicBezTo>
                    <a:pt x="102" y="157"/>
                    <a:pt x="102" y="157"/>
                    <a:pt x="102" y="157"/>
                  </a:cubicBezTo>
                  <a:cubicBezTo>
                    <a:pt x="102" y="156"/>
                    <a:pt x="102" y="156"/>
                    <a:pt x="102" y="156"/>
                  </a:cubicBezTo>
                  <a:cubicBezTo>
                    <a:pt x="102" y="155"/>
                    <a:pt x="102" y="155"/>
                    <a:pt x="102" y="155"/>
                  </a:cubicBezTo>
                  <a:cubicBezTo>
                    <a:pt x="103" y="155"/>
                    <a:pt x="103" y="155"/>
                    <a:pt x="103" y="155"/>
                  </a:cubicBezTo>
                  <a:cubicBezTo>
                    <a:pt x="103" y="154"/>
                    <a:pt x="103" y="154"/>
                    <a:pt x="103" y="154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5" y="153"/>
                    <a:pt x="105" y="153"/>
                    <a:pt x="105" y="153"/>
                  </a:cubicBezTo>
                  <a:cubicBezTo>
                    <a:pt x="105" y="153"/>
                    <a:pt x="105" y="153"/>
                    <a:pt x="105" y="153"/>
                  </a:cubicBezTo>
                  <a:cubicBezTo>
                    <a:pt x="105" y="152"/>
                    <a:pt x="105" y="152"/>
                    <a:pt x="105" y="152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6" y="150"/>
                    <a:pt x="106" y="150"/>
                    <a:pt x="106" y="150"/>
                  </a:cubicBezTo>
                  <a:cubicBezTo>
                    <a:pt x="107" y="150"/>
                    <a:pt x="107" y="150"/>
                    <a:pt x="107" y="150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6" y="148"/>
                    <a:pt x="106" y="148"/>
                    <a:pt x="106" y="148"/>
                  </a:cubicBezTo>
                  <a:cubicBezTo>
                    <a:pt x="106" y="147"/>
                    <a:pt x="106" y="147"/>
                    <a:pt x="106" y="147"/>
                  </a:cubicBezTo>
                  <a:cubicBezTo>
                    <a:pt x="106" y="147"/>
                    <a:pt x="106" y="147"/>
                    <a:pt x="106" y="147"/>
                  </a:cubicBezTo>
                  <a:cubicBezTo>
                    <a:pt x="106" y="147"/>
                    <a:pt x="106" y="147"/>
                    <a:pt x="106" y="147"/>
                  </a:cubicBezTo>
                  <a:cubicBezTo>
                    <a:pt x="107" y="148"/>
                    <a:pt x="107" y="148"/>
                    <a:pt x="107" y="148"/>
                  </a:cubicBezTo>
                  <a:cubicBezTo>
                    <a:pt x="108" y="149"/>
                    <a:pt x="108" y="149"/>
                    <a:pt x="108" y="149"/>
                  </a:cubicBezTo>
                  <a:cubicBezTo>
                    <a:pt x="108" y="149"/>
                    <a:pt x="108" y="149"/>
                    <a:pt x="108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08" y="151"/>
                    <a:pt x="108" y="151"/>
                    <a:pt x="108" y="151"/>
                  </a:cubicBezTo>
                  <a:cubicBezTo>
                    <a:pt x="107" y="153"/>
                    <a:pt x="107" y="153"/>
                    <a:pt x="107" y="153"/>
                  </a:cubicBezTo>
                  <a:cubicBezTo>
                    <a:pt x="106" y="153"/>
                    <a:pt x="106" y="153"/>
                    <a:pt x="106" y="153"/>
                  </a:cubicBezTo>
                  <a:cubicBezTo>
                    <a:pt x="106" y="154"/>
                    <a:pt x="106" y="154"/>
                    <a:pt x="106" y="154"/>
                  </a:cubicBezTo>
                  <a:cubicBezTo>
                    <a:pt x="106" y="154"/>
                    <a:pt x="106" y="154"/>
                    <a:pt x="106" y="154"/>
                  </a:cubicBezTo>
                  <a:cubicBezTo>
                    <a:pt x="106" y="154"/>
                    <a:pt x="106" y="154"/>
                    <a:pt x="106" y="154"/>
                  </a:cubicBezTo>
                  <a:cubicBezTo>
                    <a:pt x="105" y="155"/>
                    <a:pt x="105" y="155"/>
                    <a:pt x="105" y="155"/>
                  </a:cubicBezTo>
                  <a:cubicBezTo>
                    <a:pt x="104" y="155"/>
                    <a:pt x="104" y="155"/>
                    <a:pt x="104" y="155"/>
                  </a:cubicBezTo>
                  <a:cubicBezTo>
                    <a:pt x="104" y="156"/>
                    <a:pt x="104" y="156"/>
                    <a:pt x="104" y="156"/>
                  </a:cubicBezTo>
                  <a:cubicBezTo>
                    <a:pt x="103" y="156"/>
                    <a:pt x="103" y="156"/>
                    <a:pt x="103" y="156"/>
                  </a:cubicBezTo>
                  <a:cubicBezTo>
                    <a:pt x="103" y="156"/>
                    <a:pt x="103" y="156"/>
                    <a:pt x="103" y="156"/>
                  </a:cubicBezTo>
                  <a:cubicBezTo>
                    <a:pt x="103" y="156"/>
                    <a:pt x="103" y="156"/>
                    <a:pt x="103" y="156"/>
                  </a:cubicBezTo>
                  <a:cubicBezTo>
                    <a:pt x="104" y="157"/>
                    <a:pt x="104" y="157"/>
                    <a:pt x="104" y="157"/>
                  </a:cubicBezTo>
                  <a:cubicBezTo>
                    <a:pt x="107" y="155"/>
                    <a:pt x="107" y="155"/>
                    <a:pt x="107" y="155"/>
                  </a:cubicBezTo>
                  <a:cubicBezTo>
                    <a:pt x="108" y="153"/>
                    <a:pt x="108" y="153"/>
                    <a:pt x="108" y="153"/>
                  </a:cubicBezTo>
                  <a:cubicBezTo>
                    <a:pt x="110" y="150"/>
                    <a:pt x="110" y="150"/>
                    <a:pt x="110" y="150"/>
                  </a:cubicBezTo>
                  <a:cubicBezTo>
                    <a:pt x="111" y="148"/>
                    <a:pt x="111" y="148"/>
                    <a:pt x="111" y="148"/>
                  </a:cubicBezTo>
                  <a:cubicBezTo>
                    <a:pt x="112" y="146"/>
                    <a:pt x="112" y="146"/>
                    <a:pt x="112" y="146"/>
                  </a:cubicBezTo>
                  <a:cubicBezTo>
                    <a:pt x="114" y="143"/>
                    <a:pt x="114" y="143"/>
                    <a:pt x="114" y="143"/>
                  </a:cubicBezTo>
                  <a:cubicBezTo>
                    <a:pt x="116" y="141"/>
                    <a:pt x="116" y="141"/>
                    <a:pt x="116" y="141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39"/>
                    <a:pt x="116" y="139"/>
                    <a:pt x="116" y="139"/>
                  </a:cubicBezTo>
                  <a:cubicBezTo>
                    <a:pt x="116" y="139"/>
                    <a:pt x="116" y="139"/>
                    <a:pt x="116" y="139"/>
                  </a:cubicBezTo>
                  <a:cubicBezTo>
                    <a:pt x="117" y="138"/>
                    <a:pt x="117" y="138"/>
                    <a:pt x="117" y="138"/>
                  </a:cubicBezTo>
                  <a:cubicBezTo>
                    <a:pt x="117" y="138"/>
                    <a:pt x="117" y="138"/>
                    <a:pt x="117" y="13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7" y="136"/>
                    <a:pt x="117" y="136"/>
                    <a:pt x="117" y="136"/>
                  </a:cubicBezTo>
                  <a:cubicBezTo>
                    <a:pt x="117" y="136"/>
                    <a:pt x="117" y="136"/>
                    <a:pt x="117" y="136"/>
                  </a:cubicBezTo>
                  <a:cubicBezTo>
                    <a:pt x="117" y="135"/>
                    <a:pt x="117" y="135"/>
                    <a:pt x="117" y="135"/>
                  </a:cubicBezTo>
                  <a:cubicBezTo>
                    <a:pt x="116" y="134"/>
                    <a:pt x="116" y="134"/>
                    <a:pt x="116" y="134"/>
                  </a:cubicBezTo>
                  <a:cubicBezTo>
                    <a:pt x="116" y="134"/>
                    <a:pt x="116" y="134"/>
                    <a:pt x="116" y="134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6" y="132"/>
                    <a:pt x="116" y="132"/>
                    <a:pt x="116" y="132"/>
                  </a:cubicBezTo>
                  <a:cubicBezTo>
                    <a:pt x="115" y="130"/>
                    <a:pt x="115" y="130"/>
                    <a:pt x="115" y="130"/>
                  </a:cubicBezTo>
                  <a:cubicBezTo>
                    <a:pt x="116" y="130"/>
                    <a:pt x="116" y="130"/>
                    <a:pt x="116" y="130"/>
                  </a:cubicBezTo>
                  <a:cubicBezTo>
                    <a:pt x="117" y="130"/>
                    <a:pt x="117" y="130"/>
                    <a:pt x="117" y="130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7" y="129"/>
                    <a:pt x="117" y="129"/>
                    <a:pt x="117" y="129"/>
                  </a:cubicBezTo>
                  <a:cubicBezTo>
                    <a:pt x="117" y="128"/>
                    <a:pt x="117" y="128"/>
                    <a:pt x="117" y="128"/>
                  </a:cubicBezTo>
                  <a:cubicBezTo>
                    <a:pt x="116" y="128"/>
                    <a:pt x="116" y="128"/>
                    <a:pt x="116" y="128"/>
                  </a:cubicBezTo>
                  <a:cubicBezTo>
                    <a:pt x="117" y="127"/>
                    <a:pt x="117" y="127"/>
                    <a:pt x="117" y="127"/>
                  </a:cubicBezTo>
                  <a:cubicBezTo>
                    <a:pt x="117" y="127"/>
                    <a:pt x="117" y="127"/>
                    <a:pt x="117" y="127"/>
                  </a:cubicBezTo>
                  <a:cubicBezTo>
                    <a:pt x="118" y="127"/>
                    <a:pt x="118" y="127"/>
                    <a:pt x="118" y="127"/>
                  </a:cubicBezTo>
                  <a:cubicBezTo>
                    <a:pt x="119" y="126"/>
                    <a:pt x="119" y="126"/>
                    <a:pt x="119" y="126"/>
                  </a:cubicBezTo>
                  <a:cubicBezTo>
                    <a:pt x="120" y="125"/>
                    <a:pt x="120" y="125"/>
                    <a:pt x="120" y="125"/>
                  </a:cubicBezTo>
                  <a:cubicBezTo>
                    <a:pt x="120" y="125"/>
                    <a:pt x="120" y="125"/>
                    <a:pt x="120" y="125"/>
                  </a:cubicBezTo>
                  <a:cubicBezTo>
                    <a:pt x="121" y="124"/>
                    <a:pt x="121" y="124"/>
                    <a:pt x="121" y="124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4" y="121"/>
                    <a:pt x="124" y="121"/>
                    <a:pt x="124" y="121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127" y="120"/>
                    <a:pt x="127" y="120"/>
                    <a:pt x="127" y="120"/>
                  </a:cubicBezTo>
                  <a:cubicBezTo>
                    <a:pt x="128" y="120"/>
                    <a:pt x="128" y="120"/>
                    <a:pt x="128" y="120"/>
                  </a:cubicBezTo>
                  <a:cubicBezTo>
                    <a:pt x="129" y="120"/>
                    <a:pt x="129" y="120"/>
                    <a:pt x="129" y="120"/>
                  </a:cubicBezTo>
                  <a:cubicBezTo>
                    <a:pt x="129" y="120"/>
                    <a:pt x="129" y="120"/>
                    <a:pt x="129" y="120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0" y="120"/>
                    <a:pt x="130" y="120"/>
                    <a:pt x="130" y="120"/>
                  </a:cubicBezTo>
                  <a:cubicBezTo>
                    <a:pt x="131" y="119"/>
                    <a:pt x="131" y="119"/>
                    <a:pt x="131" y="119"/>
                  </a:cubicBezTo>
                  <a:cubicBezTo>
                    <a:pt x="132" y="117"/>
                    <a:pt x="132" y="117"/>
                    <a:pt x="132" y="117"/>
                  </a:cubicBezTo>
                  <a:cubicBezTo>
                    <a:pt x="133" y="117"/>
                    <a:pt x="133" y="117"/>
                    <a:pt x="133" y="117"/>
                  </a:cubicBezTo>
                  <a:cubicBezTo>
                    <a:pt x="133" y="117"/>
                    <a:pt x="133" y="117"/>
                    <a:pt x="133" y="117"/>
                  </a:cubicBezTo>
                  <a:cubicBezTo>
                    <a:pt x="133" y="117"/>
                    <a:pt x="133" y="117"/>
                    <a:pt x="133" y="117"/>
                  </a:cubicBezTo>
                  <a:cubicBezTo>
                    <a:pt x="132" y="117"/>
                    <a:pt x="132" y="117"/>
                    <a:pt x="132" y="117"/>
                  </a:cubicBezTo>
                  <a:cubicBezTo>
                    <a:pt x="132" y="116"/>
                    <a:pt x="132" y="116"/>
                    <a:pt x="132" y="116"/>
                  </a:cubicBezTo>
                  <a:cubicBezTo>
                    <a:pt x="133" y="116"/>
                    <a:pt x="133" y="116"/>
                    <a:pt x="133" y="116"/>
                  </a:cubicBezTo>
                  <a:cubicBezTo>
                    <a:pt x="134" y="115"/>
                    <a:pt x="134" y="115"/>
                    <a:pt x="134" y="115"/>
                  </a:cubicBezTo>
                  <a:cubicBezTo>
                    <a:pt x="134" y="115"/>
                    <a:pt x="134" y="115"/>
                    <a:pt x="134" y="115"/>
                  </a:cubicBezTo>
                  <a:cubicBezTo>
                    <a:pt x="135" y="115"/>
                    <a:pt x="135" y="115"/>
                    <a:pt x="135" y="115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35" y="116"/>
                    <a:pt x="135" y="116"/>
                    <a:pt x="135" y="116"/>
                  </a:cubicBezTo>
                  <a:cubicBezTo>
                    <a:pt x="134" y="116"/>
                    <a:pt x="134" y="116"/>
                    <a:pt x="134" y="116"/>
                  </a:cubicBezTo>
                  <a:cubicBezTo>
                    <a:pt x="134" y="116"/>
                    <a:pt x="134" y="116"/>
                    <a:pt x="134" y="116"/>
                  </a:cubicBezTo>
                  <a:cubicBezTo>
                    <a:pt x="134" y="117"/>
                    <a:pt x="134" y="117"/>
                    <a:pt x="134" y="117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8" y="115"/>
                    <a:pt x="138" y="115"/>
                    <a:pt x="138" y="115"/>
                  </a:cubicBezTo>
                  <a:cubicBezTo>
                    <a:pt x="138" y="115"/>
                    <a:pt x="138" y="115"/>
                    <a:pt x="138" y="115"/>
                  </a:cubicBezTo>
                  <a:cubicBezTo>
                    <a:pt x="138" y="115"/>
                    <a:pt x="138" y="115"/>
                    <a:pt x="138" y="115"/>
                  </a:cubicBezTo>
                  <a:cubicBezTo>
                    <a:pt x="139" y="115"/>
                    <a:pt x="139" y="115"/>
                    <a:pt x="139" y="115"/>
                  </a:cubicBezTo>
                  <a:cubicBezTo>
                    <a:pt x="139" y="115"/>
                    <a:pt x="139" y="115"/>
                    <a:pt x="139" y="115"/>
                  </a:cubicBezTo>
                  <a:cubicBezTo>
                    <a:pt x="139" y="115"/>
                    <a:pt x="139" y="116"/>
                    <a:pt x="139" y="116"/>
                  </a:cubicBezTo>
                  <a:cubicBezTo>
                    <a:pt x="139" y="116"/>
                    <a:pt x="140" y="116"/>
                    <a:pt x="140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2" y="116"/>
                    <a:pt x="142" y="116"/>
                    <a:pt x="142" y="116"/>
                  </a:cubicBezTo>
                  <a:cubicBezTo>
                    <a:pt x="144" y="116"/>
                    <a:pt x="144" y="116"/>
                    <a:pt x="144" y="116"/>
                  </a:cubicBezTo>
                  <a:cubicBezTo>
                    <a:pt x="145" y="115"/>
                    <a:pt x="145" y="115"/>
                    <a:pt x="145" y="115"/>
                  </a:cubicBezTo>
                  <a:cubicBezTo>
                    <a:pt x="145" y="115"/>
                    <a:pt x="145" y="115"/>
                    <a:pt x="145" y="115"/>
                  </a:cubicBezTo>
                  <a:cubicBezTo>
                    <a:pt x="144" y="115"/>
                    <a:pt x="144" y="115"/>
                    <a:pt x="144" y="115"/>
                  </a:cubicBezTo>
                  <a:cubicBezTo>
                    <a:pt x="144" y="114"/>
                    <a:pt x="144" y="114"/>
                    <a:pt x="144" y="114"/>
                  </a:cubicBezTo>
                  <a:cubicBezTo>
                    <a:pt x="146" y="113"/>
                    <a:pt x="146" y="113"/>
                    <a:pt x="146" y="113"/>
                  </a:cubicBezTo>
                  <a:cubicBezTo>
                    <a:pt x="148" y="112"/>
                    <a:pt x="148" y="112"/>
                    <a:pt x="148" y="112"/>
                  </a:cubicBezTo>
                  <a:cubicBezTo>
                    <a:pt x="149" y="112"/>
                    <a:pt x="149" y="112"/>
                    <a:pt x="149" y="112"/>
                  </a:cubicBezTo>
                  <a:cubicBezTo>
                    <a:pt x="149" y="111"/>
                    <a:pt x="149" y="111"/>
                    <a:pt x="149" y="111"/>
                  </a:cubicBezTo>
                  <a:cubicBezTo>
                    <a:pt x="149" y="111"/>
                    <a:pt x="149" y="111"/>
                    <a:pt x="149" y="111"/>
                  </a:cubicBezTo>
                  <a:cubicBezTo>
                    <a:pt x="148" y="110"/>
                    <a:pt x="148" y="110"/>
                    <a:pt x="148" y="110"/>
                  </a:cubicBezTo>
                  <a:cubicBezTo>
                    <a:pt x="149" y="109"/>
                    <a:pt x="149" y="109"/>
                    <a:pt x="149" y="109"/>
                  </a:cubicBezTo>
                  <a:cubicBezTo>
                    <a:pt x="149" y="108"/>
                    <a:pt x="149" y="108"/>
                    <a:pt x="149" y="108"/>
                  </a:cubicBezTo>
                  <a:cubicBezTo>
                    <a:pt x="149" y="107"/>
                    <a:pt x="149" y="107"/>
                    <a:pt x="149" y="107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51" y="106"/>
                    <a:pt x="151" y="106"/>
                    <a:pt x="151" y="106"/>
                  </a:cubicBezTo>
                  <a:cubicBezTo>
                    <a:pt x="151" y="106"/>
                    <a:pt x="151" y="106"/>
                    <a:pt x="151" y="106"/>
                  </a:cubicBezTo>
                  <a:cubicBezTo>
                    <a:pt x="151" y="105"/>
                    <a:pt x="151" y="105"/>
                    <a:pt x="151" y="105"/>
                  </a:cubicBezTo>
                  <a:cubicBezTo>
                    <a:pt x="152" y="104"/>
                    <a:pt x="152" y="104"/>
                    <a:pt x="152" y="104"/>
                  </a:cubicBezTo>
                  <a:cubicBezTo>
                    <a:pt x="154" y="102"/>
                    <a:pt x="154" y="102"/>
                    <a:pt x="154" y="102"/>
                  </a:cubicBezTo>
                  <a:cubicBezTo>
                    <a:pt x="154" y="101"/>
                    <a:pt x="154" y="101"/>
                    <a:pt x="154" y="101"/>
                  </a:cubicBezTo>
                  <a:cubicBezTo>
                    <a:pt x="153" y="98"/>
                    <a:pt x="153" y="98"/>
                    <a:pt x="153" y="98"/>
                  </a:cubicBezTo>
                  <a:cubicBezTo>
                    <a:pt x="153" y="98"/>
                    <a:pt x="153" y="98"/>
                    <a:pt x="153" y="98"/>
                  </a:cubicBezTo>
                  <a:cubicBezTo>
                    <a:pt x="153" y="96"/>
                    <a:pt x="153" y="96"/>
                    <a:pt x="153" y="96"/>
                  </a:cubicBezTo>
                  <a:cubicBezTo>
                    <a:pt x="154" y="96"/>
                    <a:pt x="154" y="96"/>
                    <a:pt x="154" y="96"/>
                  </a:cubicBezTo>
                  <a:cubicBezTo>
                    <a:pt x="154" y="95"/>
                    <a:pt x="154" y="95"/>
                    <a:pt x="154" y="95"/>
                  </a:cubicBezTo>
                  <a:cubicBezTo>
                    <a:pt x="155" y="94"/>
                    <a:pt x="155" y="94"/>
                    <a:pt x="155" y="94"/>
                  </a:cubicBezTo>
                  <a:cubicBezTo>
                    <a:pt x="155" y="94"/>
                    <a:pt x="155" y="94"/>
                    <a:pt x="155" y="94"/>
                  </a:cubicBezTo>
                  <a:cubicBezTo>
                    <a:pt x="155" y="92"/>
                    <a:pt x="155" y="92"/>
                    <a:pt x="155" y="92"/>
                  </a:cubicBezTo>
                  <a:cubicBezTo>
                    <a:pt x="156" y="91"/>
                    <a:pt x="156" y="91"/>
                    <a:pt x="156" y="91"/>
                  </a:cubicBezTo>
                  <a:cubicBezTo>
                    <a:pt x="156" y="89"/>
                    <a:pt x="156" y="89"/>
                    <a:pt x="156" y="89"/>
                  </a:cubicBezTo>
                  <a:cubicBezTo>
                    <a:pt x="156" y="88"/>
                    <a:pt x="156" y="88"/>
                    <a:pt x="156" y="88"/>
                  </a:cubicBezTo>
                  <a:cubicBezTo>
                    <a:pt x="156" y="88"/>
                    <a:pt x="156" y="88"/>
                    <a:pt x="156" y="88"/>
                  </a:cubicBezTo>
                  <a:cubicBezTo>
                    <a:pt x="156" y="86"/>
                    <a:pt x="156" y="86"/>
                    <a:pt x="156" y="86"/>
                  </a:cubicBezTo>
                  <a:cubicBezTo>
                    <a:pt x="156" y="81"/>
                    <a:pt x="156" y="81"/>
                    <a:pt x="156" y="81"/>
                  </a:cubicBezTo>
                  <a:cubicBezTo>
                    <a:pt x="156" y="80"/>
                    <a:pt x="156" y="80"/>
                    <a:pt x="156" y="80"/>
                  </a:cubicBezTo>
                  <a:cubicBezTo>
                    <a:pt x="156" y="79"/>
                    <a:pt x="156" y="79"/>
                    <a:pt x="156" y="79"/>
                  </a:cubicBezTo>
                  <a:cubicBezTo>
                    <a:pt x="156" y="78"/>
                    <a:pt x="156" y="78"/>
                    <a:pt x="156" y="78"/>
                  </a:cubicBezTo>
                  <a:cubicBezTo>
                    <a:pt x="156" y="79"/>
                    <a:pt x="156" y="79"/>
                    <a:pt x="156" y="79"/>
                  </a:cubicBezTo>
                  <a:cubicBezTo>
                    <a:pt x="155" y="78"/>
                    <a:pt x="155" y="78"/>
                    <a:pt x="155" y="78"/>
                  </a:cubicBezTo>
                  <a:cubicBezTo>
                    <a:pt x="155" y="78"/>
                    <a:pt x="155" y="78"/>
                    <a:pt x="155" y="78"/>
                  </a:cubicBezTo>
                  <a:cubicBezTo>
                    <a:pt x="156" y="77"/>
                    <a:pt x="156" y="77"/>
                    <a:pt x="156" y="77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56" y="75"/>
                    <a:pt x="156" y="75"/>
                    <a:pt x="156" y="75"/>
                  </a:cubicBezTo>
                  <a:cubicBezTo>
                    <a:pt x="156" y="75"/>
                    <a:pt x="156" y="75"/>
                    <a:pt x="156" y="75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5" y="73"/>
                    <a:pt x="155" y="73"/>
                    <a:pt x="155" y="73"/>
                  </a:cubicBezTo>
                  <a:cubicBezTo>
                    <a:pt x="155" y="73"/>
                    <a:pt x="155" y="73"/>
                    <a:pt x="155" y="73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3"/>
                    <a:pt x="155" y="73"/>
                    <a:pt x="155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7" y="73"/>
                    <a:pt x="157" y="73"/>
                    <a:pt x="157" y="73"/>
                  </a:cubicBezTo>
                  <a:cubicBezTo>
                    <a:pt x="157" y="72"/>
                    <a:pt x="157" y="72"/>
                    <a:pt x="157" y="72"/>
                  </a:cubicBezTo>
                  <a:cubicBezTo>
                    <a:pt x="157" y="72"/>
                    <a:pt x="157" y="72"/>
                    <a:pt x="157" y="72"/>
                  </a:cubicBezTo>
                  <a:cubicBezTo>
                    <a:pt x="158" y="73"/>
                    <a:pt x="158" y="73"/>
                    <a:pt x="158" y="73"/>
                  </a:cubicBezTo>
                  <a:cubicBezTo>
                    <a:pt x="158" y="73"/>
                    <a:pt x="158" y="73"/>
                    <a:pt x="158" y="73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7" y="74"/>
                    <a:pt x="157" y="74"/>
                    <a:pt x="157" y="74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7" y="75"/>
                    <a:pt x="157" y="75"/>
                    <a:pt x="157" y="75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9" y="73"/>
                    <a:pt x="159" y="73"/>
                    <a:pt x="159" y="73"/>
                  </a:cubicBezTo>
                  <a:cubicBezTo>
                    <a:pt x="161" y="71"/>
                    <a:pt x="161" y="71"/>
                    <a:pt x="161" y="71"/>
                  </a:cubicBezTo>
                  <a:cubicBezTo>
                    <a:pt x="162" y="70"/>
                    <a:pt x="162" y="70"/>
                    <a:pt x="162" y="70"/>
                  </a:cubicBezTo>
                  <a:cubicBezTo>
                    <a:pt x="162" y="69"/>
                    <a:pt x="162" y="69"/>
                    <a:pt x="162" y="69"/>
                  </a:cubicBezTo>
                  <a:cubicBezTo>
                    <a:pt x="162" y="68"/>
                    <a:pt x="162" y="68"/>
                    <a:pt x="162" y="68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4" y="66"/>
                    <a:pt x="164" y="66"/>
                    <a:pt x="164" y="66"/>
                  </a:cubicBezTo>
                  <a:cubicBezTo>
                    <a:pt x="166" y="64"/>
                    <a:pt x="166" y="64"/>
                    <a:pt x="166" y="64"/>
                  </a:cubicBezTo>
                  <a:cubicBezTo>
                    <a:pt x="166" y="64"/>
                    <a:pt x="166" y="64"/>
                    <a:pt x="166" y="64"/>
                  </a:cubicBezTo>
                  <a:cubicBezTo>
                    <a:pt x="167" y="64"/>
                    <a:pt x="167" y="64"/>
                    <a:pt x="167" y="64"/>
                  </a:cubicBezTo>
                  <a:cubicBezTo>
                    <a:pt x="167" y="63"/>
                    <a:pt x="167" y="63"/>
                    <a:pt x="167" y="63"/>
                  </a:cubicBezTo>
                  <a:cubicBezTo>
                    <a:pt x="169" y="61"/>
                    <a:pt x="169" y="61"/>
                    <a:pt x="169" y="61"/>
                  </a:cubicBezTo>
                  <a:cubicBezTo>
                    <a:pt x="171" y="59"/>
                    <a:pt x="171" y="59"/>
                    <a:pt x="171" y="59"/>
                  </a:cubicBezTo>
                  <a:cubicBezTo>
                    <a:pt x="172" y="58"/>
                    <a:pt x="172" y="58"/>
                    <a:pt x="172" y="58"/>
                  </a:cubicBezTo>
                  <a:cubicBezTo>
                    <a:pt x="173" y="56"/>
                    <a:pt x="173" y="56"/>
                    <a:pt x="173" y="56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74" y="55"/>
                    <a:pt x="174" y="55"/>
                    <a:pt x="174" y="55"/>
                  </a:cubicBezTo>
                  <a:cubicBezTo>
                    <a:pt x="174" y="54"/>
                    <a:pt x="174" y="54"/>
                    <a:pt x="174" y="54"/>
                  </a:cubicBezTo>
                  <a:cubicBezTo>
                    <a:pt x="173" y="53"/>
                    <a:pt x="173" y="53"/>
                    <a:pt x="173" y="53"/>
                  </a:cubicBezTo>
                  <a:cubicBezTo>
                    <a:pt x="173" y="52"/>
                    <a:pt x="173" y="52"/>
                    <a:pt x="173" y="52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74" y="50"/>
                    <a:pt x="174" y="50"/>
                    <a:pt x="174" y="50"/>
                  </a:cubicBezTo>
                  <a:cubicBezTo>
                    <a:pt x="173" y="50"/>
                    <a:pt x="173" y="50"/>
                    <a:pt x="173" y="50"/>
                  </a:cubicBezTo>
                  <a:cubicBezTo>
                    <a:pt x="173" y="49"/>
                    <a:pt x="173" y="49"/>
                    <a:pt x="173" y="49"/>
                  </a:cubicBezTo>
                  <a:cubicBezTo>
                    <a:pt x="171" y="46"/>
                    <a:pt x="171" y="46"/>
                    <a:pt x="171" y="46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71" y="43"/>
                    <a:pt x="171" y="43"/>
                    <a:pt x="171" y="43"/>
                  </a:cubicBezTo>
                  <a:cubicBezTo>
                    <a:pt x="168" y="42"/>
                    <a:pt x="168" y="42"/>
                    <a:pt x="168" y="42"/>
                  </a:cubicBezTo>
                  <a:cubicBezTo>
                    <a:pt x="167" y="42"/>
                    <a:pt x="167" y="42"/>
                    <a:pt x="167" y="42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64" y="42"/>
                    <a:pt x="164" y="42"/>
                    <a:pt x="164" y="42"/>
                  </a:cubicBezTo>
                  <a:cubicBezTo>
                    <a:pt x="164" y="41"/>
                    <a:pt x="164" y="41"/>
                    <a:pt x="164" y="41"/>
                  </a:cubicBezTo>
                  <a:cubicBezTo>
                    <a:pt x="163" y="40"/>
                    <a:pt x="163" y="40"/>
                    <a:pt x="163" y="40"/>
                  </a:cubicBezTo>
                  <a:cubicBezTo>
                    <a:pt x="161" y="40"/>
                    <a:pt x="161" y="40"/>
                    <a:pt x="161" y="40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58" y="38"/>
                    <a:pt x="158" y="38"/>
                    <a:pt x="158" y="38"/>
                  </a:cubicBezTo>
                  <a:cubicBezTo>
                    <a:pt x="157" y="36"/>
                    <a:pt x="157" y="36"/>
                    <a:pt x="157" y="36"/>
                  </a:cubicBezTo>
                  <a:cubicBezTo>
                    <a:pt x="156" y="36"/>
                    <a:pt x="156" y="36"/>
                    <a:pt x="156" y="36"/>
                  </a:cubicBezTo>
                  <a:cubicBezTo>
                    <a:pt x="155" y="35"/>
                    <a:pt x="155" y="35"/>
                    <a:pt x="155" y="35"/>
                  </a:cubicBezTo>
                  <a:cubicBezTo>
                    <a:pt x="154" y="35"/>
                    <a:pt x="154" y="35"/>
                    <a:pt x="154" y="35"/>
                  </a:cubicBezTo>
                  <a:cubicBezTo>
                    <a:pt x="151" y="33"/>
                    <a:pt x="151" y="33"/>
                    <a:pt x="151" y="33"/>
                  </a:cubicBezTo>
                  <a:cubicBezTo>
                    <a:pt x="150" y="33"/>
                    <a:pt x="150" y="33"/>
                    <a:pt x="150" y="33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47" y="33"/>
                    <a:pt x="147" y="33"/>
                    <a:pt x="147" y="33"/>
                  </a:cubicBezTo>
                  <a:cubicBezTo>
                    <a:pt x="146" y="33"/>
                    <a:pt x="146" y="33"/>
                    <a:pt x="146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4" y="33"/>
                    <a:pt x="144" y="33"/>
                    <a:pt x="144" y="33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3" y="33"/>
                    <a:pt x="143" y="33"/>
                    <a:pt x="143" y="33"/>
                  </a:cubicBezTo>
                  <a:cubicBezTo>
                    <a:pt x="142" y="32"/>
                    <a:pt x="142" y="32"/>
                    <a:pt x="142" y="32"/>
                  </a:cubicBezTo>
                  <a:cubicBezTo>
                    <a:pt x="142" y="33"/>
                    <a:pt x="142" y="33"/>
                    <a:pt x="142" y="33"/>
                  </a:cubicBezTo>
                  <a:cubicBezTo>
                    <a:pt x="142" y="33"/>
                    <a:pt x="142" y="33"/>
                    <a:pt x="142" y="33"/>
                  </a:cubicBezTo>
                  <a:cubicBezTo>
                    <a:pt x="141" y="33"/>
                    <a:pt x="141" y="33"/>
                    <a:pt x="141" y="33"/>
                  </a:cubicBezTo>
                  <a:cubicBezTo>
                    <a:pt x="141" y="32"/>
                    <a:pt x="141" y="32"/>
                    <a:pt x="141" y="32"/>
                  </a:cubicBezTo>
                  <a:cubicBezTo>
                    <a:pt x="141" y="32"/>
                    <a:pt x="141" y="32"/>
                    <a:pt x="141" y="32"/>
                  </a:cubicBezTo>
                  <a:cubicBezTo>
                    <a:pt x="141" y="32"/>
                    <a:pt x="141" y="32"/>
                    <a:pt x="141" y="32"/>
                  </a:cubicBezTo>
                  <a:cubicBezTo>
                    <a:pt x="141" y="33"/>
                    <a:pt x="141" y="33"/>
                    <a:pt x="141" y="33"/>
                  </a:cubicBezTo>
                  <a:cubicBezTo>
                    <a:pt x="139" y="32"/>
                    <a:pt x="139" y="32"/>
                    <a:pt x="139" y="32"/>
                  </a:cubicBezTo>
                  <a:cubicBezTo>
                    <a:pt x="139" y="32"/>
                    <a:pt x="139" y="32"/>
                    <a:pt x="139" y="32"/>
                  </a:cubicBezTo>
                  <a:cubicBezTo>
                    <a:pt x="138" y="32"/>
                    <a:pt x="138" y="32"/>
                    <a:pt x="138" y="32"/>
                  </a:cubicBezTo>
                  <a:cubicBezTo>
                    <a:pt x="135" y="31"/>
                    <a:pt x="135" y="31"/>
                    <a:pt x="135" y="31"/>
                  </a:cubicBezTo>
                  <a:cubicBezTo>
                    <a:pt x="134" y="31"/>
                    <a:pt x="134" y="31"/>
                    <a:pt x="134" y="31"/>
                  </a:cubicBezTo>
                  <a:cubicBezTo>
                    <a:pt x="134" y="31"/>
                    <a:pt x="134" y="31"/>
                    <a:pt x="134" y="31"/>
                  </a:cubicBezTo>
                  <a:cubicBezTo>
                    <a:pt x="134" y="32"/>
                    <a:pt x="134" y="32"/>
                    <a:pt x="134" y="32"/>
                  </a:cubicBezTo>
                  <a:cubicBezTo>
                    <a:pt x="134" y="32"/>
                    <a:pt x="134" y="32"/>
                    <a:pt x="134" y="32"/>
                  </a:cubicBezTo>
                  <a:cubicBezTo>
                    <a:pt x="134" y="32"/>
                    <a:pt x="134" y="32"/>
                    <a:pt x="134" y="32"/>
                  </a:cubicBezTo>
                  <a:cubicBezTo>
                    <a:pt x="134" y="32"/>
                    <a:pt x="134" y="32"/>
                    <a:pt x="134" y="32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2" y="34"/>
                    <a:pt x="132" y="34"/>
                    <a:pt x="132" y="34"/>
                  </a:cubicBezTo>
                  <a:cubicBezTo>
                    <a:pt x="132" y="33"/>
                    <a:pt x="132" y="33"/>
                    <a:pt x="132" y="33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1" y="33"/>
                    <a:pt x="131" y="33"/>
                    <a:pt x="131" y="33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5"/>
                    <a:pt x="130" y="35"/>
                    <a:pt x="130" y="35"/>
                  </a:cubicBezTo>
                  <a:cubicBezTo>
                    <a:pt x="130" y="34"/>
                    <a:pt x="130" y="34"/>
                    <a:pt x="130" y="34"/>
                  </a:cubicBezTo>
                  <a:cubicBezTo>
                    <a:pt x="130" y="33"/>
                    <a:pt x="130" y="33"/>
                    <a:pt x="130" y="33"/>
                  </a:cubicBezTo>
                  <a:cubicBezTo>
                    <a:pt x="131" y="32"/>
                    <a:pt x="131" y="32"/>
                    <a:pt x="131" y="32"/>
                  </a:cubicBezTo>
                  <a:cubicBezTo>
                    <a:pt x="131" y="31"/>
                    <a:pt x="131" y="31"/>
                    <a:pt x="131" y="31"/>
                  </a:cubicBezTo>
                  <a:cubicBezTo>
                    <a:pt x="131" y="31"/>
                    <a:pt x="131" y="31"/>
                    <a:pt x="131" y="31"/>
                  </a:cubicBezTo>
                  <a:cubicBezTo>
                    <a:pt x="130" y="31"/>
                    <a:pt x="130" y="31"/>
                    <a:pt x="130" y="31"/>
                  </a:cubicBezTo>
                  <a:cubicBezTo>
                    <a:pt x="131" y="30"/>
                    <a:pt x="131" y="30"/>
                    <a:pt x="131" y="30"/>
                  </a:cubicBezTo>
                  <a:cubicBezTo>
                    <a:pt x="130" y="29"/>
                    <a:pt x="130" y="29"/>
                    <a:pt x="130" y="29"/>
                  </a:cubicBezTo>
                  <a:cubicBezTo>
                    <a:pt x="129" y="28"/>
                    <a:pt x="129" y="28"/>
                    <a:pt x="129" y="28"/>
                  </a:cubicBezTo>
                  <a:cubicBezTo>
                    <a:pt x="128" y="28"/>
                    <a:pt x="128" y="28"/>
                    <a:pt x="128" y="28"/>
                  </a:cubicBezTo>
                  <a:cubicBezTo>
                    <a:pt x="127" y="28"/>
                    <a:pt x="127" y="28"/>
                    <a:pt x="127" y="28"/>
                  </a:cubicBezTo>
                  <a:cubicBezTo>
                    <a:pt x="127" y="28"/>
                    <a:pt x="127" y="28"/>
                    <a:pt x="127" y="28"/>
                  </a:cubicBezTo>
                  <a:cubicBezTo>
                    <a:pt x="126" y="29"/>
                    <a:pt x="126" y="29"/>
                    <a:pt x="126" y="29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25" y="28"/>
                    <a:pt x="125" y="28"/>
                    <a:pt x="125" y="28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4" y="27"/>
                    <a:pt x="124" y="27"/>
                    <a:pt x="124" y="27"/>
                  </a:cubicBezTo>
                  <a:cubicBezTo>
                    <a:pt x="124" y="27"/>
                    <a:pt x="124" y="27"/>
                    <a:pt x="124" y="27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2" y="26"/>
                    <a:pt x="122" y="26"/>
                    <a:pt x="122" y="26"/>
                  </a:cubicBezTo>
                  <a:cubicBezTo>
                    <a:pt x="122" y="26"/>
                    <a:pt x="122" y="26"/>
                    <a:pt x="122" y="26"/>
                  </a:cubicBezTo>
                  <a:cubicBezTo>
                    <a:pt x="121" y="26"/>
                    <a:pt x="121" y="26"/>
                    <a:pt x="121" y="26"/>
                  </a:cubicBezTo>
                  <a:cubicBezTo>
                    <a:pt x="120" y="25"/>
                    <a:pt x="120" y="25"/>
                    <a:pt x="120" y="25"/>
                  </a:cubicBezTo>
                  <a:cubicBezTo>
                    <a:pt x="119" y="25"/>
                    <a:pt x="119" y="25"/>
                    <a:pt x="119" y="25"/>
                  </a:cubicBezTo>
                  <a:cubicBezTo>
                    <a:pt x="119" y="25"/>
                    <a:pt x="119" y="25"/>
                    <a:pt x="119" y="25"/>
                  </a:cubicBezTo>
                  <a:cubicBezTo>
                    <a:pt x="119" y="25"/>
                    <a:pt x="119" y="25"/>
                    <a:pt x="119" y="25"/>
                  </a:cubicBezTo>
                  <a:cubicBezTo>
                    <a:pt x="118" y="25"/>
                    <a:pt x="118" y="25"/>
                    <a:pt x="118" y="25"/>
                  </a:cubicBezTo>
                  <a:cubicBezTo>
                    <a:pt x="117" y="25"/>
                    <a:pt x="117" y="25"/>
                    <a:pt x="117" y="25"/>
                  </a:cubicBezTo>
                  <a:cubicBezTo>
                    <a:pt x="117" y="25"/>
                    <a:pt x="117" y="25"/>
                    <a:pt x="117" y="25"/>
                  </a:cubicBezTo>
                  <a:cubicBezTo>
                    <a:pt x="117" y="25"/>
                    <a:pt x="117" y="25"/>
                    <a:pt x="117" y="25"/>
                  </a:cubicBezTo>
                  <a:cubicBezTo>
                    <a:pt x="116" y="25"/>
                    <a:pt x="116" y="25"/>
                    <a:pt x="116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14" y="26"/>
                    <a:pt x="114" y="26"/>
                    <a:pt x="114" y="26"/>
                  </a:cubicBezTo>
                  <a:cubicBezTo>
                    <a:pt x="114" y="26"/>
                    <a:pt x="114" y="26"/>
                    <a:pt x="114" y="26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0" y="29"/>
                    <a:pt x="110" y="29"/>
                    <a:pt x="110" y="29"/>
                  </a:cubicBezTo>
                  <a:cubicBezTo>
                    <a:pt x="110" y="30"/>
                    <a:pt x="110" y="30"/>
                    <a:pt x="110" y="30"/>
                  </a:cubicBezTo>
                  <a:cubicBezTo>
                    <a:pt x="109" y="31"/>
                    <a:pt x="109" y="31"/>
                    <a:pt x="109" y="31"/>
                  </a:cubicBezTo>
                  <a:cubicBezTo>
                    <a:pt x="109" y="32"/>
                    <a:pt x="109" y="32"/>
                    <a:pt x="109" y="32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108" y="34"/>
                    <a:pt x="108" y="34"/>
                    <a:pt x="108" y="34"/>
                  </a:cubicBezTo>
                  <a:cubicBezTo>
                    <a:pt x="108" y="36"/>
                    <a:pt x="108" y="36"/>
                    <a:pt x="108" y="36"/>
                  </a:cubicBezTo>
                  <a:cubicBezTo>
                    <a:pt x="107" y="35"/>
                    <a:pt x="107" y="35"/>
                    <a:pt x="107" y="35"/>
                  </a:cubicBezTo>
                  <a:cubicBezTo>
                    <a:pt x="107" y="34"/>
                    <a:pt x="107" y="34"/>
                    <a:pt x="107" y="34"/>
                  </a:cubicBezTo>
                  <a:cubicBezTo>
                    <a:pt x="107" y="33"/>
                    <a:pt x="107" y="33"/>
                    <a:pt x="107" y="33"/>
                  </a:cubicBezTo>
                  <a:cubicBezTo>
                    <a:pt x="108" y="33"/>
                    <a:pt x="108" y="33"/>
                    <a:pt x="108" y="33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8" y="31"/>
                    <a:pt x="108" y="31"/>
                    <a:pt x="108" y="31"/>
                  </a:cubicBezTo>
                  <a:cubicBezTo>
                    <a:pt x="108" y="30"/>
                    <a:pt x="108" y="30"/>
                    <a:pt x="108" y="30"/>
                  </a:cubicBezTo>
                  <a:cubicBezTo>
                    <a:pt x="108" y="30"/>
                    <a:pt x="108" y="30"/>
                    <a:pt x="108" y="30"/>
                  </a:cubicBezTo>
                  <a:cubicBezTo>
                    <a:pt x="108" y="30"/>
                    <a:pt x="108" y="30"/>
                    <a:pt x="108" y="30"/>
                  </a:cubicBezTo>
                  <a:cubicBezTo>
                    <a:pt x="107" y="30"/>
                    <a:pt x="107" y="30"/>
                    <a:pt x="107" y="30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5" y="30"/>
                    <a:pt x="105" y="30"/>
                    <a:pt x="105" y="30"/>
                  </a:cubicBezTo>
                  <a:cubicBezTo>
                    <a:pt x="104" y="30"/>
                    <a:pt x="104" y="30"/>
                    <a:pt x="104" y="30"/>
                  </a:cubicBezTo>
                  <a:cubicBezTo>
                    <a:pt x="103" y="29"/>
                    <a:pt x="103" y="29"/>
                    <a:pt x="103" y="29"/>
                  </a:cubicBezTo>
                  <a:cubicBezTo>
                    <a:pt x="104" y="29"/>
                    <a:pt x="104" y="29"/>
                    <a:pt x="104" y="29"/>
                  </a:cubicBezTo>
                  <a:cubicBezTo>
                    <a:pt x="105" y="29"/>
                    <a:pt x="105" y="29"/>
                    <a:pt x="105" y="29"/>
                  </a:cubicBezTo>
                  <a:cubicBezTo>
                    <a:pt x="106" y="29"/>
                    <a:pt x="106" y="29"/>
                    <a:pt x="106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08" y="29"/>
                    <a:pt x="108" y="29"/>
                    <a:pt x="108" y="29"/>
                  </a:cubicBezTo>
                  <a:cubicBezTo>
                    <a:pt x="108" y="28"/>
                    <a:pt x="108" y="28"/>
                    <a:pt x="108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09" y="28"/>
                    <a:pt x="109" y="28"/>
                    <a:pt x="109" y="28"/>
                  </a:cubicBezTo>
                  <a:cubicBezTo>
                    <a:pt x="110" y="28"/>
                    <a:pt x="110" y="28"/>
                    <a:pt x="110" y="28"/>
                  </a:cubicBezTo>
                  <a:cubicBezTo>
                    <a:pt x="112" y="27"/>
                    <a:pt x="112" y="27"/>
                    <a:pt x="112" y="27"/>
                  </a:cubicBezTo>
                  <a:cubicBezTo>
                    <a:pt x="112" y="26"/>
                    <a:pt x="112" y="26"/>
                    <a:pt x="112" y="26"/>
                  </a:cubicBezTo>
                  <a:cubicBezTo>
                    <a:pt x="113" y="25"/>
                    <a:pt x="113" y="25"/>
                    <a:pt x="113" y="25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3" y="24"/>
                    <a:pt x="113" y="24"/>
                    <a:pt x="113" y="24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1" y="22"/>
                    <a:pt x="111" y="22"/>
                    <a:pt x="111" y="22"/>
                  </a:cubicBezTo>
                  <a:cubicBezTo>
                    <a:pt x="110" y="22"/>
                    <a:pt x="110" y="22"/>
                    <a:pt x="110" y="22"/>
                  </a:cubicBezTo>
                  <a:cubicBezTo>
                    <a:pt x="109" y="23"/>
                    <a:pt x="109" y="23"/>
                    <a:pt x="109" y="23"/>
                  </a:cubicBezTo>
                  <a:cubicBezTo>
                    <a:pt x="108" y="23"/>
                    <a:pt x="108" y="23"/>
                    <a:pt x="108" y="23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3" y="25"/>
                    <a:pt x="103" y="25"/>
                    <a:pt x="103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99" y="28"/>
                    <a:pt x="99" y="28"/>
                    <a:pt x="99" y="28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100" y="26"/>
                    <a:pt x="100" y="26"/>
                    <a:pt x="100" y="26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99" y="25"/>
                    <a:pt x="99" y="25"/>
                    <a:pt x="99" y="25"/>
                  </a:cubicBezTo>
                  <a:cubicBezTo>
                    <a:pt x="98" y="26"/>
                    <a:pt x="98" y="26"/>
                    <a:pt x="98" y="26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7" y="28"/>
                    <a:pt x="97" y="28"/>
                    <a:pt x="97" y="28"/>
                  </a:cubicBezTo>
                  <a:cubicBezTo>
                    <a:pt x="98" y="26"/>
                    <a:pt x="98" y="26"/>
                    <a:pt x="98" y="26"/>
                  </a:cubicBezTo>
                  <a:cubicBezTo>
                    <a:pt x="98" y="25"/>
                    <a:pt x="98" y="25"/>
                    <a:pt x="98" y="25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101" y="22"/>
                    <a:pt x="101" y="22"/>
                    <a:pt x="101" y="22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104" y="19"/>
                    <a:pt x="104" y="19"/>
                    <a:pt x="104" y="19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7"/>
                    <a:pt x="106" y="17"/>
                    <a:pt x="106" y="17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06" y="14"/>
                    <a:pt x="106" y="14"/>
                    <a:pt x="106" y="14"/>
                  </a:cubicBezTo>
                  <a:cubicBezTo>
                    <a:pt x="105" y="14"/>
                    <a:pt x="105" y="14"/>
                    <a:pt x="105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4" y="14"/>
                    <a:pt x="104" y="14"/>
                    <a:pt x="104" y="14"/>
                  </a:cubicBezTo>
                  <a:cubicBezTo>
                    <a:pt x="103" y="12"/>
                    <a:pt x="103" y="12"/>
                    <a:pt x="103" y="12"/>
                  </a:cubicBezTo>
                  <a:cubicBezTo>
                    <a:pt x="102" y="10"/>
                    <a:pt x="102" y="10"/>
                    <a:pt x="102" y="10"/>
                  </a:cubicBezTo>
                  <a:cubicBezTo>
                    <a:pt x="102" y="9"/>
                    <a:pt x="102" y="9"/>
                    <a:pt x="102" y="9"/>
                  </a:cubicBezTo>
                  <a:cubicBezTo>
                    <a:pt x="101" y="7"/>
                    <a:pt x="101" y="7"/>
                    <a:pt x="101" y="7"/>
                  </a:cubicBezTo>
                  <a:cubicBezTo>
                    <a:pt x="101" y="7"/>
                    <a:pt x="101" y="7"/>
                    <a:pt x="101" y="7"/>
                  </a:cubicBezTo>
                  <a:lnTo>
                    <a:pt x="101" y="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19" name="Freeform 178"/>
            <p:cNvSpPr/>
            <p:nvPr/>
          </p:nvSpPr>
          <p:spPr bwMode="auto">
            <a:xfrm>
              <a:off x="3159498" y="3066605"/>
              <a:ext cx="61758" cy="81058"/>
            </a:xfrm>
            <a:custGeom>
              <a:avLst/>
              <a:gdLst>
                <a:gd name="T0" fmla="*/ 3 w 48"/>
                <a:gd name="T1" fmla="*/ 48 h 63"/>
                <a:gd name="T2" fmla="*/ 3 w 48"/>
                <a:gd name="T3" fmla="*/ 52 h 63"/>
                <a:gd name="T4" fmla="*/ 3 w 48"/>
                <a:gd name="T5" fmla="*/ 52 h 63"/>
                <a:gd name="T6" fmla="*/ 3 w 48"/>
                <a:gd name="T7" fmla="*/ 52 h 63"/>
                <a:gd name="T8" fmla="*/ 3 w 48"/>
                <a:gd name="T9" fmla="*/ 56 h 63"/>
                <a:gd name="T10" fmla="*/ 7 w 48"/>
                <a:gd name="T11" fmla="*/ 56 h 63"/>
                <a:gd name="T12" fmla="*/ 11 w 48"/>
                <a:gd name="T13" fmla="*/ 59 h 63"/>
                <a:gd name="T14" fmla="*/ 11 w 48"/>
                <a:gd name="T15" fmla="*/ 56 h 63"/>
                <a:gd name="T16" fmla="*/ 15 w 48"/>
                <a:gd name="T17" fmla="*/ 56 h 63"/>
                <a:gd name="T18" fmla="*/ 15 w 48"/>
                <a:gd name="T19" fmla="*/ 56 h 63"/>
                <a:gd name="T20" fmla="*/ 15 w 48"/>
                <a:gd name="T21" fmla="*/ 56 h 63"/>
                <a:gd name="T22" fmla="*/ 18 w 48"/>
                <a:gd name="T23" fmla="*/ 56 h 63"/>
                <a:gd name="T24" fmla="*/ 18 w 48"/>
                <a:gd name="T25" fmla="*/ 59 h 63"/>
                <a:gd name="T26" fmla="*/ 18 w 48"/>
                <a:gd name="T27" fmla="*/ 63 h 63"/>
                <a:gd name="T28" fmla="*/ 22 w 48"/>
                <a:gd name="T29" fmla="*/ 59 h 63"/>
                <a:gd name="T30" fmla="*/ 22 w 48"/>
                <a:gd name="T31" fmla="*/ 56 h 63"/>
                <a:gd name="T32" fmla="*/ 26 w 48"/>
                <a:gd name="T33" fmla="*/ 56 h 63"/>
                <a:gd name="T34" fmla="*/ 26 w 48"/>
                <a:gd name="T35" fmla="*/ 56 h 63"/>
                <a:gd name="T36" fmla="*/ 29 w 48"/>
                <a:gd name="T37" fmla="*/ 52 h 63"/>
                <a:gd name="T38" fmla="*/ 33 w 48"/>
                <a:gd name="T39" fmla="*/ 48 h 63"/>
                <a:gd name="T40" fmla="*/ 37 w 48"/>
                <a:gd name="T41" fmla="*/ 41 h 63"/>
                <a:gd name="T42" fmla="*/ 37 w 48"/>
                <a:gd name="T43" fmla="*/ 41 h 63"/>
                <a:gd name="T44" fmla="*/ 40 w 48"/>
                <a:gd name="T45" fmla="*/ 33 h 63"/>
                <a:gd name="T46" fmla="*/ 44 w 48"/>
                <a:gd name="T47" fmla="*/ 30 h 63"/>
                <a:gd name="T48" fmla="*/ 44 w 48"/>
                <a:gd name="T49" fmla="*/ 30 h 63"/>
                <a:gd name="T50" fmla="*/ 44 w 48"/>
                <a:gd name="T51" fmla="*/ 30 h 63"/>
                <a:gd name="T52" fmla="*/ 48 w 48"/>
                <a:gd name="T53" fmla="*/ 26 h 63"/>
                <a:gd name="T54" fmla="*/ 48 w 48"/>
                <a:gd name="T55" fmla="*/ 22 h 63"/>
                <a:gd name="T56" fmla="*/ 44 w 48"/>
                <a:gd name="T57" fmla="*/ 19 h 63"/>
                <a:gd name="T58" fmla="*/ 44 w 48"/>
                <a:gd name="T59" fmla="*/ 19 h 63"/>
                <a:gd name="T60" fmla="*/ 40 w 48"/>
                <a:gd name="T61" fmla="*/ 19 h 63"/>
                <a:gd name="T62" fmla="*/ 40 w 48"/>
                <a:gd name="T63" fmla="*/ 15 h 63"/>
                <a:gd name="T64" fmla="*/ 33 w 48"/>
                <a:gd name="T65" fmla="*/ 11 h 63"/>
                <a:gd name="T66" fmla="*/ 33 w 48"/>
                <a:gd name="T67" fmla="*/ 7 h 63"/>
                <a:gd name="T68" fmla="*/ 29 w 48"/>
                <a:gd name="T69" fmla="*/ 7 h 63"/>
                <a:gd name="T70" fmla="*/ 22 w 48"/>
                <a:gd name="T71" fmla="*/ 4 h 63"/>
                <a:gd name="T72" fmla="*/ 15 w 48"/>
                <a:gd name="T73" fmla="*/ 0 h 63"/>
                <a:gd name="T74" fmla="*/ 11 w 48"/>
                <a:gd name="T75" fmla="*/ 0 h 63"/>
                <a:gd name="T76" fmla="*/ 7 w 48"/>
                <a:gd name="T77" fmla="*/ 4 h 63"/>
                <a:gd name="T78" fmla="*/ 7 w 48"/>
                <a:gd name="T79" fmla="*/ 4 h 63"/>
                <a:gd name="T80" fmla="*/ 7 w 48"/>
                <a:gd name="T81" fmla="*/ 4 h 63"/>
                <a:gd name="T82" fmla="*/ 3 w 48"/>
                <a:gd name="T83" fmla="*/ 4 h 63"/>
                <a:gd name="T84" fmla="*/ 3 w 48"/>
                <a:gd name="T85" fmla="*/ 7 h 63"/>
                <a:gd name="T86" fmla="*/ 0 w 48"/>
                <a:gd name="T87" fmla="*/ 7 h 63"/>
                <a:gd name="T88" fmla="*/ 3 w 48"/>
                <a:gd name="T89" fmla="*/ 15 h 63"/>
                <a:gd name="T90" fmla="*/ 3 w 48"/>
                <a:gd name="T91" fmla="*/ 15 h 63"/>
                <a:gd name="T92" fmla="*/ 3 w 48"/>
                <a:gd name="T93" fmla="*/ 19 h 63"/>
                <a:gd name="T94" fmla="*/ 3 w 48"/>
                <a:gd name="T95" fmla="*/ 22 h 63"/>
                <a:gd name="T96" fmla="*/ 7 w 48"/>
                <a:gd name="T97" fmla="*/ 22 h 63"/>
                <a:gd name="T98" fmla="*/ 7 w 48"/>
                <a:gd name="T99" fmla="*/ 26 h 63"/>
                <a:gd name="T100" fmla="*/ 7 w 48"/>
                <a:gd name="T101" fmla="*/ 30 h 63"/>
                <a:gd name="T102" fmla="*/ 11 w 48"/>
                <a:gd name="T103" fmla="*/ 33 h 63"/>
                <a:gd name="T104" fmla="*/ 11 w 48"/>
                <a:gd name="T105" fmla="*/ 33 h 63"/>
                <a:gd name="T106" fmla="*/ 11 w 48"/>
                <a:gd name="T107" fmla="*/ 37 h 63"/>
                <a:gd name="T108" fmla="*/ 7 w 48"/>
                <a:gd name="T109" fmla="*/ 37 h 63"/>
                <a:gd name="T110" fmla="*/ 7 w 48"/>
                <a:gd name="T111" fmla="*/ 41 h 63"/>
                <a:gd name="T112" fmla="*/ 7 w 48"/>
                <a:gd name="T113" fmla="*/ 45 h 63"/>
                <a:gd name="T114" fmla="*/ 7 w 48"/>
                <a:gd name="T115" fmla="*/ 48 h 63"/>
                <a:gd name="T116" fmla="*/ 3 w 48"/>
                <a:gd name="T117" fmla="*/ 48 h 63"/>
                <a:gd name="T118" fmla="*/ 3 w 48"/>
                <a:gd name="T119" fmla="*/ 48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8" h="63">
                  <a:moveTo>
                    <a:pt x="3" y="48"/>
                  </a:moveTo>
                  <a:lnTo>
                    <a:pt x="3" y="52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3" y="56"/>
                  </a:lnTo>
                  <a:lnTo>
                    <a:pt x="7" y="56"/>
                  </a:lnTo>
                  <a:lnTo>
                    <a:pt x="11" y="59"/>
                  </a:lnTo>
                  <a:lnTo>
                    <a:pt x="11" y="56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8" y="56"/>
                  </a:lnTo>
                  <a:lnTo>
                    <a:pt x="18" y="59"/>
                  </a:lnTo>
                  <a:lnTo>
                    <a:pt x="18" y="63"/>
                  </a:lnTo>
                  <a:lnTo>
                    <a:pt x="22" y="59"/>
                  </a:lnTo>
                  <a:lnTo>
                    <a:pt x="22" y="56"/>
                  </a:lnTo>
                  <a:lnTo>
                    <a:pt x="26" y="56"/>
                  </a:lnTo>
                  <a:lnTo>
                    <a:pt x="26" y="56"/>
                  </a:lnTo>
                  <a:lnTo>
                    <a:pt x="29" y="52"/>
                  </a:lnTo>
                  <a:lnTo>
                    <a:pt x="33" y="48"/>
                  </a:lnTo>
                  <a:lnTo>
                    <a:pt x="37" y="41"/>
                  </a:lnTo>
                  <a:lnTo>
                    <a:pt x="37" y="41"/>
                  </a:lnTo>
                  <a:lnTo>
                    <a:pt x="40" y="33"/>
                  </a:lnTo>
                  <a:lnTo>
                    <a:pt x="44" y="30"/>
                  </a:lnTo>
                  <a:lnTo>
                    <a:pt x="44" y="30"/>
                  </a:lnTo>
                  <a:lnTo>
                    <a:pt x="44" y="30"/>
                  </a:lnTo>
                  <a:lnTo>
                    <a:pt x="48" y="26"/>
                  </a:lnTo>
                  <a:lnTo>
                    <a:pt x="48" y="22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0" y="19"/>
                  </a:lnTo>
                  <a:lnTo>
                    <a:pt x="40" y="15"/>
                  </a:lnTo>
                  <a:lnTo>
                    <a:pt x="33" y="11"/>
                  </a:lnTo>
                  <a:lnTo>
                    <a:pt x="33" y="7"/>
                  </a:lnTo>
                  <a:lnTo>
                    <a:pt x="29" y="7"/>
                  </a:lnTo>
                  <a:lnTo>
                    <a:pt x="22" y="4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3" y="4"/>
                  </a:lnTo>
                  <a:lnTo>
                    <a:pt x="3" y="7"/>
                  </a:lnTo>
                  <a:lnTo>
                    <a:pt x="0" y="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7" y="22"/>
                  </a:lnTo>
                  <a:lnTo>
                    <a:pt x="7" y="26"/>
                  </a:lnTo>
                  <a:lnTo>
                    <a:pt x="7" y="30"/>
                  </a:lnTo>
                  <a:lnTo>
                    <a:pt x="11" y="33"/>
                  </a:lnTo>
                  <a:lnTo>
                    <a:pt x="11" y="33"/>
                  </a:lnTo>
                  <a:lnTo>
                    <a:pt x="11" y="37"/>
                  </a:lnTo>
                  <a:lnTo>
                    <a:pt x="7" y="37"/>
                  </a:lnTo>
                  <a:lnTo>
                    <a:pt x="7" y="41"/>
                  </a:lnTo>
                  <a:lnTo>
                    <a:pt x="7" y="45"/>
                  </a:lnTo>
                  <a:lnTo>
                    <a:pt x="7" y="48"/>
                  </a:lnTo>
                  <a:lnTo>
                    <a:pt x="3" y="48"/>
                  </a:lnTo>
                  <a:lnTo>
                    <a:pt x="3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0" name="Freeform 179"/>
            <p:cNvSpPr/>
            <p:nvPr/>
          </p:nvSpPr>
          <p:spPr bwMode="auto">
            <a:xfrm>
              <a:off x="3087448" y="3061459"/>
              <a:ext cx="86205" cy="81058"/>
            </a:xfrm>
            <a:custGeom>
              <a:avLst/>
              <a:gdLst>
                <a:gd name="T0" fmla="*/ 26 w 67"/>
                <a:gd name="T1" fmla="*/ 63 h 63"/>
                <a:gd name="T2" fmla="*/ 30 w 67"/>
                <a:gd name="T3" fmla="*/ 63 h 63"/>
                <a:gd name="T4" fmla="*/ 37 w 67"/>
                <a:gd name="T5" fmla="*/ 63 h 63"/>
                <a:gd name="T6" fmla="*/ 34 w 67"/>
                <a:gd name="T7" fmla="*/ 60 h 63"/>
                <a:gd name="T8" fmla="*/ 30 w 67"/>
                <a:gd name="T9" fmla="*/ 56 h 63"/>
                <a:gd name="T10" fmla="*/ 34 w 67"/>
                <a:gd name="T11" fmla="*/ 52 h 63"/>
                <a:gd name="T12" fmla="*/ 45 w 67"/>
                <a:gd name="T13" fmla="*/ 52 h 63"/>
                <a:gd name="T14" fmla="*/ 52 w 67"/>
                <a:gd name="T15" fmla="*/ 49 h 63"/>
                <a:gd name="T16" fmla="*/ 59 w 67"/>
                <a:gd name="T17" fmla="*/ 52 h 63"/>
                <a:gd name="T18" fmla="*/ 63 w 67"/>
                <a:gd name="T19" fmla="*/ 49 h 63"/>
                <a:gd name="T20" fmla="*/ 63 w 67"/>
                <a:gd name="T21" fmla="*/ 41 h 63"/>
                <a:gd name="T22" fmla="*/ 67 w 67"/>
                <a:gd name="T23" fmla="*/ 37 h 63"/>
                <a:gd name="T24" fmla="*/ 63 w 67"/>
                <a:gd name="T25" fmla="*/ 34 h 63"/>
                <a:gd name="T26" fmla="*/ 63 w 67"/>
                <a:gd name="T27" fmla="*/ 26 h 63"/>
                <a:gd name="T28" fmla="*/ 59 w 67"/>
                <a:gd name="T29" fmla="*/ 23 h 63"/>
                <a:gd name="T30" fmla="*/ 59 w 67"/>
                <a:gd name="T31" fmla="*/ 19 h 63"/>
                <a:gd name="T32" fmla="*/ 59 w 67"/>
                <a:gd name="T33" fmla="*/ 11 h 63"/>
                <a:gd name="T34" fmla="*/ 63 w 67"/>
                <a:gd name="T35" fmla="*/ 8 h 63"/>
                <a:gd name="T36" fmla="*/ 63 w 67"/>
                <a:gd name="T37" fmla="*/ 4 h 63"/>
                <a:gd name="T38" fmla="*/ 56 w 67"/>
                <a:gd name="T39" fmla="*/ 0 h 63"/>
                <a:gd name="T40" fmla="*/ 48 w 67"/>
                <a:gd name="T41" fmla="*/ 0 h 63"/>
                <a:gd name="T42" fmla="*/ 37 w 67"/>
                <a:gd name="T43" fmla="*/ 0 h 63"/>
                <a:gd name="T44" fmla="*/ 26 w 67"/>
                <a:gd name="T45" fmla="*/ 0 h 63"/>
                <a:gd name="T46" fmla="*/ 15 w 67"/>
                <a:gd name="T47" fmla="*/ 0 h 63"/>
                <a:gd name="T48" fmla="*/ 15 w 67"/>
                <a:gd name="T49" fmla="*/ 4 h 63"/>
                <a:gd name="T50" fmla="*/ 15 w 67"/>
                <a:gd name="T51" fmla="*/ 8 h 63"/>
                <a:gd name="T52" fmla="*/ 8 w 67"/>
                <a:gd name="T53" fmla="*/ 15 h 63"/>
                <a:gd name="T54" fmla="*/ 4 w 67"/>
                <a:gd name="T55" fmla="*/ 19 h 63"/>
                <a:gd name="T56" fmla="*/ 0 w 67"/>
                <a:gd name="T57" fmla="*/ 26 h 63"/>
                <a:gd name="T58" fmla="*/ 4 w 67"/>
                <a:gd name="T59" fmla="*/ 30 h 63"/>
                <a:gd name="T60" fmla="*/ 4 w 67"/>
                <a:gd name="T61" fmla="*/ 34 h 63"/>
                <a:gd name="T62" fmla="*/ 8 w 67"/>
                <a:gd name="T63" fmla="*/ 37 h 63"/>
                <a:gd name="T64" fmla="*/ 11 w 67"/>
                <a:gd name="T65" fmla="*/ 37 h 63"/>
                <a:gd name="T66" fmla="*/ 15 w 67"/>
                <a:gd name="T67" fmla="*/ 41 h 63"/>
                <a:gd name="T68" fmla="*/ 15 w 67"/>
                <a:gd name="T69" fmla="*/ 49 h 63"/>
                <a:gd name="T70" fmla="*/ 19 w 67"/>
                <a:gd name="T71" fmla="*/ 52 h 63"/>
                <a:gd name="T72" fmla="*/ 22 w 67"/>
                <a:gd name="T73" fmla="*/ 56 h 63"/>
                <a:gd name="T74" fmla="*/ 22 w 67"/>
                <a:gd name="T75" fmla="*/ 6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7" h="63">
                  <a:moveTo>
                    <a:pt x="26" y="63"/>
                  </a:moveTo>
                  <a:lnTo>
                    <a:pt x="26" y="63"/>
                  </a:lnTo>
                  <a:lnTo>
                    <a:pt x="26" y="63"/>
                  </a:lnTo>
                  <a:lnTo>
                    <a:pt x="30" y="63"/>
                  </a:lnTo>
                  <a:lnTo>
                    <a:pt x="34" y="63"/>
                  </a:lnTo>
                  <a:lnTo>
                    <a:pt x="37" y="63"/>
                  </a:lnTo>
                  <a:lnTo>
                    <a:pt x="37" y="63"/>
                  </a:lnTo>
                  <a:lnTo>
                    <a:pt x="34" y="60"/>
                  </a:lnTo>
                  <a:lnTo>
                    <a:pt x="34" y="60"/>
                  </a:lnTo>
                  <a:lnTo>
                    <a:pt x="30" y="56"/>
                  </a:lnTo>
                  <a:lnTo>
                    <a:pt x="30" y="52"/>
                  </a:lnTo>
                  <a:lnTo>
                    <a:pt x="34" y="52"/>
                  </a:lnTo>
                  <a:lnTo>
                    <a:pt x="37" y="52"/>
                  </a:lnTo>
                  <a:lnTo>
                    <a:pt x="45" y="52"/>
                  </a:lnTo>
                  <a:lnTo>
                    <a:pt x="48" y="49"/>
                  </a:lnTo>
                  <a:lnTo>
                    <a:pt x="52" y="49"/>
                  </a:lnTo>
                  <a:lnTo>
                    <a:pt x="56" y="52"/>
                  </a:lnTo>
                  <a:lnTo>
                    <a:pt x="59" y="52"/>
                  </a:lnTo>
                  <a:lnTo>
                    <a:pt x="63" y="52"/>
                  </a:lnTo>
                  <a:lnTo>
                    <a:pt x="63" y="49"/>
                  </a:lnTo>
                  <a:lnTo>
                    <a:pt x="63" y="45"/>
                  </a:lnTo>
                  <a:lnTo>
                    <a:pt x="63" y="41"/>
                  </a:lnTo>
                  <a:lnTo>
                    <a:pt x="67" y="41"/>
                  </a:lnTo>
                  <a:lnTo>
                    <a:pt x="67" y="37"/>
                  </a:lnTo>
                  <a:lnTo>
                    <a:pt x="67" y="37"/>
                  </a:lnTo>
                  <a:lnTo>
                    <a:pt x="63" y="34"/>
                  </a:lnTo>
                  <a:lnTo>
                    <a:pt x="63" y="30"/>
                  </a:lnTo>
                  <a:lnTo>
                    <a:pt x="63" y="26"/>
                  </a:lnTo>
                  <a:lnTo>
                    <a:pt x="59" y="26"/>
                  </a:lnTo>
                  <a:lnTo>
                    <a:pt x="59" y="23"/>
                  </a:lnTo>
                  <a:lnTo>
                    <a:pt x="59" y="19"/>
                  </a:lnTo>
                  <a:lnTo>
                    <a:pt x="59" y="19"/>
                  </a:lnTo>
                  <a:lnTo>
                    <a:pt x="56" y="11"/>
                  </a:lnTo>
                  <a:lnTo>
                    <a:pt x="59" y="11"/>
                  </a:lnTo>
                  <a:lnTo>
                    <a:pt x="59" y="8"/>
                  </a:lnTo>
                  <a:lnTo>
                    <a:pt x="63" y="8"/>
                  </a:lnTo>
                  <a:lnTo>
                    <a:pt x="63" y="4"/>
                  </a:lnTo>
                  <a:lnTo>
                    <a:pt x="63" y="4"/>
                  </a:lnTo>
                  <a:lnTo>
                    <a:pt x="59" y="0"/>
                  </a:lnTo>
                  <a:lnTo>
                    <a:pt x="56" y="0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45" y="0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26" y="0"/>
                  </a:lnTo>
                  <a:lnTo>
                    <a:pt x="19" y="0"/>
                  </a:lnTo>
                  <a:lnTo>
                    <a:pt x="15" y="0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1" y="11"/>
                  </a:lnTo>
                  <a:lnTo>
                    <a:pt x="8" y="15"/>
                  </a:lnTo>
                  <a:lnTo>
                    <a:pt x="4" y="15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0" y="26"/>
                  </a:lnTo>
                  <a:lnTo>
                    <a:pt x="0" y="30"/>
                  </a:lnTo>
                  <a:lnTo>
                    <a:pt x="4" y="30"/>
                  </a:lnTo>
                  <a:lnTo>
                    <a:pt x="4" y="30"/>
                  </a:lnTo>
                  <a:lnTo>
                    <a:pt x="4" y="34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8" y="37"/>
                  </a:lnTo>
                  <a:lnTo>
                    <a:pt x="11" y="37"/>
                  </a:lnTo>
                  <a:lnTo>
                    <a:pt x="11" y="41"/>
                  </a:lnTo>
                  <a:lnTo>
                    <a:pt x="15" y="41"/>
                  </a:lnTo>
                  <a:lnTo>
                    <a:pt x="15" y="49"/>
                  </a:lnTo>
                  <a:lnTo>
                    <a:pt x="15" y="49"/>
                  </a:lnTo>
                  <a:lnTo>
                    <a:pt x="15" y="52"/>
                  </a:lnTo>
                  <a:lnTo>
                    <a:pt x="19" y="52"/>
                  </a:lnTo>
                  <a:lnTo>
                    <a:pt x="19" y="56"/>
                  </a:lnTo>
                  <a:lnTo>
                    <a:pt x="22" y="56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26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1" name="Freeform 180"/>
            <p:cNvSpPr/>
            <p:nvPr/>
          </p:nvSpPr>
          <p:spPr bwMode="auto">
            <a:xfrm>
              <a:off x="3016682" y="3013854"/>
              <a:ext cx="104218" cy="144103"/>
            </a:xfrm>
            <a:custGeom>
              <a:avLst/>
              <a:gdLst>
                <a:gd name="T0" fmla="*/ 11 w 81"/>
                <a:gd name="T1" fmla="*/ 48 h 112"/>
                <a:gd name="T2" fmla="*/ 14 w 81"/>
                <a:gd name="T3" fmla="*/ 48 h 112"/>
                <a:gd name="T4" fmla="*/ 22 w 81"/>
                <a:gd name="T5" fmla="*/ 52 h 112"/>
                <a:gd name="T6" fmla="*/ 18 w 81"/>
                <a:gd name="T7" fmla="*/ 60 h 112"/>
                <a:gd name="T8" fmla="*/ 22 w 81"/>
                <a:gd name="T9" fmla="*/ 63 h 112"/>
                <a:gd name="T10" fmla="*/ 26 w 81"/>
                <a:gd name="T11" fmla="*/ 63 h 112"/>
                <a:gd name="T12" fmla="*/ 29 w 81"/>
                <a:gd name="T13" fmla="*/ 67 h 112"/>
                <a:gd name="T14" fmla="*/ 26 w 81"/>
                <a:gd name="T15" fmla="*/ 71 h 112"/>
                <a:gd name="T16" fmla="*/ 22 w 81"/>
                <a:gd name="T17" fmla="*/ 82 h 112"/>
                <a:gd name="T18" fmla="*/ 22 w 81"/>
                <a:gd name="T19" fmla="*/ 86 h 112"/>
                <a:gd name="T20" fmla="*/ 22 w 81"/>
                <a:gd name="T21" fmla="*/ 89 h 112"/>
                <a:gd name="T22" fmla="*/ 22 w 81"/>
                <a:gd name="T23" fmla="*/ 93 h 112"/>
                <a:gd name="T24" fmla="*/ 29 w 81"/>
                <a:gd name="T25" fmla="*/ 100 h 112"/>
                <a:gd name="T26" fmla="*/ 29 w 81"/>
                <a:gd name="T27" fmla="*/ 104 h 112"/>
                <a:gd name="T28" fmla="*/ 40 w 81"/>
                <a:gd name="T29" fmla="*/ 112 h 112"/>
                <a:gd name="T30" fmla="*/ 44 w 81"/>
                <a:gd name="T31" fmla="*/ 108 h 112"/>
                <a:gd name="T32" fmla="*/ 48 w 81"/>
                <a:gd name="T33" fmla="*/ 108 h 112"/>
                <a:gd name="T34" fmla="*/ 52 w 81"/>
                <a:gd name="T35" fmla="*/ 104 h 112"/>
                <a:gd name="T36" fmla="*/ 63 w 81"/>
                <a:gd name="T37" fmla="*/ 104 h 112"/>
                <a:gd name="T38" fmla="*/ 66 w 81"/>
                <a:gd name="T39" fmla="*/ 100 h 112"/>
                <a:gd name="T40" fmla="*/ 74 w 81"/>
                <a:gd name="T41" fmla="*/ 100 h 112"/>
                <a:gd name="T42" fmla="*/ 81 w 81"/>
                <a:gd name="T43" fmla="*/ 100 h 112"/>
                <a:gd name="T44" fmla="*/ 77 w 81"/>
                <a:gd name="T45" fmla="*/ 97 h 112"/>
                <a:gd name="T46" fmla="*/ 74 w 81"/>
                <a:gd name="T47" fmla="*/ 93 h 112"/>
                <a:gd name="T48" fmla="*/ 70 w 81"/>
                <a:gd name="T49" fmla="*/ 89 h 112"/>
                <a:gd name="T50" fmla="*/ 70 w 81"/>
                <a:gd name="T51" fmla="*/ 86 h 112"/>
                <a:gd name="T52" fmla="*/ 66 w 81"/>
                <a:gd name="T53" fmla="*/ 78 h 112"/>
                <a:gd name="T54" fmla="*/ 63 w 81"/>
                <a:gd name="T55" fmla="*/ 74 h 112"/>
                <a:gd name="T56" fmla="*/ 63 w 81"/>
                <a:gd name="T57" fmla="*/ 74 h 112"/>
                <a:gd name="T58" fmla="*/ 59 w 81"/>
                <a:gd name="T59" fmla="*/ 67 h 112"/>
                <a:gd name="T60" fmla="*/ 55 w 81"/>
                <a:gd name="T61" fmla="*/ 67 h 112"/>
                <a:gd name="T62" fmla="*/ 59 w 81"/>
                <a:gd name="T63" fmla="*/ 56 h 112"/>
                <a:gd name="T64" fmla="*/ 59 w 81"/>
                <a:gd name="T65" fmla="*/ 52 h 112"/>
                <a:gd name="T66" fmla="*/ 66 w 81"/>
                <a:gd name="T67" fmla="*/ 48 h 112"/>
                <a:gd name="T68" fmla="*/ 70 w 81"/>
                <a:gd name="T69" fmla="*/ 45 h 112"/>
                <a:gd name="T70" fmla="*/ 70 w 81"/>
                <a:gd name="T71" fmla="*/ 41 h 112"/>
                <a:gd name="T72" fmla="*/ 70 w 81"/>
                <a:gd name="T73" fmla="*/ 37 h 112"/>
                <a:gd name="T74" fmla="*/ 66 w 81"/>
                <a:gd name="T75" fmla="*/ 34 h 112"/>
                <a:gd name="T76" fmla="*/ 55 w 81"/>
                <a:gd name="T77" fmla="*/ 26 h 112"/>
                <a:gd name="T78" fmla="*/ 52 w 81"/>
                <a:gd name="T79" fmla="*/ 26 h 112"/>
                <a:gd name="T80" fmla="*/ 44 w 81"/>
                <a:gd name="T81" fmla="*/ 26 h 112"/>
                <a:gd name="T82" fmla="*/ 44 w 81"/>
                <a:gd name="T83" fmla="*/ 26 h 112"/>
                <a:gd name="T84" fmla="*/ 48 w 81"/>
                <a:gd name="T85" fmla="*/ 19 h 112"/>
                <a:gd name="T86" fmla="*/ 40 w 81"/>
                <a:gd name="T87" fmla="*/ 11 h 112"/>
                <a:gd name="T88" fmla="*/ 33 w 81"/>
                <a:gd name="T89" fmla="*/ 4 h 112"/>
                <a:gd name="T90" fmla="*/ 29 w 81"/>
                <a:gd name="T91" fmla="*/ 0 h 112"/>
                <a:gd name="T92" fmla="*/ 22 w 81"/>
                <a:gd name="T93" fmla="*/ 0 h 112"/>
                <a:gd name="T94" fmla="*/ 18 w 81"/>
                <a:gd name="T95" fmla="*/ 4 h 112"/>
                <a:gd name="T96" fmla="*/ 11 w 81"/>
                <a:gd name="T97" fmla="*/ 8 h 112"/>
                <a:gd name="T98" fmla="*/ 11 w 81"/>
                <a:gd name="T99" fmla="*/ 15 h 112"/>
                <a:gd name="T100" fmla="*/ 14 w 81"/>
                <a:gd name="T101" fmla="*/ 19 h 112"/>
                <a:gd name="T102" fmla="*/ 18 w 81"/>
                <a:gd name="T103" fmla="*/ 23 h 112"/>
                <a:gd name="T104" fmla="*/ 11 w 81"/>
                <a:gd name="T105" fmla="*/ 26 h 112"/>
                <a:gd name="T106" fmla="*/ 3 w 81"/>
                <a:gd name="T107" fmla="*/ 26 h 112"/>
                <a:gd name="T108" fmla="*/ 3 w 81"/>
                <a:gd name="T109" fmla="*/ 30 h 112"/>
                <a:gd name="T110" fmla="*/ 0 w 81"/>
                <a:gd name="T111" fmla="*/ 37 h 112"/>
                <a:gd name="T112" fmla="*/ 11 w 81"/>
                <a:gd name="T113" fmla="*/ 4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1" h="112">
                  <a:moveTo>
                    <a:pt x="11" y="48"/>
                  </a:moveTo>
                  <a:lnTo>
                    <a:pt x="11" y="48"/>
                  </a:lnTo>
                  <a:lnTo>
                    <a:pt x="14" y="48"/>
                  </a:lnTo>
                  <a:lnTo>
                    <a:pt x="14" y="48"/>
                  </a:lnTo>
                  <a:lnTo>
                    <a:pt x="18" y="48"/>
                  </a:lnTo>
                  <a:lnTo>
                    <a:pt x="22" y="52"/>
                  </a:lnTo>
                  <a:lnTo>
                    <a:pt x="22" y="56"/>
                  </a:lnTo>
                  <a:lnTo>
                    <a:pt x="18" y="60"/>
                  </a:lnTo>
                  <a:lnTo>
                    <a:pt x="18" y="60"/>
                  </a:lnTo>
                  <a:lnTo>
                    <a:pt x="22" y="63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26" y="67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26" y="71"/>
                  </a:lnTo>
                  <a:lnTo>
                    <a:pt x="26" y="74"/>
                  </a:lnTo>
                  <a:lnTo>
                    <a:pt x="22" y="82"/>
                  </a:lnTo>
                  <a:lnTo>
                    <a:pt x="22" y="82"/>
                  </a:lnTo>
                  <a:lnTo>
                    <a:pt x="22" y="86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93"/>
                  </a:lnTo>
                  <a:lnTo>
                    <a:pt x="22" y="93"/>
                  </a:lnTo>
                  <a:lnTo>
                    <a:pt x="26" y="97"/>
                  </a:lnTo>
                  <a:lnTo>
                    <a:pt x="29" y="100"/>
                  </a:lnTo>
                  <a:lnTo>
                    <a:pt x="29" y="104"/>
                  </a:lnTo>
                  <a:lnTo>
                    <a:pt x="29" y="104"/>
                  </a:lnTo>
                  <a:lnTo>
                    <a:pt x="37" y="112"/>
                  </a:lnTo>
                  <a:lnTo>
                    <a:pt x="40" y="112"/>
                  </a:lnTo>
                  <a:lnTo>
                    <a:pt x="40" y="108"/>
                  </a:lnTo>
                  <a:lnTo>
                    <a:pt x="44" y="108"/>
                  </a:lnTo>
                  <a:lnTo>
                    <a:pt x="44" y="108"/>
                  </a:lnTo>
                  <a:lnTo>
                    <a:pt x="48" y="108"/>
                  </a:lnTo>
                  <a:lnTo>
                    <a:pt x="52" y="108"/>
                  </a:lnTo>
                  <a:lnTo>
                    <a:pt x="52" y="104"/>
                  </a:lnTo>
                  <a:lnTo>
                    <a:pt x="55" y="104"/>
                  </a:lnTo>
                  <a:lnTo>
                    <a:pt x="63" y="104"/>
                  </a:lnTo>
                  <a:lnTo>
                    <a:pt x="63" y="100"/>
                  </a:lnTo>
                  <a:lnTo>
                    <a:pt x="66" y="100"/>
                  </a:lnTo>
                  <a:lnTo>
                    <a:pt x="70" y="97"/>
                  </a:lnTo>
                  <a:lnTo>
                    <a:pt x="74" y="100"/>
                  </a:lnTo>
                  <a:lnTo>
                    <a:pt x="77" y="100"/>
                  </a:lnTo>
                  <a:lnTo>
                    <a:pt x="81" y="100"/>
                  </a:lnTo>
                  <a:lnTo>
                    <a:pt x="77" y="97"/>
                  </a:lnTo>
                  <a:lnTo>
                    <a:pt x="77" y="97"/>
                  </a:lnTo>
                  <a:lnTo>
                    <a:pt x="77" y="93"/>
                  </a:lnTo>
                  <a:lnTo>
                    <a:pt x="74" y="93"/>
                  </a:lnTo>
                  <a:lnTo>
                    <a:pt x="74" y="89"/>
                  </a:lnTo>
                  <a:lnTo>
                    <a:pt x="70" y="89"/>
                  </a:lnTo>
                  <a:lnTo>
                    <a:pt x="70" y="86"/>
                  </a:lnTo>
                  <a:lnTo>
                    <a:pt x="70" y="86"/>
                  </a:lnTo>
                  <a:lnTo>
                    <a:pt x="70" y="78"/>
                  </a:lnTo>
                  <a:lnTo>
                    <a:pt x="66" y="78"/>
                  </a:lnTo>
                  <a:lnTo>
                    <a:pt x="66" y="7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59" y="71"/>
                  </a:lnTo>
                  <a:lnTo>
                    <a:pt x="59" y="67"/>
                  </a:lnTo>
                  <a:lnTo>
                    <a:pt x="59" y="67"/>
                  </a:lnTo>
                  <a:lnTo>
                    <a:pt x="55" y="67"/>
                  </a:lnTo>
                  <a:lnTo>
                    <a:pt x="55" y="63"/>
                  </a:lnTo>
                  <a:lnTo>
                    <a:pt x="59" y="56"/>
                  </a:lnTo>
                  <a:lnTo>
                    <a:pt x="59" y="56"/>
                  </a:lnTo>
                  <a:lnTo>
                    <a:pt x="59" y="52"/>
                  </a:lnTo>
                  <a:lnTo>
                    <a:pt x="63" y="52"/>
                  </a:lnTo>
                  <a:lnTo>
                    <a:pt x="66" y="48"/>
                  </a:lnTo>
                  <a:lnTo>
                    <a:pt x="70" y="45"/>
                  </a:lnTo>
                  <a:lnTo>
                    <a:pt x="70" y="45"/>
                  </a:lnTo>
                  <a:lnTo>
                    <a:pt x="70" y="41"/>
                  </a:lnTo>
                  <a:lnTo>
                    <a:pt x="70" y="41"/>
                  </a:lnTo>
                  <a:lnTo>
                    <a:pt x="70" y="41"/>
                  </a:lnTo>
                  <a:lnTo>
                    <a:pt x="70" y="37"/>
                  </a:lnTo>
                  <a:lnTo>
                    <a:pt x="70" y="34"/>
                  </a:lnTo>
                  <a:lnTo>
                    <a:pt x="66" y="34"/>
                  </a:lnTo>
                  <a:lnTo>
                    <a:pt x="63" y="30"/>
                  </a:lnTo>
                  <a:lnTo>
                    <a:pt x="55" y="26"/>
                  </a:lnTo>
                  <a:lnTo>
                    <a:pt x="52" y="23"/>
                  </a:lnTo>
                  <a:lnTo>
                    <a:pt x="52" y="26"/>
                  </a:lnTo>
                  <a:lnTo>
                    <a:pt x="48" y="26"/>
                  </a:lnTo>
                  <a:lnTo>
                    <a:pt x="44" y="26"/>
                  </a:lnTo>
                  <a:lnTo>
                    <a:pt x="44" y="30"/>
                  </a:lnTo>
                  <a:lnTo>
                    <a:pt x="44" y="26"/>
                  </a:lnTo>
                  <a:lnTo>
                    <a:pt x="44" y="23"/>
                  </a:lnTo>
                  <a:lnTo>
                    <a:pt x="48" y="19"/>
                  </a:lnTo>
                  <a:lnTo>
                    <a:pt x="44" y="15"/>
                  </a:lnTo>
                  <a:lnTo>
                    <a:pt x="40" y="11"/>
                  </a:lnTo>
                  <a:lnTo>
                    <a:pt x="37" y="11"/>
                  </a:lnTo>
                  <a:lnTo>
                    <a:pt x="33" y="4"/>
                  </a:lnTo>
                  <a:lnTo>
                    <a:pt x="29" y="4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4"/>
                  </a:lnTo>
                  <a:lnTo>
                    <a:pt x="14" y="8"/>
                  </a:lnTo>
                  <a:lnTo>
                    <a:pt x="11" y="8"/>
                  </a:lnTo>
                  <a:lnTo>
                    <a:pt x="7" y="11"/>
                  </a:lnTo>
                  <a:lnTo>
                    <a:pt x="11" y="15"/>
                  </a:lnTo>
                  <a:lnTo>
                    <a:pt x="11" y="19"/>
                  </a:lnTo>
                  <a:lnTo>
                    <a:pt x="14" y="19"/>
                  </a:lnTo>
                  <a:lnTo>
                    <a:pt x="18" y="19"/>
                  </a:lnTo>
                  <a:lnTo>
                    <a:pt x="18" y="23"/>
                  </a:lnTo>
                  <a:lnTo>
                    <a:pt x="11" y="26"/>
                  </a:lnTo>
                  <a:lnTo>
                    <a:pt x="11" y="26"/>
                  </a:lnTo>
                  <a:lnTo>
                    <a:pt x="7" y="26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0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3" y="45"/>
                  </a:lnTo>
                  <a:lnTo>
                    <a:pt x="11" y="48"/>
                  </a:lnTo>
                  <a:lnTo>
                    <a:pt x="11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2" name="Freeform 181"/>
            <p:cNvSpPr>
              <a:spLocks noEditPoints="1"/>
            </p:cNvSpPr>
            <p:nvPr/>
          </p:nvSpPr>
          <p:spPr bwMode="auto">
            <a:xfrm>
              <a:off x="2763217" y="2932796"/>
              <a:ext cx="281773" cy="234167"/>
            </a:xfrm>
            <a:custGeom>
              <a:avLst/>
              <a:gdLst>
                <a:gd name="T0" fmla="*/ 34 w 59"/>
                <a:gd name="T1" fmla="*/ 49 h 49"/>
                <a:gd name="T2" fmla="*/ 40 w 59"/>
                <a:gd name="T3" fmla="*/ 44 h 49"/>
                <a:gd name="T4" fmla="*/ 42 w 59"/>
                <a:gd name="T5" fmla="*/ 41 h 49"/>
                <a:gd name="T6" fmla="*/ 40 w 59"/>
                <a:gd name="T7" fmla="*/ 37 h 49"/>
                <a:gd name="T8" fmla="*/ 38 w 59"/>
                <a:gd name="T9" fmla="*/ 35 h 49"/>
                <a:gd name="T10" fmla="*/ 45 w 59"/>
                <a:gd name="T11" fmla="*/ 35 h 49"/>
                <a:gd name="T12" fmla="*/ 52 w 59"/>
                <a:gd name="T13" fmla="*/ 33 h 49"/>
                <a:gd name="T14" fmla="*/ 54 w 59"/>
                <a:gd name="T15" fmla="*/ 29 h 49"/>
                <a:gd name="T16" fmla="*/ 54 w 59"/>
                <a:gd name="T17" fmla="*/ 24 h 49"/>
                <a:gd name="T18" fmla="*/ 58 w 59"/>
                <a:gd name="T19" fmla="*/ 22 h 49"/>
                <a:gd name="T20" fmla="*/ 56 w 59"/>
                <a:gd name="T21" fmla="*/ 19 h 49"/>
                <a:gd name="T22" fmla="*/ 59 w 59"/>
                <a:gd name="T23" fmla="*/ 17 h 49"/>
                <a:gd name="T24" fmla="*/ 55 w 59"/>
                <a:gd name="T25" fmla="*/ 16 h 49"/>
                <a:gd name="T26" fmla="*/ 52 w 59"/>
                <a:gd name="T27" fmla="*/ 16 h 49"/>
                <a:gd name="T28" fmla="*/ 55 w 59"/>
                <a:gd name="T29" fmla="*/ 14 h 49"/>
                <a:gd name="T30" fmla="*/ 51 w 59"/>
                <a:gd name="T31" fmla="*/ 12 h 49"/>
                <a:gd name="T32" fmla="*/ 48 w 59"/>
                <a:gd name="T33" fmla="*/ 10 h 49"/>
                <a:gd name="T34" fmla="*/ 46 w 59"/>
                <a:gd name="T35" fmla="*/ 9 h 49"/>
                <a:gd name="T36" fmla="*/ 50 w 59"/>
                <a:gd name="T37" fmla="*/ 8 h 49"/>
                <a:gd name="T38" fmla="*/ 45 w 59"/>
                <a:gd name="T39" fmla="*/ 7 h 49"/>
                <a:gd name="T40" fmla="*/ 39 w 59"/>
                <a:gd name="T41" fmla="*/ 9 h 49"/>
                <a:gd name="T42" fmla="*/ 35 w 59"/>
                <a:gd name="T43" fmla="*/ 10 h 49"/>
                <a:gd name="T44" fmla="*/ 26 w 59"/>
                <a:gd name="T45" fmla="*/ 9 h 49"/>
                <a:gd name="T46" fmla="*/ 23 w 59"/>
                <a:gd name="T47" fmla="*/ 7 h 49"/>
                <a:gd name="T48" fmla="*/ 18 w 59"/>
                <a:gd name="T49" fmla="*/ 5 h 49"/>
                <a:gd name="T50" fmla="*/ 16 w 59"/>
                <a:gd name="T51" fmla="*/ 1 h 49"/>
                <a:gd name="T52" fmla="*/ 14 w 59"/>
                <a:gd name="T53" fmla="*/ 4 h 49"/>
                <a:gd name="T54" fmla="*/ 15 w 59"/>
                <a:gd name="T55" fmla="*/ 5 h 49"/>
                <a:gd name="T56" fmla="*/ 13 w 59"/>
                <a:gd name="T57" fmla="*/ 6 h 49"/>
                <a:gd name="T58" fmla="*/ 9 w 59"/>
                <a:gd name="T59" fmla="*/ 9 h 49"/>
                <a:gd name="T60" fmla="*/ 7 w 59"/>
                <a:gd name="T61" fmla="*/ 14 h 49"/>
                <a:gd name="T62" fmla="*/ 6 w 59"/>
                <a:gd name="T63" fmla="*/ 11 h 49"/>
                <a:gd name="T64" fmla="*/ 7 w 59"/>
                <a:gd name="T65" fmla="*/ 6 h 49"/>
                <a:gd name="T66" fmla="*/ 8 w 59"/>
                <a:gd name="T67" fmla="*/ 4 h 49"/>
                <a:gd name="T68" fmla="*/ 7 w 59"/>
                <a:gd name="T69" fmla="*/ 4 h 49"/>
                <a:gd name="T70" fmla="*/ 3 w 59"/>
                <a:gd name="T71" fmla="*/ 8 h 49"/>
                <a:gd name="T72" fmla="*/ 0 w 59"/>
                <a:gd name="T73" fmla="*/ 13 h 49"/>
                <a:gd name="T74" fmla="*/ 4 w 59"/>
                <a:gd name="T75" fmla="*/ 18 h 49"/>
                <a:gd name="T76" fmla="*/ 4 w 59"/>
                <a:gd name="T77" fmla="*/ 21 h 49"/>
                <a:gd name="T78" fmla="*/ 8 w 59"/>
                <a:gd name="T79" fmla="*/ 22 h 49"/>
                <a:gd name="T80" fmla="*/ 14 w 59"/>
                <a:gd name="T81" fmla="*/ 23 h 49"/>
                <a:gd name="T82" fmla="*/ 20 w 59"/>
                <a:gd name="T83" fmla="*/ 26 h 49"/>
                <a:gd name="T84" fmla="*/ 24 w 59"/>
                <a:gd name="T85" fmla="*/ 26 h 49"/>
                <a:gd name="T86" fmla="*/ 26 w 59"/>
                <a:gd name="T87" fmla="*/ 28 h 49"/>
                <a:gd name="T88" fmla="*/ 24 w 59"/>
                <a:gd name="T89" fmla="*/ 32 h 49"/>
                <a:gd name="T90" fmla="*/ 24 w 59"/>
                <a:gd name="T91" fmla="*/ 36 h 49"/>
                <a:gd name="T92" fmla="*/ 25 w 59"/>
                <a:gd name="T93" fmla="*/ 41 h 49"/>
                <a:gd name="T94" fmla="*/ 26 w 59"/>
                <a:gd name="T95" fmla="*/ 43 h 49"/>
                <a:gd name="T96" fmla="*/ 22 w 59"/>
                <a:gd name="T97" fmla="*/ 1 h 49"/>
                <a:gd name="T98" fmla="*/ 22 w 59"/>
                <a:gd name="T99" fmla="*/ 2 h 49"/>
                <a:gd name="T100" fmla="*/ 20 w 59"/>
                <a:gd name="T101" fmla="*/ 2 h 49"/>
                <a:gd name="T102" fmla="*/ 15 w 59"/>
                <a:gd name="T103" fmla="*/ 0 h 49"/>
                <a:gd name="T104" fmla="*/ 40 w 59"/>
                <a:gd name="T105" fmla="*/ 6 h 49"/>
                <a:gd name="T106" fmla="*/ 41 w 59"/>
                <a:gd name="T107" fmla="*/ 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9" h="49">
                  <a:moveTo>
                    <a:pt x="27" y="47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3"/>
                    <a:pt x="44" y="43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6" y="35"/>
                    <a:pt x="46" y="35"/>
                    <a:pt x="46" y="35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3" y="33"/>
                    <a:pt x="53" y="33"/>
                    <a:pt x="53" y="33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56" y="31"/>
                    <a:pt x="56" y="31"/>
                    <a:pt x="56" y="31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3" y="27"/>
                    <a:pt x="53" y="27"/>
                    <a:pt x="53" y="27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54" y="24"/>
                    <a:pt x="54" y="24"/>
                    <a:pt x="54" y="24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21"/>
                    <a:pt x="56" y="21"/>
                    <a:pt x="56" y="21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7" y="16"/>
                    <a:pt x="57" y="16"/>
                    <a:pt x="57" y="16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5" y="14"/>
                    <a:pt x="55" y="14"/>
                    <a:pt x="55" y="14"/>
                  </a:cubicBezTo>
                  <a:cubicBezTo>
                    <a:pt x="55" y="14"/>
                    <a:pt x="55" y="14"/>
                    <a:pt x="55" y="14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7"/>
                    <a:pt x="27" y="47"/>
                    <a:pt x="27" y="47"/>
                  </a:cubicBezTo>
                  <a:close/>
                  <a:moveTo>
                    <a:pt x="22" y="1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1"/>
                    <a:pt x="22" y="1"/>
                    <a:pt x="22" y="1"/>
                  </a:cubicBezTo>
                  <a:close/>
                  <a:moveTo>
                    <a:pt x="19" y="1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1"/>
                    <a:pt x="19" y="1"/>
                    <a:pt x="19" y="1"/>
                  </a:cubicBezTo>
                  <a:close/>
                  <a:moveTo>
                    <a:pt x="14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  <a:close/>
                  <a:moveTo>
                    <a:pt x="39" y="7"/>
                  </a:moveTo>
                  <a:cubicBezTo>
                    <a:pt x="40" y="6"/>
                    <a:pt x="40" y="6"/>
                    <a:pt x="40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39" y="7"/>
                    <a:pt x="39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3" name="Freeform 182"/>
            <p:cNvSpPr/>
            <p:nvPr/>
          </p:nvSpPr>
          <p:spPr bwMode="auto">
            <a:xfrm>
              <a:off x="2639699" y="2932795"/>
              <a:ext cx="257326" cy="329377"/>
            </a:xfrm>
            <a:custGeom>
              <a:avLst/>
              <a:gdLst>
                <a:gd name="T0" fmla="*/ 163 w 200"/>
                <a:gd name="T1" fmla="*/ 208 h 256"/>
                <a:gd name="T2" fmla="*/ 159 w 200"/>
                <a:gd name="T3" fmla="*/ 186 h 256"/>
                <a:gd name="T4" fmla="*/ 159 w 200"/>
                <a:gd name="T5" fmla="*/ 175 h 256"/>
                <a:gd name="T6" fmla="*/ 174 w 200"/>
                <a:gd name="T7" fmla="*/ 163 h 256"/>
                <a:gd name="T8" fmla="*/ 189 w 200"/>
                <a:gd name="T9" fmla="*/ 160 h 256"/>
                <a:gd name="T10" fmla="*/ 200 w 200"/>
                <a:gd name="T11" fmla="*/ 175 h 256"/>
                <a:gd name="T12" fmla="*/ 193 w 200"/>
                <a:gd name="T13" fmla="*/ 156 h 256"/>
                <a:gd name="T14" fmla="*/ 185 w 200"/>
                <a:gd name="T15" fmla="*/ 152 h 256"/>
                <a:gd name="T16" fmla="*/ 185 w 200"/>
                <a:gd name="T17" fmla="*/ 126 h 256"/>
                <a:gd name="T18" fmla="*/ 185 w 200"/>
                <a:gd name="T19" fmla="*/ 111 h 256"/>
                <a:gd name="T20" fmla="*/ 193 w 200"/>
                <a:gd name="T21" fmla="*/ 97 h 256"/>
                <a:gd name="T22" fmla="*/ 178 w 200"/>
                <a:gd name="T23" fmla="*/ 97 h 256"/>
                <a:gd name="T24" fmla="*/ 167 w 200"/>
                <a:gd name="T25" fmla="*/ 97 h 256"/>
                <a:gd name="T26" fmla="*/ 137 w 200"/>
                <a:gd name="T27" fmla="*/ 86 h 256"/>
                <a:gd name="T28" fmla="*/ 122 w 200"/>
                <a:gd name="T29" fmla="*/ 82 h 256"/>
                <a:gd name="T30" fmla="*/ 111 w 200"/>
                <a:gd name="T31" fmla="*/ 74 h 256"/>
                <a:gd name="T32" fmla="*/ 104 w 200"/>
                <a:gd name="T33" fmla="*/ 52 h 256"/>
                <a:gd name="T34" fmla="*/ 100 w 200"/>
                <a:gd name="T35" fmla="*/ 41 h 256"/>
                <a:gd name="T36" fmla="*/ 111 w 200"/>
                <a:gd name="T37" fmla="*/ 22 h 256"/>
                <a:gd name="T38" fmla="*/ 130 w 200"/>
                <a:gd name="T39" fmla="*/ 11 h 256"/>
                <a:gd name="T40" fmla="*/ 133 w 200"/>
                <a:gd name="T41" fmla="*/ 4 h 256"/>
                <a:gd name="T42" fmla="*/ 122 w 200"/>
                <a:gd name="T43" fmla="*/ 4 h 256"/>
                <a:gd name="T44" fmla="*/ 115 w 200"/>
                <a:gd name="T45" fmla="*/ 8 h 256"/>
                <a:gd name="T46" fmla="*/ 96 w 200"/>
                <a:gd name="T47" fmla="*/ 19 h 256"/>
                <a:gd name="T48" fmla="*/ 82 w 200"/>
                <a:gd name="T49" fmla="*/ 22 h 256"/>
                <a:gd name="T50" fmla="*/ 78 w 200"/>
                <a:gd name="T51" fmla="*/ 26 h 256"/>
                <a:gd name="T52" fmla="*/ 67 w 200"/>
                <a:gd name="T53" fmla="*/ 26 h 256"/>
                <a:gd name="T54" fmla="*/ 59 w 200"/>
                <a:gd name="T55" fmla="*/ 41 h 256"/>
                <a:gd name="T56" fmla="*/ 52 w 200"/>
                <a:gd name="T57" fmla="*/ 48 h 256"/>
                <a:gd name="T58" fmla="*/ 41 w 200"/>
                <a:gd name="T59" fmla="*/ 60 h 256"/>
                <a:gd name="T60" fmla="*/ 37 w 200"/>
                <a:gd name="T61" fmla="*/ 71 h 256"/>
                <a:gd name="T62" fmla="*/ 33 w 200"/>
                <a:gd name="T63" fmla="*/ 63 h 256"/>
                <a:gd name="T64" fmla="*/ 30 w 200"/>
                <a:gd name="T65" fmla="*/ 67 h 256"/>
                <a:gd name="T66" fmla="*/ 19 w 200"/>
                <a:gd name="T67" fmla="*/ 82 h 256"/>
                <a:gd name="T68" fmla="*/ 26 w 200"/>
                <a:gd name="T69" fmla="*/ 93 h 256"/>
                <a:gd name="T70" fmla="*/ 26 w 200"/>
                <a:gd name="T71" fmla="*/ 100 h 256"/>
                <a:gd name="T72" fmla="*/ 26 w 200"/>
                <a:gd name="T73" fmla="*/ 108 h 256"/>
                <a:gd name="T74" fmla="*/ 26 w 200"/>
                <a:gd name="T75" fmla="*/ 126 h 256"/>
                <a:gd name="T76" fmla="*/ 33 w 200"/>
                <a:gd name="T77" fmla="*/ 134 h 256"/>
                <a:gd name="T78" fmla="*/ 22 w 200"/>
                <a:gd name="T79" fmla="*/ 149 h 256"/>
                <a:gd name="T80" fmla="*/ 4 w 200"/>
                <a:gd name="T81" fmla="*/ 167 h 256"/>
                <a:gd name="T82" fmla="*/ 22 w 200"/>
                <a:gd name="T83" fmla="*/ 178 h 256"/>
                <a:gd name="T84" fmla="*/ 37 w 200"/>
                <a:gd name="T85" fmla="*/ 189 h 256"/>
                <a:gd name="T86" fmla="*/ 48 w 200"/>
                <a:gd name="T87" fmla="*/ 186 h 256"/>
                <a:gd name="T88" fmla="*/ 59 w 200"/>
                <a:gd name="T89" fmla="*/ 193 h 256"/>
                <a:gd name="T90" fmla="*/ 74 w 200"/>
                <a:gd name="T91" fmla="*/ 197 h 256"/>
                <a:gd name="T92" fmla="*/ 82 w 200"/>
                <a:gd name="T93" fmla="*/ 208 h 256"/>
                <a:gd name="T94" fmla="*/ 96 w 200"/>
                <a:gd name="T95" fmla="*/ 223 h 256"/>
                <a:gd name="T96" fmla="*/ 104 w 200"/>
                <a:gd name="T97" fmla="*/ 230 h 256"/>
                <a:gd name="T98" fmla="*/ 122 w 200"/>
                <a:gd name="T99" fmla="*/ 226 h 256"/>
                <a:gd name="T100" fmla="*/ 141 w 200"/>
                <a:gd name="T101" fmla="*/ 226 h 256"/>
                <a:gd name="T102" fmla="*/ 137 w 200"/>
                <a:gd name="T103" fmla="*/ 249 h 256"/>
                <a:gd name="T104" fmla="*/ 148 w 200"/>
                <a:gd name="T105" fmla="*/ 25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0" h="256">
                  <a:moveTo>
                    <a:pt x="148" y="256"/>
                  </a:moveTo>
                  <a:lnTo>
                    <a:pt x="152" y="249"/>
                  </a:lnTo>
                  <a:lnTo>
                    <a:pt x="159" y="215"/>
                  </a:lnTo>
                  <a:lnTo>
                    <a:pt x="159" y="215"/>
                  </a:lnTo>
                  <a:lnTo>
                    <a:pt x="163" y="208"/>
                  </a:lnTo>
                  <a:lnTo>
                    <a:pt x="156" y="204"/>
                  </a:lnTo>
                  <a:lnTo>
                    <a:pt x="152" y="201"/>
                  </a:lnTo>
                  <a:lnTo>
                    <a:pt x="148" y="197"/>
                  </a:lnTo>
                  <a:lnTo>
                    <a:pt x="148" y="186"/>
                  </a:lnTo>
                  <a:lnTo>
                    <a:pt x="159" y="186"/>
                  </a:lnTo>
                  <a:lnTo>
                    <a:pt x="163" y="186"/>
                  </a:lnTo>
                  <a:lnTo>
                    <a:pt x="163" y="182"/>
                  </a:lnTo>
                  <a:lnTo>
                    <a:pt x="163" y="182"/>
                  </a:lnTo>
                  <a:lnTo>
                    <a:pt x="163" y="182"/>
                  </a:lnTo>
                  <a:lnTo>
                    <a:pt x="159" y="175"/>
                  </a:lnTo>
                  <a:lnTo>
                    <a:pt x="156" y="175"/>
                  </a:lnTo>
                  <a:lnTo>
                    <a:pt x="152" y="171"/>
                  </a:lnTo>
                  <a:lnTo>
                    <a:pt x="156" y="167"/>
                  </a:lnTo>
                  <a:lnTo>
                    <a:pt x="174" y="167"/>
                  </a:lnTo>
                  <a:lnTo>
                    <a:pt x="174" y="163"/>
                  </a:lnTo>
                  <a:lnTo>
                    <a:pt x="178" y="163"/>
                  </a:lnTo>
                  <a:lnTo>
                    <a:pt x="182" y="167"/>
                  </a:lnTo>
                  <a:lnTo>
                    <a:pt x="182" y="167"/>
                  </a:lnTo>
                  <a:lnTo>
                    <a:pt x="185" y="163"/>
                  </a:lnTo>
                  <a:lnTo>
                    <a:pt x="189" y="160"/>
                  </a:lnTo>
                  <a:lnTo>
                    <a:pt x="189" y="163"/>
                  </a:lnTo>
                  <a:lnTo>
                    <a:pt x="193" y="167"/>
                  </a:lnTo>
                  <a:lnTo>
                    <a:pt x="193" y="171"/>
                  </a:lnTo>
                  <a:lnTo>
                    <a:pt x="193" y="175"/>
                  </a:lnTo>
                  <a:lnTo>
                    <a:pt x="200" y="175"/>
                  </a:lnTo>
                  <a:lnTo>
                    <a:pt x="196" y="171"/>
                  </a:lnTo>
                  <a:lnTo>
                    <a:pt x="196" y="163"/>
                  </a:lnTo>
                  <a:lnTo>
                    <a:pt x="193" y="160"/>
                  </a:lnTo>
                  <a:lnTo>
                    <a:pt x="193" y="156"/>
                  </a:lnTo>
                  <a:lnTo>
                    <a:pt x="193" y="156"/>
                  </a:lnTo>
                  <a:lnTo>
                    <a:pt x="189" y="152"/>
                  </a:lnTo>
                  <a:lnTo>
                    <a:pt x="189" y="152"/>
                  </a:lnTo>
                  <a:lnTo>
                    <a:pt x="189" y="152"/>
                  </a:lnTo>
                  <a:lnTo>
                    <a:pt x="189" y="152"/>
                  </a:lnTo>
                  <a:lnTo>
                    <a:pt x="185" y="152"/>
                  </a:lnTo>
                  <a:lnTo>
                    <a:pt x="185" y="149"/>
                  </a:lnTo>
                  <a:lnTo>
                    <a:pt x="189" y="141"/>
                  </a:lnTo>
                  <a:lnTo>
                    <a:pt x="185" y="134"/>
                  </a:lnTo>
                  <a:lnTo>
                    <a:pt x="185" y="130"/>
                  </a:lnTo>
                  <a:lnTo>
                    <a:pt x="185" y="126"/>
                  </a:lnTo>
                  <a:lnTo>
                    <a:pt x="185" y="123"/>
                  </a:lnTo>
                  <a:lnTo>
                    <a:pt x="185" y="119"/>
                  </a:lnTo>
                  <a:lnTo>
                    <a:pt x="185" y="119"/>
                  </a:lnTo>
                  <a:lnTo>
                    <a:pt x="185" y="111"/>
                  </a:lnTo>
                  <a:lnTo>
                    <a:pt x="185" y="111"/>
                  </a:lnTo>
                  <a:lnTo>
                    <a:pt x="189" y="108"/>
                  </a:lnTo>
                  <a:lnTo>
                    <a:pt x="193" y="108"/>
                  </a:lnTo>
                  <a:lnTo>
                    <a:pt x="193" y="104"/>
                  </a:lnTo>
                  <a:lnTo>
                    <a:pt x="193" y="104"/>
                  </a:lnTo>
                  <a:lnTo>
                    <a:pt x="193" y="97"/>
                  </a:lnTo>
                  <a:lnTo>
                    <a:pt x="189" y="97"/>
                  </a:lnTo>
                  <a:lnTo>
                    <a:pt x="185" y="97"/>
                  </a:lnTo>
                  <a:lnTo>
                    <a:pt x="185" y="97"/>
                  </a:lnTo>
                  <a:lnTo>
                    <a:pt x="182" y="97"/>
                  </a:lnTo>
                  <a:lnTo>
                    <a:pt x="178" y="97"/>
                  </a:lnTo>
                  <a:lnTo>
                    <a:pt x="174" y="97"/>
                  </a:lnTo>
                  <a:lnTo>
                    <a:pt x="174" y="97"/>
                  </a:lnTo>
                  <a:lnTo>
                    <a:pt x="170" y="97"/>
                  </a:lnTo>
                  <a:lnTo>
                    <a:pt x="167" y="97"/>
                  </a:lnTo>
                  <a:lnTo>
                    <a:pt x="167" y="97"/>
                  </a:lnTo>
                  <a:lnTo>
                    <a:pt x="163" y="97"/>
                  </a:lnTo>
                  <a:lnTo>
                    <a:pt x="148" y="86"/>
                  </a:lnTo>
                  <a:lnTo>
                    <a:pt x="148" y="86"/>
                  </a:lnTo>
                  <a:lnTo>
                    <a:pt x="141" y="82"/>
                  </a:lnTo>
                  <a:lnTo>
                    <a:pt x="137" y="86"/>
                  </a:lnTo>
                  <a:lnTo>
                    <a:pt x="137" y="86"/>
                  </a:lnTo>
                  <a:lnTo>
                    <a:pt x="133" y="82"/>
                  </a:lnTo>
                  <a:lnTo>
                    <a:pt x="126" y="82"/>
                  </a:lnTo>
                  <a:lnTo>
                    <a:pt x="126" y="86"/>
                  </a:lnTo>
                  <a:lnTo>
                    <a:pt x="122" y="82"/>
                  </a:lnTo>
                  <a:lnTo>
                    <a:pt x="119" y="82"/>
                  </a:lnTo>
                  <a:lnTo>
                    <a:pt x="115" y="82"/>
                  </a:lnTo>
                  <a:lnTo>
                    <a:pt x="111" y="78"/>
                  </a:lnTo>
                  <a:lnTo>
                    <a:pt x="111" y="74"/>
                  </a:lnTo>
                  <a:lnTo>
                    <a:pt x="111" y="74"/>
                  </a:lnTo>
                  <a:lnTo>
                    <a:pt x="111" y="71"/>
                  </a:lnTo>
                  <a:lnTo>
                    <a:pt x="111" y="71"/>
                  </a:lnTo>
                  <a:lnTo>
                    <a:pt x="111" y="67"/>
                  </a:lnTo>
                  <a:lnTo>
                    <a:pt x="108" y="63"/>
                  </a:lnTo>
                  <a:lnTo>
                    <a:pt x="104" y="52"/>
                  </a:lnTo>
                  <a:lnTo>
                    <a:pt x="100" y="52"/>
                  </a:lnTo>
                  <a:lnTo>
                    <a:pt x="96" y="52"/>
                  </a:lnTo>
                  <a:lnTo>
                    <a:pt x="96" y="48"/>
                  </a:lnTo>
                  <a:lnTo>
                    <a:pt x="100" y="45"/>
                  </a:lnTo>
                  <a:lnTo>
                    <a:pt x="100" y="41"/>
                  </a:lnTo>
                  <a:lnTo>
                    <a:pt x="100" y="37"/>
                  </a:lnTo>
                  <a:lnTo>
                    <a:pt x="100" y="34"/>
                  </a:lnTo>
                  <a:lnTo>
                    <a:pt x="108" y="30"/>
                  </a:lnTo>
                  <a:lnTo>
                    <a:pt x="108" y="26"/>
                  </a:lnTo>
                  <a:lnTo>
                    <a:pt x="111" y="22"/>
                  </a:lnTo>
                  <a:lnTo>
                    <a:pt x="115" y="22"/>
                  </a:lnTo>
                  <a:lnTo>
                    <a:pt x="115" y="19"/>
                  </a:lnTo>
                  <a:lnTo>
                    <a:pt x="122" y="15"/>
                  </a:lnTo>
                  <a:lnTo>
                    <a:pt x="130" y="11"/>
                  </a:lnTo>
                  <a:lnTo>
                    <a:pt x="130" y="11"/>
                  </a:lnTo>
                  <a:lnTo>
                    <a:pt x="130" y="11"/>
                  </a:lnTo>
                  <a:lnTo>
                    <a:pt x="133" y="11"/>
                  </a:lnTo>
                  <a:lnTo>
                    <a:pt x="133" y="8"/>
                  </a:lnTo>
                  <a:lnTo>
                    <a:pt x="133" y="8"/>
                  </a:lnTo>
                  <a:lnTo>
                    <a:pt x="133" y="4"/>
                  </a:lnTo>
                  <a:lnTo>
                    <a:pt x="126" y="0"/>
                  </a:lnTo>
                  <a:lnTo>
                    <a:pt x="126" y="0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19" y="4"/>
                  </a:lnTo>
                  <a:lnTo>
                    <a:pt x="119" y="4"/>
                  </a:lnTo>
                  <a:lnTo>
                    <a:pt x="115" y="4"/>
                  </a:lnTo>
                  <a:lnTo>
                    <a:pt x="115" y="8"/>
                  </a:lnTo>
                  <a:lnTo>
                    <a:pt x="115" y="8"/>
                  </a:lnTo>
                  <a:lnTo>
                    <a:pt x="115" y="11"/>
                  </a:lnTo>
                  <a:lnTo>
                    <a:pt x="108" y="11"/>
                  </a:lnTo>
                  <a:lnTo>
                    <a:pt x="104" y="15"/>
                  </a:lnTo>
                  <a:lnTo>
                    <a:pt x="100" y="19"/>
                  </a:lnTo>
                  <a:lnTo>
                    <a:pt x="96" y="19"/>
                  </a:lnTo>
                  <a:lnTo>
                    <a:pt x="89" y="19"/>
                  </a:lnTo>
                  <a:lnTo>
                    <a:pt x="85" y="19"/>
                  </a:lnTo>
                  <a:lnTo>
                    <a:pt x="82" y="19"/>
                  </a:lnTo>
                  <a:lnTo>
                    <a:pt x="82" y="22"/>
                  </a:lnTo>
                  <a:lnTo>
                    <a:pt x="82" y="22"/>
                  </a:lnTo>
                  <a:lnTo>
                    <a:pt x="82" y="26"/>
                  </a:lnTo>
                  <a:lnTo>
                    <a:pt x="82" y="30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82" y="22"/>
                  </a:lnTo>
                  <a:lnTo>
                    <a:pt x="78" y="22"/>
                  </a:lnTo>
                  <a:lnTo>
                    <a:pt x="74" y="22"/>
                  </a:lnTo>
                  <a:lnTo>
                    <a:pt x="71" y="22"/>
                  </a:lnTo>
                  <a:lnTo>
                    <a:pt x="67" y="26"/>
                  </a:lnTo>
                  <a:lnTo>
                    <a:pt x="63" y="26"/>
                  </a:lnTo>
                  <a:lnTo>
                    <a:pt x="63" y="30"/>
                  </a:lnTo>
                  <a:lnTo>
                    <a:pt x="56" y="37"/>
                  </a:lnTo>
                  <a:lnTo>
                    <a:pt x="56" y="41"/>
                  </a:lnTo>
                  <a:lnTo>
                    <a:pt x="59" y="41"/>
                  </a:lnTo>
                  <a:lnTo>
                    <a:pt x="59" y="41"/>
                  </a:lnTo>
                  <a:lnTo>
                    <a:pt x="59" y="45"/>
                  </a:lnTo>
                  <a:lnTo>
                    <a:pt x="59" y="45"/>
                  </a:lnTo>
                  <a:lnTo>
                    <a:pt x="56" y="48"/>
                  </a:lnTo>
                  <a:lnTo>
                    <a:pt x="52" y="48"/>
                  </a:lnTo>
                  <a:lnTo>
                    <a:pt x="52" y="48"/>
                  </a:lnTo>
                  <a:lnTo>
                    <a:pt x="45" y="52"/>
                  </a:lnTo>
                  <a:lnTo>
                    <a:pt x="45" y="52"/>
                  </a:lnTo>
                  <a:lnTo>
                    <a:pt x="41" y="56"/>
                  </a:lnTo>
                  <a:lnTo>
                    <a:pt x="41" y="60"/>
                  </a:lnTo>
                  <a:lnTo>
                    <a:pt x="37" y="60"/>
                  </a:lnTo>
                  <a:lnTo>
                    <a:pt x="37" y="60"/>
                  </a:lnTo>
                  <a:lnTo>
                    <a:pt x="41" y="63"/>
                  </a:lnTo>
                  <a:lnTo>
                    <a:pt x="41" y="67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33" y="67"/>
                  </a:lnTo>
                  <a:lnTo>
                    <a:pt x="33" y="67"/>
                  </a:lnTo>
                  <a:lnTo>
                    <a:pt x="37" y="67"/>
                  </a:lnTo>
                  <a:lnTo>
                    <a:pt x="33" y="63"/>
                  </a:lnTo>
                  <a:lnTo>
                    <a:pt x="33" y="63"/>
                  </a:lnTo>
                  <a:lnTo>
                    <a:pt x="30" y="60"/>
                  </a:lnTo>
                  <a:lnTo>
                    <a:pt x="26" y="60"/>
                  </a:lnTo>
                  <a:lnTo>
                    <a:pt x="30" y="63"/>
                  </a:lnTo>
                  <a:lnTo>
                    <a:pt x="30" y="67"/>
                  </a:lnTo>
                  <a:lnTo>
                    <a:pt x="26" y="71"/>
                  </a:lnTo>
                  <a:lnTo>
                    <a:pt x="26" y="74"/>
                  </a:lnTo>
                  <a:lnTo>
                    <a:pt x="22" y="74"/>
                  </a:lnTo>
                  <a:lnTo>
                    <a:pt x="22" y="74"/>
                  </a:lnTo>
                  <a:lnTo>
                    <a:pt x="19" y="82"/>
                  </a:lnTo>
                  <a:lnTo>
                    <a:pt x="22" y="82"/>
                  </a:lnTo>
                  <a:lnTo>
                    <a:pt x="22" y="86"/>
                  </a:lnTo>
                  <a:lnTo>
                    <a:pt x="22" y="89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30" y="89"/>
                  </a:lnTo>
                  <a:lnTo>
                    <a:pt x="30" y="93"/>
                  </a:lnTo>
                  <a:lnTo>
                    <a:pt x="30" y="97"/>
                  </a:lnTo>
                  <a:lnTo>
                    <a:pt x="26" y="97"/>
                  </a:lnTo>
                  <a:lnTo>
                    <a:pt x="26" y="100"/>
                  </a:lnTo>
                  <a:lnTo>
                    <a:pt x="30" y="100"/>
                  </a:lnTo>
                  <a:lnTo>
                    <a:pt x="30" y="104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30" y="111"/>
                  </a:lnTo>
                  <a:lnTo>
                    <a:pt x="30" y="115"/>
                  </a:lnTo>
                  <a:lnTo>
                    <a:pt x="30" y="123"/>
                  </a:lnTo>
                  <a:lnTo>
                    <a:pt x="26" y="126"/>
                  </a:lnTo>
                  <a:lnTo>
                    <a:pt x="26" y="126"/>
                  </a:lnTo>
                  <a:lnTo>
                    <a:pt x="26" y="130"/>
                  </a:lnTo>
                  <a:lnTo>
                    <a:pt x="30" y="130"/>
                  </a:lnTo>
                  <a:lnTo>
                    <a:pt x="30" y="130"/>
                  </a:lnTo>
                  <a:lnTo>
                    <a:pt x="33" y="134"/>
                  </a:lnTo>
                  <a:lnTo>
                    <a:pt x="33" y="134"/>
                  </a:lnTo>
                  <a:lnTo>
                    <a:pt x="33" y="134"/>
                  </a:lnTo>
                  <a:lnTo>
                    <a:pt x="33" y="137"/>
                  </a:lnTo>
                  <a:lnTo>
                    <a:pt x="30" y="141"/>
                  </a:lnTo>
                  <a:lnTo>
                    <a:pt x="26" y="145"/>
                  </a:lnTo>
                  <a:lnTo>
                    <a:pt x="22" y="149"/>
                  </a:lnTo>
                  <a:lnTo>
                    <a:pt x="19" y="152"/>
                  </a:lnTo>
                  <a:lnTo>
                    <a:pt x="11" y="152"/>
                  </a:lnTo>
                  <a:lnTo>
                    <a:pt x="8" y="156"/>
                  </a:lnTo>
                  <a:lnTo>
                    <a:pt x="4" y="163"/>
                  </a:lnTo>
                  <a:lnTo>
                    <a:pt x="4" y="167"/>
                  </a:lnTo>
                  <a:lnTo>
                    <a:pt x="0" y="171"/>
                  </a:lnTo>
                  <a:lnTo>
                    <a:pt x="8" y="171"/>
                  </a:lnTo>
                  <a:lnTo>
                    <a:pt x="11" y="175"/>
                  </a:lnTo>
                  <a:lnTo>
                    <a:pt x="19" y="178"/>
                  </a:lnTo>
                  <a:lnTo>
                    <a:pt x="22" y="178"/>
                  </a:lnTo>
                  <a:lnTo>
                    <a:pt x="26" y="182"/>
                  </a:lnTo>
                  <a:lnTo>
                    <a:pt x="26" y="186"/>
                  </a:lnTo>
                  <a:lnTo>
                    <a:pt x="26" y="189"/>
                  </a:lnTo>
                  <a:lnTo>
                    <a:pt x="30" y="189"/>
                  </a:lnTo>
                  <a:lnTo>
                    <a:pt x="37" y="189"/>
                  </a:lnTo>
                  <a:lnTo>
                    <a:pt x="37" y="193"/>
                  </a:lnTo>
                  <a:lnTo>
                    <a:pt x="45" y="193"/>
                  </a:lnTo>
                  <a:lnTo>
                    <a:pt x="45" y="193"/>
                  </a:lnTo>
                  <a:lnTo>
                    <a:pt x="45" y="189"/>
                  </a:lnTo>
                  <a:lnTo>
                    <a:pt x="48" y="186"/>
                  </a:lnTo>
                  <a:lnTo>
                    <a:pt x="48" y="186"/>
                  </a:lnTo>
                  <a:lnTo>
                    <a:pt x="56" y="189"/>
                  </a:lnTo>
                  <a:lnTo>
                    <a:pt x="56" y="189"/>
                  </a:lnTo>
                  <a:lnTo>
                    <a:pt x="56" y="193"/>
                  </a:lnTo>
                  <a:lnTo>
                    <a:pt x="59" y="193"/>
                  </a:lnTo>
                  <a:lnTo>
                    <a:pt x="59" y="193"/>
                  </a:lnTo>
                  <a:lnTo>
                    <a:pt x="59" y="193"/>
                  </a:lnTo>
                  <a:lnTo>
                    <a:pt x="63" y="193"/>
                  </a:lnTo>
                  <a:lnTo>
                    <a:pt x="71" y="197"/>
                  </a:lnTo>
                  <a:lnTo>
                    <a:pt x="74" y="197"/>
                  </a:lnTo>
                  <a:lnTo>
                    <a:pt x="74" y="197"/>
                  </a:lnTo>
                  <a:lnTo>
                    <a:pt x="78" y="201"/>
                  </a:lnTo>
                  <a:lnTo>
                    <a:pt x="78" y="204"/>
                  </a:lnTo>
                  <a:lnTo>
                    <a:pt x="82" y="208"/>
                  </a:lnTo>
                  <a:lnTo>
                    <a:pt x="82" y="208"/>
                  </a:lnTo>
                  <a:lnTo>
                    <a:pt x="89" y="212"/>
                  </a:lnTo>
                  <a:lnTo>
                    <a:pt x="93" y="215"/>
                  </a:lnTo>
                  <a:lnTo>
                    <a:pt x="93" y="219"/>
                  </a:lnTo>
                  <a:lnTo>
                    <a:pt x="96" y="219"/>
                  </a:lnTo>
                  <a:lnTo>
                    <a:pt x="96" y="223"/>
                  </a:lnTo>
                  <a:lnTo>
                    <a:pt x="100" y="226"/>
                  </a:lnTo>
                  <a:lnTo>
                    <a:pt x="96" y="226"/>
                  </a:lnTo>
                  <a:lnTo>
                    <a:pt x="100" y="230"/>
                  </a:lnTo>
                  <a:lnTo>
                    <a:pt x="100" y="230"/>
                  </a:lnTo>
                  <a:lnTo>
                    <a:pt x="104" y="230"/>
                  </a:lnTo>
                  <a:lnTo>
                    <a:pt x="108" y="230"/>
                  </a:lnTo>
                  <a:lnTo>
                    <a:pt x="111" y="230"/>
                  </a:lnTo>
                  <a:lnTo>
                    <a:pt x="115" y="230"/>
                  </a:lnTo>
                  <a:lnTo>
                    <a:pt x="119" y="226"/>
                  </a:lnTo>
                  <a:lnTo>
                    <a:pt x="122" y="226"/>
                  </a:lnTo>
                  <a:lnTo>
                    <a:pt x="126" y="230"/>
                  </a:lnTo>
                  <a:lnTo>
                    <a:pt x="133" y="226"/>
                  </a:lnTo>
                  <a:lnTo>
                    <a:pt x="137" y="226"/>
                  </a:lnTo>
                  <a:lnTo>
                    <a:pt x="137" y="226"/>
                  </a:lnTo>
                  <a:lnTo>
                    <a:pt x="141" y="226"/>
                  </a:lnTo>
                  <a:lnTo>
                    <a:pt x="145" y="230"/>
                  </a:lnTo>
                  <a:lnTo>
                    <a:pt x="145" y="230"/>
                  </a:lnTo>
                  <a:lnTo>
                    <a:pt x="148" y="230"/>
                  </a:lnTo>
                  <a:lnTo>
                    <a:pt x="148" y="234"/>
                  </a:lnTo>
                  <a:lnTo>
                    <a:pt x="137" y="249"/>
                  </a:lnTo>
                  <a:lnTo>
                    <a:pt x="137" y="252"/>
                  </a:lnTo>
                  <a:lnTo>
                    <a:pt x="141" y="252"/>
                  </a:lnTo>
                  <a:lnTo>
                    <a:pt x="145" y="249"/>
                  </a:lnTo>
                  <a:lnTo>
                    <a:pt x="148" y="252"/>
                  </a:lnTo>
                  <a:lnTo>
                    <a:pt x="148" y="2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4" name="Freeform 183"/>
            <p:cNvSpPr>
              <a:spLocks noEditPoints="1"/>
            </p:cNvSpPr>
            <p:nvPr/>
          </p:nvSpPr>
          <p:spPr bwMode="auto">
            <a:xfrm>
              <a:off x="2597240" y="3152809"/>
              <a:ext cx="123517" cy="123517"/>
            </a:xfrm>
            <a:custGeom>
              <a:avLst/>
              <a:gdLst>
                <a:gd name="T0" fmla="*/ 92 w 96"/>
                <a:gd name="T1" fmla="*/ 22 h 96"/>
                <a:gd name="T2" fmla="*/ 89 w 96"/>
                <a:gd name="T3" fmla="*/ 18 h 96"/>
                <a:gd name="T4" fmla="*/ 81 w 96"/>
                <a:gd name="T5" fmla="*/ 15 h 96"/>
                <a:gd name="T6" fmla="*/ 78 w 96"/>
                <a:gd name="T7" fmla="*/ 18 h 96"/>
                <a:gd name="T8" fmla="*/ 78 w 96"/>
                <a:gd name="T9" fmla="*/ 22 h 96"/>
                <a:gd name="T10" fmla="*/ 70 w 96"/>
                <a:gd name="T11" fmla="*/ 18 h 96"/>
                <a:gd name="T12" fmla="*/ 59 w 96"/>
                <a:gd name="T13" fmla="*/ 18 h 96"/>
                <a:gd name="T14" fmla="*/ 59 w 96"/>
                <a:gd name="T15" fmla="*/ 11 h 96"/>
                <a:gd name="T16" fmla="*/ 52 w 96"/>
                <a:gd name="T17" fmla="*/ 7 h 96"/>
                <a:gd name="T18" fmla="*/ 41 w 96"/>
                <a:gd name="T19" fmla="*/ 0 h 96"/>
                <a:gd name="T20" fmla="*/ 33 w 96"/>
                <a:gd name="T21" fmla="*/ 4 h 96"/>
                <a:gd name="T22" fmla="*/ 22 w 96"/>
                <a:gd name="T23" fmla="*/ 7 h 96"/>
                <a:gd name="T24" fmla="*/ 11 w 96"/>
                <a:gd name="T25" fmla="*/ 11 h 96"/>
                <a:gd name="T26" fmla="*/ 15 w 96"/>
                <a:gd name="T27" fmla="*/ 15 h 96"/>
                <a:gd name="T28" fmla="*/ 15 w 96"/>
                <a:gd name="T29" fmla="*/ 22 h 96"/>
                <a:gd name="T30" fmla="*/ 7 w 96"/>
                <a:gd name="T31" fmla="*/ 30 h 96"/>
                <a:gd name="T32" fmla="*/ 7 w 96"/>
                <a:gd name="T33" fmla="*/ 37 h 96"/>
                <a:gd name="T34" fmla="*/ 0 w 96"/>
                <a:gd name="T35" fmla="*/ 41 h 96"/>
                <a:gd name="T36" fmla="*/ 4 w 96"/>
                <a:gd name="T37" fmla="*/ 44 h 96"/>
                <a:gd name="T38" fmla="*/ 4 w 96"/>
                <a:gd name="T39" fmla="*/ 52 h 96"/>
                <a:gd name="T40" fmla="*/ 0 w 96"/>
                <a:gd name="T41" fmla="*/ 55 h 96"/>
                <a:gd name="T42" fmla="*/ 7 w 96"/>
                <a:gd name="T43" fmla="*/ 59 h 96"/>
                <a:gd name="T44" fmla="*/ 11 w 96"/>
                <a:gd name="T45" fmla="*/ 67 h 96"/>
                <a:gd name="T46" fmla="*/ 15 w 96"/>
                <a:gd name="T47" fmla="*/ 59 h 96"/>
                <a:gd name="T48" fmla="*/ 18 w 96"/>
                <a:gd name="T49" fmla="*/ 55 h 96"/>
                <a:gd name="T50" fmla="*/ 18 w 96"/>
                <a:gd name="T51" fmla="*/ 63 h 96"/>
                <a:gd name="T52" fmla="*/ 18 w 96"/>
                <a:gd name="T53" fmla="*/ 59 h 96"/>
                <a:gd name="T54" fmla="*/ 22 w 96"/>
                <a:gd name="T55" fmla="*/ 63 h 96"/>
                <a:gd name="T56" fmla="*/ 22 w 96"/>
                <a:gd name="T57" fmla="*/ 70 h 96"/>
                <a:gd name="T58" fmla="*/ 15 w 96"/>
                <a:gd name="T59" fmla="*/ 74 h 96"/>
                <a:gd name="T60" fmla="*/ 18 w 96"/>
                <a:gd name="T61" fmla="*/ 81 h 96"/>
                <a:gd name="T62" fmla="*/ 11 w 96"/>
                <a:gd name="T63" fmla="*/ 85 h 96"/>
                <a:gd name="T64" fmla="*/ 15 w 96"/>
                <a:gd name="T65" fmla="*/ 89 h 96"/>
                <a:gd name="T66" fmla="*/ 18 w 96"/>
                <a:gd name="T67" fmla="*/ 89 h 96"/>
                <a:gd name="T68" fmla="*/ 29 w 96"/>
                <a:gd name="T69" fmla="*/ 89 h 96"/>
                <a:gd name="T70" fmla="*/ 33 w 96"/>
                <a:gd name="T71" fmla="*/ 96 h 96"/>
                <a:gd name="T72" fmla="*/ 52 w 96"/>
                <a:gd name="T73" fmla="*/ 70 h 96"/>
                <a:gd name="T74" fmla="*/ 70 w 96"/>
                <a:gd name="T75" fmla="*/ 63 h 96"/>
                <a:gd name="T76" fmla="*/ 89 w 96"/>
                <a:gd name="T77" fmla="*/ 48 h 96"/>
                <a:gd name="T78" fmla="*/ 96 w 96"/>
                <a:gd name="T79" fmla="*/ 41 h 96"/>
                <a:gd name="T80" fmla="*/ 96 w 96"/>
                <a:gd name="T81" fmla="*/ 33 h 96"/>
                <a:gd name="T82" fmla="*/ 92 w 96"/>
                <a:gd name="T83" fmla="*/ 26 h 96"/>
                <a:gd name="T84" fmla="*/ 92 w 96"/>
                <a:gd name="T85" fmla="*/ 22 h 96"/>
                <a:gd name="T86" fmla="*/ 92 w 96"/>
                <a:gd name="T87" fmla="*/ 22 h 96"/>
                <a:gd name="T88" fmla="*/ 11 w 96"/>
                <a:gd name="T89" fmla="*/ 70 h 96"/>
                <a:gd name="T90" fmla="*/ 15 w 96"/>
                <a:gd name="T91" fmla="*/ 63 h 96"/>
                <a:gd name="T92" fmla="*/ 15 w 96"/>
                <a:gd name="T93" fmla="*/ 67 h 96"/>
                <a:gd name="T94" fmla="*/ 15 w 96"/>
                <a:gd name="T95" fmla="*/ 70 h 96"/>
                <a:gd name="T96" fmla="*/ 11 w 96"/>
                <a:gd name="T97" fmla="*/ 7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6" h="96">
                  <a:moveTo>
                    <a:pt x="92" y="22"/>
                  </a:moveTo>
                  <a:lnTo>
                    <a:pt x="92" y="22"/>
                  </a:lnTo>
                  <a:lnTo>
                    <a:pt x="89" y="22"/>
                  </a:lnTo>
                  <a:lnTo>
                    <a:pt x="89" y="18"/>
                  </a:lnTo>
                  <a:lnTo>
                    <a:pt x="89" y="18"/>
                  </a:lnTo>
                  <a:lnTo>
                    <a:pt x="81" y="15"/>
                  </a:lnTo>
                  <a:lnTo>
                    <a:pt x="81" y="15"/>
                  </a:lnTo>
                  <a:lnTo>
                    <a:pt x="78" y="18"/>
                  </a:lnTo>
                  <a:lnTo>
                    <a:pt x="78" y="22"/>
                  </a:lnTo>
                  <a:lnTo>
                    <a:pt x="78" y="22"/>
                  </a:lnTo>
                  <a:lnTo>
                    <a:pt x="70" y="22"/>
                  </a:lnTo>
                  <a:lnTo>
                    <a:pt x="70" y="18"/>
                  </a:lnTo>
                  <a:lnTo>
                    <a:pt x="63" y="18"/>
                  </a:lnTo>
                  <a:lnTo>
                    <a:pt x="59" y="18"/>
                  </a:lnTo>
                  <a:lnTo>
                    <a:pt x="59" y="15"/>
                  </a:lnTo>
                  <a:lnTo>
                    <a:pt x="59" y="11"/>
                  </a:lnTo>
                  <a:lnTo>
                    <a:pt x="55" y="7"/>
                  </a:lnTo>
                  <a:lnTo>
                    <a:pt x="52" y="7"/>
                  </a:lnTo>
                  <a:lnTo>
                    <a:pt x="44" y="4"/>
                  </a:lnTo>
                  <a:lnTo>
                    <a:pt x="41" y="0"/>
                  </a:lnTo>
                  <a:lnTo>
                    <a:pt x="33" y="0"/>
                  </a:lnTo>
                  <a:lnTo>
                    <a:pt x="33" y="4"/>
                  </a:lnTo>
                  <a:lnTo>
                    <a:pt x="29" y="4"/>
                  </a:lnTo>
                  <a:lnTo>
                    <a:pt x="22" y="7"/>
                  </a:lnTo>
                  <a:lnTo>
                    <a:pt x="18" y="7"/>
                  </a:lnTo>
                  <a:lnTo>
                    <a:pt x="11" y="11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15" y="18"/>
                  </a:lnTo>
                  <a:lnTo>
                    <a:pt x="15" y="22"/>
                  </a:lnTo>
                  <a:lnTo>
                    <a:pt x="11" y="30"/>
                  </a:lnTo>
                  <a:lnTo>
                    <a:pt x="7" y="30"/>
                  </a:lnTo>
                  <a:lnTo>
                    <a:pt x="11" y="33"/>
                  </a:lnTo>
                  <a:lnTo>
                    <a:pt x="7" y="37"/>
                  </a:lnTo>
                  <a:lnTo>
                    <a:pt x="4" y="37"/>
                  </a:lnTo>
                  <a:lnTo>
                    <a:pt x="0" y="41"/>
                  </a:lnTo>
                  <a:lnTo>
                    <a:pt x="4" y="44"/>
                  </a:lnTo>
                  <a:lnTo>
                    <a:pt x="4" y="44"/>
                  </a:lnTo>
                  <a:lnTo>
                    <a:pt x="4" y="48"/>
                  </a:lnTo>
                  <a:lnTo>
                    <a:pt x="4" y="52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4" y="59"/>
                  </a:lnTo>
                  <a:lnTo>
                    <a:pt x="7" y="59"/>
                  </a:lnTo>
                  <a:lnTo>
                    <a:pt x="7" y="63"/>
                  </a:lnTo>
                  <a:lnTo>
                    <a:pt x="11" y="67"/>
                  </a:lnTo>
                  <a:lnTo>
                    <a:pt x="11" y="63"/>
                  </a:lnTo>
                  <a:lnTo>
                    <a:pt x="15" y="59"/>
                  </a:lnTo>
                  <a:lnTo>
                    <a:pt x="15" y="59"/>
                  </a:lnTo>
                  <a:lnTo>
                    <a:pt x="18" y="55"/>
                  </a:lnTo>
                  <a:lnTo>
                    <a:pt x="18" y="59"/>
                  </a:lnTo>
                  <a:lnTo>
                    <a:pt x="18" y="63"/>
                  </a:lnTo>
                  <a:lnTo>
                    <a:pt x="18" y="59"/>
                  </a:lnTo>
                  <a:lnTo>
                    <a:pt x="18" y="59"/>
                  </a:lnTo>
                  <a:lnTo>
                    <a:pt x="18" y="59"/>
                  </a:lnTo>
                  <a:lnTo>
                    <a:pt x="22" y="63"/>
                  </a:lnTo>
                  <a:lnTo>
                    <a:pt x="18" y="67"/>
                  </a:lnTo>
                  <a:lnTo>
                    <a:pt x="22" y="70"/>
                  </a:lnTo>
                  <a:lnTo>
                    <a:pt x="18" y="74"/>
                  </a:lnTo>
                  <a:lnTo>
                    <a:pt x="15" y="74"/>
                  </a:lnTo>
                  <a:lnTo>
                    <a:pt x="15" y="78"/>
                  </a:lnTo>
                  <a:lnTo>
                    <a:pt x="18" y="81"/>
                  </a:lnTo>
                  <a:lnTo>
                    <a:pt x="15" y="81"/>
                  </a:lnTo>
                  <a:lnTo>
                    <a:pt x="11" y="85"/>
                  </a:lnTo>
                  <a:lnTo>
                    <a:pt x="11" y="89"/>
                  </a:lnTo>
                  <a:lnTo>
                    <a:pt x="15" y="89"/>
                  </a:lnTo>
                  <a:lnTo>
                    <a:pt x="18" y="85"/>
                  </a:lnTo>
                  <a:lnTo>
                    <a:pt x="18" y="89"/>
                  </a:lnTo>
                  <a:lnTo>
                    <a:pt x="26" y="89"/>
                  </a:lnTo>
                  <a:lnTo>
                    <a:pt x="29" y="89"/>
                  </a:lnTo>
                  <a:lnTo>
                    <a:pt x="33" y="96"/>
                  </a:lnTo>
                  <a:lnTo>
                    <a:pt x="33" y="96"/>
                  </a:lnTo>
                  <a:lnTo>
                    <a:pt x="37" y="93"/>
                  </a:lnTo>
                  <a:lnTo>
                    <a:pt x="52" y="70"/>
                  </a:lnTo>
                  <a:lnTo>
                    <a:pt x="52" y="67"/>
                  </a:lnTo>
                  <a:lnTo>
                    <a:pt x="70" y="63"/>
                  </a:lnTo>
                  <a:lnTo>
                    <a:pt x="78" y="59"/>
                  </a:lnTo>
                  <a:lnTo>
                    <a:pt x="89" y="48"/>
                  </a:lnTo>
                  <a:lnTo>
                    <a:pt x="92" y="41"/>
                  </a:lnTo>
                  <a:lnTo>
                    <a:pt x="96" y="41"/>
                  </a:lnTo>
                  <a:lnTo>
                    <a:pt x="96" y="37"/>
                  </a:lnTo>
                  <a:lnTo>
                    <a:pt x="96" y="33"/>
                  </a:lnTo>
                  <a:lnTo>
                    <a:pt x="96" y="30"/>
                  </a:lnTo>
                  <a:lnTo>
                    <a:pt x="92" y="26"/>
                  </a:lnTo>
                  <a:lnTo>
                    <a:pt x="92" y="22"/>
                  </a:lnTo>
                  <a:lnTo>
                    <a:pt x="92" y="22"/>
                  </a:lnTo>
                  <a:lnTo>
                    <a:pt x="92" y="22"/>
                  </a:lnTo>
                  <a:lnTo>
                    <a:pt x="92" y="22"/>
                  </a:lnTo>
                  <a:close/>
                  <a:moveTo>
                    <a:pt x="11" y="70"/>
                  </a:moveTo>
                  <a:lnTo>
                    <a:pt x="11" y="70"/>
                  </a:lnTo>
                  <a:lnTo>
                    <a:pt x="15" y="67"/>
                  </a:lnTo>
                  <a:lnTo>
                    <a:pt x="15" y="63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67"/>
                  </a:lnTo>
                  <a:lnTo>
                    <a:pt x="15" y="70"/>
                  </a:lnTo>
                  <a:lnTo>
                    <a:pt x="11" y="70"/>
                  </a:lnTo>
                  <a:lnTo>
                    <a:pt x="11" y="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5" name="Freeform 184"/>
            <p:cNvSpPr/>
            <p:nvPr/>
          </p:nvSpPr>
          <p:spPr bwMode="auto">
            <a:xfrm>
              <a:off x="2592095" y="3181115"/>
              <a:ext cx="271480" cy="362830"/>
            </a:xfrm>
            <a:custGeom>
              <a:avLst/>
              <a:gdLst>
                <a:gd name="T0" fmla="*/ 193 w 211"/>
                <a:gd name="T1" fmla="*/ 167 h 282"/>
                <a:gd name="T2" fmla="*/ 182 w 211"/>
                <a:gd name="T3" fmla="*/ 167 h 282"/>
                <a:gd name="T4" fmla="*/ 182 w 211"/>
                <a:gd name="T5" fmla="*/ 148 h 282"/>
                <a:gd name="T6" fmla="*/ 167 w 211"/>
                <a:gd name="T7" fmla="*/ 152 h 282"/>
                <a:gd name="T8" fmla="*/ 148 w 211"/>
                <a:gd name="T9" fmla="*/ 141 h 282"/>
                <a:gd name="T10" fmla="*/ 126 w 211"/>
                <a:gd name="T11" fmla="*/ 126 h 282"/>
                <a:gd name="T12" fmla="*/ 122 w 211"/>
                <a:gd name="T13" fmla="*/ 115 h 282"/>
                <a:gd name="T14" fmla="*/ 126 w 211"/>
                <a:gd name="T15" fmla="*/ 104 h 282"/>
                <a:gd name="T16" fmla="*/ 133 w 211"/>
                <a:gd name="T17" fmla="*/ 97 h 282"/>
                <a:gd name="T18" fmla="*/ 137 w 211"/>
                <a:gd name="T19" fmla="*/ 82 h 282"/>
                <a:gd name="T20" fmla="*/ 148 w 211"/>
                <a:gd name="T21" fmla="*/ 71 h 282"/>
                <a:gd name="T22" fmla="*/ 170 w 211"/>
                <a:gd name="T23" fmla="*/ 63 h 282"/>
                <a:gd name="T24" fmla="*/ 178 w 211"/>
                <a:gd name="T25" fmla="*/ 63 h 282"/>
                <a:gd name="T26" fmla="*/ 185 w 211"/>
                <a:gd name="T27" fmla="*/ 63 h 282"/>
                <a:gd name="T28" fmla="*/ 174 w 211"/>
                <a:gd name="T29" fmla="*/ 59 h 282"/>
                <a:gd name="T30" fmla="*/ 182 w 211"/>
                <a:gd name="T31" fmla="*/ 37 h 282"/>
                <a:gd name="T32" fmla="*/ 174 w 211"/>
                <a:gd name="T33" fmla="*/ 33 h 282"/>
                <a:gd name="T34" fmla="*/ 156 w 211"/>
                <a:gd name="T35" fmla="*/ 33 h 282"/>
                <a:gd name="T36" fmla="*/ 141 w 211"/>
                <a:gd name="T37" fmla="*/ 37 h 282"/>
                <a:gd name="T38" fmla="*/ 137 w 211"/>
                <a:gd name="T39" fmla="*/ 33 h 282"/>
                <a:gd name="T40" fmla="*/ 130 w 211"/>
                <a:gd name="T41" fmla="*/ 22 h 282"/>
                <a:gd name="T42" fmla="*/ 115 w 211"/>
                <a:gd name="T43" fmla="*/ 11 h 282"/>
                <a:gd name="T44" fmla="*/ 108 w 211"/>
                <a:gd name="T45" fmla="*/ 4 h 282"/>
                <a:gd name="T46" fmla="*/ 96 w 211"/>
                <a:gd name="T47" fmla="*/ 0 h 282"/>
                <a:gd name="T48" fmla="*/ 100 w 211"/>
                <a:gd name="T49" fmla="*/ 15 h 282"/>
                <a:gd name="T50" fmla="*/ 82 w 211"/>
                <a:gd name="T51" fmla="*/ 37 h 282"/>
                <a:gd name="T52" fmla="*/ 41 w 211"/>
                <a:gd name="T53" fmla="*/ 71 h 282"/>
                <a:gd name="T54" fmla="*/ 30 w 211"/>
                <a:gd name="T55" fmla="*/ 67 h 282"/>
                <a:gd name="T56" fmla="*/ 15 w 211"/>
                <a:gd name="T57" fmla="*/ 67 h 282"/>
                <a:gd name="T58" fmla="*/ 19 w 211"/>
                <a:gd name="T59" fmla="*/ 56 h 282"/>
                <a:gd name="T60" fmla="*/ 8 w 211"/>
                <a:gd name="T61" fmla="*/ 59 h 282"/>
                <a:gd name="T62" fmla="*/ 0 w 211"/>
                <a:gd name="T63" fmla="*/ 71 h 282"/>
                <a:gd name="T64" fmla="*/ 0 w 211"/>
                <a:gd name="T65" fmla="*/ 78 h 282"/>
                <a:gd name="T66" fmla="*/ 4 w 211"/>
                <a:gd name="T67" fmla="*/ 89 h 282"/>
                <a:gd name="T68" fmla="*/ 4 w 211"/>
                <a:gd name="T69" fmla="*/ 97 h 282"/>
                <a:gd name="T70" fmla="*/ 26 w 211"/>
                <a:gd name="T71" fmla="*/ 104 h 282"/>
                <a:gd name="T72" fmla="*/ 33 w 211"/>
                <a:gd name="T73" fmla="*/ 119 h 282"/>
                <a:gd name="T74" fmla="*/ 45 w 211"/>
                <a:gd name="T75" fmla="*/ 134 h 282"/>
                <a:gd name="T76" fmla="*/ 52 w 211"/>
                <a:gd name="T77" fmla="*/ 148 h 282"/>
                <a:gd name="T78" fmla="*/ 59 w 211"/>
                <a:gd name="T79" fmla="*/ 163 h 282"/>
                <a:gd name="T80" fmla="*/ 63 w 211"/>
                <a:gd name="T81" fmla="*/ 171 h 282"/>
                <a:gd name="T82" fmla="*/ 74 w 211"/>
                <a:gd name="T83" fmla="*/ 186 h 282"/>
                <a:gd name="T84" fmla="*/ 85 w 211"/>
                <a:gd name="T85" fmla="*/ 200 h 282"/>
                <a:gd name="T86" fmla="*/ 85 w 211"/>
                <a:gd name="T87" fmla="*/ 212 h 282"/>
                <a:gd name="T88" fmla="*/ 89 w 211"/>
                <a:gd name="T89" fmla="*/ 215 h 282"/>
                <a:gd name="T90" fmla="*/ 96 w 211"/>
                <a:gd name="T91" fmla="*/ 223 h 282"/>
                <a:gd name="T92" fmla="*/ 108 w 211"/>
                <a:gd name="T93" fmla="*/ 230 h 282"/>
                <a:gd name="T94" fmla="*/ 119 w 211"/>
                <a:gd name="T95" fmla="*/ 237 h 282"/>
                <a:gd name="T96" fmla="*/ 126 w 211"/>
                <a:gd name="T97" fmla="*/ 241 h 282"/>
                <a:gd name="T98" fmla="*/ 133 w 211"/>
                <a:gd name="T99" fmla="*/ 249 h 282"/>
                <a:gd name="T100" fmla="*/ 148 w 211"/>
                <a:gd name="T101" fmla="*/ 256 h 282"/>
                <a:gd name="T102" fmla="*/ 159 w 211"/>
                <a:gd name="T103" fmla="*/ 260 h 282"/>
                <a:gd name="T104" fmla="*/ 170 w 211"/>
                <a:gd name="T105" fmla="*/ 267 h 282"/>
                <a:gd name="T106" fmla="*/ 178 w 211"/>
                <a:gd name="T107" fmla="*/ 275 h 282"/>
                <a:gd name="T108" fmla="*/ 189 w 211"/>
                <a:gd name="T109" fmla="*/ 282 h 282"/>
                <a:gd name="T110" fmla="*/ 200 w 211"/>
                <a:gd name="T111" fmla="*/ 278 h 282"/>
                <a:gd name="T112" fmla="*/ 204 w 211"/>
                <a:gd name="T113" fmla="*/ 267 h 282"/>
                <a:gd name="T114" fmla="*/ 200 w 211"/>
                <a:gd name="T115" fmla="*/ 263 h 282"/>
                <a:gd name="T116" fmla="*/ 211 w 211"/>
                <a:gd name="T117" fmla="*/ 249 h 282"/>
                <a:gd name="T118" fmla="*/ 207 w 211"/>
                <a:gd name="T119" fmla="*/ 230 h 282"/>
                <a:gd name="T120" fmla="*/ 207 w 211"/>
                <a:gd name="T121" fmla="*/ 212 h 282"/>
                <a:gd name="T122" fmla="*/ 211 w 211"/>
                <a:gd name="T123" fmla="*/ 189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282">
                  <a:moveTo>
                    <a:pt x="196" y="167"/>
                  </a:moveTo>
                  <a:lnTo>
                    <a:pt x="196" y="167"/>
                  </a:lnTo>
                  <a:lnTo>
                    <a:pt x="193" y="167"/>
                  </a:lnTo>
                  <a:lnTo>
                    <a:pt x="193" y="167"/>
                  </a:lnTo>
                  <a:lnTo>
                    <a:pt x="189" y="167"/>
                  </a:lnTo>
                  <a:lnTo>
                    <a:pt x="185" y="167"/>
                  </a:lnTo>
                  <a:lnTo>
                    <a:pt x="182" y="167"/>
                  </a:lnTo>
                  <a:lnTo>
                    <a:pt x="182" y="167"/>
                  </a:lnTo>
                  <a:lnTo>
                    <a:pt x="182" y="163"/>
                  </a:lnTo>
                  <a:lnTo>
                    <a:pt x="178" y="152"/>
                  </a:lnTo>
                  <a:lnTo>
                    <a:pt x="178" y="148"/>
                  </a:lnTo>
                  <a:lnTo>
                    <a:pt x="182" y="148"/>
                  </a:lnTo>
                  <a:lnTo>
                    <a:pt x="182" y="145"/>
                  </a:lnTo>
                  <a:lnTo>
                    <a:pt x="178" y="141"/>
                  </a:lnTo>
                  <a:lnTo>
                    <a:pt x="174" y="145"/>
                  </a:lnTo>
                  <a:lnTo>
                    <a:pt x="167" y="152"/>
                  </a:lnTo>
                  <a:lnTo>
                    <a:pt x="159" y="152"/>
                  </a:lnTo>
                  <a:lnTo>
                    <a:pt x="152" y="152"/>
                  </a:lnTo>
                  <a:lnTo>
                    <a:pt x="152" y="145"/>
                  </a:lnTo>
                  <a:lnTo>
                    <a:pt x="148" y="141"/>
                  </a:lnTo>
                  <a:lnTo>
                    <a:pt x="141" y="141"/>
                  </a:lnTo>
                  <a:lnTo>
                    <a:pt x="130" y="141"/>
                  </a:lnTo>
                  <a:lnTo>
                    <a:pt x="137" y="137"/>
                  </a:lnTo>
                  <a:lnTo>
                    <a:pt x="126" y="126"/>
                  </a:lnTo>
                  <a:lnTo>
                    <a:pt x="122" y="123"/>
                  </a:lnTo>
                  <a:lnTo>
                    <a:pt x="122" y="119"/>
                  </a:lnTo>
                  <a:lnTo>
                    <a:pt x="122" y="115"/>
                  </a:lnTo>
                  <a:lnTo>
                    <a:pt x="122" y="115"/>
                  </a:lnTo>
                  <a:lnTo>
                    <a:pt x="126" y="111"/>
                  </a:lnTo>
                  <a:lnTo>
                    <a:pt x="122" y="108"/>
                  </a:lnTo>
                  <a:lnTo>
                    <a:pt x="126" y="108"/>
                  </a:lnTo>
                  <a:lnTo>
                    <a:pt x="126" y="104"/>
                  </a:lnTo>
                  <a:lnTo>
                    <a:pt x="130" y="100"/>
                  </a:lnTo>
                  <a:lnTo>
                    <a:pt x="133" y="100"/>
                  </a:lnTo>
                  <a:lnTo>
                    <a:pt x="133" y="100"/>
                  </a:lnTo>
                  <a:lnTo>
                    <a:pt x="133" y="97"/>
                  </a:lnTo>
                  <a:lnTo>
                    <a:pt x="133" y="93"/>
                  </a:lnTo>
                  <a:lnTo>
                    <a:pt x="137" y="85"/>
                  </a:lnTo>
                  <a:lnTo>
                    <a:pt x="137" y="85"/>
                  </a:lnTo>
                  <a:lnTo>
                    <a:pt x="137" y="82"/>
                  </a:lnTo>
                  <a:lnTo>
                    <a:pt x="137" y="78"/>
                  </a:lnTo>
                  <a:lnTo>
                    <a:pt x="141" y="78"/>
                  </a:lnTo>
                  <a:lnTo>
                    <a:pt x="145" y="74"/>
                  </a:lnTo>
                  <a:lnTo>
                    <a:pt x="148" y="71"/>
                  </a:lnTo>
                  <a:lnTo>
                    <a:pt x="148" y="71"/>
                  </a:lnTo>
                  <a:lnTo>
                    <a:pt x="152" y="71"/>
                  </a:lnTo>
                  <a:lnTo>
                    <a:pt x="159" y="67"/>
                  </a:lnTo>
                  <a:lnTo>
                    <a:pt x="170" y="63"/>
                  </a:lnTo>
                  <a:lnTo>
                    <a:pt x="170" y="63"/>
                  </a:lnTo>
                  <a:lnTo>
                    <a:pt x="174" y="63"/>
                  </a:lnTo>
                  <a:lnTo>
                    <a:pt x="178" y="63"/>
                  </a:lnTo>
                  <a:lnTo>
                    <a:pt x="178" y="63"/>
                  </a:lnTo>
                  <a:lnTo>
                    <a:pt x="182" y="63"/>
                  </a:lnTo>
                  <a:lnTo>
                    <a:pt x="182" y="67"/>
                  </a:lnTo>
                  <a:lnTo>
                    <a:pt x="185" y="67"/>
                  </a:lnTo>
                  <a:lnTo>
                    <a:pt x="185" y="63"/>
                  </a:lnTo>
                  <a:lnTo>
                    <a:pt x="185" y="59"/>
                  </a:lnTo>
                  <a:lnTo>
                    <a:pt x="182" y="56"/>
                  </a:lnTo>
                  <a:lnTo>
                    <a:pt x="178" y="59"/>
                  </a:lnTo>
                  <a:lnTo>
                    <a:pt x="174" y="59"/>
                  </a:lnTo>
                  <a:lnTo>
                    <a:pt x="174" y="56"/>
                  </a:lnTo>
                  <a:lnTo>
                    <a:pt x="185" y="41"/>
                  </a:lnTo>
                  <a:lnTo>
                    <a:pt x="185" y="37"/>
                  </a:lnTo>
                  <a:lnTo>
                    <a:pt x="182" y="37"/>
                  </a:lnTo>
                  <a:lnTo>
                    <a:pt x="182" y="37"/>
                  </a:lnTo>
                  <a:lnTo>
                    <a:pt x="178" y="33"/>
                  </a:lnTo>
                  <a:lnTo>
                    <a:pt x="174" y="33"/>
                  </a:lnTo>
                  <a:lnTo>
                    <a:pt x="174" y="33"/>
                  </a:lnTo>
                  <a:lnTo>
                    <a:pt x="170" y="33"/>
                  </a:lnTo>
                  <a:lnTo>
                    <a:pt x="163" y="37"/>
                  </a:lnTo>
                  <a:lnTo>
                    <a:pt x="159" y="33"/>
                  </a:lnTo>
                  <a:lnTo>
                    <a:pt x="156" y="33"/>
                  </a:lnTo>
                  <a:lnTo>
                    <a:pt x="152" y="37"/>
                  </a:lnTo>
                  <a:lnTo>
                    <a:pt x="148" y="37"/>
                  </a:lnTo>
                  <a:lnTo>
                    <a:pt x="145" y="37"/>
                  </a:lnTo>
                  <a:lnTo>
                    <a:pt x="141" y="37"/>
                  </a:lnTo>
                  <a:lnTo>
                    <a:pt x="137" y="37"/>
                  </a:lnTo>
                  <a:lnTo>
                    <a:pt x="137" y="37"/>
                  </a:lnTo>
                  <a:lnTo>
                    <a:pt x="133" y="33"/>
                  </a:lnTo>
                  <a:lnTo>
                    <a:pt x="137" y="33"/>
                  </a:lnTo>
                  <a:lnTo>
                    <a:pt x="133" y="30"/>
                  </a:lnTo>
                  <a:lnTo>
                    <a:pt x="133" y="26"/>
                  </a:lnTo>
                  <a:lnTo>
                    <a:pt x="130" y="26"/>
                  </a:lnTo>
                  <a:lnTo>
                    <a:pt x="130" y="22"/>
                  </a:lnTo>
                  <a:lnTo>
                    <a:pt x="126" y="19"/>
                  </a:lnTo>
                  <a:lnTo>
                    <a:pt x="119" y="15"/>
                  </a:lnTo>
                  <a:lnTo>
                    <a:pt x="119" y="15"/>
                  </a:lnTo>
                  <a:lnTo>
                    <a:pt x="115" y="11"/>
                  </a:lnTo>
                  <a:lnTo>
                    <a:pt x="115" y="8"/>
                  </a:lnTo>
                  <a:lnTo>
                    <a:pt x="111" y="4"/>
                  </a:lnTo>
                  <a:lnTo>
                    <a:pt x="111" y="4"/>
                  </a:lnTo>
                  <a:lnTo>
                    <a:pt x="108" y="4"/>
                  </a:lnTo>
                  <a:lnTo>
                    <a:pt x="100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6" y="4"/>
                  </a:lnTo>
                  <a:lnTo>
                    <a:pt x="100" y="8"/>
                  </a:lnTo>
                  <a:lnTo>
                    <a:pt x="100" y="11"/>
                  </a:lnTo>
                  <a:lnTo>
                    <a:pt x="100" y="15"/>
                  </a:lnTo>
                  <a:lnTo>
                    <a:pt x="100" y="19"/>
                  </a:lnTo>
                  <a:lnTo>
                    <a:pt x="96" y="19"/>
                  </a:lnTo>
                  <a:lnTo>
                    <a:pt x="93" y="26"/>
                  </a:lnTo>
                  <a:lnTo>
                    <a:pt x="82" y="37"/>
                  </a:lnTo>
                  <a:lnTo>
                    <a:pt x="74" y="41"/>
                  </a:lnTo>
                  <a:lnTo>
                    <a:pt x="56" y="45"/>
                  </a:lnTo>
                  <a:lnTo>
                    <a:pt x="56" y="48"/>
                  </a:lnTo>
                  <a:lnTo>
                    <a:pt x="41" y="71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3" y="67"/>
                  </a:lnTo>
                  <a:lnTo>
                    <a:pt x="30" y="67"/>
                  </a:lnTo>
                  <a:lnTo>
                    <a:pt x="22" y="67"/>
                  </a:lnTo>
                  <a:lnTo>
                    <a:pt x="22" y="63"/>
                  </a:lnTo>
                  <a:lnTo>
                    <a:pt x="19" y="67"/>
                  </a:lnTo>
                  <a:lnTo>
                    <a:pt x="15" y="67"/>
                  </a:lnTo>
                  <a:lnTo>
                    <a:pt x="15" y="63"/>
                  </a:lnTo>
                  <a:lnTo>
                    <a:pt x="19" y="59"/>
                  </a:lnTo>
                  <a:lnTo>
                    <a:pt x="22" y="59"/>
                  </a:lnTo>
                  <a:lnTo>
                    <a:pt x="19" y="56"/>
                  </a:lnTo>
                  <a:lnTo>
                    <a:pt x="19" y="52"/>
                  </a:lnTo>
                  <a:lnTo>
                    <a:pt x="19" y="52"/>
                  </a:lnTo>
                  <a:lnTo>
                    <a:pt x="11" y="56"/>
                  </a:lnTo>
                  <a:lnTo>
                    <a:pt x="8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74"/>
                  </a:lnTo>
                  <a:lnTo>
                    <a:pt x="4" y="7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4" y="82"/>
                  </a:lnTo>
                  <a:lnTo>
                    <a:pt x="8" y="85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0" y="89"/>
                  </a:lnTo>
                  <a:lnTo>
                    <a:pt x="0" y="93"/>
                  </a:lnTo>
                  <a:lnTo>
                    <a:pt x="4" y="97"/>
                  </a:lnTo>
                  <a:lnTo>
                    <a:pt x="4" y="97"/>
                  </a:lnTo>
                  <a:lnTo>
                    <a:pt x="11" y="100"/>
                  </a:lnTo>
                  <a:lnTo>
                    <a:pt x="15" y="100"/>
                  </a:lnTo>
                  <a:lnTo>
                    <a:pt x="22" y="104"/>
                  </a:lnTo>
                  <a:lnTo>
                    <a:pt x="26" y="104"/>
                  </a:lnTo>
                  <a:lnTo>
                    <a:pt x="26" y="108"/>
                  </a:lnTo>
                  <a:lnTo>
                    <a:pt x="30" y="111"/>
                  </a:lnTo>
                  <a:lnTo>
                    <a:pt x="30" y="115"/>
                  </a:lnTo>
                  <a:lnTo>
                    <a:pt x="33" y="119"/>
                  </a:lnTo>
                  <a:lnTo>
                    <a:pt x="37" y="123"/>
                  </a:lnTo>
                  <a:lnTo>
                    <a:pt x="41" y="126"/>
                  </a:lnTo>
                  <a:lnTo>
                    <a:pt x="41" y="130"/>
                  </a:lnTo>
                  <a:lnTo>
                    <a:pt x="45" y="134"/>
                  </a:lnTo>
                  <a:lnTo>
                    <a:pt x="45" y="137"/>
                  </a:lnTo>
                  <a:lnTo>
                    <a:pt x="48" y="141"/>
                  </a:lnTo>
                  <a:lnTo>
                    <a:pt x="48" y="145"/>
                  </a:lnTo>
                  <a:lnTo>
                    <a:pt x="52" y="148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56" y="160"/>
                  </a:lnTo>
                  <a:lnTo>
                    <a:pt x="59" y="163"/>
                  </a:lnTo>
                  <a:lnTo>
                    <a:pt x="63" y="167"/>
                  </a:lnTo>
                  <a:lnTo>
                    <a:pt x="63" y="171"/>
                  </a:lnTo>
                  <a:lnTo>
                    <a:pt x="63" y="171"/>
                  </a:lnTo>
                  <a:lnTo>
                    <a:pt x="63" y="171"/>
                  </a:lnTo>
                  <a:lnTo>
                    <a:pt x="70" y="178"/>
                  </a:lnTo>
                  <a:lnTo>
                    <a:pt x="70" y="178"/>
                  </a:lnTo>
                  <a:lnTo>
                    <a:pt x="70" y="182"/>
                  </a:lnTo>
                  <a:lnTo>
                    <a:pt x="74" y="186"/>
                  </a:lnTo>
                  <a:lnTo>
                    <a:pt x="78" y="186"/>
                  </a:lnTo>
                  <a:lnTo>
                    <a:pt x="78" y="189"/>
                  </a:lnTo>
                  <a:lnTo>
                    <a:pt x="82" y="197"/>
                  </a:lnTo>
                  <a:lnTo>
                    <a:pt x="85" y="200"/>
                  </a:lnTo>
                  <a:lnTo>
                    <a:pt x="89" y="208"/>
                  </a:lnTo>
                  <a:lnTo>
                    <a:pt x="89" y="212"/>
                  </a:lnTo>
                  <a:lnTo>
                    <a:pt x="89" y="212"/>
                  </a:lnTo>
                  <a:lnTo>
                    <a:pt x="85" y="212"/>
                  </a:lnTo>
                  <a:lnTo>
                    <a:pt x="85" y="212"/>
                  </a:lnTo>
                  <a:lnTo>
                    <a:pt x="85" y="215"/>
                  </a:lnTo>
                  <a:lnTo>
                    <a:pt x="85" y="215"/>
                  </a:lnTo>
                  <a:lnTo>
                    <a:pt x="89" y="215"/>
                  </a:lnTo>
                  <a:lnTo>
                    <a:pt x="93" y="219"/>
                  </a:lnTo>
                  <a:lnTo>
                    <a:pt x="93" y="219"/>
                  </a:lnTo>
                  <a:lnTo>
                    <a:pt x="93" y="219"/>
                  </a:lnTo>
                  <a:lnTo>
                    <a:pt x="96" y="223"/>
                  </a:lnTo>
                  <a:lnTo>
                    <a:pt x="100" y="226"/>
                  </a:lnTo>
                  <a:lnTo>
                    <a:pt x="100" y="230"/>
                  </a:lnTo>
                  <a:lnTo>
                    <a:pt x="104" y="230"/>
                  </a:lnTo>
                  <a:lnTo>
                    <a:pt x="108" y="230"/>
                  </a:lnTo>
                  <a:lnTo>
                    <a:pt x="108" y="234"/>
                  </a:lnTo>
                  <a:lnTo>
                    <a:pt x="111" y="234"/>
                  </a:lnTo>
                  <a:lnTo>
                    <a:pt x="111" y="237"/>
                  </a:lnTo>
                  <a:lnTo>
                    <a:pt x="119" y="237"/>
                  </a:lnTo>
                  <a:lnTo>
                    <a:pt x="119" y="234"/>
                  </a:lnTo>
                  <a:lnTo>
                    <a:pt x="119" y="237"/>
                  </a:lnTo>
                  <a:lnTo>
                    <a:pt x="119" y="241"/>
                  </a:lnTo>
                  <a:lnTo>
                    <a:pt x="126" y="241"/>
                  </a:lnTo>
                  <a:lnTo>
                    <a:pt x="130" y="245"/>
                  </a:lnTo>
                  <a:lnTo>
                    <a:pt x="130" y="249"/>
                  </a:lnTo>
                  <a:lnTo>
                    <a:pt x="130" y="249"/>
                  </a:lnTo>
                  <a:lnTo>
                    <a:pt x="133" y="249"/>
                  </a:lnTo>
                  <a:lnTo>
                    <a:pt x="137" y="249"/>
                  </a:lnTo>
                  <a:lnTo>
                    <a:pt x="141" y="249"/>
                  </a:lnTo>
                  <a:lnTo>
                    <a:pt x="145" y="252"/>
                  </a:lnTo>
                  <a:lnTo>
                    <a:pt x="148" y="256"/>
                  </a:lnTo>
                  <a:lnTo>
                    <a:pt x="152" y="256"/>
                  </a:lnTo>
                  <a:lnTo>
                    <a:pt x="156" y="256"/>
                  </a:lnTo>
                  <a:lnTo>
                    <a:pt x="156" y="256"/>
                  </a:lnTo>
                  <a:lnTo>
                    <a:pt x="159" y="260"/>
                  </a:lnTo>
                  <a:lnTo>
                    <a:pt x="163" y="263"/>
                  </a:lnTo>
                  <a:lnTo>
                    <a:pt x="167" y="263"/>
                  </a:lnTo>
                  <a:lnTo>
                    <a:pt x="167" y="267"/>
                  </a:lnTo>
                  <a:lnTo>
                    <a:pt x="170" y="267"/>
                  </a:lnTo>
                  <a:lnTo>
                    <a:pt x="170" y="271"/>
                  </a:lnTo>
                  <a:lnTo>
                    <a:pt x="170" y="271"/>
                  </a:lnTo>
                  <a:lnTo>
                    <a:pt x="174" y="271"/>
                  </a:lnTo>
                  <a:lnTo>
                    <a:pt x="178" y="275"/>
                  </a:lnTo>
                  <a:lnTo>
                    <a:pt x="182" y="278"/>
                  </a:lnTo>
                  <a:lnTo>
                    <a:pt x="185" y="282"/>
                  </a:lnTo>
                  <a:lnTo>
                    <a:pt x="189" y="282"/>
                  </a:lnTo>
                  <a:lnTo>
                    <a:pt x="189" y="282"/>
                  </a:lnTo>
                  <a:lnTo>
                    <a:pt x="193" y="282"/>
                  </a:lnTo>
                  <a:lnTo>
                    <a:pt x="196" y="278"/>
                  </a:lnTo>
                  <a:lnTo>
                    <a:pt x="196" y="278"/>
                  </a:lnTo>
                  <a:lnTo>
                    <a:pt x="200" y="278"/>
                  </a:lnTo>
                  <a:lnTo>
                    <a:pt x="204" y="275"/>
                  </a:lnTo>
                  <a:lnTo>
                    <a:pt x="200" y="271"/>
                  </a:lnTo>
                  <a:lnTo>
                    <a:pt x="200" y="271"/>
                  </a:lnTo>
                  <a:lnTo>
                    <a:pt x="204" y="267"/>
                  </a:lnTo>
                  <a:lnTo>
                    <a:pt x="204" y="267"/>
                  </a:lnTo>
                  <a:lnTo>
                    <a:pt x="204" y="267"/>
                  </a:lnTo>
                  <a:lnTo>
                    <a:pt x="204" y="267"/>
                  </a:lnTo>
                  <a:lnTo>
                    <a:pt x="200" y="263"/>
                  </a:lnTo>
                  <a:lnTo>
                    <a:pt x="204" y="260"/>
                  </a:lnTo>
                  <a:lnTo>
                    <a:pt x="207" y="256"/>
                  </a:lnTo>
                  <a:lnTo>
                    <a:pt x="211" y="252"/>
                  </a:lnTo>
                  <a:lnTo>
                    <a:pt x="211" y="249"/>
                  </a:lnTo>
                  <a:lnTo>
                    <a:pt x="207" y="241"/>
                  </a:lnTo>
                  <a:lnTo>
                    <a:pt x="207" y="237"/>
                  </a:lnTo>
                  <a:lnTo>
                    <a:pt x="207" y="234"/>
                  </a:lnTo>
                  <a:lnTo>
                    <a:pt x="207" y="230"/>
                  </a:lnTo>
                  <a:lnTo>
                    <a:pt x="204" y="230"/>
                  </a:lnTo>
                  <a:lnTo>
                    <a:pt x="207" y="226"/>
                  </a:lnTo>
                  <a:lnTo>
                    <a:pt x="207" y="223"/>
                  </a:lnTo>
                  <a:lnTo>
                    <a:pt x="207" y="212"/>
                  </a:lnTo>
                  <a:lnTo>
                    <a:pt x="207" y="208"/>
                  </a:lnTo>
                  <a:lnTo>
                    <a:pt x="207" y="204"/>
                  </a:lnTo>
                  <a:lnTo>
                    <a:pt x="207" y="193"/>
                  </a:lnTo>
                  <a:lnTo>
                    <a:pt x="211" y="189"/>
                  </a:lnTo>
                  <a:lnTo>
                    <a:pt x="211" y="186"/>
                  </a:lnTo>
                  <a:lnTo>
                    <a:pt x="196" y="1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6" name="Freeform 185"/>
            <p:cNvSpPr/>
            <p:nvPr/>
          </p:nvSpPr>
          <p:spPr bwMode="auto">
            <a:xfrm>
              <a:off x="2844273" y="3367677"/>
              <a:ext cx="262473" cy="266333"/>
            </a:xfrm>
            <a:custGeom>
              <a:avLst/>
              <a:gdLst>
                <a:gd name="T0" fmla="*/ 197 w 204"/>
                <a:gd name="T1" fmla="*/ 152 h 207"/>
                <a:gd name="T2" fmla="*/ 197 w 204"/>
                <a:gd name="T3" fmla="*/ 118 h 207"/>
                <a:gd name="T4" fmla="*/ 186 w 204"/>
                <a:gd name="T5" fmla="*/ 100 h 207"/>
                <a:gd name="T6" fmla="*/ 152 w 204"/>
                <a:gd name="T7" fmla="*/ 85 h 207"/>
                <a:gd name="T8" fmla="*/ 152 w 204"/>
                <a:gd name="T9" fmla="*/ 67 h 207"/>
                <a:gd name="T10" fmla="*/ 134 w 204"/>
                <a:gd name="T11" fmla="*/ 63 h 207"/>
                <a:gd name="T12" fmla="*/ 126 w 204"/>
                <a:gd name="T13" fmla="*/ 55 h 207"/>
                <a:gd name="T14" fmla="*/ 111 w 204"/>
                <a:gd name="T15" fmla="*/ 52 h 207"/>
                <a:gd name="T16" fmla="*/ 97 w 204"/>
                <a:gd name="T17" fmla="*/ 41 h 207"/>
                <a:gd name="T18" fmla="*/ 86 w 204"/>
                <a:gd name="T19" fmla="*/ 41 h 207"/>
                <a:gd name="T20" fmla="*/ 74 w 204"/>
                <a:gd name="T21" fmla="*/ 33 h 207"/>
                <a:gd name="T22" fmla="*/ 71 w 204"/>
                <a:gd name="T23" fmla="*/ 22 h 207"/>
                <a:gd name="T24" fmla="*/ 67 w 204"/>
                <a:gd name="T25" fmla="*/ 7 h 207"/>
                <a:gd name="T26" fmla="*/ 63 w 204"/>
                <a:gd name="T27" fmla="*/ 3 h 207"/>
                <a:gd name="T28" fmla="*/ 52 w 204"/>
                <a:gd name="T29" fmla="*/ 3 h 207"/>
                <a:gd name="T30" fmla="*/ 34 w 204"/>
                <a:gd name="T31" fmla="*/ 15 h 207"/>
                <a:gd name="T32" fmla="*/ 23 w 204"/>
                <a:gd name="T33" fmla="*/ 18 h 207"/>
                <a:gd name="T34" fmla="*/ 11 w 204"/>
                <a:gd name="T35" fmla="*/ 22 h 207"/>
                <a:gd name="T36" fmla="*/ 15 w 204"/>
                <a:gd name="T37" fmla="*/ 44 h 207"/>
                <a:gd name="T38" fmla="*/ 11 w 204"/>
                <a:gd name="T39" fmla="*/ 63 h 207"/>
                <a:gd name="T40" fmla="*/ 11 w 204"/>
                <a:gd name="T41" fmla="*/ 81 h 207"/>
                <a:gd name="T42" fmla="*/ 11 w 204"/>
                <a:gd name="T43" fmla="*/ 89 h 207"/>
                <a:gd name="T44" fmla="*/ 15 w 204"/>
                <a:gd name="T45" fmla="*/ 104 h 207"/>
                <a:gd name="T46" fmla="*/ 8 w 204"/>
                <a:gd name="T47" fmla="*/ 115 h 207"/>
                <a:gd name="T48" fmla="*/ 8 w 204"/>
                <a:gd name="T49" fmla="*/ 122 h 207"/>
                <a:gd name="T50" fmla="*/ 11 w 204"/>
                <a:gd name="T51" fmla="*/ 126 h 207"/>
                <a:gd name="T52" fmla="*/ 15 w 204"/>
                <a:gd name="T53" fmla="*/ 133 h 207"/>
                <a:gd name="T54" fmla="*/ 15 w 204"/>
                <a:gd name="T55" fmla="*/ 144 h 207"/>
                <a:gd name="T56" fmla="*/ 26 w 204"/>
                <a:gd name="T57" fmla="*/ 156 h 207"/>
                <a:gd name="T58" fmla="*/ 23 w 204"/>
                <a:gd name="T59" fmla="*/ 170 h 207"/>
                <a:gd name="T60" fmla="*/ 45 w 204"/>
                <a:gd name="T61" fmla="*/ 207 h 207"/>
                <a:gd name="T62" fmla="*/ 52 w 204"/>
                <a:gd name="T63" fmla="*/ 207 h 207"/>
                <a:gd name="T64" fmla="*/ 56 w 204"/>
                <a:gd name="T65" fmla="*/ 200 h 207"/>
                <a:gd name="T66" fmla="*/ 71 w 204"/>
                <a:gd name="T67" fmla="*/ 196 h 207"/>
                <a:gd name="T68" fmla="*/ 82 w 204"/>
                <a:gd name="T69" fmla="*/ 193 h 207"/>
                <a:gd name="T70" fmla="*/ 93 w 204"/>
                <a:gd name="T71" fmla="*/ 196 h 207"/>
                <a:gd name="T72" fmla="*/ 97 w 204"/>
                <a:gd name="T73" fmla="*/ 204 h 207"/>
                <a:gd name="T74" fmla="*/ 100 w 204"/>
                <a:gd name="T75" fmla="*/ 196 h 207"/>
                <a:gd name="T76" fmla="*/ 119 w 204"/>
                <a:gd name="T77" fmla="*/ 193 h 207"/>
                <a:gd name="T78" fmla="*/ 130 w 204"/>
                <a:gd name="T79" fmla="*/ 182 h 207"/>
                <a:gd name="T80" fmla="*/ 126 w 204"/>
                <a:gd name="T81" fmla="*/ 170 h 207"/>
                <a:gd name="T82" fmla="*/ 134 w 204"/>
                <a:gd name="T83" fmla="*/ 156 h 207"/>
                <a:gd name="T84" fmla="*/ 178 w 204"/>
                <a:gd name="T85" fmla="*/ 148 h 207"/>
                <a:gd name="T86" fmla="*/ 197 w 204"/>
                <a:gd name="T87" fmla="*/ 159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04" h="207">
                  <a:moveTo>
                    <a:pt x="197" y="159"/>
                  </a:moveTo>
                  <a:lnTo>
                    <a:pt x="197" y="156"/>
                  </a:lnTo>
                  <a:lnTo>
                    <a:pt x="197" y="152"/>
                  </a:lnTo>
                  <a:lnTo>
                    <a:pt x="204" y="137"/>
                  </a:lnTo>
                  <a:lnTo>
                    <a:pt x="204" y="133"/>
                  </a:lnTo>
                  <a:lnTo>
                    <a:pt x="197" y="118"/>
                  </a:lnTo>
                  <a:lnTo>
                    <a:pt x="186" y="115"/>
                  </a:lnTo>
                  <a:lnTo>
                    <a:pt x="189" y="111"/>
                  </a:lnTo>
                  <a:lnTo>
                    <a:pt x="186" y="100"/>
                  </a:lnTo>
                  <a:lnTo>
                    <a:pt x="156" y="100"/>
                  </a:lnTo>
                  <a:lnTo>
                    <a:pt x="156" y="92"/>
                  </a:lnTo>
                  <a:lnTo>
                    <a:pt x="152" y="85"/>
                  </a:lnTo>
                  <a:lnTo>
                    <a:pt x="152" y="81"/>
                  </a:lnTo>
                  <a:lnTo>
                    <a:pt x="152" y="74"/>
                  </a:lnTo>
                  <a:lnTo>
                    <a:pt x="152" y="67"/>
                  </a:lnTo>
                  <a:lnTo>
                    <a:pt x="152" y="67"/>
                  </a:lnTo>
                  <a:lnTo>
                    <a:pt x="145" y="63"/>
                  </a:lnTo>
                  <a:lnTo>
                    <a:pt x="134" y="63"/>
                  </a:lnTo>
                  <a:lnTo>
                    <a:pt x="130" y="59"/>
                  </a:lnTo>
                  <a:lnTo>
                    <a:pt x="126" y="59"/>
                  </a:lnTo>
                  <a:lnTo>
                    <a:pt x="126" y="55"/>
                  </a:lnTo>
                  <a:lnTo>
                    <a:pt x="123" y="55"/>
                  </a:lnTo>
                  <a:lnTo>
                    <a:pt x="115" y="52"/>
                  </a:lnTo>
                  <a:lnTo>
                    <a:pt x="111" y="52"/>
                  </a:lnTo>
                  <a:lnTo>
                    <a:pt x="108" y="48"/>
                  </a:lnTo>
                  <a:lnTo>
                    <a:pt x="104" y="48"/>
                  </a:lnTo>
                  <a:lnTo>
                    <a:pt x="97" y="41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6" y="41"/>
                  </a:lnTo>
                  <a:lnTo>
                    <a:pt x="78" y="41"/>
                  </a:lnTo>
                  <a:lnTo>
                    <a:pt x="74" y="37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7" y="26"/>
                  </a:lnTo>
                  <a:lnTo>
                    <a:pt x="71" y="22"/>
                  </a:lnTo>
                  <a:lnTo>
                    <a:pt x="67" y="15"/>
                  </a:lnTo>
                  <a:lnTo>
                    <a:pt x="71" y="11"/>
                  </a:lnTo>
                  <a:lnTo>
                    <a:pt x="67" y="7"/>
                  </a:lnTo>
                  <a:lnTo>
                    <a:pt x="67" y="3"/>
                  </a:lnTo>
                  <a:lnTo>
                    <a:pt x="67" y="0"/>
                  </a:lnTo>
                  <a:lnTo>
                    <a:pt x="63" y="3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2" y="3"/>
                  </a:lnTo>
                  <a:lnTo>
                    <a:pt x="45" y="3"/>
                  </a:lnTo>
                  <a:lnTo>
                    <a:pt x="37" y="11"/>
                  </a:lnTo>
                  <a:lnTo>
                    <a:pt x="34" y="15"/>
                  </a:lnTo>
                  <a:lnTo>
                    <a:pt x="30" y="18"/>
                  </a:lnTo>
                  <a:lnTo>
                    <a:pt x="26" y="18"/>
                  </a:lnTo>
                  <a:lnTo>
                    <a:pt x="23" y="18"/>
                  </a:lnTo>
                  <a:lnTo>
                    <a:pt x="19" y="18"/>
                  </a:lnTo>
                  <a:lnTo>
                    <a:pt x="15" y="22"/>
                  </a:lnTo>
                  <a:lnTo>
                    <a:pt x="11" y="22"/>
                  </a:lnTo>
                  <a:lnTo>
                    <a:pt x="0" y="22"/>
                  </a:lnTo>
                  <a:lnTo>
                    <a:pt x="15" y="41"/>
                  </a:lnTo>
                  <a:lnTo>
                    <a:pt x="15" y="44"/>
                  </a:lnTo>
                  <a:lnTo>
                    <a:pt x="11" y="48"/>
                  </a:lnTo>
                  <a:lnTo>
                    <a:pt x="11" y="59"/>
                  </a:lnTo>
                  <a:lnTo>
                    <a:pt x="11" y="63"/>
                  </a:lnTo>
                  <a:lnTo>
                    <a:pt x="11" y="67"/>
                  </a:lnTo>
                  <a:lnTo>
                    <a:pt x="11" y="78"/>
                  </a:lnTo>
                  <a:lnTo>
                    <a:pt x="11" y="81"/>
                  </a:lnTo>
                  <a:lnTo>
                    <a:pt x="8" y="85"/>
                  </a:lnTo>
                  <a:lnTo>
                    <a:pt x="11" y="85"/>
                  </a:lnTo>
                  <a:lnTo>
                    <a:pt x="11" y="89"/>
                  </a:lnTo>
                  <a:lnTo>
                    <a:pt x="11" y="92"/>
                  </a:lnTo>
                  <a:lnTo>
                    <a:pt x="11" y="96"/>
                  </a:lnTo>
                  <a:lnTo>
                    <a:pt x="15" y="104"/>
                  </a:lnTo>
                  <a:lnTo>
                    <a:pt x="15" y="107"/>
                  </a:lnTo>
                  <a:lnTo>
                    <a:pt x="11" y="111"/>
                  </a:lnTo>
                  <a:lnTo>
                    <a:pt x="8" y="115"/>
                  </a:lnTo>
                  <a:lnTo>
                    <a:pt x="4" y="118"/>
                  </a:lnTo>
                  <a:lnTo>
                    <a:pt x="8" y="122"/>
                  </a:lnTo>
                  <a:lnTo>
                    <a:pt x="8" y="122"/>
                  </a:lnTo>
                  <a:lnTo>
                    <a:pt x="8" y="122"/>
                  </a:lnTo>
                  <a:lnTo>
                    <a:pt x="8" y="122"/>
                  </a:lnTo>
                  <a:lnTo>
                    <a:pt x="11" y="126"/>
                  </a:lnTo>
                  <a:lnTo>
                    <a:pt x="11" y="130"/>
                  </a:lnTo>
                  <a:lnTo>
                    <a:pt x="15" y="130"/>
                  </a:lnTo>
                  <a:lnTo>
                    <a:pt x="15" y="133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5" y="144"/>
                  </a:lnTo>
                  <a:lnTo>
                    <a:pt x="19" y="148"/>
                  </a:lnTo>
                  <a:lnTo>
                    <a:pt x="26" y="152"/>
                  </a:lnTo>
                  <a:lnTo>
                    <a:pt x="26" y="156"/>
                  </a:lnTo>
                  <a:lnTo>
                    <a:pt x="26" y="159"/>
                  </a:lnTo>
                  <a:lnTo>
                    <a:pt x="26" y="163"/>
                  </a:lnTo>
                  <a:lnTo>
                    <a:pt x="23" y="170"/>
                  </a:lnTo>
                  <a:lnTo>
                    <a:pt x="23" y="174"/>
                  </a:lnTo>
                  <a:lnTo>
                    <a:pt x="34" y="178"/>
                  </a:lnTo>
                  <a:lnTo>
                    <a:pt x="45" y="207"/>
                  </a:lnTo>
                  <a:lnTo>
                    <a:pt x="49" y="207"/>
                  </a:lnTo>
                  <a:lnTo>
                    <a:pt x="49" y="207"/>
                  </a:lnTo>
                  <a:lnTo>
                    <a:pt x="52" y="207"/>
                  </a:lnTo>
                  <a:lnTo>
                    <a:pt x="52" y="207"/>
                  </a:lnTo>
                  <a:lnTo>
                    <a:pt x="56" y="204"/>
                  </a:lnTo>
                  <a:lnTo>
                    <a:pt x="56" y="200"/>
                  </a:lnTo>
                  <a:lnTo>
                    <a:pt x="63" y="193"/>
                  </a:lnTo>
                  <a:lnTo>
                    <a:pt x="67" y="193"/>
                  </a:lnTo>
                  <a:lnTo>
                    <a:pt x="71" y="196"/>
                  </a:lnTo>
                  <a:lnTo>
                    <a:pt x="78" y="193"/>
                  </a:lnTo>
                  <a:lnTo>
                    <a:pt x="78" y="193"/>
                  </a:lnTo>
                  <a:lnTo>
                    <a:pt x="82" y="193"/>
                  </a:lnTo>
                  <a:lnTo>
                    <a:pt x="89" y="193"/>
                  </a:lnTo>
                  <a:lnTo>
                    <a:pt x="93" y="193"/>
                  </a:lnTo>
                  <a:lnTo>
                    <a:pt x="93" y="196"/>
                  </a:lnTo>
                  <a:lnTo>
                    <a:pt x="97" y="204"/>
                  </a:lnTo>
                  <a:lnTo>
                    <a:pt x="97" y="204"/>
                  </a:lnTo>
                  <a:lnTo>
                    <a:pt x="97" y="204"/>
                  </a:lnTo>
                  <a:lnTo>
                    <a:pt x="97" y="200"/>
                  </a:lnTo>
                  <a:lnTo>
                    <a:pt x="100" y="200"/>
                  </a:lnTo>
                  <a:lnTo>
                    <a:pt x="100" y="196"/>
                  </a:lnTo>
                  <a:lnTo>
                    <a:pt x="104" y="193"/>
                  </a:lnTo>
                  <a:lnTo>
                    <a:pt x="111" y="193"/>
                  </a:lnTo>
                  <a:lnTo>
                    <a:pt x="119" y="193"/>
                  </a:lnTo>
                  <a:lnTo>
                    <a:pt x="123" y="196"/>
                  </a:lnTo>
                  <a:lnTo>
                    <a:pt x="126" y="189"/>
                  </a:lnTo>
                  <a:lnTo>
                    <a:pt x="130" y="182"/>
                  </a:lnTo>
                  <a:lnTo>
                    <a:pt x="130" y="178"/>
                  </a:lnTo>
                  <a:lnTo>
                    <a:pt x="130" y="174"/>
                  </a:lnTo>
                  <a:lnTo>
                    <a:pt x="126" y="170"/>
                  </a:lnTo>
                  <a:lnTo>
                    <a:pt x="134" y="163"/>
                  </a:lnTo>
                  <a:lnTo>
                    <a:pt x="134" y="159"/>
                  </a:lnTo>
                  <a:lnTo>
                    <a:pt x="134" y="156"/>
                  </a:lnTo>
                  <a:lnTo>
                    <a:pt x="137" y="156"/>
                  </a:lnTo>
                  <a:lnTo>
                    <a:pt x="160" y="148"/>
                  </a:lnTo>
                  <a:lnTo>
                    <a:pt x="178" y="148"/>
                  </a:lnTo>
                  <a:lnTo>
                    <a:pt x="189" y="156"/>
                  </a:lnTo>
                  <a:lnTo>
                    <a:pt x="193" y="156"/>
                  </a:lnTo>
                  <a:lnTo>
                    <a:pt x="197" y="1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7" name="Freeform 186"/>
            <p:cNvSpPr/>
            <p:nvPr/>
          </p:nvSpPr>
          <p:spPr bwMode="auto">
            <a:xfrm>
              <a:off x="3002529" y="3558098"/>
              <a:ext cx="180128" cy="172409"/>
            </a:xfrm>
            <a:custGeom>
              <a:avLst/>
              <a:gdLst>
                <a:gd name="T0" fmla="*/ 3 w 140"/>
                <a:gd name="T1" fmla="*/ 41 h 134"/>
                <a:gd name="T2" fmla="*/ 7 w 140"/>
                <a:gd name="T3" fmla="*/ 30 h 134"/>
                <a:gd name="T4" fmla="*/ 3 w 140"/>
                <a:gd name="T5" fmla="*/ 22 h 134"/>
                <a:gd name="T6" fmla="*/ 11 w 140"/>
                <a:gd name="T7" fmla="*/ 11 h 134"/>
                <a:gd name="T8" fmla="*/ 14 w 140"/>
                <a:gd name="T9" fmla="*/ 8 h 134"/>
                <a:gd name="T10" fmla="*/ 55 w 140"/>
                <a:gd name="T11" fmla="*/ 0 h 134"/>
                <a:gd name="T12" fmla="*/ 70 w 140"/>
                <a:gd name="T13" fmla="*/ 8 h 134"/>
                <a:gd name="T14" fmla="*/ 74 w 140"/>
                <a:gd name="T15" fmla="*/ 15 h 134"/>
                <a:gd name="T16" fmla="*/ 77 w 140"/>
                <a:gd name="T17" fmla="*/ 22 h 134"/>
                <a:gd name="T18" fmla="*/ 77 w 140"/>
                <a:gd name="T19" fmla="*/ 37 h 134"/>
                <a:gd name="T20" fmla="*/ 77 w 140"/>
                <a:gd name="T21" fmla="*/ 41 h 134"/>
                <a:gd name="T22" fmla="*/ 85 w 140"/>
                <a:gd name="T23" fmla="*/ 45 h 134"/>
                <a:gd name="T24" fmla="*/ 96 w 140"/>
                <a:gd name="T25" fmla="*/ 45 h 134"/>
                <a:gd name="T26" fmla="*/ 107 w 140"/>
                <a:gd name="T27" fmla="*/ 45 h 134"/>
                <a:gd name="T28" fmla="*/ 114 w 140"/>
                <a:gd name="T29" fmla="*/ 48 h 134"/>
                <a:gd name="T30" fmla="*/ 122 w 140"/>
                <a:gd name="T31" fmla="*/ 67 h 134"/>
                <a:gd name="T32" fmla="*/ 125 w 140"/>
                <a:gd name="T33" fmla="*/ 74 h 134"/>
                <a:gd name="T34" fmla="*/ 137 w 140"/>
                <a:gd name="T35" fmla="*/ 71 h 134"/>
                <a:gd name="T36" fmla="*/ 140 w 140"/>
                <a:gd name="T37" fmla="*/ 74 h 134"/>
                <a:gd name="T38" fmla="*/ 140 w 140"/>
                <a:gd name="T39" fmla="*/ 93 h 134"/>
                <a:gd name="T40" fmla="*/ 137 w 140"/>
                <a:gd name="T41" fmla="*/ 93 h 134"/>
                <a:gd name="T42" fmla="*/ 137 w 140"/>
                <a:gd name="T43" fmla="*/ 97 h 134"/>
                <a:gd name="T44" fmla="*/ 137 w 140"/>
                <a:gd name="T45" fmla="*/ 100 h 134"/>
                <a:gd name="T46" fmla="*/ 137 w 140"/>
                <a:gd name="T47" fmla="*/ 104 h 134"/>
                <a:gd name="T48" fmla="*/ 133 w 140"/>
                <a:gd name="T49" fmla="*/ 111 h 134"/>
                <a:gd name="T50" fmla="*/ 129 w 140"/>
                <a:gd name="T51" fmla="*/ 119 h 134"/>
                <a:gd name="T52" fmla="*/ 122 w 140"/>
                <a:gd name="T53" fmla="*/ 126 h 134"/>
                <a:gd name="T54" fmla="*/ 114 w 140"/>
                <a:gd name="T55" fmla="*/ 130 h 134"/>
                <a:gd name="T56" fmla="*/ 111 w 140"/>
                <a:gd name="T57" fmla="*/ 134 h 134"/>
                <a:gd name="T58" fmla="*/ 107 w 140"/>
                <a:gd name="T59" fmla="*/ 134 h 134"/>
                <a:gd name="T60" fmla="*/ 96 w 140"/>
                <a:gd name="T61" fmla="*/ 130 h 134"/>
                <a:gd name="T62" fmla="*/ 74 w 140"/>
                <a:gd name="T63" fmla="*/ 130 h 134"/>
                <a:gd name="T64" fmla="*/ 74 w 140"/>
                <a:gd name="T65" fmla="*/ 126 h 134"/>
                <a:gd name="T66" fmla="*/ 81 w 140"/>
                <a:gd name="T67" fmla="*/ 115 h 134"/>
                <a:gd name="T68" fmla="*/ 81 w 140"/>
                <a:gd name="T69" fmla="*/ 111 h 134"/>
                <a:gd name="T70" fmla="*/ 85 w 140"/>
                <a:gd name="T71" fmla="*/ 104 h 134"/>
                <a:gd name="T72" fmla="*/ 85 w 140"/>
                <a:gd name="T73" fmla="*/ 97 h 134"/>
                <a:gd name="T74" fmla="*/ 77 w 140"/>
                <a:gd name="T75" fmla="*/ 89 h 134"/>
                <a:gd name="T76" fmla="*/ 59 w 140"/>
                <a:gd name="T77" fmla="*/ 85 h 134"/>
                <a:gd name="T78" fmla="*/ 48 w 140"/>
                <a:gd name="T79" fmla="*/ 82 h 134"/>
                <a:gd name="T80" fmla="*/ 33 w 140"/>
                <a:gd name="T81" fmla="*/ 74 h 134"/>
                <a:gd name="T82" fmla="*/ 25 w 140"/>
                <a:gd name="T83" fmla="*/ 67 h 134"/>
                <a:gd name="T84" fmla="*/ 11 w 140"/>
                <a:gd name="T85" fmla="*/ 59 h 134"/>
                <a:gd name="T86" fmla="*/ 3 w 140"/>
                <a:gd name="T87" fmla="*/ 52 h 134"/>
                <a:gd name="T88" fmla="*/ 0 w 140"/>
                <a:gd name="T89" fmla="*/ 4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0" h="134">
                  <a:moveTo>
                    <a:pt x="0" y="48"/>
                  </a:moveTo>
                  <a:lnTo>
                    <a:pt x="3" y="41"/>
                  </a:lnTo>
                  <a:lnTo>
                    <a:pt x="7" y="34"/>
                  </a:lnTo>
                  <a:lnTo>
                    <a:pt x="7" y="30"/>
                  </a:lnTo>
                  <a:lnTo>
                    <a:pt x="7" y="26"/>
                  </a:lnTo>
                  <a:lnTo>
                    <a:pt x="3" y="22"/>
                  </a:lnTo>
                  <a:lnTo>
                    <a:pt x="11" y="15"/>
                  </a:lnTo>
                  <a:lnTo>
                    <a:pt x="11" y="11"/>
                  </a:lnTo>
                  <a:lnTo>
                    <a:pt x="11" y="8"/>
                  </a:lnTo>
                  <a:lnTo>
                    <a:pt x="14" y="8"/>
                  </a:lnTo>
                  <a:lnTo>
                    <a:pt x="37" y="0"/>
                  </a:lnTo>
                  <a:lnTo>
                    <a:pt x="55" y="0"/>
                  </a:lnTo>
                  <a:lnTo>
                    <a:pt x="66" y="8"/>
                  </a:lnTo>
                  <a:lnTo>
                    <a:pt x="70" y="8"/>
                  </a:lnTo>
                  <a:lnTo>
                    <a:pt x="74" y="11"/>
                  </a:lnTo>
                  <a:lnTo>
                    <a:pt x="74" y="15"/>
                  </a:lnTo>
                  <a:lnTo>
                    <a:pt x="77" y="19"/>
                  </a:lnTo>
                  <a:lnTo>
                    <a:pt x="77" y="22"/>
                  </a:lnTo>
                  <a:lnTo>
                    <a:pt x="81" y="26"/>
                  </a:lnTo>
                  <a:lnTo>
                    <a:pt x="77" y="37"/>
                  </a:lnTo>
                  <a:lnTo>
                    <a:pt x="81" y="41"/>
                  </a:lnTo>
                  <a:lnTo>
                    <a:pt x="77" y="41"/>
                  </a:lnTo>
                  <a:lnTo>
                    <a:pt x="81" y="45"/>
                  </a:lnTo>
                  <a:lnTo>
                    <a:pt x="85" y="45"/>
                  </a:lnTo>
                  <a:lnTo>
                    <a:pt x="88" y="48"/>
                  </a:lnTo>
                  <a:lnTo>
                    <a:pt x="96" y="45"/>
                  </a:lnTo>
                  <a:lnTo>
                    <a:pt x="100" y="48"/>
                  </a:lnTo>
                  <a:lnTo>
                    <a:pt x="107" y="45"/>
                  </a:lnTo>
                  <a:lnTo>
                    <a:pt x="111" y="48"/>
                  </a:lnTo>
                  <a:lnTo>
                    <a:pt x="114" y="48"/>
                  </a:lnTo>
                  <a:lnTo>
                    <a:pt x="114" y="52"/>
                  </a:lnTo>
                  <a:lnTo>
                    <a:pt x="122" y="67"/>
                  </a:lnTo>
                  <a:lnTo>
                    <a:pt x="122" y="74"/>
                  </a:lnTo>
                  <a:lnTo>
                    <a:pt x="125" y="74"/>
                  </a:lnTo>
                  <a:lnTo>
                    <a:pt x="133" y="71"/>
                  </a:lnTo>
                  <a:lnTo>
                    <a:pt x="137" y="71"/>
                  </a:lnTo>
                  <a:lnTo>
                    <a:pt x="140" y="74"/>
                  </a:lnTo>
                  <a:lnTo>
                    <a:pt x="140" y="74"/>
                  </a:lnTo>
                  <a:lnTo>
                    <a:pt x="140" y="78"/>
                  </a:lnTo>
                  <a:lnTo>
                    <a:pt x="140" y="93"/>
                  </a:lnTo>
                  <a:lnTo>
                    <a:pt x="140" y="93"/>
                  </a:lnTo>
                  <a:lnTo>
                    <a:pt x="137" y="93"/>
                  </a:lnTo>
                  <a:lnTo>
                    <a:pt x="137" y="97"/>
                  </a:lnTo>
                  <a:lnTo>
                    <a:pt x="137" y="97"/>
                  </a:lnTo>
                  <a:lnTo>
                    <a:pt x="137" y="100"/>
                  </a:lnTo>
                  <a:lnTo>
                    <a:pt x="137" y="100"/>
                  </a:lnTo>
                  <a:lnTo>
                    <a:pt x="137" y="104"/>
                  </a:lnTo>
                  <a:lnTo>
                    <a:pt x="137" y="104"/>
                  </a:lnTo>
                  <a:lnTo>
                    <a:pt x="137" y="111"/>
                  </a:lnTo>
                  <a:lnTo>
                    <a:pt x="133" y="111"/>
                  </a:lnTo>
                  <a:lnTo>
                    <a:pt x="133" y="115"/>
                  </a:lnTo>
                  <a:lnTo>
                    <a:pt x="129" y="119"/>
                  </a:lnTo>
                  <a:lnTo>
                    <a:pt x="122" y="123"/>
                  </a:lnTo>
                  <a:lnTo>
                    <a:pt x="122" y="126"/>
                  </a:lnTo>
                  <a:lnTo>
                    <a:pt x="118" y="130"/>
                  </a:lnTo>
                  <a:lnTo>
                    <a:pt x="114" y="130"/>
                  </a:lnTo>
                  <a:lnTo>
                    <a:pt x="114" y="130"/>
                  </a:lnTo>
                  <a:lnTo>
                    <a:pt x="111" y="134"/>
                  </a:lnTo>
                  <a:lnTo>
                    <a:pt x="107" y="134"/>
                  </a:lnTo>
                  <a:lnTo>
                    <a:pt x="107" y="134"/>
                  </a:lnTo>
                  <a:lnTo>
                    <a:pt x="103" y="134"/>
                  </a:lnTo>
                  <a:lnTo>
                    <a:pt x="96" y="130"/>
                  </a:lnTo>
                  <a:lnTo>
                    <a:pt x="85" y="130"/>
                  </a:lnTo>
                  <a:lnTo>
                    <a:pt x="74" y="130"/>
                  </a:lnTo>
                  <a:lnTo>
                    <a:pt x="70" y="130"/>
                  </a:lnTo>
                  <a:lnTo>
                    <a:pt x="74" y="126"/>
                  </a:lnTo>
                  <a:lnTo>
                    <a:pt x="77" y="123"/>
                  </a:lnTo>
                  <a:lnTo>
                    <a:pt x="81" y="115"/>
                  </a:lnTo>
                  <a:lnTo>
                    <a:pt x="77" y="111"/>
                  </a:lnTo>
                  <a:lnTo>
                    <a:pt x="81" y="111"/>
                  </a:lnTo>
                  <a:lnTo>
                    <a:pt x="85" y="108"/>
                  </a:lnTo>
                  <a:lnTo>
                    <a:pt x="85" y="104"/>
                  </a:lnTo>
                  <a:lnTo>
                    <a:pt x="88" y="100"/>
                  </a:lnTo>
                  <a:lnTo>
                    <a:pt x="85" y="97"/>
                  </a:lnTo>
                  <a:lnTo>
                    <a:pt x="81" y="97"/>
                  </a:lnTo>
                  <a:lnTo>
                    <a:pt x="77" y="89"/>
                  </a:lnTo>
                  <a:lnTo>
                    <a:pt x="66" y="89"/>
                  </a:lnTo>
                  <a:lnTo>
                    <a:pt x="59" y="85"/>
                  </a:lnTo>
                  <a:lnTo>
                    <a:pt x="51" y="82"/>
                  </a:lnTo>
                  <a:lnTo>
                    <a:pt x="48" y="82"/>
                  </a:lnTo>
                  <a:lnTo>
                    <a:pt x="44" y="78"/>
                  </a:lnTo>
                  <a:lnTo>
                    <a:pt x="33" y="74"/>
                  </a:lnTo>
                  <a:lnTo>
                    <a:pt x="29" y="71"/>
                  </a:lnTo>
                  <a:lnTo>
                    <a:pt x="25" y="67"/>
                  </a:lnTo>
                  <a:lnTo>
                    <a:pt x="22" y="67"/>
                  </a:lnTo>
                  <a:lnTo>
                    <a:pt x="11" y="59"/>
                  </a:lnTo>
                  <a:lnTo>
                    <a:pt x="7" y="52"/>
                  </a:lnTo>
                  <a:lnTo>
                    <a:pt x="3" y="52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8" name="Freeform 187"/>
            <p:cNvSpPr/>
            <p:nvPr/>
          </p:nvSpPr>
          <p:spPr bwMode="auto">
            <a:xfrm>
              <a:off x="3111893" y="3781972"/>
              <a:ext cx="109364" cy="110650"/>
            </a:xfrm>
            <a:custGeom>
              <a:avLst/>
              <a:gdLst>
                <a:gd name="T0" fmla="*/ 11 w 85"/>
                <a:gd name="T1" fmla="*/ 0 h 86"/>
                <a:gd name="T2" fmla="*/ 22 w 85"/>
                <a:gd name="T3" fmla="*/ 0 h 86"/>
                <a:gd name="T4" fmla="*/ 29 w 85"/>
                <a:gd name="T5" fmla="*/ 8 h 86"/>
                <a:gd name="T6" fmla="*/ 37 w 85"/>
                <a:gd name="T7" fmla="*/ 12 h 86"/>
                <a:gd name="T8" fmla="*/ 40 w 85"/>
                <a:gd name="T9" fmla="*/ 19 h 86"/>
                <a:gd name="T10" fmla="*/ 44 w 85"/>
                <a:gd name="T11" fmla="*/ 15 h 86"/>
                <a:gd name="T12" fmla="*/ 55 w 85"/>
                <a:gd name="T13" fmla="*/ 23 h 86"/>
                <a:gd name="T14" fmla="*/ 63 w 85"/>
                <a:gd name="T15" fmla="*/ 26 h 86"/>
                <a:gd name="T16" fmla="*/ 66 w 85"/>
                <a:gd name="T17" fmla="*/ 30 h 86"/>
                <a:gd name="T18" fmla="*/ 74 w 85"/>
                <a:gd name="T19" fmla="*/ 38 h 86"/>
                <a:gd name="T20" fmla="*/ 81 w 85"/>
                <a:gd name="T21" fmla="*/ 45 h 86"/>
                <a:gd name="T22" fmla="*/ 77 w 85"/>
                <a:gd name="T23" fmla="*/ 52 h 86"/>
                <a:gd name="T24" fmla="*/ 81 w 85"/>
                <a:gd name="T25" fmla="*/ 60 h 86"/>
                <a:gd name="T26" fmla="*/ 85 w 85"/>
                <a:gd name="T27" fmla="*/ 64 h 86"/>
                <a:gd name="T28" fmla="*/ 85 w 85"/>
                <a:gd name="T29" fmla="*/ 64 h 86"/>
                <a:gd name="T30" fmla="*/ 81 w 85"/>
                <a:gd name="T31" fmla="*/ 71 h 86"/>
                <a:gd name="T32" fmla="*/ 77 w 85"/>
                <a:gd name="T33" fmla="*/ 75 h 86"/>
                <a:gd name="T34" fmla="*/ 74 w 85"/>
                <a:gd name="T35" fmla="*/ 78 h 86"/>
                <a:gd name="T36" fmla="*/ 66 w 85"/>
                <a:gd name="T37" fmla="*/ 82 h 86"/>
                <a:gd name="T38" fmla="*/ 63 w 85"/>
                <a:gd name="T39" fmla="*/ 82 h 86"/>
                <a:gd name="T40" fmla="*/ 63 w 85"/>
                <a:gd name="T41" fmla="*/ 86 h 86"/>
                <a:gd name="T42" fmla="*/ 55 w 85"/>
                <a:gd name="T43" fmla="*/ 86 h 86"/>
                <a:gd name="T44" fmla="*/ 52 w 85"/>
                <a:gd name="T45" fmla="*/ 86 h 86"/>
                <a:gd name="T46" fmla="*/ 44 w 85"/>
                <a:gd name="T47" fmla="*/ 86 h 86"/>
                <a:gd name="T48" fmla="*/ 37 w 85"/>
                <a:gd name="T49" fmla="*/ 86 h 86"/>
                <a:gd name="T50" fmla="*/ 37 w 85"/>
                <a:gd name="T51" fmla="*/ 82 h 86"/>
                <a:gd name="T52" fmla="*/ 33 w 85"/>
                <a:gd name="T53" fmla="*/ 82 h 86"/>
                <a:gd name="T54" fmla="*/ 29 w 85"/>
                <a:gd name="T55" fmla="*/ 78 h 86"/>
                <a:gd name="T56" fmla="*/ 18 w 85"/>
                <a:gd name="T57" fmla="*/ 78 h 86"/>
                <a:gd name="T58" fmla="*/ 11 w 85"/>
                <a:gd name="T59" fmla="*/ 75 h 86"/>
                <a:gd name="T60" fmla="*/ 3 w 85"/>
                <a:gd name="T61" fmla="*/ 67 h 86"/>
                <a:gd name="T62" fmla="*/ 0 w 85"/>
                <a:gd name="T63" fmla="*/ 56 h 86"/>
                <a:gd name="T64" fmla="*/ 3 w 85"/>
                <a:gd name="T65" fmla="*/ 56 h 86"/>
                <a:gd name="T66" fmla="*/ 3 w 85"/>
                <a:gd name="T67" fmla="*/ 52 h 86"/>
                <a:gd name="T68" fmla="*/ 3 w 85"/>
                <a:gd name="T69" fmla="*/ 41 h 86"/>
                <a:gd name="T70" fmla="*/ 3 w 85"/>
                <a:gd name="T71" fmla="*/ 34 h 86"/>
                <a:gd name="T72" fmla="*/ 3 w 85"/>
                <a:gd name="T73" fmla="*/ 26 h 86"/>
                <a:gd name="T74" fmla="*/ 7 w 85"/>
                <a:gd name="T75" fmla="*/ 19 h 86"/>
                <a:gd name="T76" fmla="*/ 7 w 85"/>
                <a:gd name="T77" fmla="*/ 15 h 86"/>
                <a:gd name="T78" fmla="*/ 7 w 85"/>
                <a:gd name="T79" fmla="*/ 8 h 86"/>
                <a:gd name="T80" fmla="*/ 11 w 85"/>
                <a:gd name="T8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5" h="86">
                  <a:moveTo>
                    <a:pt x="11" y="0"/>
                  </a:moveTo>
                  <a:lnTo>
                    <a:pt x="11" y="0"/>
                  </a:lnTo>
                  <a:lnTo>
                    <a:pt x="15" y="4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7" y="12"/>
                  </a:lnTo>
                  <a:lnTo>
                    <a:pt x="40" y="19"/>
                  </a:lnTo>
                  <a:lnTo>
                    <a:pt x="40" y="19"/>
                  </a:lnTo>
                  <a:lnTo>
                    <a:pt x="44" y="15"/>
                  </a:lnTo>
                  <a:lnTo>
                    <a:pt x="44" y="15"/>
                  </a:lnTo>
                  <a:lnTo>
                    <a:pt x="48" y="23"/>
                  </a:lnTo>
                  <a:lnTo>
                    <a:pt x="55" y="23"/>
                  </a:lnTo>
                  <a:lnTo>
                    <a:pt x="59" y="23"/>
                  </a:lnTo>
                  <a:lnTo>
                    <a:pt x="63" y="26"/>
                  </a:lnTo>
                  <a:lnTo>
                    <a:pt x="63" y="30"/>
                  </a:lnTo>
                  <a:lnTo>
                    <a:pt x="66" y="30"/>
                  </a:lnTo>
                  <a:lnTo>
                    <a:pt x="70" y="34"/>
                  </a:lnTo>
                  <a:lnTo>
                    <a:pt x="74" y="38"/>
                  </a:lnTo>
                  <a:lnTo>
                    <a:pt x="77" y="41"/>
                  </a:lnTo>
                  <a:lnTo>
                    <a:pt x="81" y="45"/>
                  </a:lnTo>
                  <a:lnTo>
                    <a:pt x="81" y="49"/>
                  </a:lnTo>
                  <a:lnTo>
                    <a:pt x="77" y="52"/>
                  </a:lnTo>
                  <a:lnTo>
                    <a:pt x="81" y="56"/>
                  </a:lnTo>
                  <a:lnTo>
                    <a:pt x="81" y="60"/>
                  </a:lnTo>
                  <a:lnTo>
                    <a:pt x="81" y="60"/>
                  </a:lnTo>
                  <a:lnTo>
                    <a:pt x="85" y="64"/>
                  </a:lnTo>
                  <a:lnTo>
                    <a:pt x="85" y="64"/>
                  </a:lnTo>
                  <a:lnTo>
                    <a:pt x="85" y="64"/>
                  </a:lnTo>
                  <a:lnTo>
                    <a:pt x="81" y="67"/>
                  </a:lnTo>
                  <a:lnTo>
                    <a:pt x="81" y="71"/>
                  </a:lnTo>
                  <a:lnTo>
                    <a:pt x="77" y="75"/>
                  </a:lnTo>
                  <a:lnTo>
                    <a:pt x="77" y="75"/>
                  </a:lnTo>
                  <a:lnTo>
                    <a:pt x="77" y="75"/>
                  </a:lnTo>
                  <a:lnTo>
                    <a:pt x="74" y="78"/>
                  </a:lnTo>
                  <a:lnTo>
                    <a:pt x="70" y="82"/>
                  </a:lnTo>
                  <a:lnTo>
                    <a:pt x="66" y="82"/>
                  </a:lnTo>
                  <a:lnTo>
                    <a:pt x="63" y="82"/>
                  </a:lnTo>
                  <a:lnTo>
                    <a:pt x="63" y="82"/>
                  </a:lnTo>
                  <a:lnTo>
                    <a:pt x="63" y="86"/>
                  </a:lnTo>
                  <a:lnTo>
                    <a:pt x="63" y="86"/>
                  </a:lnTo>
                  <a:lnTo>
                    <a:pt x="59" y="86"/>
                  </a:lnTo>
                  <a:lnTo>
                    <a:pt x="55" y="86"/>
                  </a:lnTo>
                  <a:lnTo>
                    <a:pt x="55" y="86"/>
                  </a:lnTo>
                  <a:lnTo>
                    <a:pt x="52" y="86"/>
                  </a:lnTo>
                  <a:lnTo>
                    <a:pt x="48" y="82"/>
                  </a:lnTo>
                  <a:lnTo>
                    <a:pt x="44" y="86"/>
                  </a:lnTo>
                  <a:lnTo>
                    <a:pt x="40" y="86"/>
                  </a:lnTo>
                  <a:lnTo>
                    <a:pt x="37" y="86"/>
                  </a:lnTo>
                  <a:lnTo>
                    <a:pt x="37" y="86"/>
                  </a:lnTo>
                  <a:lnTo>
                    <a:pt x="37" y="82"/>
                  </a:lnTo>
                  <a:lnTo>
                    <a:pt x="37" y="82"/>
                  </a:lnTo>
                  <a:lnTo>
                    <a:pt x="33" y="82"/>
                  </a:lnTo>
                  <a:lnTo>
                    <a:pt x="33" y="82"/>
                  </a:lnTo>
                  <a:lnTo>
                    <a:pt x="29" y="78"/>
                  </a:lnTo>
                  <a:lnTo>
                    <a:pt x="26" y="78"/>
                  </a:lnTo>
                  <a:lnTo>
                    <a:pt x="18" y="78"/>
                  </a:lnTo>
                  <a:lnTo>
                    <a:pt x="15" y="78"/>
                  </a:lnTo>
                  <a:lnTo>
                    <a:pt x="11" y="75"/>
                  </a:lnTo>
                  <a:lnTo>
                    <a:pt x="7" y="75"/>
                  </a:lnTo>
                  <a:lnTo>
                    <a:pt x="3" y="67"/>
                  </a:lnTo>
                  <a:lnTo>
                    <a:pt x="0" y="64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3" y="56"/>
                  </a:lnTo>
                  <a:lnTo>
                    <a:pt x="3" y="52"/>
                  </a:lnTo>
                  <a:lnTo>
                    <a:pt x="3" y="52"/>
                  </a:lnTo>
                  <a:lnTo>
                    <a:pt x="3" y="45"/>
                  </a:lnTo>
                  <a:lnTo>
                    <a:pt x="3" y="41"/>
                  </a:lnTo>
                  <a:lnTo>
                    <a:pt x="3" y="38"/>
                  </a:lnTo>
                  <a:lnTo>
                    <a:pt x="3" y="34"/>
                  </a:lnTo>
                  <a:lnTo>
                    <a:pt x="3" y="30"/>
                  </a:lnTo>
                  <a:lnTo>
                    <a:pt x="3" y="26"/>
                  </a:lnTo>
                  <a:lnTo>
                    <a:pt x="7" y="26"/>
                  </a:lnTo>
                  <a:lnTo>
                    <a:pt x="7" y="19"/>
                  </a:lnTo>
                  <a:lnTo>
                    <a:pt x="3" y="15"/>
                  </a:lnTo>
                  <a:lnTo>
                    <a:pt x="7" y="15"/>
                  </a:lnTo>
                  <a:lnTo>
                    <a:pt x="3" y="8"/>
                  </a:lnTo>
                  <a:lnTo>
                    <a:pt x="7" y="8"/>
                  </a:lnTo>
                  <a:lnTo>
                    <a:pt x="11" y="4"/>
                  </a:lnTo>
                  <a:lnTo>
                    <a:pt x="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29" name="Freeform 188"/>
            <p:cNvSpPr>
              <a:spLocks noEditPoints="1"/>
            </p:cNvSpPr>
            <p:nvPr/>
          </p:nvSpPr>
          <p:spPr bwMode="auto">
            <a:xfrm>
              <a:off x="2858428" y="3615997"/>
              <a:ext cx="338384" cy="791278"/>
            </a:xfrm>
            <a:custGeom>
              <a:avLst/>
              <a:gdLst>
                <a:gd name="T0" fmla="*/ 67 w 263"/>
                <a:gd name="T1" fmla="*/ 0 h 615"/>
                <a:gd name="T2" fmla="*/ 86 w 263"/>
                <a:gd name="T3" fmla="*/ 7 h 615"/>
                <a:gd name="T4" fmla="*/ 119 w 263"/>
                <a:gd name="T5" fmla="*/ 7 h 615"/>
                <a:gd name="T6" fmla="*/ 163 w 263"/>
                <a:gd name="T7" fmla="*/ 37 h 615"/>
                <a:gd name="T8" fmla="*/ 197 w 263"/>
                <a:gd name="T9" fmla="*/ 63 h 615"/>
                <a:gd name="T10" fmla="*/ 197 w 263"/>
                <a:gd name="T11" fmla="*/ 85 h 615"/>
                <a:gd name="T12" fmla="*/ 230 w 263"/>
                <a:gd name="T13" fmla="*/ 85 h 615"/>
                <a:gd name="T14" fmla="*/ 249 w 263"/>
                <a:gd name="T15" fmla="*/ 59 h 615"/>
                <a:gd name="T16" fmla="*/ 263 w 263"/>
                <a:gd name="T17" fmla="*/ 78 h 615"/>
                <a:gd name="T18" fmla="*/ 245 w 263"/>
                <a:gd name="T19" fmla="*/ 92 h 615"/>
                <a:gd name="T20" fmla="*/ 223 w 263"/>
                <a:gd name="T21" fmla="*/ 107 h 615"/>
                <a:gd name="T22" fmla="*/ 208 w 263"/>
                <a:gd name="T23" fmla="*/ 129 h 615"/>
                <a:gd name="T24" fmla="*/ 200 w 263"/>
                <a:gd name="T25" fmla="*/ 155 h 615"/>
                <a:gd name="T26" fmla="*/ 200 w 263"/>
                <a:gd name="T27" fmla="*/ 185 h 615"/>
                <a:gd name="T28" fmla="*/ 200 w 263"/>
                <a:gd name="T29" fmla="*/ 204 h 615"/>
                <a:gd name="T30" fmla="*/ 219 w 263"/>
                <a:gd name="T31" fmla="*/ 233 h 615"/>
                <a:gd name="T32" fmla="*/ 234 w 263"/>
                <a:gd name="T33" fmla="*/ 248 h 615"/>
                <a:gd name="T34" fmla="*/ 226 w 263"/>
                <a:gd name="T35" fmla="*/ 270 h 615"/>
                <a:gd name="T36" fmla="*/ 178 w 263"/>
                <a:gd name="T37" fmla="*/ 285 h 615"/>
                <a:gd name="T38" fmla="*/ 152 w 263"/>
                <a:gd name="T39" fmla="*/ 282 h 615"/>
                <a:gd name="T40" fmla="*/ 156 w 263"/>
                <a:gd name="T41" fmla="*/ 300 h 615"/>
                <a:gd name="T42" fmla="*/ 156 w 263"/>
                <a:gd name="T43" fmla="*/ 315 h 615"/>
                <a:gd name="T44" fmla="*/ 137 w 263"/>
                <a:gd name="T45" fmla="*/ 330 h 615"/>
                <a:gd name="T46" fmla="*/ 112 w 263"/>
                <a:gd name="T47" fmla="*/ 326 h 615"/>
                <a:gd name="T48" fmla="*/ 126 w 263"/>
                <a:gd name="T49" fmla="*/ 348 h 615"/>
                <a:gd name="T50" fmla="*/ 130 w 263"/>
                <a:gd name="T51" fmla="*/ 348 h 615"/>
                <a:gd name="T52" fmla="*/ 141 w 263"/>
                <a:gd name="T53" fmla="*/ 359 h 615"/>
                <a:gd name="T54" fmla="*/ 123 w 263"/>
                <a:gd name="T55" fmla="*/ 356 h 615"/>
                <a:gd name="T56" fmla="*/ 119 w 263"/>
                <a:gd name="T57" fmla="*/ 371 h 615"/>
                <a:gd name="T58" fmla="*/ 119 w 263"/>
                <a:gd name="T59" fmla="*/ 389 h 615"/>
                <a:gd name="T60" fmla="*/ 119 w 263"/>
                <a:gd name="T61" fmla="*/ 404 h 615"/>
                <a:gd name="T62" fmla="*/ 97 w 263"/>
                <a:gd name="T63" fmla="*/ 415 h 615"/>
                <a:gd name="T64" fmla="*/ 93 w 263"/>
                <a:gd name="T65" fmla="*/ 434 h 615"/>
                <a:gd name="T66" fmla="*/ 123 w 263"/>
                <a:gd name="T67" fmla="*/ 449 h 615"/>
                <a:gd name="T68" fmla="*/ 126 w 263"/>
                <a:gd name="T69" fmla="*/ 463 h 615"/>
                <a:gd name="T70" fmla="*/ 115 w 263"/>
                <a:gd name="T71" fmla="*/ 478 h 615"/>
                <a:gd name="T72" fmla="*/ 104 w 263"/>
                <a:gd name="T73" fmla="*/ 493 h 615"/>
                <a:gd name="T74" fmla="*/ 93 w 263"/>
                <a:gd name="T75" fmla="*/ 504 h 615"/>
                <a:gd name="T76" fmla="*/ 89 w 263"/>
                <a:gd name="T77" fmla="*/ 526 h 615"/>
                <a:gd name="T78" fmla="*/ 97 w 263"/>
                <a:gd name="T79" fmla="*/ 545 h 615"/>
                <a:gd name="T80" fmla="*/ 97 w 263"/>
                <a:gd name="T81" fmla="*/ 552 h 615"/>
                <a:gd name="T82" fmla="*/ 45 w 263"/>
                <a:gd name="T83" fmla="*/ 538 h 615"/>
                <a:gd name="T84" fmla="*/ 19 w 263"/>
                <a:gd name="T85" fmla="*/ 515 h 615"/>
                <a:gd name="T86" fmla="*/ 30 w 263"/>
                <a:gd name="T87" fmla="*/ 460 h 615"/>
                <a:gd name="T88" fmla="*/ 26 w 263"/>
                <a:gd name="T89" fmla="*/ 423 h 615"/>
                <a:gd name="T90" fmla="*/ 15 w 263"/>
                <a:gd name="T91" fmla="*/ 400 h 615"/>
                <a:gd name="T92" fmla="*/ 15 w 263"/>
                <a:gd name="T93" fmla="*/ 382 h 615"/>
                <a:gd name="T94" fmla="*/ 12 w 263"/>
                <a:gd name="T95" fmla="*/ 345 h 615"/>
                <a:gd name="T96" fmla="*/ 12 w 263"/>
                <a:gd name="T97" fmla="*/ 293 h 615"/>
                <a:gd name="T98" fmla="*/ 15 w 263"/>
                <a:gd name="T99" fmla="*/ 241 h 615"/>
                <a:gd name="T100" fmla="*/ 19 w 263"/>
                <a:gd name="T101" fmla="*/ 204 h 615"/>
                <a:gd name="T102" fmla="*/ 0 w 263"/>
                <a:gd name="T103" fmla="*/ 155 h 615"/>
                <a:gd name="T104" fmla="*/ 8 w 263"/>
                <a:gd name="T105" fmla="*/ 115 h 615"/>
                <a:gd name="T106" fmla="*/ 26 w 263"/>
                <a:gd name="T107" fmla="*/ 78 h 615"/>
                <a:gd name="T108" fmla="*/ 23 w 263"/>
                <a:gd name="T109" fmla="*/ 52 h 615"/>
                <a:gd name="T110" fmla="*/ 178 w 263"/>
                <a:gd name="T111" fmla="*/ 608 h 615"/>
                <a:gd name="T112" fmla="*/ 178 w 263"/>
                <a:gd name="T113" fmla="*/ 608 h 615"/>
                <a:gd name="T114" fmla="*/ 108 w 263"/>
                <a:gd name="T115" fmla="*/ 575 h 615"/>
                <a:gd name="T116" fmla="*/ 119 w 263"/>
                <a:gd name="T117" fmla="*/ 586 h 615"/>
                <a:gd name="T118" fmla="*/ 156 w 263"/>
                <a:gd name="T119" fmla="*/ 604 h 615"/>
                <a:gd name="T120" fmla="*/ 156 w 263"/>
                <a:gd name="T121" fmla="*/ 612 h 615"/>
                <a:gd name="T122" fmla="*/ 119 w 263"/>
                <a:gd name="T123" fmla="*/ 612 h 615"/>
                <a:gd name="T124" fmla="*/ 123 w 263"/>
                <a:gd name="T125" fmla="*/ 604 h 6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63" h="615">
                  <a:moveTo>
                    <a:pt x="41" y="14"/>
                  </a:moveTo>
                  <a:lnTo>
                    <a:pt x="45" y="11"/>
                  </a:lnTo>
                  <a:lnTo>
                    <a:pt x="45" y="7"/>
                  </a:lnTo>
                  <a:lnTo>
                    <a:pt x="52" y="0"/>
                  </a:lnTo>
                  <a:lnTo>
                    <a:pt x="56" y="0"/>
                  </a:lnTo>
                  <a:lnTo>
                    <a:pt x="60" y="3"/>
                  </a:lnTo>
                  <a:lnTo>
                    <a:pt x="67" y="0"/>
                  </a:lnTo>
                  <a:lnTo>
                    <a:pt x="67" y="0"/>
                  </a:lnTo>
                  <a:lnTo>
                    <a:pt x="71" y="0"/>
                  </a:lnTo>
                  <a:lnTo>
                    <a:pt x="78" y="0"/>
                  </a:lnTo>
                  <a:lnTo>
                    <a:pt x="82" y="0"/>
                  </a:lnTo>
                  <a:lnTo>
                    <a:pt x="82" y="3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6" y="7"/>
                  </a:lnTo>
                  <a:lnTo>
                    <a:pt x="89" y="7"/>
                  </a:lnTo>
                  <a:lnTo>
                    <a:pt x="89" y="3"/>
                  </a:lnTo>
                  <a:lnTo>
                    <a:pt x="93" y="0"/>
                  </a:lnTo>
                  <a:lnTo>
                    <a:pt x="100" y="0"/>
                  </a:lnTo>
                  <a:lnTo>
                    <a:pt x="108" y="0"/>
                  </a:lnTo>
                  <a:lnTo>
                    <a:pt x="112" y="3"/>
                  </a:lnTo>
                  <a:lnTo>
                    <a:pt x="115" y="7"/>
                  </a:lnTo>
                  <a:lnTo>
                    <a:pt x="119" y="7"/>
                  </a:lnTo>
                  <a:lnTo>
                    <a:pt x="123" y="14"/>
                  </a:lnTo>
                  <a:lnTo>
                    <a:pt x="134" y="22"/>
                  </a:lnTo>
                  <a:lnTo>
                    <a:pt x="137" y="22"/>
                  </a:lnTo>
                  <a:lnTo>
                    <a:pt x="141" y="26"/>
                  </a:lnTo>
                  <a:lnTo>
                    <a:pt x="145" y="29"/>
                  </a:lnTo>
                  <a:lnTo>
                    <a:pt x="156" y="33"/>
                  </a:lnTo>
                  <a:lnTo>
                    <a:pt x="160" y="37"/>
                  </a:lnTo>
                  <a:lnTo>
                    <a:pt x="163" y="37"/>
                  </a:lnTo>
                  <a:lnTo>
                    <a:pt x="171" y="40"/>
                  </a:lnTo>
                  <a:lnTo>
                    <a:pt x="178" y="44"/>
                  </a:lnTo>
                  <a:lnTo>
                    <a:pt x="189" y="44"/>
                  </a:lnTo>
                  <a:lnTo>
                    <a:pt x="193" y="52"/>
                  </a:lnTo>
                  <a:lnTo>
                    <a:pt x="197" y="52"/>
                  </a:lnTo>
                  <a:lnTo>
                    <a:pt x="200" y="55"/>
                  </a:lnTo>
                  <a:lnTo>
                    <a:pt x="197" y="59"/>
                  </a:lnTo>
                  <a:lnTo>
                    <a:pt x="197" y="63"/>
                  </a:lnTo>
                  <a:lnTo>
                    <a:pt x="193" y="66"/>
                  </a:lnTo>
                  <a:lnTo>
                    <a:pt x="189" y="66"/>
                  </a:lnTo>
                  <a:lnTo>
                    <a:pt x="193" y="70"/>
                  </a:lnTo>
                  <a:lnTo>
                    <a:pt x="189" y="78"/>
                  </a:lnTo>
                  <a:lnTo>
                    <a:pt x="186" y="81"/>
                  </a:lnTo>
                  <a:lnTo>
                    <a:pt x="182" y="85"/>
                  </a:lnTo>
                  <a:lnTo>
                    <a:pt x="186" y="85"/>
                  </a:lnTo>
                  <a:lnTo>
                    <a:pt x="197" y="85"/>
                  </a:lnTo>
                  <a:lnTo>
                    <a:pt x="208" y="85"/>
                  </a:lnTo>
                  <a:lnTo>
                    <a:pt x="215" y="89"/>
                  </a:lnTo>
                  <a:lnTo>
                    <a:pt x="219" y="89"/>
                  </a:lnTo>
                  <a:lnTo>
                    <a:pt x="219" y="89"/>
                  </a:lnTo>
                  <a:lnTo>
                    <a:pt x="223" y="89"/>
                  </a:lnTo>
                  <a:lnTo>
                    <a:pt x="226" y="85"/>
                  </a:lnTo>
                  <a:lnTo>
                    <a:pt x="226" y="85"/>
                  </a:lnTo>
                  <a:lnTo>
                    <a:pt x="230" y="85"/>
                  </a:lnTo>
                  <a:lnTo>
                    <a:pt x="234" y="81"/>
                  </a:lnTo>
                  <a:lnTo>
                    <a:pt x="234" y="78"/>
                  </a:lnTo>
                  <a:lnTo>
                    <a:pt x="241" y="74"/>
                  </a:lnTo>
                  <a:lnTo>
                    <a:pt x="245" y="70"/>
                  </a:lnTo>
                  <a:lnTo>
                    <a:pt x="245" y="66"/>
                  </a:lnTo>
                  <a:lnTo>
                    <a:pt x="249" y="66"/>
                  </a:lnTo>
                  <a:lnTo>
                    <a:pt x="249" y="59"/>
                  </a:lnTo>
                  <a:lnTo>
                    <a:pt x="249" y="59"/>
                  </a:lnTo>
                  <a:lnTo>
                    <a:pt x="249" y="55"/>
                  </a:lnTo>
                  <a:lnTo>
                    <a:pt x="252" y="52"/>
                  </a:lnTo>
                  <a:lnTo>
                    <a:pt x="260" y="52"/>
                  </a:lnTo>
                  <a:lnTo>
                    <a:pt x="260" y="55"/>
                  </a:lnTo>
                  <a:lnTo>
                    <a:pt x="263" y="63"/>
                  </a:lnTo>
                  <a:lnTo>
                    <a:pt x="263" y="66"/>
                  </a:lnTo>
                  <a:lnTo>
                    <a:pt x="263" y="74"/>
                  </a:lnTo>
                  <a:lnTo>
                    <a:pt x="263" y="78"/>
                  </a:lnTo>
                  <a:lnTo>
                    <a:pt x="263" y="81"/>
                  </a:lnTo>
                  <a:lnTo>
                    <a:pt x="260" y="81"/>
                  </a:lnTo>
                  <a:lnTo>
                    <a:pt x="256" y="81"/>
                  </a:lnTo>
                  <a:lnTo>
                    <a:pt x="256" y="85"/>
                  </a:lnTo>
                  <a:lnTo>
                    <a:pt x="252" y="85"/>
                  </a:lnTo>
                  <a:lnTo>
                    <a:pt x="252" y="85"/>
                  </a:lnTo>
                  <a:lnTo>
                    <a:pt x="245" y="89"/>
                  </a:lnTo>
                  <a:lnTo>
                    <a:pt x="245" y="92"/>
                  </a:lnTo>
                  <a:lnTo>
                    <a:pt x="241" y="92"/>
                  </a:lnTo>
                  <a:lnTo>
                    <a:pt x="234" y="96"/>
                  </a:lnTo>
                  <a:lnTo>
                    <a:pt x="234" y="96"/>
                  </a:lnTo>
                  <a:lnTo>
                    <a:pt x="234" y="100"/>
                  </a:lnTo>
                  <a:lnTo>
                    <a:pt x="230" y="100"/>
                  </a:lnTo>
                  <a:lnTo>
                    <a:pt x="230" y="100"/>
                  </a:lnTo>
                  <a:lnTo>
                    <a:pt x="223" y="107"/>
                  </a:lnTo>
                  <a:lnTo>
                    <a:pt x="223" y="107"/>
                  </a:lnTo>
                  <a:lnTo>
                    <a:pt x="223" y="111"/>
                  </a:lnTo>
                  <a:lnTo>
                    <a:pt x="219" y="111"/>
                  </a:lnTo>
                  <a:lnTo>
                    <a:pt x="219" y="115"/>
                  </a:lnTo>
                  <a:lnTo>
                    <a:pt x="215" y="118"/>
                  </a:lnTo>
                  <a:lnTo>
                    <a:pt x="212" y="122"/>
                  </a:lnTo>
                  <a:lnTo>
                    <a:pt x="212" y="126"/>
                  </a:lnTo>
                  <a:lnTo>
                    <a:pt x="212" y="129"/>
                  </a:lnTo>
                  <a:lnTo>
                    <a:pt x="208" y="129"/>
                  </a:lnTo>
                  <a:lnTo>
                    <a:pt x="208" y="133"/>
                  </a:lnTo>
                  <a:lnTo>
                    <a:pt x="204" y="137"/>
                  </a:lnTo>
                  <a:lnTo>
                    <a:pt x="200" y="137"/>
                  </a:lnTo>
                  <a:lnTo>
                    <a:pt x="204" y="144"/>
                  </a:lnTo>
                  <a:lnTo>
                    <a:pt x="200" y="144"/>
                  </a:lnTo>
                  <a:lnTo>
                    <a:pt x="204" y="148"/>
                  </a:lnTo>
                  <a:lnTo>
                    <a:pt x="204" y="155"/>
                  </a:lnTo>
                  <a:lnTo>
                    <a:pt x="200" y="155"/>
                  </a:lnTo>
                  <a:lnTo>
                    <a:pt x="200" y="159"/>
                  </a:lnTo>
                  <a:lnTo>
                    <a:pt x="200" y="163"/>
                  </a:lnTo>
                  <a:lnTo>
                    <a:pt x="200" y="167"/>
                  </a:lnTo>
                  <a:lnTo>
                    <a:pt x="200" y="170"/>
                  </a:lnTo>
                  <a:lnTo>
                    <a:pt x="200" y="174"/>
                  </a:lnTo>
                  <a:lnTo>
                    <a:pt x="200" y="181"/>
                  </a:lnTo>
                  <a:lnTo>
                    <a:pt x="200" y="181"/>
                  </a:lnTo>
                  <a:lnTo>
                    <a:pt x="200" y="185"/>
                  </a:lnTo>
                  <a:lnTo>
                    <a:pt x="197" y="185"/>
                  </a:lnTo>
                  <a:lnTo>
                    <a:pt x="197" y="185"/>
                  </a:lnTo>
                  <a:lnTo>
                    <a:pt x="197" y="185"/>
                  </a:lnTo>
                  <a:lnTo>
                    <a:pt x="197" y="193"/>
                  </a:lnTo>
                  <a:lnTo>
                    <a:pt x="197" y="196"/>
                  </a:lnTo>
                  <a:lnTo>
                    <a:pt x="197" y="200"/>
                  </a:lnTo>
                  <a:lnTo>
                    <a:pt x="200" y="200"/>
                  </a:lnTo>
                  <a:lnTo>
                    <a:pt x="200" y="204"/>
                  </a:lnTo>
                  <a:lnTo>
                    <a:pt x="200" y="204"/>
                  </a:lnTo>
                  <a:lnTo>
                    <a:pt x="200" y="207"/>
                  </a:lnTo>
                  <a:lnTo>
                    <a:pt x="208" y="211"/>
                  </a:lnTo>
                  <a:lnTo>
                    <a:pt x="215" y="215"/>
                  </a:lnTo>
                  <a:lnTo>
                    <a:pt x="223" y="219"/>
                  </a:lnTo>
                  <a:lnTo>
                    <a:pt x="226" y="222"/>
                  </a:lnTo>
                  <a:lnTo>
                    <a:pt x="226" y="226"/>
                  </a:lnTo>
                  <a:lnTo>
                    <a:pt x="219" y="233"/>
                  </a:lnTo>
                  <a:lnTo>
                    <a:pt x="219" y="233"/>
                  </a:lnTo>
                  <a:lnTo>
                    <a:pt x="223" y="241"/>
                  </a:lnTo>
                  <a:lnTo>
                    <a:pt x="226" y="241"/>
                  </a:lnTo>
                  <a:lnTo>
                    <a:pt x="230" y="241"/>
                  </a:lnTo>
                  <a:lnTo>
                    <a:pt x="234" y="241"/>
                  </a:lnTo>
                  <a:lnTo>
                    <a:pt x="234" y="241"/>
                  </a:lnTo>
                  <a:lnTo>
                    <a:pt x="234" y="241"/>
                  </a:lnTo>
                  <a:lnTo>
                    <a:pt x="234" y="248"/>
                  </a:lnTo>
                  <a:lnTo>
                    <a:pt x="234" y="252"/>
                  </a:lnTo>
                  <a:lnTo>
                    <a:pt x="230" y="256"/>
                  </a:lnTo>
                  <a:lnTo>
                    <a:pt x="230" y="259"/>
                  </a:lnTo>
                  <a:lnTo>
                    <a:pt x="226" y="263"/>
                  </a:lnTo>
                  <a:lnTo>
                    <a:pt x="226" y="259"/>
                  </a:lnTo>
                  <a:lnTo>
                    <a:pt x="226" y="263"/>
                  </a:lnTo>
                  <a:lnTo>
                    <a:pt x="226" y="267"/>
                  </a:lnTo>
                  <a:lnTo>
                    <a:pt x="226" y="270"/>
                  </a:lnTo>
                  <a:lnTo>
                    <a:pt x="223" y="274"/>
                  </a:lnTo>
                  <a:lnTo>
                    <a:pt x="215" y="278"/>
                  </a:lnTo>
                  <a:lnTo>
                    <a:pt x="208" y="282"/>
                  </a:lnTo>
                  <a:lnTo>
                    <a:pt x="208" y="278"/>
                  </a:lnTo>
                  <a:lnTo>
                    <a:pt x="208" y="282"/>
                  </a:lnTo>
                  <a:lnTo>
                    <a:pt x="197" y="285"/>
                  </a:lnTo>
                  <a:lnTo>
                    <a:pt x="186" y="285"/>
                  </a:lnTo>
                  <a:lnTo>
                    <a:pt x="178" y="285"/>
                  </a:lnTo>
                  <a:lnTo>
                    <a:pt x="175" y="285"/>
                  </a:lnTo>
                  <a:lnTo>
                    <a:pt x="167" y="289"/>
                  </a:lnTo>
                  <a:lnTo>
                    <a:pt x="163" y="289"/>
                  </a:lnTo>
                  <a:lnTo>
                    <a:pt x="160" y="285"/>
                  </a:lnTo>
                  <a:lnTo>
                    <a:pt x="156" y="285"/>
                  </a:lnTo>
                  <a:lnTo>
                    <a:pt x="152" y="285"/>
                  </a:lnTo>
                  <a:lnTo>
                    <a:pt x="152" y="282"/>
                  </a:lnTo>
                  <a:lnTo>
                    <a:pt x="152" y="282"/>
                  </a:lnTo>
                  <a:lnTo>
                    <a:pt x="152" y="285"/>
                  </a:lnTo>
                  <a:lnTo>
                    <a:pt x="152" y="285"/>
                  </a:lnTo>
                  <a:lnTo>
                    <a:pt x="152" y="293"/>
                  </a:lnTo>
                  <a:lnTo>
                    <a:pt x="152" y="293"/>
                  </a:lnTo>
                  <a:lnTo>
                    <a:pt x="152" y="296"/>
                  </a:lnTo>
                  <a:lnTo>
                    <a:pt x="156" y="296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6" y="300"/>
                  </a:lnTo>
                  <a:lnTo>
                    <a:pt x="152" y="304"/>
                  </a:lnTo>
                  <a:lnTo>
                    <a:pt x="152" y="308"/>
                  </a:lnTo>
                  <a:lnTo>
                    <a:pt x="152" y="308"/>
                  </a:lnTo>
                  <a:lnTo>
                    <a:pt x="152" y="311"/>
                  </a:lnTo>
                  <a:lnTo>
                    <a:pt x="152" y="315"/>
                  </a:lnTo>
                  <a:lnTo>
                    <a:pt x="156" y="315"/>
                  </a:lnTo>
                  <a:lnTo>
                    <a:pt x="156" y="319"/>
                  </a:lnTo>
                  <a:lnTo>
                    <a:pt x="156" y="319"/>
                  </a:lnTo>
                  <a:lnTo>
                    <a:pt x="156" y="322"/>
                  </a:lnTo>
                  <a:lnTo>
                    <a:pt x="156" y="322"/>
                  </a:lnTo>
                  <a:lnTo>
                    <a:pt x="152" y="326"/>
                  </a:lnTo>
                  <a:lnTo>
                    <a:pt x="152" y="326"/>
                  </a:lnTo>
                  <a:lnTo>
                    <a:pt x="145" y="330"/>
                  </a:lnTo>
                  <a:lnTo>
                    <a:pt x="137" y="330"/>
                  </a:lnTo>
                  <a:lnTo>
                    <a:pt x="130" y="330"/>
                  </a:lnTo>
                  <a:lnTo>
                    <a:pt x="126" y="326"/>
                  </a:lnTo>
                  <a:lnTo>
                    <a:pt x="119" y="322"/>
                  </a:lnTo>
                  <a:lnTo>
                    <a:pt x="115" y="322"/>
                  </a:lnTo>
                  <a:lnTo>
                    <a:pt x="115" y="322"/>
                  </a:lnTo>
                  <a:lnTo>
                    <a:pt x="115" y="322"/>
                  </a:lnTo>
                  <a:lnTo>
                    <a:pt x="115" y="322"/>
                  </a:lnTo>
                  <a:lnTo>
                    <a:pt x="112" y="326"/>
                  </a:lnTo>
                  <a:lnTo>
                    <a:pt x="112" y="330"/>
                  </a:lnTo>
                  <a:lnTo>
                    <a:pt x="115" y="334"/>
                  </a:lnTo>
                  <a:lnTo>
                    <a:pt x="115" y="337"/>
                  </a:lnTo>
                  <a:lnTo>
                    <a:pt x="115" y="345"/>
                  </a:lnTo>
                  <a:lnTo>
                    <a:pt x="115" y="348"/>
                  </a:lnTo>
                  <a:lnTo>
                    <a:pt x="119" y="348"/>
                  </a:lnTo>
                  <a:lnTo>
                    <a:pt x="126" y="348"/>
                  </a:lnTo>
                  <a:lnTo>
                    <a:pt x="126" y="348"/>
                  </a:lnTo>
                  <a:lnTo>
                    <a:pt x="126" y="352"/>
                  </a:lnTo>
                  <a:lnTo>
                    <a:pt x="123" y="352"/>
                  </a:lnTo>
                  <a:lnTo>
                    <a:pt x="126" y="352"/>
                  </a:lnTo>
                  <a:lnTo>
                    <a:pt x="130" y="352"/>
                  </a:lnTo>
                  <a:lnTo>
                    <a:pt x="130" y="352"/>
                  </a:lnTo>
                  <a:lnTo>
                    <a:pt x="130" y="348"/>
                  </a:lnTo>
                  <a:lnTo>
                    <a:pt x="126" y="348"/>
                  </a:lnTo>
                  <a:lnTo>
                    <a:pt x="130" y="348"/>
                  </a:lnTo>
                  <a:lnTo>
                    <a:pt x="130" y="348"/>
                  </a:lnTo>
                  <a:lnTo>
                    <a:pt x="134" y="345"/>
                  </a:lnTo>
                  <a:lnTo>
                    <a:pt x="137" y="345"/>
                  </a:lnTo>
                  <a:lnTo>
                    <a:pt x="141" y="348"/>
                  </a:lnTo>
                  <a:lnTo>
                    <a:pt x="137" y="352"/>
                  </a:lnTo>
                  <a:lnTo>
                    <a:pt x="137" y="352"/>
                  </a:lnTo>
                  <a:lnTo>
                    <a:pt x="141" y="356"/>
                  </a:lnTo>
                  <a:lnTo>
                    <a:pt x="141" y="359"/>
                  </a:lnTo>
                  <a:lnTo>
                    <a:pt x="141" y="359"/>
                  </a:lnTo>
                  <a:lnTo>
                    <a:pt x="134" y="363"/>
                  </a:lnTo>
                  <a:lnTo>
                    <a:pt x="130" y="363"/>
                  </a:lnTo>
                  <a:lnTo>
                    <a:pt x="130" y="359"/>
                  </a:lnTo>
                  <a:lnTo>
                    <a:pt x="130" y="359"/>
                  </a:lnTo>
                  <a:lnTo>
                    <a:pt x="130" y="359"/>
                  </a:lnTo>
                  <a:lnTo>
                    <a:pt x="126" y="356"/>
                  </a:lnTo>
                  <a:lnTo>
                    <a:pt x="123" y="356"/>
                  </a:lnTo>
                  <a:lnTo>
                    <a:pt x="119" y="359"/>
                  </a:lnTo>
                  <a:lnTo>
                    <a:pt x="119" y="359"/>
                  </a:lnTo>
                  <a:lnTo>
                    <a:pt x="119" y="363"/>
                  </a:lnTo>
                  <a:lnTo>
                    <a:pt x="123" y="363"/>
                  </a:lnTo>
                  <a:lnTo>
                    <a:pt x="130" y="363"/>
                  </a:lnTo>
                  <a:lnTo>
                    <a:pt x="130" y="367"/>
                  </a:lnTo>
                  <a:lnTo>
                    <a:pt x="126" y="371"/>
                  </a:lnTo>
                  <a:lnTo>
                    <a:pt x="119" y="371"/>
                  </a:lnTo>
                  <a:lnTo>
                    <a:pt x="119" y="374"/>
                  </a:lnTo>
                  <a:lnTo>
                    <a:pt x="119" y="374"/>
                  </a:lnTo>
                  <a:lnTo>
                    <a:pt x="119" y="378"/>
                  </a:lnTo>
                  <a:lnTo>
                    <a:pt x="115" y="378"/>
                  </a:lnTo>
                  <a:lnTo>
                    <a:pt x="115" y="382"/>
                  </a:lnTo>
                  <a:lnTo>
                    <a:pt x="119" y="385"/>
                  </a:lnTo>
                  <a:lnTo>
                    <a:pt x="119" y="385"/>
                  </a:lnTo>
                  <a:lnTo>
                    <a:pt x="119" y="389"/>
                  </a:lnTo>
                  <a:lnTo>
                    <a:pt x="123" y="393"/>
                  </a:lnTo>
                  <a:lnTo>
                    <a:pt x="123" y="393"/>
                  </a:lnTo>
                  <a:lnTo>
                    <a:pt x="119" y="397"/>
                  </a:lnTo>
                  <a:lnTo>
                    <a:pt x="119" y="397"/>
                  </a:lnTo>
                  <a:lnTo>
                    <a:pt x="115" y="400"/>
                  </a:lnTo>
                  <a:lnTo>
                    <a:pt x="115" y="400"/>
                  </a:lnTo>
                  <a:lnTo>
                    <a:pt x="115" y="404"/>
                  </a:lnTo>
                  <a:lnTo>
                    <a:pt x="119" y="404"/>
                  </a:lnTo>
                  <a:lnTo>
                    <a:pt x="119" y="404"/>
                  </a:lnTo>
                  <a:lnTo>
                    <a:pt x="119" y="408"/>
                  </a:lnTo>
                  <a:lnTo>
                    <a:pt x="115" y="408"/>
                  </a:lnTo>
                  <a:lnTo>
                    <a:pt x="112" y="408"/>
                  </a:lnTo>
                  <a:lnTo>
                    <a:pt x="108" y="408"/>
                  </a:lnTo>
                  <a:lnTo>
                    <a:pt x="104" y="411"/>
                  </a:lnTo>
                  <a:lnTo>
                    <a:pt x="100" y="411"/>
                  </a:lnTo>
                  <a:lnTo>
                    <a:pt x="97" y="415"/>
                  </a:lnTo>
                  <a:lnTo>
                    <a:pt x="93" y="415"/>
                  </a:lnTo>
                  <a:lnTo>
                    <a:pt x="93" y="419"/>
                  </a:lnTo>
                  <a:lnTo>
                    <a:pt x="93" y="419"/>
                  </a:lnTo>
                  <a:lnTo>
                    <a:pt x="89" y="423"/>
                  </a:lnTo>
                  <a:lnTo>
                    <a:pt x="89" y="426"/>
                  </a:lnTo>
                  <a:lnTo>
                    <a:pt x="89" y="426"/>
                  </a:lnTo>
                  <a:lnTo>
                    <a:pt x="89" y="430"/>
                  </a:lnTo>
                  <a:lnTo>
                    <a:pt x="93" y="434"/>
                  </a:lnTo>
                  <a:lnTo>
                    <a:pt x="97" y="437"/>
                  </a:lnTo>
                  <a:lnTo>
                    <a:pt x="100" y="437"/>
                  </a:lnTo>
                  <a:lnTo>
                    <a:pt x="104" y="441"/>
                  </a:lnTo>
                  <a:lnTo>
                    <a:pt x="112" y="449"/>
                  </a:lnTo>
                  <a:lnTo>
                    <a:pt x="115" y="449"/>
                  </a:lnTo>
                  <a:lnTo>
                    <a:pt x="119" y="449"/>
                  </a:lnTo>
                  <a:lnTo>
                    <a:pt x="119" y="445"/>
                  </a:lnTo>
                  <a:lnTo>
                    <a:pt x="123" y="449"/>
                  </a:lnTo>
                  <a:lnTo>
                    <a:pt x="123" y="449"/>
                  </a:lnTo>
                  <a:lnTo>
                    <a:pt x="123" y="449"/>
                  </a:lnTo>
                  <a:lnTo>
                    <a:pt x="123" y="452"/>
                  </a:lnTo>
                  <a:lnTo>
                    <a:pt x="123" y="456"/>
                  </a:lnTo>
                  <a:lnTo>
                    <a:pt x="123" y="456"/>
                  </a:lnTo>
                  <a:lnTo>
                    <a:pt x="123" y="460"/>
                  </a:lnTo>
                  <a:lnTo>
                    <a:pt x="123" y="460"/>
                  </a:lnTo>
                  <a:lnTo>
                    <a:pt x="126" y="463"/>
                  </a:lnTo>
                  <a:lnTo>
                    <a:pt x="123" y="463"/>
                  </a:lnTo>
                  <a:lnTo>
                    <a:pt x="123" y="467"/>
                  </a:lnTo>
                  <a:lnTo>
                    <a:pt x="126" y="467"/>
                  </a:lnTo>
                  <a:lnTo>
                    <a:pt x="123" y="471"/>
                  </a:lnTo>
                  <a:lnTo>
                    <a:pt x="119" y="471"/>
                  </a:lnTo>
                  <a:lnTo>
                    <a:pt x="119" y="474"/>
                  </a:lnTo>
                  <a:lnTo>
                    <a:pt x="119" y="474"/>
                  </a:lnTo>
                  <a:lnTo>
                    <a:pt x="115" y="478"/>
                  </a:lnTo>
                  <a:lnTo>
                    <a:pt x="115" y="478"/>
                  </a:lnTo>
                  <a:lnTo>
                    <a:pt x="112" y="482"/>
                  </a:lnTo>
                  <a:lnTo>
                    <a:pt x="108" y="482"/>
                  </a:lnTo>
                  <a:lnTo>
                    <a:pt x="108" y="486"/>
                  </a:lnTo>
                  <a:lnTo>
                    <a:pt x="104" y="489"/>
                  </a:lnTo>
                  <a:lnTo>
                    <a:pt x="100" y="493"/>
                  </a:lnTo>
                  <a:lnTo>
                    <a:pt x="100" y="493"/>
                  </a:lnTo>
                  <a:lnTo>
                    <a:pt x="104" y="493"/>
                  </a:lnTo>
                  <a:lnTo>
                    <a:pt x="104" y="493"/>
                  </a:lnTo>
                  <a:lnTo>
                    <a:pt x="108" y="497"/>
                  </a:lnTo>
                  <a:lnTo>
                    <a:pt x="104" y="500"/>
                  </a:lnTo>
                  <a:lnTo>
                    <a:pt x="104" y="504"/>
                  </a:lnTo>
                  <a:lnTo>
                    <a:pt x="100" y="508"/>
                  </a:lnTo>
                  <a:lnTo>
                    <a:pt x="97" y="508"/>
                  </a:lnTo>
                  <a:lnTo>
                    <a:pt x="97" y="508"/>
                  </a:lnTo>
                  <a:lnTo>
                    <a:pt x="93" y="504"/>
                  </a:lnTo>
                  <a:lnTo>
                    <a:pt x="93" y="504"/>
                  </a:lnTo>
                  <a:lnTo>
                    <a:pt x="93" y="508"/>
                  </a:lnTo>
                  <a:lnTo>
                    <a:pt x="93" y="508"/>
                  </a:lnTo>
                  <a:lnTo>
                    <a:pt x="93" y="512"/>
                  </a:lnTo>
                  <a:lnTo>
                    <a:pt x="93" y="512"/>
                  </a:lnTo>
                  <a:lnTo>
                    <a:pt x="89" y="515"/>
                  </a:lnTo>
                  <a:lnTo>
                    <a:pt x="86" y="519"/>
                  </a:lnTo>
                  <a:lnTo>
                    <a:pt x="89" y="526"/>
                  </a:lnTo>
                  <a:lnTo>
                    <a:pt x="89" y="530"/>
                  </a:lnTo>
                  <a:lnTo>
                    <a:pt x="93" y="538"/>
                  </a:lnTo>
                  <a:lnTo>
                    <a:pt x="93" y="538"/>
                  </a:lnTo>
                  <a:lnTo>
                    <a:pt x="93" y="538"/>
                  </a:lnTo>
                  <a:lnTo>
                    <a:pt x="93" y="541"/>
                  </a:lnTo>
                  <a:lnTo>
                    <a:pt x="93" y="541"/>
                  </a:lnTo>
                  <a:lnTo>
                    <a:pt x="93" y="545"/>
                  </a:lnTo>
                  <a:lnTo>
                    <a:pt x="97" y="545"/>
                  </a:lnTo>
                  <a:lnTo>
                    <a:pt x="97" y="545"/>
                  </a:lnTo>
                  <a:lnTo>
                    <a:pt x="100" y="549"/>
                  </a:lnTo>
                  <a:lnTo>
                    <a:pt x="104" y="552"/>
                  </a:lnTo>
                  <a:lnTo>
                    <a:pt x="108" y="552"/>
                  </a:lnTo>
                  <a:lnTo>
                    <a:pt x="108" y="556"/>
                  </a:lnTo>
                  <a:lnTo>
                    <a:pt x="108" y="556"/>
                  </a:lnTo>
                  <a:lnTo>
                    <a:pt x="104" y="556"/>
                  </a:lnTo>
                  <a:lnTo>
                    <a:pt x="97" y="552"/>
                  </a:lnTo>
                  <a:lnTo>
                    <a:pt x="93" y="552"/>
                  </a:lnTo>
                  <a:lnTo>
                    <a:pt x="93" y="549"/>
                  </a:lnTo>
                  <a:lnTo>
                    <a:pt x="71" y="549"/>
                  </a:lnTo>
                  <a:lnTo>
                    <a:pt x="60" y="552"/>
                  </a:lnTo>
                  <a:lnTo>
                    <a:pt x="56" y="549"/>
                  </a:lnTo>
                  <a:lnTo>
                    <a:pt x="49" y="549"/>
                  </a:lnTo>
                  <a:lnTo>
                    <a:pt x="49" y="545"/>
                  </a:lnTo>
                  <a:lnTo>
                    <a:pt x="45" y="538"/>
                  </a:lnTo>
                  <a:lnTo>
                    <a:pt x="41" y="534"/>
                  </a:lnTo>
                  <a:lnTo>
                    <a:pt x="41" y="526"/>
                  </a:lnTo>
                  <a:lnTo>
                    <a:pt x="41" y="523"/>
                  </a:lnTo>
                  <a:lnTo>
                    <a:pt x="38" y="523"/>
                  </a:lnTo>
                  <a:lnTo>
                    <a:pt x="34" y="526"/>
                  </a:lnTo>
                  <a:lnTo>
                    <a:pt x="30" y="526"/>
                  </a:lnTo>
                  <a:lnTo>
                    <a:pt x="26" y="526"/>
                  </a:lnTo>
                  <a:lnTo>
                    <a:pt x="19" y="515"/>
                  </a:lnTo>
                  <a:lnTo>
                    <a:pt x="19" y="512"/>
                  </a:lnTo>
                  <a:lnTo>
                    <a:pt x="19" y="497"/>
                  </a:lnTo>
                  <a:lnTo>
                    <a:pt x="23" y="493"/>
                  </a:lnTo>
                  <a:lnTo>
                    <a:pt x="30" y="486"/>
                  </a:lnTo>
                  <a:lnTo>
                    <a:pt x="30" y="478"/>
                  </a:lnTo>
                  <a:lnTo>
                    <a:pt x="30" y="471"/>
                  </a:lnTo>
                  <a:lnTo>
                    <a:pt x="26" y="467"/>
                  </a:lnTo>
                  <a:lnTo>
                    <a:pt x="30" y="460"/>
                  </a:lnTo>
                  <a:lnTo>
                    <a:pt x="30" y="456"/>
                  </a:lnTo>
                  <a:lnTo>
                    <a:pt x="30" y="449"/>
                  </a:lnTo>
                  <a:lnTo>
                    <a:pt x="30" y="445"/>
                  </a:lnTo>
                  <a:lnTo>
                    <a:pt x="30" y="441"/>
                  </a:lnTo>
                  <a:lnTo>
                    <a:pt x="30" y="437"/>
                  </a:lnTo>
                  <a:lnTo>
                    <a:pt x="30" y="426"/>
                  </a:lnTo>
                  <a:lnTo>
                    <a:pt x="26" y="423"/>
                  </a:lnTo>
                  <a:lnTo>
                    <a:pt x="26" y="423"/>
                  </a:lnTo>
                  <a:lnTo>
                    <a:pt x="30" y="419"/>
                  </a:lnTo>
                  <a:lnTo>
                    <a:pt x="30" y="415"/>
                  </a:lnTo>
                  <a:lnTo>
                    <a:pt x="26" y="408"/>
                  </a:lnTo>
                  <a:lnTo>
                    <a:pt x="23" y="404"/>
                  </a:lnTo>
                  <a:lnTo>
                    <a:pt x="19" y="404"/>
                  </a:lnTo>
                  <a:lnTo>
                    <a:pt x="19" y="408"/>
                  </a:lnTo>
                  <a:lnTo>
                    <a:pt x="15" y="404"/>
                  </a:lnTo>
                  <a:lnTo>
                    <a:pt x="15" y="400"/>
                  </a:lnTo>
                  <a:lnTo>
                    <a:pt x="23" y="400"/>
                  </a:lnTo>
                  <a:lnTo>
                    <a:pt x="26" y="397"/>
                  </a:lnTo>
                  <a:lnTo>
                    <a:pt x="26" y="393"/>
                  </a:lnTo>
                  <a:lnTo>
                    <a:pt x="26" y="393"/>
                  </a:lnTo>
                  <a:lnTo>
                    <a:pt x="23" y="397"/>
                  </a:lnTo>
                  <a:lnTo>
                    <a:pt x="19" y="397"/>
                  </a:lnTo>
                  <a:lnTo>
                    <a:pt x="19" y="389"/>
                  </a:lnTo>
                  <a:lnTo>
                    <a:pt x="15" y="382"/>
                  </a:lnTo>
                  <a:lnTo>
                    <a:pt x="15" y="378"/>
                  </a:lnTo>
                  <a:lnTo>
                    <a:pt x="15" y="374"/>
                  </a:lnTo>
                  <a:lnTo>
                    <a:pt x="12" y="371"/>
                  </a:lnTo>
                  <a:lnTo>
                    <a:pt x="8" y="367"/>
                  </a:lnTo>
                  <a:lnTo>
                    <a:pt x="8" y="356"/>
                  </a:lnTo>
                  <a:lnTo>
                    <a:pt x="12" y="352"/>
                  </a:lnTo>
                  <a:lnTo>
                    <a:pt x="12" y="348"/>
                  </a:lnTo>
                  <a:lnTo>
                    <a:pt x="12" y="345"/>
                  </a:lnTo>
                  <a:lnTo>
                    <a:pt x="8" y="345"/>
                  </a:lnTo>
                  <a:lnTo>
                    <a:pt x="8" y="337"/>
                  </a:lnTo>
                  <a:lnTo>
                    <a:pt x="4" y="330"/>
                  </a:lnTo>
                  <a:lnTo>
                    <a:pt x="8" y="319"/>
                  </a:lnTo>
                  <a:lnTo>
                    <a:pt x="4" y="311"/>
                  </a:lnTo>
                  <a:lnTo>
                    <a:pt x="4" y="308"/>
                  </a:lnTo>
                  <a:lnTo>
                    <a:pt x="8" y="300"/>
                  </a:lnTo>
                  <a:lnTo>
                    <a:pt x="12" y="293"/>
                  </a:lnTo>
                  <a:lnTo>
                    <a:pt x="15" y="289"/>
                  </a:lnTo>
                  <a:lnTo>
                    <a:pt x="15" y="289"/>
                  </a:lnTo>
                  <a:lnTo>
                    <a:pt x="8" y="270"/>
                  </a:lnTo>
                  <a:lnTo>
                    <a:pt x="8" y="263"/>
                  </a:lnTo>
                  <a:lnTo>
                    <a:pt x="8" y="259"/>
                  </a:lnTo>
                  <a:lnTo>
                    <a:pt x="8" y="248"/>
                  </a:lnTo>
                  <a:lnTo>
                    <a:pt x="12" y="244"/>
                  </a:lnTo>
                  <a:lnTo>
                    <a:pt x="15" y="241"/>
                  </a:lnTo>
                  <a:lnTo>
                    <a:pt x="15" y="233"/>
                  </a:lnTo>
                  <a:lnTo>
                    <a:pt x="12" y="230"/>
                  </a:lnTo>
                  <a:lnTo>
                    <a:pt x="8" y="226"/>
                  </a:lnTo>
                  <a:lnTo>
                    <a:pt x="12" y="222"/>
                  </a:lnTo>
                  <a:lnTo>
                    <a:pt x="12" y="219"/>
                  </a:lnTo>
                  <a:lnTo>
                    <a:pt x="15" y="211"/>
                  </a:lnTo>
                  <a:lnTo>
                    <a:pt x="19" y="211"/>
                  </a:lnTo>
                  <a:lnTo>
                    <a:pt x="19" y="204"/>
                  </a:lnTo>
                  <a:lnTo>
                    <a:pt x="15" y="193"/>
                  </a:lnTo>
                  <a:lnTo>
                    <a:pt x="15" y="189"/>
                  </a:lnTo>
                  <a:lnTo>
                    <a:pt x="12" y="181"/>
                  </a:lnTo>
                  <a:lnTo>
                    <a:pt x="12" y="178"/>
                  </a:lnTo>
                  <a:lnTo>
                    <a:pt x="8" y="170"/>
                  </a:lnTo>
                  <a:lnTo>
                    <a:pt x="4" y="167"/>
                  </a:lnTo>
                  <a:lnTo>
                    <a:pt x="4" y="163"/>
                  </a:lnTo>
                  <a:lnTo>
                    <a:pt x="0" y="155"/>
                  </a:lnTo>
                  <a:lnTo>
                    <a:pt x="0" y="152"/>
                  </a:lnTo>
                  <a:lnTo>
                    <a:pt x="8" y="148"/>
                  </a:lnTo>
                  <a:lnTo>
                    <a:pt x="8" y="141"/>
                  </a:lnTo>
                  <a:lnTo>
                    <a:pt x="8" y="141"/>
                  </a:lnTo>
                  <a:lnTo>
                    <a:pt x="8" y="133"/>
                  </a:lnTo>
                  <a:lnTo>
                    <a:pt x="8" y="126"/>
                  </a:lnTo>
                  <a:lnTo>
                    <a:pt x="4" y="118"/>
                  </a:lnTo>
                  <a:lnTo>
                    <a:pt x="8" y="115"/>
                  </a:lnTo>
                  <a:lnTo>
                    <a:pt x="8" y="104"/>
                  </a:lnTo>
                  <a:lnTo>
                    <a:pt x="12" y="100"/>
                  </a:lnTo>
                  <a:lnTo>
                    <a:pt x="15" y="92"/>
                  </a:lnTo>
                  <a:lnTo>
                    <a:pt x="23" y="89"/>
                  </a:lnTo>
                  <a:lnTo>
                    <a:pt x="23" y="85"/>
                  </a:lnTo>
                  <a:lnTo>
                    <a:pt x="26" y="81"/>
                  </a:lnTo>
                  <a:lnTo>
                    <a:pt x="26" y="81"/>
                  </a:lnTo>
                  <a:lnTo>
                    <a:pt x="26" y="78"/>
                  </a:lnTo>
                  <a:lnTo>
                    <a:pt x="23" y="74"/>
                  </a:lnTo>
                  <a:lnTo>
                    <a:pt x="23" y="74"/>
                  </a:lnTo>
                  <a:lnTo>
                    <a:pt x="23" y="70"/>
                  </a:lnTo>
                  <a:lnTo>
                    <a:pt x="26" y="70"/>
                  </a:lnTo>
                  <a:lnTo>
                    <a:pt x="26" y="66"/>
                  </a:lnTo>
                  <a:lnTo>
                    <a:pt x="23" y="63"/>
                  </a:lnTo>
                  <a:lnTo>
                    <a:pt x="23" y="55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19" y="48"/>
                  </a:lnTo>
                  <a:lnTo>
                    <a:pt x="19" y="44"/>
                  </a:lnTo>
                  <a:lnTo>
                    <a:pt x="41" y="33"/>
                  </a:lnTo>
                  <a:lnTo>
                    <a:pt x="45" y="18"/>
                  </a:lnTo>
                  <a:lnTo>
                    <a:pt x="41" y="14"/>
                  </a:lnTo>
                  <a:lnTo>
                    <a:pt x="41" y="14"/>
                  </a:lnTo>
                  <a:close/>
                  <a:moveTo>
                    <a:pt x="178" y="608"/>
                  </a:moveTo>
                  <a:lnTo>
                    <a:pt x="178" y="608"/>
                  </a:lnTo>
                  <a:lnTo>
                    <a:pt x="182" y="608"/>
                  </a:lnTo>
                  <a:lnTo>
                    <a:pt x="186" y="608"/>
                  </a:lnTo>
                  <a:lnTo>
                    <a:pt x="189" y="604"/>
                  </a:lnTo>
                  <a:lnTo>
                    <a:pt x="186" y="604"/>
                  </a:lnTo>
                  <a:lnTo>
                    <a:pt x="182" y="604"/>
                  </a:lnTo>
                  <a:lnTo>
                    <a:pt x="178" y="608"/>
                  </a:lnTo>
                  <a:lnTo>
                    <a:pt x="178" y="608"/>
                  </a:lnTo>
                  <a:lnTo>
                    <a:pt x="178" y="608"/>
                  </a:lnTo>
                  <a:close/>
                  <a:moveTo>
                    <a:pt x="104" y="560"/>
                  </a:moveTo>
                  <a:lnTo>
                    <a:pt x="104" y="560"/>
                  </a:lnTo>
                  <a:lnTo>
                    <a:pt x="108" y="564"/>
                  </a:lnTo>
                  <a:lnTo>
                    <a:pt x="112" y="567"/>
                  </a:lnTo>
                  <a:lnTo>
                    <a:pt x="112" y="575"/>
                  </a:lnTo>
                  <a:lnTo>
                    <a:pt x="112" y="575"/>
                  </a:lnTo>
                  <a:lnTo>
                    <a:pt x="108" y="575"/>
                  </a:lnTo>
                  <a:lnTo>
                    <a:pt x="108" y="578"/>
                  </a:lnTo>
                  <a:lnTo>
                    <a:pt x="104" y="560"/>
                  </a:lnTo>
                  <a:lnTo>
                    <a:pt x="104" y="560"/>
                  </a:lnTo>
                  <a:close/>
                  <a:moveTo>
                    <a:pt x="108" y="578"/>
                  </a:moveTo>
                  <a:lnTo>
                    <a:pt x="112" y="578"/>
                  </a:lnTo>
                  <a:lnTo>
                    <a:pt x="115" y="578"/>
                  </a:lnTo>
                  <a:lnTo>
                    <a:pt x="119" y="582"/>
                  </a:lnTo>
                  <a:lnTo>
                    <a:pt x="119" y="586"/>
                  </a:lnTo>
                  <a:lnTo>
                    <a:pt x="123" y="586"/>
                  </a:lnTo>
                  <a:lnTo>
                    <a:pt x="126" y="589"/>
                  </a:lnTo>
                  <a:lnTo>
                    <a:pt x="126" y="593"/>
                  </a:lnTo>
                  <a:lnTo>
                    <a:pt x="130" y="593"/>
                  </a:lnTo>
                  <a:lnTo>
                    <a:pt x="145" y="597"/>
                  </a:lnTo>
                  <a:lnTo>
                    <a:pt x="145" y="601"/>
                  </a:lnTo>
                  <a:lnTo>
                    <a:pt x="149" y="601"/>
                  </a:lnTo>
                  <a:lnTo>
                    <a:pt x="156" y="604"/>
                  </a:lnTo>
                  <a:lnTo>
                    <a:pt x="160" y="604"/>
                  </a:lnTo>
                  <a:lnTo>
                    <a:pt x="163" y="604"/>
                  </a:lnTo>
                  <a:lnTo>
                    <a:pt x="167" y="604"/>
                  </a:lnTo>
                  <a:lnTo>
                    <a:pt x="167" y="608"/>
                  </a:lnTo>
                  <a:lnTo>
                    <a:pt x="163" y="608"/>
                  </a:lnTo>
                  <a:lnTo>
                    <a:pt x="163" y="608"/>
                  </a:lnTo>
                  <a:lnTo>
                    <a:pt x="160" y="608"/>
                  </a:lnTo>
                  <a:lnTo>
                    <a:pt x="156" y="612"/>
                  </a:lnTo>
                  <a:lnTo>
                    <a:pt x="156" y="615"/>
                  </a:lnTo>
                  <a:lnTo>
                    <a:pt x="152" y="615"/>
                  </a:lnTo>
                  <a:lnTo>
                    <a:pt x="149" y="615"/>
                  </a:lnTo>
                  <a:lnTo>
                    <a:pt x="145" y="612"/>
                  </a:lnTo>
                  <a:lnTo>
                    <a:pt x="137" y="612"/>
                  </a:lnTo>
                  <a:lnTo>
                    <a:pt x="130" y="612"/>
                  </a:lnTo>
                  <a:lnTo>
                    <a:pt x="126" y="612"/>
                  </a:lnTo>
                  <a:lnTo>
                    <a:pt x="119" y="612"/>
                  </a:lnTo>
                  <a:lnTo>
                    <a:pt x="119" y="612"/>
                  </a:lnTo>
                  <a:lnTo>
                    <a:pt x="115" y="608"/>
                  </a:lnTo>
                  <a:lnTo>
                    <a:pt x="123" y="608"/>
                  </a:lnTo>
                  <a:lnTo>
                    <a:pt x="130" y="604"/>
                  </a:lnTo>
                  <a:lnTo>
                    <a:pt x="130" y="604"/>
                  </a:lnTo>
                  <a:lnTo>
                    <a:pt x="130" y="604"/>
                  </a:lnTo>
                  <a:lnTo>
                    <a:pt x="126" y="604"/>
                  </a:lnTo>
                  <a:lnTo>
                    <a:pt x="123" y="604"/>
                  </a:lnTo>
                  <a:lnTo>
                    <a:pt x="115" y="604"/>
                  </a:lnTo>
                  <a:lnTo>
                    <a:pt x="115" y="604"/>
                  </a:lnTo>
                  <a:lnTo>
                    <a:pt x="108" y="5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0" name="Freeform 189"/>
            <p:cNvSpPr>
              <a:spLocks noEditPoints="1"/>
            </p:cNvSpPr>
            <p:nvPr/>
          </p:nvSpPr>
          <p:spPr bwMode="auto">
            <a:xfrm>
              <a:off x="2810821" y="3524646"/>
              <a:ext cx="234167" cy="907075"/>
            </a:xfrm>
            <a:custGeom>
              <a:avLst/>
              <a:gdLst>
                <a:gd name="T0" fmla="*/ 33 w 49"/>
                <a:gd name="T1" fmla="*/ 183 h 190"/>
                <a:gd name="T2" fmla="*/ 33 w 49"/>
                <a:gd name="T3" fmla="*/ 185 h 190"/>
                <a:gd name="T4" fmla="*/ 40 w 49"/>
                <a:gd name="T5" fmla="*/ 185 h 190"/>
                <a:gd name="T6" fmla="*/ 33 w 49"/>
                <a:gd name="T7" fmla="*/ 177 h 190"/>
                <a:gd name="T8" fmla="*/ 39 w 49"/>
                <a:gd name="T9" fmla="*/ 175 h 190"/>
                <a:gd name="T10" fmla="*/ 15 w 49"/>
                <a:gd name="T11" fmla="*/ 157 h 190"/>
                <a:gd name="T12" fmla="*/ 15 w 49"/>
                <a:gd name="T13" fmla="*/ 129 h 190"/>
                <a:gd name="T14" fmla="*/ 11 w 49"/>
                <a:gd name="T15" fmla="*/ 108 h 190"/>
                <a:gd name="T16" fmla="*/ 15 w 49"/>
                <a:gd name="T17" fmla="*/ 74 h 190"/>
                <a:gd name="T18" fmla="*/ 16 w 49"/>
                <a:gd name="T19" fmla="*/ 42 h 190"/>
                <a:gd name="T20" fmla="*/ 16 w 49"/>
                <a:gd name="T21" fmla="*/ 15 h 190"/>
                <a:gd name="T22" fmla="*/ 7 w 49"/>
                <a:gd name="T23" fmla="*/ 3 h 190"/>
                <a:gd name="T24" fmla="*/ 5 w 49"/>
                <a:gd name="T25" fmla="*/ 25 h 190"/>
                <a:gd name="T26" fmla="*/ 5 w 49"/>
                <a:gd name="T27" fmla="*/ 47 h 190"/>
                <a:gd name="T28" fmla="*/ 6 w 49"/>
                <a:gd name="T29" fmla="*/ 67 h 190"/>
                <a:gd name="T30" fmla="*/ 4 w 49"/>
                <a:gd name="T31" fmla="*/ 82 h 190"/>
                <a:gd name="T32" fmla="*/ 2 w 49"/>
                <a:gd name="T33" fmla="*/ 94 h 190"/>
                <a:gd name="T34" fmla="*/ 3 w 49"/>
                <a:gd name="T35" fmla="*/ 109 h 190"/>
                <a:gd name="T36" fmla="*/ 10 w 49"/>
                <a:gd name="T37" fmla="*/ 116 h 190"/>
                <a:gd name="T38" fmla="*/ 9 w 49"/>
                <a:gd name="T39" fmla="*/ 125 h 190"/>
                <a:gd name="T40" fmla="*/ 9 w 49"/>
                <a:gd name="T41" fmla="*/ 138 h 190"/>
                <a:gd name="T42" fmla="*/ 3 w 49"/>
                <a:gd name="T43" fmla="*/ 135 h 190"/>
                <a:gd name="T44" fmla="*/ 6 w 49"/>
                <a:gd name="T45" fmla="*/ 139 h 190"/>
                <a:gd name="T46" fmla="*/ 10 w 49"/>
                <a:gd name="T47" fmla="*/ 144 h 190"/>
                <a:gd name="T48" fmla="*/ 10 w 49"/>
                <a:gd name="T49" fmla="*/ 150 h 190"/>
                <a:gd name="T50" fmla="*/ 11 w 49"/>
                <a:gd name="T51" fmla="*/ 157 h 190"/>
                <a:gd name="T52" fmla="*/ 15 w 49"/>
                <a:gd name="T53" fmla="*/ 165 h 190"/>
                <a:gd name="T54" fmla="*/ 20 w 49"/>
                <a:gd name="T55" fmla="*/ 167 h 190"/>
                <a:gd name="T56" fmla="*/ 21 w 49"/>
                <a:gd name="T57" fmla="*/ 170 h 190"/>
                <a:gd name="T58" fmla="*/ 19 w 49"/>
                <a:gd name="T59" fmla="*/ 172 h 190"/>
                <a:gd name="T60" fmla="*/ 23 w 49"/>
                <a:gd name="T61" fmla="*/ 171 h 190"/>
                <a:gd name="T62" fmla="*/ 21 w 49"/>
                <a:gd name="T63" fmla="*/ 175 h 190"/>
                <a:gd name="T64" fmla="*/ 28 w 49"/>
                <a:gd name="T65" fmla="*/ 173 h 190"/>
                <a:gd name="T66" fmla="*/ 29 w 49"/>
                <a:gd name="T67" fmla="*/ 179 h 190"/>
                <a:gd name="T68" fmla="*/ 38 w 49"/>
                <a:gd name="T69" fmla="*/ 169 h 190"/>
                <a:gd name="T70" fmla="*/ 3 w 49"/>
                <a:gd name="T71" fmla="*/ 117 h 190"/>
                <a:gd name="T72" fmla="*/ 8 w 49"/>
                <a:gd name="T73" fmla="*/ 115 h 190"/>
                <a:gd name="T74" fmla="*/ 7 w 49"/>
                <a:gd name="T75" fmla="*/ 124 h 190"/>
                <a:gd name="T76" fmla="*/ 3 w 49"/>
                <a:gd name="T77" fmla="*/ 128 h 190"/>
                <a:gd name="T78" fmla="*/ 4 w 49"/>
                <a:gd name="T79" fmla="*/ 128 h 190"/>
                <a:gd name="T80" fmla="*/ 9 w 49"/>
                <a:gd name="T81" fmla="*/ 126 h 190"/>
                <a:gd name="T82" fmla="*/ 5 w 49"/>
                <a:gd name="T83" fmla="*/ 130 h 190"/>
                <a:gd name="T84" fmla="*/ 7 w 49"/>
                <a:gd name="T85" fmla="*/ 148 h 190"/>
                <a:gd name="T86" fmla="*/ 6 w 49"/>
                <a:gd name="T87" fmla="*/ 148 h 190"/>
                <a:gd name="T88" fmla="*/ 5 w 49"/>
                <a:gd name="T89" fmla="*/ 152 h 190"/>
                <a:gd name="T90" fmla="*/ 6 w 49"/>
                <a:gd name="T91" fmla="*/ 154 h 190"/>
                <a:gd name="T92" fmla="*/ 9 w 49"/>
                <a:gd name="T93" fmla="*/ 156 h 190"/>
                <a:gd name="T94" fmla="*/ 10 w 49"/>
                <a:gd name="T95" fmla="*/ 162 h 190"/>
                <a:gd name="T96" fmla="*/ 10 w 49"/>
                <a:gd name="T97" fmla="*/ 161 h 190"/>
                <a:gd name="T98" fmla="*/ 11 w 49"/>
                <a:gd name="T99" fmla="*/ 167 h 190"/>
                <a:gd name="T100" fmla="*/ 14 w 49"/>
                <a:gd name="T101" fmla="*/ 169 h 190"/>
                <a:gd name="T102" fmla="*/ 15 w 49"/>
                <a:gd name="T103" fmla="*/ 169 h 190"/>
                <a:gd name="T104" fmla="*/ 17 w 49"/>
                <a:gd name="T105" fmla="*/ 172 h 190"/>
                <a:gd name="T106" fmla="*/ 21 w 49"/>
                <a:gd name="T107" fmla="*/ 177 h 190"/>
                <a:gd name="T108" fmla="*/ 22 w 49"/>
                <a:gd name="T109" fmla="*/ 180 h 190"/>
                <a:gd name="T110" fmla="*/ 26 w 49"/>
                <a:gd name="T111" fmla="*/ 180 h 190"/>
                <a:gd name="T112" fmla="*/ 27 w 49"/>
                <a:gd name="T113" fmla="*/ 181 h 190"/>
                <a:gd name="T114" fmla="*/ 31 w 49"/>
                <a:gd name="T115" fmla="*/ 179 h 190"/>
                <a:gd name="T116" fmla="*/ 48 w 49"/>
                <a:gd name="T117" fmla="*/ 188 h 190"/>
                <a:gd name="T118" fmla="*/ 45 w 49"/>
                <a:gd name="T119" fmla="*/ 186 h 190"/>
                <a:gd name="T120" fmla="*/ 41 w 49"/>
                <a:gd name="T121" fmla="*/ 187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90">
                  <a:moveTo>
                    <a:pt x="42" y="184"/>
                  </a:moveTo>
                  <a:cubicBezTo>
                    <a:pt x="41" y="183"/>
                    <a:pt x="41" y="183"/>
                    <a:pt x="41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2"/>
                    <a:pt x="38" y="182"/>
                    <a:pt x="38" y="182"/>
                  </a:cubicBezTo>
                  <a:cubicBezTo>
                    <a:pt x="36" y="181"/>
                    <a:pt x="36" y="181"/>
                    <a:pt x="36" y="181"/>
                  </a:cubicBezTo>
                  <a:cubicBezTo>
                    <a:pt x="35" y="181"/>
                    <a:pt x="35" y="181"/>
                    <a:pt x="35" y="181"/>
                  </a:cubicBezTo>
                  <a:cubicBezTo>
                    <a:pt x="35" y="181"/>
                    <a:pt x="35" y="181"/>
                    <a:pt x="35" y="181"/>
                  </a:cubicBezTo>
                  <a:cubicBezTo>
                    <a:pt x="35" y="181"/>
                    <a:pt x="35" y="181"/>
                    <a:pt x="35" y="181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3" y="181"/>
                    <a:pt x="33" y="181"/>
                    <a:pt x="33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2" y="181"/>
                    <a:pt x="32" y="181"/>
                    <a:pt x="32" y="181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2"/>
                    <a:pt x="34" y="182"/>
                    <a:pt x="34" y="182"/>
                  </a:cubicBezTo>
                  <a:cubicBezTo>
                    <a:pt x="34" y="183"/>
                    <a:pt x="34" y="183"/>
                    <a:pt x="34" y="183"/>
                  </a:cubicBezTo>
                  <a:cubicBezTo>
                    <a:pt x="33" y="183"/>
                    <a:pt x="33" y="183"/>
                    <a:pt x="33" y="183"/>
                  </a:cubicBezTo>
                  <a:cubicBezTo>
                    <a:pt x="33" y="182"/>
                    <a:pt x="33" y="182"/>
                    <a:pt x="33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2"/>
                    <a:pt x="32" y="182"/>
                    <a:pt x="32" y="182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31" y="183"/>
                    <a:pt x="31" y="183"/>
                    <a:pt x="31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29" y="183"/>
                    <a:pt x="29" y="183"/>
                    <a:pt x="29" y="183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9" y="184"/>
                    <a:pt x="29" y="184"/>
                    <a:pt x="29" y="184"/>
                  </a:cubicBezTo>
                  <a:cubicBezTo>
                    <a:pt x="30" y="184"/>
                    <a:pt x="30" y="184"/>
                    <a:pt x="30" y="184"/>
                  </a:cubicBezTo>
                  <a:cubicBezTo>
                    <a:pt x="30" y="184"/>
                    <a:pt x="30" y="184"/>
                    <a:pt x="30" y="184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1" y="184"/>
                    <a:pt x="31" y="184"/>
                    <a:pt x="31" y="184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33" y="184"/>
                    <a:pt x="33" y="184"/>
                    <a:pt x="33" y="184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2" y="186"/>
                    <a:pt x="32" y="186"/>
                    <a:pt x="32" y="186"/>
                  </a:cubicBezTo>
                  <a:cubicBezTo>
                    <a:pt x="33" y="187"/>
                    <a:pt x="33" y="187"/>
                    <a:pt x="33" y="187"/>
                  </a:cubicBezTo>
                  <a:cubicBezTo>
                    <a:pt x="33" y="187"/>
                    <a:pt x="33" y="187"/>
                    <a:pt x="33" y="187"/>
                  </a:cubicBezTo>
                  <a:cubicBezTo>
                    <a:pt x="34" y="187"/>
                    <a:pt x="34" y="187"/>
                    <a:pt x="34" y="187"/>
                  </a:cubicBezTo>
                  <a:cubicBezTo>
                    <a:pt x="35" y="188"/>
                    <a:pt x="35" y="188"/>
                    <a:pt x="35" y="188"/>
                  </a:cubicBezTo>
                  <a:cubicBezTo>
                    <a:pt x="35" y="188"/>
                    <a:pt x="35" y="188"/>
                    <a:pt x="35" y="188"/>
                  </a:cubicBezTo>
                  <a:cubicBezTo>
                    <a:pt x="35" y="187"/>
                    <a:pt x="35" y="187"/>
                    <a:pt x="35" y="187"/>
                  </a:cubicBezTo>
                  <a:cubicBezTo>
                    <a:pt x="35" y="187"/>
                    <a:pt x="35" y="187"/>
                    <a:pt x="35" y="187"/>
                  </a:cubicBezTo>
                  <a:cubicBezTo>
                    <a:pt x="34" y="186"/>
                    <a:pt x="34" y="186"/>
                    <a:pt x="34" y="186"/>
                  </a:cubicBezTo>
                  <a:cubicBezTo>
                    <a:pt x="34" y="186"/>
                    <a:pt x="34" y="186"/>
                    <a:pt x="34" y="186"/>
                  </a:cubicBezTo>
                  <a:cubicBezTo>
                    <a:pt x="34" y="186"/>
                    <a:pt x="34" y="186"/>
                    <a:pt x="34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35" y="185"/>
                    <a:pt x="35" y="185"/>
                    <a:pt x="35" y="185"/>
                  </a:cubicBezTo>
                  <a:cubicBezTo>
                    <a:pt x="34" y="185"/>
                    <a:pt x="34" y="185"/>
                    <a:pt x="34" y="185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7" y="184"/>
                    <a:pt x="37" y="184"/>
                    <a:pt x="37" y="184"/>
                  </a:cubicBezTo>
                  <a:cubicBezTo>
                    <a:pt x="40" y="185"/>
                    <a:pt x="40" y="185"/>
                    <a:pt x="40" y="185"/>
                  </a:cubicBezTo>
                  <a:cubicBezTo>
                    <a:pt x="41" y="185"/>
                    <a:pt x="41" y="185"/>
                    <a:pt x="41" y="185"/>
                  </a:cubicBezTo>
                  <a:cubicBezTo>
                    <a:pt x="41" y="184"/>
                    <a:pt x="41" y="184"/>
                    <a:pt x="41" y="184"/>
                  </a:cubicBezTo>
                  <a:cubicBezTo>
                    <a:pt x="42" y="184"/>
                    <a:pt x="42" y="184"/>
                    <a:pt x="42" y="184"/>
                  </a:cubicBezTo>
                  <a:close/>
                  <a:moveTo>
                    <a:pt x="41" y="182"/>
                  </a:moveTo>
                  <a:cubicBezTo>
                    <a:pt x="40" y="182"/>
                    <a:pt x="40" y="182"/>
                    <a:pt x="40" y="182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6" y="180"/>
                    <a:pt x="36" y="180"/>
                    <a:pt x="36" y="180"/>
                  </a:cubicBezTo>
                  <a:cubicBezTo>
                    <a:pt x="36" y="180"/>
                    <a:pt x="36" y="180"/>
                    <a:pt x="36" y="180"/>
                  </a:cubicBezTo>
                  <a:cubicBezTo>
                    <a:pt x="35" y="180"/>
                    <a:pt x="35" y="180"/>
                    <a:pt x="35" y="180"/>
                  </a:cubicBezTo>
                  <a:cubicBezTo>
                    <a:pt x="34" y="179"/>
                    <a:pt x="34" y="179"/>
                    <a:pt x="34" y="179"/>
                  </a:cubicBezTo>
                  <a:cubicBezTo>
                    <a:pt x="34" y="179"/>
                    <a:pt x="34" y="179"/>
                    <a:pt x="34" y="179"/>
                  </a:cubicBezTo>
                  <a:cubicBezTo>
                    <a:pt x="34" y="178"/>
                    <a:pt x="34" y="178"/>
                    <a:pt x="34" y="17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35" y="177"/>
                    <a:pt x="35" y="177"/>
                    <a:pt x="35" y="177"/>
                  </a:cubicBezTo>
                  <a:cubicBezTo>
                    <a:pt x="36" y="177"/>
                    <a:pt x="36" y="177"/>
                    <a:pt x="36" y="177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4" y="176"/>
                    <a:pt x="34" y="176"/>
                    <a:pt x="34" y="176"/>
                  </a:cubicBezTo>
                  <a:cubicBezTo>
                    <a:pt x="34" y="177"/>
                    <a:pt x="34" y="177"/>
                    <a:pt x="34" y="177"/>
                  </a:cubicBezTo>
                  <a:cubicBezTo>
                    <a:pt x="33" y="177"/>
                    <a:pt x="33" y="177"/>
                    <a:pt x="33" y="177"/>
                  </a:cubicBezTo>
                  <a:cubicBezTo>
                    <a:pt x="32" y="176"/>
                    <a:pt x="32" y="176"/>
                    <a:pt x="32" y="176"/>
                  </a:cubicBezTo>
                  <a:cubicBezTo>
                    <a:pt x="32" y="175"/>
                    <a:pt x="32" y="175"/>
                    <a:pt x="32" y="175"/>
                  </a:cubicBezTo>
                  <a:cubicBezTo>
                    <a:pt x="32" y="174"/>
                    <a:pt x="32" y="174"/>
                    <a:pt x="32" y="174"/>
                  </a:cubicBezTo>
                  <a:cubicBezTo>
                    <a:pt x="33" y="174"/>
                    <a:pt x="33" y="174"/>
                    <a:pt x="33" y="174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2" y="173"/>
                    <a:pt x="32" y="173"/>
                    <a:pt x="32" y="173"/>
                  </a:cubicBezTo>
                  <a:cubicBezTo>
                    <a:pt x="32" y="173"/>
                    <a:pt x="32" y="173"/>
                    <a:pt x="32" y="173"/>
                  </a:cubicBezTo>
                  <a:cubicBezTo>
                    <a:pt x="32" y="172"/>
                    <a:pt x="32" y="172"/>
                    <a:pt x="32" y="172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4" y="173"/>
                    <a:pt x="34" y="173"/>
                    <a:pt x="34" y="173"/>
                  </a:cubicBezTo>
                  <a:cubicBezTo>
                    <a:pt x="34" y="173"/>
                    <a:pt x="34" y="173"/>
                    <a:pt x="34" y="173"/>
                  </a:cubicBezTo>
                  <a:cubicBezTo>
                    <a:pt x="35" y="172"/>
                    <a:pt x="35" y="172"/>
                    <a:pt x="35" y="172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4" y="171"/>
                    <a:pt x="34" y="171"/>
                    <a:pt x="34" y="171"/>
                  </a:cubicBezTo>
                  <a:cubicBezTo>
                    <a:pt x="35" y="170"/>
                    <a:pt x="35" y="170"/>
                    <a:pt x="35" y="170"/>
                  </a:cubicBezTo>
                  <a:cubicBezTo>
                    <a:pt x="35" y="170"/>
                    <a:pt x="35" y="170"/>
                    <a:pt x="35" y="170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8" y="170"/>
                    <a:pt x="38" y="170"/>
                    <a:pt x="38" y="170"/>
                  </a:cubicBezTo>
                  <a:cubicBezTo>
                    <a:pt x="39" y="175"/>
                    <a:pt x="39" y="175"/>
                    <a:pt x="39" y="175"/>
                  </a:cubicBezTo>
                  <a:cubicBezTo>
                    <a:pt x="39" y="175"/>
                    <a:pt x="39" y="175"/>
                    <a:pt x="39" y="175"/>
                  </a:cubicBezTo>
                  <a:cubicBezTo>
                    <a:pt x="39" y="175"/>
                    <a:pt x="39" y="175"/>
                    <a:pt x="39" y="175"/>
                  </a:cubicBezTo>
                  <a:cubicBezTo>
                    <a:pt x="41" y="182"/>
                    <a:pt x="41" y="182"/>
                    <a:pt x="41" y="182"/>
                  </a:cubicBezTo>
                  <a:close/>
                  <a:moveTo>
                    <a:pt x="38" y="169"/>
                  </a:moveTo>
                  <a:cubicBezTo>
                    <a:pt x="36" y="168"/>
                    <a:pt x="36" y="168"/>
                    <a:pt x="36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35" y="167"/>
                    <a:pt x="35" y="167"/>
                    <a:pt x="35" y="167"/>
                  </a:cubicBezTo>
                  <a:cubicBezTo>
                    <a:pt x="29" y="167"/>
                    <a:pt x="29" y="167"/>
                    <a:pt x="29" y="167"/>
                  </a:cubicBezTo>
                  <a:cubicBezTo>
                    <a:pt x="26" y="168"/>
                    <a:pt x="26" y="168"/>
                    <a:pt x="26" y="168"/>
                  </a:cubicBezTo>
                  <a:cubicBezTo>
                    <a:pt x="25" y="167"/>
                    <a:pt x="25" y="167"/>
                    <a:pt x="25" y="167"/>
                  </a:cubicBezTo>
                  <a:cubicBezTo>
                    <a:pt x="23" y="167"/>
                    <a:pt x="23" y="167"/>
                    <a:pt x="23" y="167"/>
                  </a:cubicBezTo>
                  <a:cubicBezTo>
                    <a:pt x="23" y="166"/>
                    <a:pt x="23" y="166"/>
                    <a:pt x="23" y="166"/>
                  </a:cubicBezTo>
                  <a:cubicBezTo>
                    <a:pt x="22" y="164"/>
                    <a:pt x="22" y="164"/>
                    <a:pt x="22" y="164"/>
                  </a:cubicBezTo>
                  <a:cubicBezTo>
                    <a:pt x="21" y="163"/>
                    <a:pt x="21" y="163"/>
                    <a:pt x="21" y="163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0" y="160"/>
                    <a:pt x="20" y="160"/>
                    <a:pt x="20" y="160"/>
                  </a:cubicBezTo>
                  <a:cubicBezTo>
                    <a:pt x="19" y="161"/>
                    <a:pt x="19" y="161"/>
                    <a:pt x="19" y="161"/>
                  </a:cubicBezTo>
                  <a:cubicBezTo>
                    <a:pt x="18" y="161"/>
                    <a:pt x="18" y="161"/>
                    <a:pt x="18" y="161"/>
                  </a:cubicBezTo>
                  <a:cubicBezTo>
                    <a:pt x="17" y="161"/>
                    <a:pt x="17" y="161"/>
                    <a:pt x="17" y="161"/>
                  </a:cubicBezTo>
                  <a:cubicBezTo>
                    <a:pt x="15" y="158"/>
                    <a:pt x="15" y="158"/>
                    <a:pt x="15" y="158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5" y="153"/>
                    <a:pt x="15" y="153"/>
                    <a:pt x="15" y="153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18" y="150"/>
                    <a:pt x="18" y="150"/>
                    <a:pt x="18" y="150"/>
                  </a:cubicBezTo>
                  <a:cubicBezTo>
                    <a:pt x="18" y="148"/>
                    <a:pt x="18" y="148"/>
                    <a:pt x="18" y="148"/>
                  </a:cubicBezTo>
                  <a:cubicBezTo>
                    <a:pt x="18" y="146"/>
                    <a:pt x="18" y="146"/>
                    <a:pt x="18" y="146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18" y="143"/>
                    <a:pt x="18" y="143"/>
                    <a:pt x="18" y="143"/>
                  </a:cubicBezTo>
                  <a:cubicBezTo>
                    <a:pt x="18" y="142"/>
                    <a:pt x="18" y="142"/>
                    <a:pt x="18" y="142"/>
                  </a:cubicBezTo>
                  <a:cubicBezTo>
                    <a:pt x="18" y="140"/>
                    <a:pt x="18" y="140"/>
                    <a:pt x="18" y="140"/>
                  </a:cubicBezTo>
                  <a:cubicBezTo>
                    <a:pt x="18" y="139"/>
                    <a:pt x="18" y="139"/>
                    <a:pt x="18" y="139"/>
                  </a:cubicBezTo>
                  <a:cubicBezTo>
                    <a:pt x="18" y="138"/>
                    <a:pt x="18" y="138"/>
                    <a:pt x="18" y="138"/>
                  </a:cubicBezTo>
                  <a:cubicBezTo>
                    <a:pt x="18" y="137"/>
                    <a:pt x="18" y="137"/>
                    <a:pt x="18" y="137"/>
                  </a:cubicBezTo>
                  <a:cubicBezTo>
                    <a:pt x="18" y="134"/>
                    <a:pt x="18" y="134"/>
                    <a:pt x="18" y="134"/>
                  </a:cubicBezTo>
                  <a:cubicBezTo>
                    <a:pt x="17" y="133"/>
                    <a:pt x="17" y="133"/>
                    <a:pt x="17" y="133"/>
                  </a:cubicBezTo>
                  <a:cubicBezTo>
                    <a:pt x="17" y="133"/>
                    <a:pt x="17" y="133"/>
                    <a:pt x="17" y="133"/>
                  </a:cubicBezTo>
                  <a:cubicBezTo>
                    <a:pt x="18" y="132"/>
                    <a:pt x="18" y="132"/>
                    <a:pt x="18" y="132"/>
                  </a:cubicBezTo>
                  <a:cubicBezTo>
                    <a:pt x="18" y="131"/>
                    <a:pt x="18" y="131"/>
                    <a:pt x="18" y="131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16" y="128"/>
                    <a:pt x="16" y="128"/>
                    <a:pt x="16" y="128"/>
                  </a:cubicBezTo>
                  <a:cubicBezTo>
                    <a:pt x="15" y="128"/>
                    <a:pt x="15" y="128"/>
                    <a:pt x="15" y="128"/>
                  </a:cubicBezTo>
                  <a:cubicBezTo>
                    <a:pt x="15" y="129"/>
                    <a:pt x="15" y="129"/>
                    <a:pt x="15" y="129"/>
                  </a:cubicBezTo>
                  <a:cubicBezTo>
                    <a:pt x="14" y="128"/>
                    <a:pt x="14" y="128"/>
                    <a:pt x="14" y="128"/>
                  </a:cubicBezTo>
                  <a:cubicBezTo>
                    <a:pt x="14" y="127"/>
                    <a:pt x="14" y="127"/>
                    <a:pt x="14" y="127"/>
                  </a:cubicBezTo>
                  <a:cubicBezTo>
                    <a:pt x="16" y="127"/>
                    <a:pt x="16" y="127"/>
                    <a:pt x="16" y="127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5" y="126"/>
                    <a:pt x="15" y="126"/>
                    <a:pt x="15" y="126"/>
                  </a:cubicBezTo>
                  <a:cubicBezTo>
                    <a:pt x="15" y="124"/>
                    <a:pt x="15" y="124"/>
                    <a:pt x="15" y="124"/>
                  </a:cubicBezTo>
                  <a:cubicBezTo>
                    <a:pt x="14" y="122"/>
                    <a:pt x="14" y="122"/>
                    <a:pt x="14" y="122"/>
                  </a:cubicBezTo>
                  <a:cubicBezTo>
                    <a:pt x="14" y="121"/>
                    <a:pt x="14" y="121"/>
                    <a:pt x="14" y="121"/>
                  </a:cubicBezTo>
                  <a:cubicBezTo>
                    <a:pt x="14" y="120"/>
                    <a:pt x="14" y="120"/>
                    <a:pt x="14" y="120"/>
                  </a:cubicBezTo>
                  <a:cubicBezTo>
                    <a:pt x="13" y="119"/>
                    <a:pt x="13" y="119"/>
                    <a:pt x="13" y="119"/>
                  </a:cubicBezTo>
                  <a:cubicBezTo>
                    <a:pt x="12" y="118"/>
                    <a:pt x="12" y="118"/>
                    <a:pt x="12" y="118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3" y="114"/>
                    <a:pt x="13" y="114"/>
                    <a:pt x="13" y="114"/>
                  </a:cubicBezTo>
                  <a:cubicBezTo>
                    <a:pt x="13" y="113"/>
                    <a:pt x="13" y="113"/>
                    <a:pt x="13" y="113"/>
                  </a:cubicBezTo>
                  <a:cubicBezTo>
                    <a:pt x="13" y="112"/>
                    <a:pt x="13" y="112"/>
                    <a:pt x="13" y="112"/>
                  </a:cubicBezTo>
                  <a:cubicBezTo>
                    <a:pt x="12" y="112"/>
                    <a:pt x="12" y="112"/>
                    <a:pt x="12" y="112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1" y="108"/>
                    <a:pt x="11" y="108"/>
                    <a:pt x="11" y="108"/>
                  </a:cubicBezTo>
                  <a:cubicBezTo>
                    <a:pt x="12" y="105"/>
                    <a:pt x="12" y="105"/>
                    <a:pt x="12" y="105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12" y="100"/>
                    <a:pt x="12" y="100"/>
                    <a:pt x="12" y="100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2" y="92"/>
                    <a:pt x="12" y="92"/>
                    <a:pt x="12" y="92"/>
                  </a:cubicBezTo>
                  <a:cubicBezTo>
                    <a:pt x="12" y="90"/>
                    <a:pt x="12" y="90"/>
                    <a:pt x="12" y="90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12" y="86"/>
                    <a:pt x="12" y="86"/>
                    <a:pt x="12" y="86"/>
                  </a:cubicBezTo>
                  <a:cubicBezTo>
                    <a:pt x="13" y="85"/>
                    <a:pt x="13" y="85"/>
                    <a:pt x="13" y="85"/>
                  </a:cubicBezTo>
                  <a:cubicBezTo>
                    <a:pt x="14" y="84"/>
                    <a:pt x="14" y="84"/>
                    <a:pt x="14" y="84"/>
                  </a:cubicBezTo>
                  <a:cubicBezTo>
                    <a:pt x="14" y="82"/>
                    <a:pt x="14" y="82"/>
                    <a:pt x="14" y="82"/>
                  </a:cubicBezTo>
                  <a:cubicBezTo>
                    <a:pt x="13" y="81"/>
                    <a:pt x="13" y="81"/>
                    <a:pt x="13" y="81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1"/>
                    <a:pt x="14" y="71"/>
                    <a:pt x="14" y="71"/>
                  </a:cubicBezTo>
                  <a:cubicBezTo>
                    <a:pt x="14" y="70"/>
                    <a:pt x="14" y="70"/>
                    <a:pt x="14" y="70"/>
                  </a:cubicBezTo>
                  <a:cubicBezTo>
                    <a:pt x="13" y="68"/>
                    <a:pt x="13" y="68"/>
                    <a:pt x="13" y="68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2" y="65"/>
                    <a:pt x="12" y="65"/>
                    <a:pt x="12" y="65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11" y="63"/>
                    <a:pt x="11" y="63"/>
                    <a:pt x="11" y="63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1" y="51"/>
                    <a:pt x="11" y="51"/>
                    <a:pt x="11" y="51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2" y="24"/>
                    <a:pt x="22" y="24"/>
                    <a:pt x="22" y="24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5" y="54"/>
                    <a:pt x="5" y="54"/>
                    <a:pt x="5" y="54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5" y="56"/>
                    <a:pt x="5" y="56"/>
                    <a:pt x="5" y="56"/>
                  </a:cubicBezTo>
                  <a:cubicBezTo>
                    <a:pt x="5" y="57"/>
                    <a:pt x="5" y="57"/>
                    <a:pt x="5" y="57"/>
                  </a:cubicBezTo>
                  <a:cubicBezTo>
                    <a:pt x="4" y="57"/>
                    <a:pt x="4" y="57"/>
                    <a:pt x="4" y="57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5" y="62"/>
                    <a:pt x="5" y="62"/>
                    <a:pt x="5" y="62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64"/>
                    <a:pt x="5" y="64"/>
                    <a:pt x="5" y="64"/>
                  </a:cubicBezTo>
                  <a:cubicBezTo>
                    <a:pt x="5" y="64"/>
                    <a:pt x="5" y="64"/>
                    <a:pt x="5" y="64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6" y="76"/>
                    <a:pt x="6" y="76"/>
                    <a:pt x="6" y="76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5" y="78"/>
                    <a:pt x="5" y="78"/>
                    <a:pt x="5" y="78"/>
                  </a:cubicBezTo>
                  <a:cubicBezTo>
                    <a:pt x="5" y="79"/>
                    <a:pt x="5" y="79"/>
                    <a:pt x="5" y="79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3" y="84"/>
                    <a:pt x="3" y="84"/>
                    <a:pt x="3" y="84"/>
                  </a:cubicBezTo>
                  <a:cubicBezTo>
                    <a:pt x="3" y="85"/>
                    <a:pt x="3" y="85"/>
                    <a:pt x="3" y="85"/>
                  </a:cubicBezTo>
                  <a:cubicBezTo>
                    <a:pt x="3" y="86"/>
                    <a:pt x="3" y="86"/>
                    <a:pt x="3" y="86"/>
                  </a:cubicBezTo>
                  <a:cubicBezTo>
                    <a:pt x="3" y="86"/>
                    <a:pt x="3" y="86"/>
                    <a:pt x="3" y="86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2" y="87"/>
                    <a:pt x="2" y="87"/>
                    <a:pt x="2" y="87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3" y="89"/>
                    <a:pt x="3" y="89"/>
                    <a:pt x="3" y="89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2" y="95"/>
                    <a:pt x="2" y="95"/>
                    <a:pt x="2" y="95"/>
                  </a:cubicBezTo>
                  <a:cubicBezTo>
                    <a:pt x="2" y="96"/>
                    <a:pt x="2" y="96"/>
                    <a:pt x="2" y="96"/>
                  </a:cubicBezTo>
                  <a:cubicBezTo>
                    <a:pt x="4" y="98"/>
                    <a:pt x="4" y="98"/>
                    <a:pt x="4" y="98"/>
                  </a:cubicBezTo>
                  <a:cubicBezTo>
                    <a:pt x="4" y="99"/>
                    <a:pt x="4" y="99"/>
                    <a:pt x="4" y="99"/>
                  </a:cubicBezTo>
                  <a:cubicBezTo>
                    <a:pt x="4" y="99"/>
                    <a:pt x="4" y="99"/>
                    <a:pt x="4" y="99"/>
                  </a:cubicBezTo>
                  <a:cubicBezTo>
                    <a:pt x="4" y="100"/>
                    <a:pt x="4" y="100"/>
                    <a:pt x="4" y="100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3" y="105"/>
                    <a:pt x="3" y="105"/>
                    <a:pt x="3" y="105"/>
                  </a:cubicBezTo>
                  <a:cubicBezTo>
                    <a:pt x="3" y="105"/>
                    <a:pt x="3" y="105"/>
                    <a:pt x="3" y="105"/>
                  </a:cubicBezTo>
                  <a:cubicBezTo>
                    <a:pt x="3" y="107"/>
                    <a:pt x="3" y="107"/>
                    <a:pt x="3" y="107"/>
                  </a:cubicBezTo>
                  <a:cubicBezTo>
                    <a:pt x="3" y="108"/>
                    <a:pt x="3" y="108"/>
                    <a:pt x="3" y="108"/>
                  </a:cubicBezTo>
                  <a:cubicBezTo>
                    <a:pt x="3" y="108"/>
                    <a:pt x="3" y="108"/>
                    <a:pt x="3" y="108"/>
                  </a:cubicBezTo>
                  <a:cubicBezTo>
                    <a:pt x="3" y="108"/>
                    <a:pt x="3" y="108"/>
                    <a:pt x="3" y="108"/>
                  </a:cubicBezTo>
                  <a:cubicBezTo>
                    <a:pt x="3" y="109"/>
                    <a:pt x="3" y="109"/>
                    <a:pt x="3" y="109"/>
                  </a:cubicBezTo>
                  <a:cubicBezTo>
                    <a:pt x="3" y="109"/>
                    <a:pt x="3" y="109"/>
                    <a:pt x="3" y="109"/>
                  </a:cubicBezTo>
                  <a:cubicBezTo>
                    <a:pt x="3" y="110"/>
                    <a:pt x="3" y="110"/>
                    <a:pt x="3" y="110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5" y="112"/>
                    <a:pt x="5" y="112"/>
                  </a:cubicBezTo>
                  <a:cubicBezTo>
                    <a:pt x="5" y="113"/>
                    <a:pt x="5" y="113"/>
                    <a:pt x="5" y="113"/>
                  </a:cubicBezTo>
                  <a:cubicBezTo>
                    <a:pt x="6" y="113"/>
                    <a:pt x="6" y="113"/>
                    <a:pt x="6" y="113"/>
                  </a:cubicBezTo>
                  <a:cubicBezTo>
                    <a:pt x="8" y="113"/>
                    <a:pt x="8" y="113"/>
                    <a:pt x="8" y="113"/>
                  </a:cubicBezTo>
                  <a:cubicBezTo>
                    <a:pt x="8" y="112"/>
                    <a:pt x="8" y="112"/>
                    <a:pt x="8" y="112"/>
                  </a:cubicBezTo>
                  <a:cubicBezTo>
                    <a:pt x="8" y="111"/>
                    <a:pt x="8" y="111"/>
                    <a:pt x="8" y="111"/>
                  </a:cubicBezTo>
                  <a:cubicBezTo>
                    <a:pt x="9" y="111"/>
                    <a:pt x="9" y="111"/>
                    <a:pt x="9" y="111"/>
                  </a:cubicBezTo>
                  <a:cubicBezTo>
                    <a:pt x="9" y="112"/>
                    <a:pt x="9" y="112"/>
                    <a:pt x="9" y="112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9" y="113"/>
                    <a:pt x="9" y="113"/>
                    <a:pt x="9" y="113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9" y="115"/>
                    <a:pt x="9" y="115"/>
                    <a:pt x="9" y="115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9" y="116"/>
                    <a:pt x="9" y="116"/>
                    <a:pt x="9" y="116"/>
                  </a:cubicBezTo>
                  <a:cubicBezTo>
                    <a:pt x="10" y="117"/>
                    <a:pt x="10" y="117"/>
                    <a:pt x="10" y="117"/>
                  </a:cubicBezTo>
                  <a:cubicBezTo>
                    <a:pt x="10" y="117"/>
                    <a:pt x="10" y="117"/>
                    <a:pt x="10" y="117"/>
                  </a:cubicBezTo>
                  <a:cubicBezTo>
                    <a:pt x="9" y="117"/>
                    <a:pt x="9" y="117"/>
                    <a:pt x="9" y="117"/>
                  </a:cubicBezTo>
                  <a:cubicBezTo>
                    <a:pt x="9" y="117"/>
                    <a:pt x="9" y="117"/>
                    <a:pt x="9" y="117"/>
                  </a:cubicBezTo>
                  <a:cubicBezTo>
                    <a:pt x="9" y="118"/>
                    <a:pt x="9" y="118"/>
                    <a:pt x="9" y="118"/>
                  </a:cubicBezTo>
                  <a:cubicBezTo>
                    <a:pt x="10" y="119"/>
                    <a:pt x="10" y="119"/>
                    <a:pt x="10" y="119"/>
                  </a:cubicBezTo>
                  <a:cubicBezTo>
                    <a:pt x="9" y="120"/>
                    <a:pt x="9" y="120"/>
                    <a:pt x="9" y="120"/>
                  </a:cubicBezTo>
                  <a:cubicBezTo>
                    <a:pt x="9" y="120"/>
                    <a:pt x="9" y="120"/>
                    <a:pt x="9" y="120"/>
                  </a:cubicBezTo>
                  <a:cubicBezTo>
                    <a:pt x="9" y="121"/>
                    <a:pt x="9" y="121"/>
                    <a:pt x="9" y="121"/>
                  </a:cubicBezTo>
                  <a:cubicBezTo>
                    <a:pt x="9" y="121"/>
                    <a:pt x="9" y="121"/>
                    <a:pt x="9" y="121"/>
                  </a:cubicBezTo>
                  <a:cubicBezTo>
                    <a:pt x="9" y="122"/>
                    <a:pt x="9" y="122"/>
                    <a:pt x="9" y="122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9" y="123"/>
                    <a:pt x="9" y="123"/>
                    <a:pt x="9" y="123"/>
                  </a:cubicBezTo>
                  <a:cubicBezTo>
                    <a:pt x="9" y="124"/>
                    <a:pt x="9" y="124"/>
                    <a:pt x="9" y="124"/>
                  </a:cubicBezTo>
                  <a:cubicBezTo>
                    <a:pt x="9" y="124"/>
                    <a:pt x="9" y="124"/>
                    <a:pt x="9" y="124"/>
                  </a:cubicBezTo>
                  <a:cubicBezTo>
                    <a:pt x="9" y="125"/>
                    <a:pt x="9" y="125"/>
                    <a:pt x="9" y="125"/>
                  </a:cubicBezTo>
                  <a:cubicBezTo>
                    <a:pt x="9" y="125"/>
                    <a:pt x="9" y="125"/>
                    <a:pt x="9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1" y="126"/>
                    <a:pt x="11" y="126"/>
                    <a:pt x="11" y="126"/>
                  </a:cubicBezTo>
                  <a:cubicBezTo>
                    <a:pt x="11" y="126"/>
                    <a:pt x="11" y="126"/>
                    <a:pt x="11" y="126"/>
                  </a:cubicBezTo>
                  <a:cubicBezTo>
                    <a:pt x="11" y="127"/>
                    <a:pt x="11" y="127"/>
                    <a:pt x="11" y="127"/>
                  </a:cubicBezTo>
                  <a:cubicBezTo>
                    <a:pt x="12" y="127"/>
                    <a:pt x="12" y="127"/>
                    <a:pt x="12" y="127"/>
                  </a:cubicBezTo>
                  <a:cubicBezTo>
                    <a:pt x="12" y="128"/>
                    <a:pt x="12" y="128"/>
                    <a:pt x="12" y="128"/>
                  </a:cubicBezTo>
                  <a:cubicBezTo>
                    <a:pt x="11" y="129"/>
                    <a:pt x="11" y="129"/>
                    <a:pt x="11" y="129"/>
                  </a:cubicBezTo>
                  <a:cubicBezTo>
                    <a:pt x="10" y="130"/>
                    <a:pt x="10" y="130"/>
                    <a:pt x="10" y="130"/>
                  </a:cubicBezTo>
                  <a:cubicBezTo>
                    <a:pt x="9" y="130"/>
                    <a:pt x="9" y="130"/>
                    <a:pt x="9" y="130"/>
                  </a:cubicBezTo>
                  <a:cubicBezTo>
                    <a:pt x="9" y="131"/>
                    <a:pt x="9" y="131"/>
                    <a:pt x="9" y="131"/>
                  </a:cubicBezTo>
                  <a:cubicBezTo>
                    <a:pt x="10" y="131"/>
                    <a:pt x="10" y="131"/>
                    <a:pt x="10" y="131"/>
                  </a:cubicBezTo>
                  <a:cubicBezTo>
                    <a:pt x="9" y="132"/>
                    <a:pt x="9" y="132"/>
                    <a:pt x="9" y="132"/>
                  </a:cubicBezTo>
                  <a:cubicBezTo>
                    <a:pt x="9" y="132"/>
                    <a:pt x="9" y="132"/>
                    <a:pt x="9" y="132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9" y="133"/>
                    <a:pt x="9" y="133"/>
                    <a:pt x="9" y="133"/>
                  </a:cubicBezTo>
                  <a:cubicBezTo>
                    <a:pt x="9" y="135"/>
                    <a:pt x="9" y="135"/>
                    <a:pt x="9" y="135"/>
                  </a:cubicBezTo>
                  <a:cubicBezTo>
                    <a:pt x="8" y="135"/>
                    <a:pt x="8" y="135"/>
                    <a:pt x="8" y="135"/>
                  </a:cubicBezTo>
                  <a:cubicBezTo>
                    <a:pt x="9" y="136"/>
                    <a:pt x="9" y="136"/>
                    <a:pt x="9" y="136"/>
                  </a:cubicBezTo>
                  <a:cubicBezTo>
                    <a:pt x="9" y="136"/>
                    <a:pt x="9" y="136"/>
                    <a:pt x="9" y="136"/>
                  </a:cubicBezTo>
                  <a:cubicBezTo>
                    <a:pt x="9" y="138"/>
                    <a:pt x="9" y="138"/>
                    <a:pt x="9" y="138"/>
                  </a:cubicBezTo>
                  <a:cubicBezTo>
                    <a:pt x="8" y="138"/>
                    <a:pt x="8" y="138"/>
                    <a:pt x="8" y="138"/>
                  </a:cubicBezTo>
                  <a:cubicBezTo>
                    <a:pt x="8" y="139"/>
                    <a:pt x="8" y="139"/>
                    <a:pt x="8" y="139"/>
                  </a:cubicBezTo>
                  <a:cubicBezTo>
                    <a:pt x="8" y="138"/>
                    <a:pt x="8" y="138"/>
                    <a:pt x="8" y="138"/>
                  </a:cubicBezTo>
                  <a:cubicBezTo>
                    <a:pt x="8" y="138"/>
                    <a:pt x="8" y="138"/>
                    <a:pt x="8" y="138"/>
                  </a:cubicBezTo>
                  <a:cubicBezTo>
                    <a:pt x="8" y="137"/>
                    <a:pt x="8" y="137"/>
                    <a:pt x="8" y="137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8" y="135"/>
                    <a:pt x="8" y="135"/>
                    <a:pt x="8" y="135"/>
                  </a:cubicBezTo>
                  <a:cubicBezTo>
                    <a:pt x="8" y="135"/>
                    <a:pt x="8" y="135"/>
                    <a:pt x="8" y="135"/>
                  </a:cubicBezTo>
                  <a:cubicBezTo>
                    <a:pt x="7" y="136"/>
                    <a:pt x="7" y="136"/>
                    <a:pt x="7" y="136"/>
                  </a:cubicBezTo>
                  <a:cubicBezTo>
                    <a:pt x="6" y="136"/>
                    <a:pt x="6" y="136"/>
                    <a:pt x="6" y="136"/>
                  </a:cubicBezTo>
                  <a:cubicBezTo>
                    <a:pt x="5" y="136"/>
                    <a:pt x="5" y="136"/>
                    <a:pt x="5" y="136"/>
                  </a:cubicBezTo>
                  <a:cubicBezTo>
                    <a:pt x="5" y="136"/>
                    <a:pt x="5" y="136"/>
                    <a:pt x="5" y="136"/>
                  </a:cubicBezTo>
                  <a:cubicBezTo>
                    <a:pt x="6" y="136"/>
                    <a:pt x="6" y="136"/>
                    <a:pt x="6" y="136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7" y="134"/>
                    <a:pt x="7" y="134"/>
                    <a:pt x="7" y="134"/>
                  </a:cubicBezTo>
                  <a:cubicBezTo>
                    <a:pt x="6" y="134"/>
                    <a:pt x="6" y="134"/>
                    <a:pt x="6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4" y="134"/>
                    <a:pt x="4" y="134"/>
                    <a:pt x="4" y="134"/>
                  </a:cubicBezTo>
                  <a:cubicBezTo>
                    <a:pt x="3" y="134"/>
                    <a:pt x="3" y="134"/>
                    <a:pt x="3" y="134"/>
                  </a:cubicBezTo>
                  <a:cubicBezTo>
                    <a:pt x="3" y="134"/>
                    <a:pt x="3" y="134"/>
                    <a:pt x="3" y="134"/>
                  </a:cubicBezTo>
                  <a:cubicBezTo>
                    <a:pt x="3" y="135"/>
                    <a:pt x="3" y="135"/>
                    <a:pt x="3" y="135"/>
                  </a:cubicBezTo>
                  <a:cubicBezTo>
                    <a:pt x="3" y="136"/>
                    <a:pt x="3" y="136"/>
                    <a:pt x="3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4" y="136"/>
                    <a:pt x="4" y="136"/>
                    <a:pt x="4" y="136"/>
                  </a:cubicBezTo>
                  <a:cubicBezTo>
                    <a:pt x="3" y="136"/>
                    <a:pt x="3" y="136"/>
                    <a:pt x="3" y="136"/>
                  </a:cubicBezTo>
                  <a:cubicBezTo>
                    <a:pt x="3" y="137"/>
                    <a:pt x="3" y="137"/>
                    <a:pt x="3" y="137"/>
                  </a:cubicBezTo>
                  <a:cubicBezTo>
                    <a:pt x="2" y="137"/>
                    <a:pt x="2" y="137"/>
                    <a:pt x="2" y="137"/>
                  </a:cubicBezTo>
                  <a:cubicBezTo>
                    <a:pt x="2" y="138"/>
                    <a:pt x="2" y="138"/>
                    <a:pt x="2" y="138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1"/>
                    <a:pt x="2" y="141"/>
                    <a:pt x="2" y="141"/>
                  </a:cubicBezTo>
                  <a:cubicBezTo>
                    <a:pt x="3" y="141"/>
                    <a:pt x="3" y="141"/>
                    <a:pt x="3" y="141"/>
                  </a:cubicBezTo>
                  <a:cubicBezTo>
                    <a:pt x="3" y="140"/>
                    <a:pt x="3" y="140"/>
                    <a:pt x="3" y="140"/>
                  </a:cubicBezTo>
                  <a:cubicBezTo>
                    <a:pt x="3" y="140"/>
                    <a:pt x="3" y="140"/>
                    <a:pt x="3" y="140"/>
                  </a:cubicBezTo>
                  <a:cubicBezTo>
                    <a:pt x="2" y="140"/>
                    <a:pt x="2" y="140"/>
                    <a:pt x="2" y="140"/>
                  </a:cubicBezTo>
                  <a:cubicBezTo>
                    <a:pt x="2" y="139"/>
                    <a:pt x="2" y="139"/>
                    <a:pt x="2" y="139"/>
                  </a:cubicBezTo>
                  <a:cubicBezTo>
                    <a:pt x="3" y="138"/>
                    <a:pt x="3" y="138"/>
                    <a:pt x="3" y="138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4" y="138"/>
                    <a:pt x="4" y="138"/>
                    <a:pt x="4" y="138"/>
                  </a:cubicBezTo>
                  <a:cubicBezTo>
                    <a:pt x="4" y="139"/>
                    <a:pt x="4" y="139"/>
                    <a:pt x="4" y="139"/>
                  </a:cubicBezTo>
                  <a:cubicBezTo>
                    <a:pt x="5" y="139"/>
                    <a:pt x="5" y="139"/>
                    <a:pt x="5" y="139"/>
                  </a:cubicBezTo>
                  <a:cubicBezTo>
                    <a:pt x="6" y="139"/>
                    <a:pt x="6" y="139"/>
                    <a:pt x="6" y="139"/>
                  </a:cubicBezTo>
                  <a:cubicBezTo>
                    <a:pt x="6" y="139"/>
                    <a:pt x="6" y="139"/>
                    <a:pt x="6" y="139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8" y="140"/>
                    <a:pt x="8" y="140"/>
                    <a:pt x="8" y="140"/>
                  </a:cubicBezTo>
                  <a:cubicBezTo>
                    <a:pt x="9" y="141"/>
                    <a:pt x="9" y="141"/>
                    <a:pt x="9" y="141"/>
                  </a:cubicBezTo>
                  <a:cubicBezTo>
                    <a:pt x="8" y="141"/>
                    <a:pt x="8" y="141"/>
                    <a:pt x="8" y="141"/>
                  </a:cubicBezTo>
                  <a:cubicBezTo>
                    <a:pt x="8" y="141"/>
                    <a:pt x="8" y="141"/>
                    <a:pt x="8" y="141"/>
                  </a:cubicBezTo>
                  <a:cubicBezTo>
                    <a:pt x="8" y="142"/>
                    <a:pt x="8" y="142"/>
                    <a:pt x="8" y="142"/>
                  </a:cubicBezTo>
                  <a:cubicBezTo>
                    <a:pt x="8" y="142"/>
                    <a:pt x="8" y="142"/>
                    <a:pt x="8" y="142"/>
                  </a:cubicBezTo>
                  <a:cubicBezTo>
                    <a:pt x="8" y="142"/>
                    <a:pt x="8" y="142"/>
                    <a:pt x="8" y="142"/>
                  </a:cubicBezTo>
                  <a:cubicBezTo>
                    <a:pt x="8" y="143"/>
                    <a:pt x="8" y="143"/>
                    <a:pt x="8" y="143"/>
                  </a:cubicBezTo>
                  <a:cubicBezTo>
                    <a:pt x="9" y="143"/>
                    <a:pt x="9" y="143"/>
                    <a:pt x="9" y="143"/>
                  </a:cubicBezTo>
                  <a:cubicBezTo>
                    <a:pt x="9" y="144"/>
                    <a:pt x="9" y="144"/>
                    <a:pt x="9" y="144"/>
                  </a:cubicBezTo>
                  <a:cubicBezTo>
                    <a:pt x="8" y="143"/>
                    <a:pt x="8" y="143"/>
                    <a:pt x="8" y="143"/>
                  </a:cubicBezTo>
                  <a:cubicBezTo>
                    <a:pt x="7" y="143"/>
                    <a:pt x="7" y="143"/>
                    <a:pt x="7" y="143"/>
                  </a:cubicBezTo>
                  <a:cubicBezTo>
                    <a:pt x="7" y="143"/>
                    <a:pt x="7" y="143"/>
                    <a:pt x="7" y="143"/>
                  </a:cubicBezTo>
                  <a:cubicBezTo>
                    <a:pt x="7" y="144"/>
                    <a:pt x="7" y="144"/>
                    <a:pt x="7" y="144"/>
                  </a:cubicBezTo>
                  <a:cubicBezTo>
                    <a:pt x="8" y="144"/>
                    <a:pt x="8" y="144"/>
                    <a:pt x="8" y="144"/>
                  </a:cubicBezTo>
                  <a:cubicBezTo>
                    <a:pt x="8" y="145"/>
                    <a:pt x="8" y="145"/>
                    <a:pt x="8" y="145"/>
                  </a:cubicBezTo>
                  <a:cubicBezTo>
                    <a:pt x="9" y="145"/>
                    <a:pt x="9" y="145"/>
                    <a:pt x="9" y="145"/>
                  </a:cubicBezTo>
                  <a:cubicBezTo>
                    <a:pt x="10" y="144"/>
                    <a:pt x="10" y="144"/>
                    <a:pt x="10" y="144"/>
                  </a:cubicBezTo>
                  <a:cubicBezTo>
                    <a:pt x="11" y="145"/>
                    <a:pt x="11" y="145"/>
                    <a:pt x="11" y="145"/>
                  </a:cubicBezTo>
                  <a:cubicBezTo>
                    <a:pt x="11" y="145"/>
                    <a:pt x="11" y="145"/>
                    <a:pt x="11" y="145"/>
                  </a:cubicBezTo>
                  <a:cubicBezTo>
                    <a:pt x="12" y="144"/>
                    <a:pt x="12" y="144"/>
                    <a:pt x="12" y="144"/>
                  </a:cubicBezTo>
                  <a:cubicBezTo>
                    <a:pt x="12" y="145"/>
                    <a:pt x="12" y="145"/>
                    <a:pt x="12" y="145"/>
                  </a:cubicBezTo>
                  <a:cubicBezTo>
                    <a:pt x="12" y="145"/>
                    <a:pt x="12" y="145"/>
                    <a:pt x="12" y="145"/>
                  </a:cubicBezTo>
                  <a:cubicBezTo>
                    <a:pt x="11" y="145"/>
                    <a:pt x="11" y="145"/>
                    <a:pt x="11" y="145"/>
                  </a:cubicBezTo>
                  <a:cubicBezTo>
                    <a:pt x="11" y="145"/>
                    <a:pt x="11" y="145"/>
                    <a:pt x="11" y="145"/>
                  </a:cubicBezTo>
                  <a:cubicBezTo>
                    <a:pt x="10" y="146"/>
                    <a:pt x="10" y="146"/>
                    <a:pt x="10" y="146"/>
                  </a:cubicBezTo>
                  <a:cubicBezTo>
                    <a:pt x="10" y="145"/>
                    <a:pt x="10" y="145"/>
                    <a:pt x="10" y="145"/>
                  </a:cubicBezTo>
                  <a:cubicBezTo>
                    <a:pt x="8" y="146"/>
                    <a:pt x="8" y="146"/>
                    <a:pt x="8" y="146"/>
                  </a:cubicBezTo>
                  <a:cubicBezTo>
                    <a:pt x="8" y="146"/>
                    <a:pt x="8" y="146"/>
                    <a:pt x="8" y="146"/>
                  </a:cubicBezTo>
                  <a:cubicBezTo>
                    <a:pt x="8" y="147"/>
                    <a:pt x="8" y="147"/>
                    <a:pt x="8" y="147"/>
                  </a:cubicBezTo>
                  <a:cubicBezTo>
                    <a:pt x="9" y="147"/>
                    <a:pt x="9" y="147"/>
                    <a:pt x="9" y="147"/>
                  </a:cubicBezTo>
                  <a:cubicBezTo>
                    <a:pt x="9" y="148"/>
                    <a:pt x="9" y="148"/>
                    <a:pt x="9" y="148"/>
                  </a:cubicBezTo>
                  <a:cubicBezTo>
                    <a:pt x="10" y="148"/>
                    <a:pt x="10" y="148"/>
                    <a:pt x="10" y="148"/>
                  </a:cubicBezTo>
                  <a:cubicBezTo>
                    <a:pt x="11" y="148"/>
                    <a:pt x="11" y="148"/>
                    <a:pt x="11" y="148"/>
                  </a:cubicBezTo>
                  <a:cubicBezTo>
                    <a:pt x="11" y="148"/>
                    <a:pt x="11" y="148"/>
                    <a:pt x="11" y="148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50"/>
                    <a:pt x="10" y="150"/>
                    <a:pt x="10" y="150"/>
                  </a:cubicBezTo>
                  <a:cubicBezTo>
                    <a:pt x="9" y="150"/>
                    <a:pt x="9" y="150"/>
                    <a:pt x="9" y="150"/>
                  </a:cubicBezTo>
                  <a:cubicBezTo>
                    <a:pt x="9" y="150"/>
                    <a:pt x="9" y="150"/>
                    <a:pt x="9" y="150"/>
                  </a:cubicBezTo>
                  <a:cubicBezTo>
                    <a:pt x="10" y="152"/>
                    <a:pt x="10" y="152"/>
                    <a:pt x="10" y="152"/>
                  </a:cubicBezTo>
                  <a:cubicBezTo>
                    <a:pt x="10" y="153"/>
                    <a:pt x="10" y="153"/>
                    <a:pt x="10" y="153"/>
                  </a:cubicBezTo>
                  <a:cubicBezTo>
                    <a:pt x="10" y="154"/>
                    <a:pt x="10" y="154"/>
                    <a:pt x="10" y="154"/>
                  </a:cubicBezTo>
                  <a:cubicBezTo>
                    <a:pt x="11" y="155"/>
                    <a:pt x="11" y="155"/>
                    <a:pt x="11" y="155"/>
                  </a:cubicBezTo>
                  <a:cubicBezTo>
                    <a:pt x="12" y="155"/>
                    <a:pt x="12" y="155"/>
                    <a:pt x="12" y="155"/>
                  </a:cubicBezTo>
                  <a:cubicBezTo>
                    <a:pt x="12" y="154"/>
                    <a:pt x="12" y="154"/>
                    <a:pt x="12" y="154"/>
                  </a:cubicBezTo>
                  <a:cubicBezTo>
                    <a:pt x="12" y="152"/>
                    <a:pt x="12" y="152"/>
                    <a:pt x="12" y="152"/>
                  </a:cubicBezTo>
                  <a:cubicBezTo>
                    <a:pt x="13" y="152"/>
                    <a:pt x="13" y="152"/>
                    <a:pt x="13" y="152"/>
                  </a:cubicBezTo>
                  <a:cubicBezTo>
                    <a:pt x="13" y="152"/>
                    <a:pt x="13" y="152"/>
                    <a:pt x="13" y="152"/>
                  </a:cubicBezTo>
                  <a:cubicBezTo>
                    <a:pt x="12" y="152"/>
                    <a:pt x="12" y="152"/>
                    <a:pt x="12" y="152"/>
                  </a:cubicBezTo>
                  <a:cubicBezTo>
                    <a:pt x="12" y="154"/>
                    <a:pt x="12" y="154"/>
                    <a:pt x="12" y="154"/>
                  </a:cubicBezTo>
                  <a:cubicBezTo>
                    <a:pt x="12" y="154"/>
                    <a:pt x="12" y="154"/>
                    <a:pt x="12" y="154"/>
                  </a:cubicBezTo>
                  <a:cubicBezTo>
                    <a:pt x="13" y="155"/>
                    <a:pt x="13" y="155"/>
                    <a:pt x="13" y="155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55"/>
                    <a:pt x="13" y="155"/>
                    <a:pt x="13" y="155"/>
                  </a:cubicBezTo>
                  <a:cubicBezTo>
                    <a:pt x="12" y="155"/>
                    <a:pt x="12" y="155"/>
                    <a:pt x="12" y="155"/>
                  </a:cubicBezTo>
                  <a:cubicBezTo>
                    <a:pt x="11" y="156"/>
                    <a:pt x="11" y="156"/>
                    <a:pt x="11" y="156"/>
                  </a:cubicBezTo>
                  <a:cubicBezTo>
                    <a:pt x="11" y="156"/>
                    <a:pt x="11" y="156"/>
                    <a:pt x="11" y="156"/>
                  </a:cubicBezTo>
                  <a:cubicBezTo>
                    <a:pt x="11" y="157"/>
                    <a:pt x="11" y="157"/>
                    <a:pt x="11" y="157"/>
                  </a:cubicBezTo>
                  <a:cubicBezTo>
                    <a:pt x="11" y="157"/>
                    <a:pt x="11" y="157"/>
                    <a:pt x="11" y="157"/>
                  </a:cubicBezTo>
                  <a:cubicBezTo>
                    <a:pt x="11" y="158"/>
                    <a:pt x="11" y="158"/>
                    <a:pt x="11" y="158"/>
                  </a:cubicBezTo>
                  <a:cubicBezTo>
                    <a:pt x="10" y="158"/>
                    <a:pt x="10" y="158"/>
                    <a:pt x="10" y="158"/>
                  </a:cubicBezTo>
                  <a:cubicBezTo>
                    <a:pt x="10" y="159"/>
                    <a:pt x="10" y="159"/>
                    <a:pt x="10" y="159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13" y="160"/>
                    <a:pt x="13" y="160"/>
                    <a:pt x="13" y="160"/>
                  </a:cubicBezTo>
                  <a:cubicBezTo>
                    <a:pt x="14" y="160"/>
                    <a:pt x="14" y="160"/>
                    <a:pt x="14" y="160"/>
                  </a:cubicBezTo>
                  <a:cubicBezTo>
                    <a:pt x="14" y="161"/>
                    <a:pt x="14" y="161"/>
                    <a:pt x="14" y="161"/>
                  </a:cubicBezTo>
                  <a:cubicBezTo>
                    <a:pt x="13" y="161"/>
                    <a:pt x="13" y="161"/>
                    <a:pt x="13" y="161"/>
                  </a:cubicBezTo>
                  <a:cubicBezTo>
                    <a:pt x="14" y="162"/>
                    <a:pt x="14" y="162"/>
                    <a:pt x="14" y="162"/>
                  </a:cubicBezTo>
                  <a:cubicBezTo>
                    <a:pt x="14" y="162"/>
                    <a:pt x="14" y="162"/>
                    <a:pt x="14" y="162"/>
                  </a:cubicBezTo>
                  <a:cubicBezTo>
                    <a:pt x="15" y="161"/>
                    <a:pt x="15" y="161"/>
                    <a:pt x="15" y="161"/>
                  </a:cubicBezTo>
                  <a:cubicBezTo>
                    <a:pt x="15" y="162"/>
                    <a:pt x="15" y="162"/>
                    <a:pt x="15" y="162"/>
                  </a:cubicBezTo>
                  <a:cubicBezTo>
                    <a:pt x="14" y="162"/>
                    <a:pt x="14" y="162"/>
                    <a:pt x="14" y="162"/>
                  </a:cubicBezTo>
                  <a:cubicBezTo>
                    <a:pt x="14" y="163"/>
                    <a:pt x="14" y="163"/>
                    <a:pt x="14" y="163"/>
                  </a:cubicBezTo>
                  <a:cubicBezTo>
                    <a:pt x="13" y="163"/>
                    <a:pt x="13" y="163"/>
                    <a:pt x="13" y="163"/>
                  </a:cubicBezTo>
                  <a:cubicBezTo>
                    <a:pt x="14" y="163"/>
                    <a:pt x="14" y="163"/>
                    <a:pt x="14" y="163"/>
                  </a:cubicBezTo>
                  <a:cubicBezTo>
                    <a:pt x="14" y="163"/>
                    <a:pt x="14" y="163"/>
                    <a:pt x="14" y="163"/>
                  </a:cubicBezTo>
                  <a:cubicBezTo>
                    <a:pt x="14" y="164"/>
                    <a:pt x="14" y="164"/>
                    <a:pt x="14" y="164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6" y="164"/>
                    <a:pt x="16" y="164"/>
                    <a:pt x="16" y="164"/>
                  </a:cubicBezTo>
                  <a:cubicBezTo>
                    <a:pt x="16" y="165"/>
                    <a:pt x="16" y="165"/>
                    <a:pt x="16" y="165"/>
                  </a:cubicBezTo>
                  <a:cubicBezTo>
                    <a:pt x="16" y="166"/>
                    <a:pt x="16" y="166"/>
                    <a:pt x="16" y="166"/>
                  </a:cubicBezTo>
                  <a:cubicBezTo>
                    <a:pt x="16" y="166"/>
                    <a:pt x="16" y="166"/>
                    <a:pt x="16" y="166"/>
                  </a:cubicBezTo>
                  <a:cubicBezTo>
                    <a:pt x="15" y="165"/>
                    <a:pt x="15" y="165"/>
                    <a:pt x="15" y="165"/>
                  </a:cubicBezTo>
                  <a:cubicBezTo>
                    <a:pt x="15" y="166"/>
                    <a:pt x="15" y="166"/>
                    <a:pt x="15" y="166"/>
                  </a:cubicBezTo>
                  <a:cubicBezTo>
                    <a:pt x="15" y="166"/>
                    <a:pt x="15" y="166"/>
                    <a:pt x="15" y="166"/>
                  </a:cubicBezTo>
                  <a:cubicBezTo>
                    <a:pt x="16" y="167"/>
                    <a:pt x="16" y="167"/>
                    <a:pt x="16" y="167"/>
                  </a:cubicBezTo>
                  <a:cubicBezTo>
                    <a:pt x="16" y="167"/>
                    <a:pt x="16" y="167"/>
                    <a:pt x="16" y="167"/>
                  </a:cubicBezTo>
                  <a:cubicBezTo>
                    <a:pt x="16" y="168"/>
                    <a:pt x="16" y="168"/>
                    <a:pt x="16" y="168"/>
                  </a:cubicBezTo>
                  <a:cubicBezTo>
                    <a:pt x="16" y="168"/>
                    <a:pt x="16" y="168"/>
                    <a:pt x="16" y="168"/>
                  </a:cubicBezTo>
                  <a:cubicBezTo>
                    <a:pt x="17" y="169"/>
                    <a:pt x="17" y="169"/>
                    <a:pt x="17" y="169"/>
                  </a:cubicBezTo>
                  <a:cubicBezTo>
                    <a:pt x="18" y="169"/>
                    <a:pt x="18" y="169"/>
                    <a:pt x="18" y="169"/>
                  </a:cubicBezTo>
                  <a:cubicBezTo>
                    <a:pt x="17" y="168"/>
                    <a:pt x="17" y="168"/>
                    <a:pt x="17" y="168"/>
                  </a:cubicBezTo>
                  <a:cubicBezTo>
                    <a:pt x="18" y="167"/>
                    <a:pt x="18" y="167"/>
                    <a:pt x="18" y="167"/>
                  </a:cubicBezTo>
                  <a:cubicBezTo>
                    <a:pt x="17" y="167"/>
                    <a:pt x="17" y="167"/>
                    <a:pt x="17" y="167"/>
                  </a:cubicBezTo>
                  <a:cubicBezTo>
                    <a:pt x="18" y="167"/>
                    <a:pt x="18" y="167"/>
                    <a:pt x="18" y="167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9" y="168"/>
                    <a:pt x="19" y="168"/>
                    <a:pt x="19" y="168"/>
                  </a:cubicBezTo>
                  <a:cubicBezTo>
                    <a:pt x="19" y="168"/>
                    <a:pt x="19" y="168"/>
                    <a:pt x="19" y="168"/>
                  </a:cubicBezTo>
                  <a:cubicBezTo>
                    <a:pt x="20" y="167"/>
                    <a:pt x="20" y="167"/>
                    <a:pt x="20" y="167"/>
                  </a:cubicBezTo>
                  <a:cubicBezTo>
                    <a:pt x="20" y="167"/>
                    <a:pt x="20" y="167"/>
                    <a:pt x="20" y="167"/>
                  </a:cubicBezTo>
                  <a:cubicBezTo>
                    <a:pt x="19" y="166"/>
                    <a:pt x="19" y="166"/>
                    <a:pt x="19" y="166"/>
                  </a:cubicBezTo>
                  <a:cubicBezTo>
                    <a:pt x="18" y="166"/>
                    <a:pt x="18" y="166"/>
                    <a:pt x="18" y="166"/>
                  </a:cubicBezTo>
                  <a:cubicBezTo>
                    <a:pt x="18" y="166"/>
                    <a:pt x="18" y="166"/>
                    <a:pt x="18" y="166"/>
                  </a:cubicBezTo>
                  <a:cubicBezTo>
                    <a:pt x="19" y="166"/>
                    <a:pt x="19" y="166"/>
                    <a:pt x="19" y="166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20" y="167"/>
                    <a:pt x="20" y="167"/>
                    <a:pt x="20" y="167"/>
                  </a:cubicBezTo>
                  <a:cubicBezTo>
                    <a:pt x="21" y="167"/>
                    <a:pt x="21" y="167"/>
                    <a:pt x="21" y="167"/>
                  </a:cubicBezTo>
                  <a:cubicBezTo>
                    <a:pt x="21" y="166"/>
                    <a:pt x="21" y="166"/>
                    <a:pt x="21" y="166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19" y="166"/>
                    <a:pt x="19" y="166"/>
                    <a:pt x="19" y="166"/>
                  </a:cubicBezTo>
                  <a:cubicBezTo>
                    <a:pt x="18" y="165"/>
                    <a:pt x="18" y="165"/>
                    <a:pt x="18" y="165"/>
                  </a:cubicBezTo>
                  <a:cubicBezTo>
                    <a:pt x="19" y="165"/>
                    <a:pt x="19" y="165"/>
                    <a:pt x="19" y="165"/>
                  </a:cubicBezTo>
                  <a:cubicBezTo>
                    <a:pt x="20" y="165"/>
                    <a:pt x="20" y="165"/>
                    <a:pt x="20" y="165"/>
                  </a:cubicBezTo>
                  <a:cubicBezTo>
                    <a:pt x="22" y="166"/>
                    <a:pt x="22" y="166"/>
                    <a:pt x="22" y="166"/>
                  </a:cubicBezTo>
                  <a:cubicBezTo>
                    <a:pt x="22" y="167"/>
                    <a:pt x="22" y="167"/>
                    <a:pt x="22" y="167"/>
                  </a:cubicBezTo>
                  <a:cubicBezTo>
                    <a:pt x="21" y="168"/>
                    <a:pt x="21" y="168"/>
                    <a:pt x="21" y="168"/>
                  </a:cubicBezTo>
                  <a:cubicBezTo>
                    <a:pt x="21" y="168"/>
                    <a:pt x="21" y="168"/>
                    <a:pt x="21" y="168"/>
                  </a:cubicBezTo>
                  <a:cubicBezTo>
                    <a:pt x="22" y="169"/>
                    <a:pt x="22" y="169"/>
                    <a:pt x="22" y="169"/>
                  </a:cubicBezTo>
                  <a:cubicBezTo>
                    <a:pt x="22" y="170"/>
                    <a:pt x="22" y="170"/>
                    <a:pt x="22" y="170"/>
                  </a:cubicBezTo>
                  <a:cubicBezTo>
                    <a:pt x="21" y="170"/>
                    <a:pt x="21" y="170"/>
                    <a:pt x="21" y="170"/>
                  </a:cubicBezTo>
                  <a:cubicBezTo>
                    <a:pt x="22" y="169"/>
                    <a:pt x="22" y="169"/>
                    <a:pt x="22" y="169"/>
                  </a:cubicBezTo>
                  <a:cubicBezTo>
                    <a:pt x="21" y="168"/>
                    <a:pt x="21" y="168"/>
                    <a:pt x="21" y="168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20" y="169"/>
                    <a:pt x="20" y="169"/>
                    <a:pt x="20" y="169"/>
                  </a:cubicBezTo>
                  <a:cubicBezTo>
                    <a:pt x="20" y="169"/>
                    <a:pt x="20" y="169"/>
                    <a:pt x="20" y="169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9"/>
                    <a:pt x="18" y="169"/>
                    <a:pt x="18" y="169"/>
                  </a:cubicBezTo>
                  <a:cubicBezTo>
                    <a:pt x="17" y="169"/>
                    <a:pt x="17" y="169"/>
                    <a:pt x="17" y="169"/>
                  </a:cubicBezTo>
                  <a:cubicBezTo>
                    <a:pt x="16" y="170"/>
                    <a:pt x="16" y="170"/>
                    <a:pt x="16" y="170"/>
                  </a:cubicBezTo>
                  <a:cubicBezTo>
                    <a:pt x="17" y="170"/>
                    <a:pt x="17" y="170"/>
                    <a:pt x="17" y="170"/>
                  </a:cubicBezTo>
                  <a:cubicBezTo>
                    <a:pt x="17" y="171"/>
                    <a:pt x="17" y="171"/>
                    <a:pt x="17" y="171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18" y="172"/>
                    <a:pt x="18" y="172"/>
                    <a:pt x="18" y="172"/>
                  </a:cubicBezTo>
                  <a:cubicBezTo>
                    <a:pt x="18" y="173"/>
                    <a:pt x="18" y="173"/>
                    <a:pt x="18" y="173"/>
                  </a:cubicBezTo>
                  <a:cubicBezTo>
                    <a:pt x="18" y="173"/>
                    <a:pt x="18" y="173"/>
                    <a:pt x="18" y="173"/>
                  </a:cubicBezTo>
                  <a:cubicBezTo>
                    <a:pt x="18" y="173"/>
                    <a:pt x="18" y="173"/>
                    <a:pt x="18" y="173"/>
                  </a:cubicBezTo>
                  <a:cubicBezTo>
                    <a:pt x="19" y="172"/>
                    <a:pt x="19" y="172"/>
                    <a:pt x="19" y="172"/>
                  </a:cubicBezTo>
                  <a:cubicBezTo>
                    <a:pt x="19" y="173"/>
                    <a:pt x="19" y="173"/>
                    <a:pt x="19" y="173"/>
                  </a:cubicBezTo>
                  <a:cubicBezTo>
                    <a:pt x="20" y="173"/>
                    <a:pt x="20" y="173"/>
                    <a:pt x="20" y="173"/>
                  </a:cubicBezTo>
                  <a:cubicBezTo>
                    <a:pt x="20" y="173"/>
                    <a:pt x="20" y="173"/>
                    <a:pt x="20" y="173"/>
                  </a:cubicBezTo>
                  <a:cubicBezTo>
                    <a:pt x="19" y="173"/>
                    <a:pt x="19" y="173"/>
                    <a:pt x="19" y="173"/>
                  </a:cubicBezTo>
                  <a:cubicBezTo>
                    <a:pt x="18" y="174"/>
                    <a:pt x="18" y="174"/>
                    <a:pt x="18" y="174"/>
                  </a:cubicBezTo>
                  <a:cubicBezTo>
                    <a:pt x="19" y="174"/>
                    <a:pt x="19" y="174"/>
                    <a:pt x="19" y="174"/>
                  </a:cubicBezTo>
                  <a:cubicBezTo>
                    <a:pt x="20" y="174"/>
                    <a:pt x="20" y="174"/>
                    <a:pt x="20" y="174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2" y="174"/>
                    <a:pt x="22" y="174"/>
                    <a:pt x="22" y="174"/>
                  </a:cubicBezTo>
                  <a:cubicBezTo>
                    <a:pt x="21" y="173"/>
                    <a:pt x="21" y="173"/>
                    <a:pt x="21" y="173"/>
                  </a:cubicBezTo>
                  <a:cubicBezTo>
                    <a:pt x="22" y="173"/>
                    <a:pt x="22" y="173"/>
                    <a:pt x="22" y="173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20" y="172"/>
                    <a:pt x="20" y="172"/>
                    <a:pt x="20" y="172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21" y="172"/>
                    <a:pt x="21" y="172"/>
                    <a:pt x="21" y="172"/>
                  </a:cubicBezTo>
                  <a:cubicBezTo>
                    <a:pt x="21" y="171"/>
                    <a:pt x="21" y="171"/>
                    <a:pt x="21" y="171"/>
                  </a:cubicBezTo>
                  <a:cubicBezTo>
                    <a:pt x="21" y="171"/>
                    <a:pt x="21" y="171"/>
                    <a:pt x="21" y="171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3" y="171"/>
                    <a:pt x="23" y="171"/>
                    <a:pt x="23" y="171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3" y="172"/>
                    <a:pt x="23" y="172"/>
                    <a:pt x="23" y="172"/>
                  </a:cubicBezTo>
                  <a:cubicBezTo>
                    <a:pt x="24" y="171"/>
                    <a:pt x="24" y="171"/>
                    <a:pt x="24" y="171"/>
                  </a:cubicBezTo>
                  <a:cubicBezTo>
                    <a:pt x="25" y="171"/>
                    <a:pt x="25" y="171"/>
                    <a:pt x="25" y="171"/>
                  </a:cubicBezTo>
                  <a:cubicBezTo>
                    <a:pt x="25" y="171"/>
                    <a:pt x="25" y="171"/>
                    <a:pt x="25" y="171"/>
                  </a:cubicBezTo>
                  <a:cubicBezTo>
                    <a:pt x="26" y="171"/>
                    <a:pt x="26" y="171"/>
                    <a:pt x="26" y="171"/>
                  </a:cubicBezTo>
                  <a:cubicBezTo>
                    <a:pt x="27" y="171"/>
                    <a:pt x="27" y="171"/>
                    <a:pt x="27" y="171"/>
                  </a:cubicBezTo>
                  <a:cubicBezTo>
                    <a:pt x="27" y="172"/>
                    <a:pt x="27" y="172"/>
                    <a:pt x="27" y="172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6" y="172"/>
                    <a:pt x="26" y="172"/>
                    <a:pt x="26" y="172"/>
                  </a:cubicBezTo>
                  <a:cubicBezTo>
                    <a:pt x="25" y="172"/>
                    <a:pt x="25" y="172"/>
                    <a:pt x="25" y="172"/>
                  </a:cubicBezTo>
                  <a:cubicBezTo>
                    <a:pt x="24" y="172"/>
                    <a:pt x="24" y="172"/>
                    <a:pt x="24" y="172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3" y="173"/>
                    <a:pt x="23" y="173"/>
                    <a:pt x="23" y="173"/>
                  </a:cubicBezTo>
                  <a:cubicBezTo>
                    <a:pt x="22" y="173"/>
                    <a:pt x="22" y="173"/>
                    <a:pt x="22" y="173"/>
                  </a:cubicBezTo>
                  <a:cubicBezTo>
                    <a:pt x="22" y="174"/>
                    <a:pt x="22" y="174"/>
                    <a:pt x="22" y="174"/>
                  </a:cubicBezTo>
                  <a:cubicBezTo>
                    <a:pt x="22" y="174"/>
                    <a:pt x="22" y="174"/>
                    <a:pt x="22" y="174"/>
                  </a:cubicBezTo>
                  <a:cubicBezTo>
                    <a:pt x="22" y="175"/>
                    <a:pt x="22" y="175"/>
                    <a:pt x="22" y="175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1" y="175"/>
                    <a:pt x="21" y="175"/>
                    <a:pt x="21" y="175"/>
                  </a:cubicBezTo>
                  <a:cubicBezTo>
                    <a:pt x="22" y="175"/>
                    <a:pt x="22" y="175"/>
                    <a:pt x="22" y="175"/>
                  </a:cubicBezTo>
                  <a:cubicBezTo>
                    <a:pt x="22" y="176"/>
                    <a:pt x="22" y="176"/>
                    <a:pt x="22" y="176"/>
                  </a:cubicBezTo>
                  <a:cubicBezTo>
                    <a:pt x="22" y="176"/>
                    <a:pt x="22" y="176"/>
                    <a:pt x="22" y="176"/>
                  </a:cubicBezTo>
                  <a:cubicBezTo>
                    <a:pt x="23" y="177"/>
                    <a:pt x="23" y="177"/>
                    <a:pt x="23" y="177"/>
                  </a:cubicBezTo>
                  <a:cubicBezTo>
                    <a:pt x="24" y="177"/>
                    <a:pt x="24" y="177"/>
                    <a:pt x="24" y="177"/>
                  </a:cubicBezTo>
                  <a:cubicBezTo>
                    <a:pt x="24" y="177"/>
                    <a:pt x="24" y="177"/>
                    <a:pt x="24" y="177"/>
                  </a:cubicBezTo>
                  <a:cubicBezTo>
                    <a:pt x="24" y="177"/>
                    <a:pt x="24" y="177"/>
                    <a:pt x="24" y="177"/>
                  </a:cubicBezTo>
                  <a:cubicBezTo>
                    <a:pt x="24" y="176"/>
                    <a:pt x="24" y="176"/>
                    <a:pt x="24" y="176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5" y="175"/>
                    <a:pt x="25" y="175"/>
                    <a:pt x="25" y="175"/>
                  </a:cubicBezTo>
                  <a:cubicBezTo>
                    <a:pt x="25" y="175"/>
                    <a:pt x="25" y="175"/>
                    <a:pt x="25" y="175"/>
                  </a:cubicBezTo>
                  <a:cubicBezTo>
                    <a:pt x="26" y="174"/>
                    <a:pt x="26" y="174"/>
                    <a:pt x="26" y="174"/>
                  </a:cubicBezTo>
                  <a:cubicBezTo>
                    <a:pt x="26" y="174"/>
                    <a:pt x="26" y="174"/>
                    <a:pt x="26" y="174"/>
                  </a:cubicBezTo>
                  <a:cubicBezTo>
                    <a:pt x="27" y="173"/>
                    <a:pt x="27" y="173"/>
                    <a:pt x="27" y="173"/>
                  </a:cubicBezTo>
                  <a:cubicBezTo>
                    <a:pt x="28" y="172"/>
                    <a:pt x="28" y="172"/>
                    <a:pt x="28" y="172"/>
                  </a:cubicBezTo>
                  <a:cubicBezTo>
                    <a:pt x="28" y="173"/>
                    <a:pt x="28" y="173"/>
                    <a:pt x="28" y="173"/>
                  </a:cubicBezTo>
                  <a:cubicBezTo>
                    <a:pt x="28" y="173"/>
                    <a:pt x="28" y="173"/>
                    <a:pt x="28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9" y="173"/>
                    <a:pt x="29" y="173"/>
                    <a:pt x="29" y="173"/>
                  </a:cubicBezTo>
                  <a:cubicBezTo>
                    <a:pt x="28" y="173"/>
                    <a:pt x="28" y="173"/>
                    <a:pt x="28" y="173"/>
                  </a:cubicBezTo>
                  <a:cubicBezTo>
                    <a:pt x="28" y="174"/>
                    <a:pt x="28" y="174"/>
                    <a:pt x="28" y="174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7" y="175"/>
                    <a:pt x="27" y="175"/>
                    <a:pt x="27" y="175"/>
                  </a:cubicBezTo>
                  <a:cubicBezTo>
                    <a:pt x="27" y="176"/>
                    <a:pt x="27" y="176"/>
                    <a:pt x="27" y="176"/>
                  </a:cubicBezTo>
                  <a:cubicBezTo>
                    <a:pt x="27" y="177"/>
                    <a:pt x="27" y="177"/>
                    <a:pt x="27" y="177"/>
                  </a:cubicBezTo>
                  <a:cubicBezTo>
                    <a:pt x="27" y="177"/>
                    <a:pt x="27" y="177"/>
                    <a:pt x="27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7" y="177"/>
                    <a:pt x="27" y="177"/>
                    <a:pt x="27" y="177"/>
                  </a:cubicBezTo>
                  <a:cubicBezTo>
                    <a:pt x="27" y="176"/>
                    <a:pt x="27" y="176"/>
                    <a:pt x="27" y="176"/>
                  </a:cubicBezTo>
                  <a:cubicBezTo>
                    <a:pt x="26" y="176"/>
                    <a:pt x="26" y="176"/>
                    <a:pt x="26" y="176"/>
                  </a:cubicBezTo>
                  <a:cubicBezTo>
                    <a:pt x="26" y="176"/>
                    <a:pt x="26" y="176"/>
                    <a:pt x="26" y="176"/>
                  </a:cubicBezTo>
                  <a:cubicBezTo>
                    <a:pt x="26" y="176"/>
                    <a:pt x="26" y="176"/>
                    <a:pt x="26" y="176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5" y="176"/>
                    <a:pt x="25" y="176"/>
                    <a:pt x="25" y="176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7" y="179"/>
                    <a:pt x="27" y="179"/>
                    <a:pt x="27" y="179"/>
                  </a:cubicBezTo>
                  <a:cubicBezTo>
                    <a:pt x="28" y="179"/>
                    <a:pt x="28" y="179"/>
                    <a:pt x="28" y="179"/>
                  </a:cubicBezTo>
                  <a:cubicBezTo>
                    <a:pt x="29" y="179"/>
                    <a:pt x="29" y="179"/>
                    <a:pt x="29" y="179"/>
                  </a:cubicBezTo>
                  <a:cubicBezTo>
                    <a:pt x="29" y="179"/>
                    <a:pt x="29" y="179"/>
                    <a:pt x="29" y="179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0" y="179"/>
                    <a:pt x="30" y="179"/>
                    <a:pt x="30" y="179"/>
                  </a:cubicBezTo>
                  <a:cubicBezTo>
                    <a:pt x="31" y="178"/>
                    <a:pt x="31" y="178"/>
                    <a:pt x="31" y="178"/>
                  </a:cubicBezTo>
                  <a:cubicBezTo>
                    <a:pt x="30" y="177"/>
                    <a:pt x="30" y="177"/>
                    <a:pt x="30" y="177"/>
                  </a:cubicBezTo>
                  <a:cubicBezTo>
                    <a:pt x="30" y="176"/>
                    <a:pt x="30" y="176"/>
                    <a:pt x="30" y="176"/>
                  </a:cubicBezTo>
                  <a:cubicBezTo>
                    <a:pt x="30" y="176"/>
                    <a:pt x="30" y="176"/>
                    <a:pt x="30" y="176"/>
                  </a:cubicBezTo>
                  <a:cubicBezTo>
                    <a:pt x="30" y="175"/>
                    <a:pt x="30" y="175"/>
                    <a:pt x="30" y="175"/>
                  </a:cubicBezTo>
                  <a:cubicBezTo>
                    <a:pt x="30" y="174"/>
                    <a:pt x="30" y="174"/>
                    <a:pt x="30" y="174"/>
                  </a:cubicBezTo>
                  <a:cubicBezTo>
                    <a:pt x="30" y="173"/>
                    <a:pt x="30" y="173"/>
                    <a:pt x="30" y="173"/>
                  </a:cubicBezTo>
                  <a:cubicBezTo>
                    <a:pt x="30" y="172"/>
                    <a:pt x="30" y="172"/>
                    <a:pt x="30" y="172"/>
                  </a:cubicBezTo>
                  <a:cubicBezTo>
                    <a:pt x="31" y="172"/>
                    <a:pt x="31" y="172"/>
                    <a:pt x="31" y="172"/>
                  </a:cubicBezTo>
                  <a:cubicBezTo>
                    <a:pt x="33" y="171"/>
                    <a:pt x="33" y="171"/>
                    <a:pt x="33" y="171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6" y="168"/>
                    <a:pt x="36" y="168"/>
                    <a:pt x="36" y="168"/>
                  </a:cubicBezTo>
                  <a:cubicBezTo>
                    <a:pt x="37" y="169"/>
                    <a:pt x="37" y="169"/>
                    <a:pt x="37" y="169"/>
                  </a:cubicBezTo>
                  <a:cubicBezTo>
                    <a:pt x="37" y="169"/>
                    <a:pt x="37" y="169"/>
                    <a:pt x="37" y="169"/>
                  </a:cubicBezTo>
                  <a:cubicBezTo>
                    <a:pt x="38" y="169"/>
                    <a:pt x="38" y="169"/>
                    <a:pt x="38" y="169"/>
                  </a:cubicBezTo>
                  <a:close/>
                  <a:moveTo>
                    <a:pt x="46" y="190"/>
                  </a:moveTo>
                  <a:cubicBezTo>
                    <a:pt x="47" y="190"/>
                    <a:pt x="47" y="190"/>
                    <a:pt x="47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7" y="190"/>
                    <a:pt x="47" y="190"/>
                    <a:pt x="47" y="190"/>
                  </a:cubicBezTo>
                  <a:cubicBezTo>
                    <a:pt x="47" y="190"/>
                    <a:pt x="46" y="190"/>
                    <a:pt x="46" y="190"/>
                  </a:cubicBezTo>
                  <a:close/>
                  <a:moveTo>
                    <a:pt x="6" y="117"/>
                  </a:moveTo>
                  <a:cubicBezTo>
                    <a:pt x="5" y="117"/>
                    <a:pt x="5" y="117"/>
                    <a:pt x="5" y="117"/>
                  </a:cubicBezTo>
                  <a:cubicBezTo>
                    <a:pt x="5" y="117"/>
                    <a:pt x="5" y="117"/>
                    <a:pt x="5" y="117"/>
                  </a:cubicBezTo>
                  <a:cubicBezTo>
                    <a:pt x="5" y="117"/>
                    <a:pt x="5" y="117"/>
                    <a:pt x="5" y="117"/>
                  </a:cubicBezTo>
                  <a:cubicBezTo>
                    <a:pt x="6" y="118"/>
                    <a:pt x="6" y="118"/>
                    <a:pt x="6" y="118"/>
                  </a:cubicBezTo>
                  <a:cubicBezTo>
                    <a:pt x="6" y="119"/>
                    <a:pt x="6" y="119"/>
                    <a:pt x="6" y="119"/>
                  </a:cubicBezTo>
                  <a:cubicBezTo>
                    <a:pt x="7" y="119"/>
                    <a:pt x="7" y="119"/>
                    <a:pt x="7" y="119"/>
                  </a:cubicBezTo>
                  <a:cubicBezTo>
                    <a:pt x="6" y="120"/>
                    <a:pt x="6" y="120"/>
                    <a:pt x="6" y="120"/>
                  </a:cubicBezTo>
                  <a:cubicBezTo>
                    <a:pt x="6" y="119"/>
                    <a:pt x="6" y="119"/>
                    <a:pt x="6" y="119"/>
                  </a:cubicBezTo>
                  <a:cubicBezTo>
                    <a:pt x="5" y="120"/>
                    <a:pt x="5" y="120"/>
                    <a:pt x="5" y="120"/>
                  </a:cubicBezTo>
                  <a:cubicBezTo>
                    <a:pt x="5" y="121"/>
                    <a:pt x="5" y="121"/>
                    <a:pt x="5" y="121"/>
                  </a:cubicBezTo>
                  <a:cubicBezTo>
                    <a:pt x="5" y="121"/>
                    <a:pt x="5" y="121"/>
                    <a:pt x="5" y="121"/>
                  </a:cubicBezTo>
                  <a:cubicBezTo>
                    <a:pt x="4" y="121"/>
                    <a:pt x="4" y="121"/>
                    <a:pt x="4" y="121"/>
                  </a:cubicBezTo>
                  <a:cubicBezTo>
                    <a:pt x="3" y="121"/>
                    <a:pt x="3" y="121"/>
                    <a:pt x="3" y="121"/>
                  </a:cubicBezTo>
                  <a:cubicBezTo>
                    <a:pt x="3" y="120"/>
                    <a:pt x="3" y="120"/>
                    <a:pt x="3" y="120"/>
                  </a:cubicBezTo>
                  <a:cubicBezTo>
                    <a:pt x="3" y="117"/>
                    <a:pt x="3" y="117"/>
                    <a:pt x="3" y="117"/>
                  </a:cubicBezTo>
                  <a:cubicBezTo>
                    <a:pt x="3" y="116"/>
                    <a:pt x="3" y="116"/>
                    <a:pt x="3" y="116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16"/>
                    <a:pt x="2" y="116"/>
                    <a:pt x="2" y="116"/>
                  </a:cubicBezTo>
                  <a:cubicBezTo>
                    <a:pt x="2" y="115"/>
                    <a:pt x="2" y="115"/>
                    <a:pt x="2" y="115"/>
                  </a:cubicBezTo>
                  <a:cubicBezTo>
                    <a:pt x="3" y="115"/>
                    <a:pt x="3" y="115"/>
                    <a:pt x="3" y="115"/>
                  </a:cubicBezTo>
                  <a:cubicBezTo>
                    <a:pt x="3" y="114"/>
                    <a:pt x="3" y="114"/>
                    <a:pt x="3" y="114"/>
                  </a:cubicBezTo>
                  <a:cubicBezTo>
                    <a:pt x="3" y="114"/>
                    <a:pt x="3" y="114"/>
                    <a:pt x="3" y="114"/>
                  </a:cubicBezTo>
                  <a:cubicBezTo>
                    <a:pt x="3" y="113"/>
                    <a:pt x="3" y="113"/>
                    <a:pt x="3" y="113"/>
                  </a:cubicBezTo>
                  <a:cubicBezTo>
                    <a:pt x="3" y="113"/>
                    <a:pt x="3" y="113"/>
                    <a:pt x="3" y="113"/>
                  </a:cubicBezTo>
                  <a:cubicBezTo>
                    <a:pt x="4" y="113"/>
                    <a:pt x="4" y="113"/>
                    <a:pt x="4" y="113"/>
                  </a:cubicBezTo>
                  <a:cubicBezTo>
                    <a:pt x="5" y="113"/>
                    <a:pt x="5" y="113"/>
                    <a:pt x="5" y="113"/>
                  </a:cubicBezTo>
                  <a:cubicBezTo>
                    <a:pt x="6" y="114"/>
                    <a:pt x="6" y="114"/>
                    <a:pt x="6" y="114"/>
                  </a:cubicBezTo>
                  <a:cubicBezTo>
                    <a:pt x="6" y="115"/>
                    <a:pt x="6" y="115"/>
                    <a:pt x="6" y="115"/>
                  </a:cubicBezTo>
                  <a:cubicBezTo>
                    <a:pt x="6" y="116"/>
                    <a:pt x="6" y="116"/>
                    <a:pt x="6" y="116"/>
                  </a:cubicBezTo>
                  <a:cubicBezTo>
                    <a:pt x="6" y="116"/>
                    <a:pt x="6" y="116"/>
                    <a:pt x="6" y="116"/>
                  </a:cubicBezTo>
                  <a:cubicBezTo>
                    <a:pt x="5" y="116"/>
                    <a:pt x="5" y="116"/>
                    <a:pt x="5" y="116"/>
                  </a:cubicBezTo>
                  <a:cubicBezTo>
                    <a:pt x="6" y="117"/>
                    <a:pt x="6" y="117"/>
                    <a:pt x="6" y="117"/>
                  </a:cubicBezTo>
                  <a:cubicBezTo>
                    <a:pt x="6" y="117"/>
                    <a:pt x="6" y="117"/>
                    <a:pt x="6" y="117"/>
                  </a:cubicBezTo>
                  <a:cubicBezTo>
                    <a:pt x="6" y="117"/>
                    <a:pt x="6" y="117"/>
                    <a:pt x="6" y="117"/>
                  </a:cubicBezTo>
                  <a:close/>
                  <a:moveTo>
                    <a:pt x="7" y="115"/>
                  </a:moveTo>
                  <a:cubicBezTo>
                    <a:pt x="8" y="115"/>
                    <a:pt x="8" y="115"/>
                    <a:pt x="8" y="115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7" y="115"/>
                    <a:pt x="7" y="115"/>
                    <a:pt x="7" y="115"/>
                  </a:cubicBezTo>
                  <a:close/>
                  <a:moveTo>
                    <a:pt x="2" y="123"/>
                  </a:moveTo>
                  <a:cubicBezTo>
                    <a:pt x="2" y="123"/>
                    <a:pt x="2" y="123"/>
                    <a:pt x="2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3" y="123"/>
                    <a:pt x="3" y="123"/>
                    <a:pt x="3" y="123"/>
                  </a:cubicBezTo>
                  <a:cubicBezTo>
                    <a:pt x="2" y="123"/>
                    <a:pt x="2" y="123"/>
                    <a:pt x="2" y="123"/>
                  </a:cubicBezTo>
                  <a:cubicBezTo>
                    <a:pt x="2" y="123"/>
                    <a:pt x="2" y="123"/>
                    <a:pt x="2" y="123"/>
                  </a:cubicBezTo>
                  <a:close/>
                  <a:moveTo>
                    <a:pt x="8" y="124"/>
                  </a:moveTo>
                  <a:cubicBezTo>
                    <a:pt x="9" y="123"/>
                    <a:pt x="9" y="123"/>
                    <a:pt x="9" y="123"/>
                  </a:cubicBezTo>
                  <a:cubicBezTo>
                    <a:pt x="9" y="124"/>
                    <a:pt x="9" y="124"/>
                    <a:pt x="9" y="124"/>
                  </a:cubicBezTo>
                  <a:cubicBezTo>
                    <a:pt x="8" y="124"/>
                    <a:pt x="8" y="124"/>
                    <a:pt x="8" y="124"/>
                  </a:cubicBezTo>
                  <a:cubicBezTo>
                    <a:pt x="8" y="124"/>
                    <a:pt x="8" y="124"/>
                    <a:pt x="8" y="124"/>
                  </a:cubicBezTo>
                  <a:close/>
                  <a:moveTo>
                    <a:pt x="7" y="124"/>
                  </a:moveTo>
                  <a:cubicBezTo>
                    <a:pt x="7" y="124"/>
                    <a:pt x="7" y="124"/>
                    <a:pt x="7" y="124"/>
                  </a:cubicBezTo>
                  <a:cubicBezTo>
                    <a:pt x="7" y="125"/>
                    <a:pt x="7" y="125"/>
                    <a:pt x="7" y="125"/>
                  </a:cubicBezTo>
                  <a:cubicBezTo>
                    <a:pt x="7" y="125"/>
                    <a:pt x="7" y="125"/>
                    <a:pt x="7" y="125"/>
                  </a:cubicBezTo>
                  <a:cubicBezTo>
                    <a:pt x="7" y="124"/>
                    <a:pt x="7" y="124"/>
                    <a:pt x="7" y="124"/>
                  </a:cubicBezTo>
                  <a:cubicBezTo>
                    <a:pt x="6" y="124"/>
                    <a:pt x="6" y="124"/>
                    <a:pt x="6" y="124"/>
                  </a:cubicBezTo>
                  <a:cubicBezTo>
                    <a:pt x="7" y="124"/>
                    <a:pt x="7" y="124"/>
                    <a:pt x="7" y="124"/>
                  </a:cubicBezTo>
                  <a:close/>
                  <a:moveTo>
                    <a:pt x="5" y="123"/>
                  </a:moveTo>
                  <a:cubicBezTo>
                    <a:pt x="5" y="123"/>
                    <a:pt x="5" y="123"/>
                    <a:pt x="5" y="123"/>
                  </a:cubicBezTo>
                  <a:cubicBezTo>
                    <a:pt x="6" y="123"/>
                    <a:pt x="6" y="123"/>
                    <a:pt x="6" y="123"/>
                  </a:cubicBezTo>
                  <a:cubicBezTo>
                    <a:pt x="5" y="124"/>
                    <a:pt x="5" y="124"/>
                    <a:pt x="5" y="124"/>
                  </a:cubicBezTo>
                  <a:cubicBezTo>
                    <a:pt x="5" y="123"/>
                    <a:pt x="5" y="123"/>
                    <a:pt x="5" y="123"/>
                  </a:cubicBezTo>
                  <a:close/>
                  <a:moveTo>
                    <a:pt x="5" y="125"/>
                  </a:moveTo>
                  <a:cubicBezTo>
                    <a:pt x="5" y="125"/>
                    <a:pt x="5" y="125"/>
                    <a:pt x="5" y="125"/>
                  </a:cubicBezTo>
                  <a:cubicBezTo>
                    <a:pt x="5" y="125"/>
                    <a:pt x="5" y="125"/>
                    <a:pt x="5" y="125"/>
                  </a:cubicBezTo>
                  <a:cubicBezTo>
                    <a:pt x="5" y="125"/>
                    <a:pt x="5" y="125"/>
                    <a:pt x="5" y="125"/>
                  </a:cubicBezTo>
                  <a:cubicBezTo>
                    <a:pt x="5" y="125"/>
                    <a:pt x="5" y="125"/>
                    <a:pt x="5" y="125"/>
                  </a:cubicBezTo>
                  <a:close/>
                  <a:moveTo>
                    <a:pt x="4" y="126"/>
                  </a:moveTo>
                  <a:cubicBezTo>
                    <a:pt x="4" y="125"/>
                    <a:pt x="4" y="125"/>
                    <a:pt x="4" y="125"/>
                  </a:cubicBezTo>
                  <a:cubicBezTo>
                    <a:pt x="5" y="125"/>
                    <a:pt x="5" y="125"/>
                    <a:pt x="5" y="125"/>
                  </a:cubicBezTo>
                  <a:cubicBezTo>
                    <a:pt x="5" y="126"/>
                    <a:pt x="5" y="126"/>
                    <a:pt x="5" y="126"/>
                  </a:cubicBezTo>
                  <a:cubicBezTo>
                    <a:pt x="5" y="126"/>
                    <a:pt x="5" y="126"/>
                    <a:pt x="5" y="126"/>
                  </a:cubicBezTo>
                  <a:cubicBezTo>
                    <a:pt x="4" y="126"/>
                    <a:pt x="4" y="126"/>
                    <a:pt x="4" y="126"/>
                  </a:cubicBezTo>
                  <a:cubicBezTo>
                    <a:pt x="4" y="126"/>
                    <a:pt x="4" y="126"/>
                    <a:pt x="4" y="126"/>
                  </a:cubicBezTo>
                  <a:cubicBezTo>
                    <a:pt x="4" y="126"/>
                    <a:pt x="4" y="126"/>
                    <a:pt x="4" y="126"/>
                  </a:cubicBezTo>
                  <a:close/>
                  <a:moveTo>
                    <a:pt x="3" y="127"/>
                  </a:moveTo>
                  <a:cubicBezTo>
                    <a:pt x="3" y="128"/>
                    <a:pt x="3" y="128"/>
                    <a:pt x="3" y="128"/>
                  </a:cubicBezTo>
                  <a:cubicBezTo>
                    <a:pt x="3" y="128"/>
                    <a:pt x="3" y="128"/>
                    <a:pt x="3" y="128"/>
                  </a:cubicBezTo>
                  <a:cubicBezTo>
                    <a:pt x="3" y="128"/>
                    <a:pt x="3" y="128"/>
                    <a:pt x="3" y="128"/>
                  </a:cubicBezTo>
                  <a:cubicBezTo>
                    <a:pt x="3" y="127"/>
                    <a:pt x="3" y="127"/>
                    <a:pt x="3" y="127"/>
                  </a:cubicBezTo>
                  <a:close/>
                  <a:moveTo>
                    <a:pt x="7" y="127"/>
                  </a:moveTo>
                  <a:cubicBezTo>
                    <a:pt x="7" y="128"/>
                    <a:pt x="7" y="128"/>
                    <a:pt x="7" y="128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7" y="127"/>
                    <a:pt x="7" y="127"/>
                    <a:pt x="7" y="127"/>
                  </a:cubicBezTo>
                  <a:close/>
                  <a:moveTo>
                    <a:pt x="6" y="127"/>
                  </a:moveTo>
                  <a:cubicBezTo>
                    <a:pt x="7" y="126"/>
                    <a:pt x="7" y="126"/>
                    <a:pt x="7" y="126"/>
                  </a:cubicBezTo>
                  <a:cubicBezTo>
                    <a:pt x="7" y="127"/>
                    <a:pt x="7" y="127"/>
                    <a:pt x="7" y="127"/>
                  </a:cubicBezTo>
                  <a:cubicBezTo>
                    <a:pt x="6" y="127"/>
                    <a:pt x="6" y="127"/>
                    <a:pt x="6" y="127"/>
                  </a:cubicBezTo>
                  <a:close/>
                  <a:moveTo>
                    <a:pt x="4" y="133"/>
                  </a:moveTo>
                  <a:cubicBezTo>
                    <a:pt x="4" y="133"/>
                    <a:pt x="4" y="133"/>
                    <a:pt x="4" y="133"/>
                  </a:cubicBezTo>
                  <a:cubicBezTo>
                    <a:pt x="4" y="134"/>
                    <a:pt x="4" y="134"/>
                    <a:pt x="4" y="134"/>
                  </a:cubicBezTo>
                  <a:cubicBezTo>
                    <a:pt x="4" y="134"/>
                    <a:pt x="4" y="134"/>
                    <a:pt x="4" y="134"/>
                  </a:cubicBezTo>
                  <a:cubicBezTo>
                    <a:pt x="4" y="133"/>
                    <a:pt x="4" y="133"/>
                    <a:pt x="4" y="133"/>
                  </a:cubicBezTo>
                  <a:close/>
                  <a:moveTo>
                    <a:pt x="4" y="128"/>
                  </a:moveTo>
                  <a:cubicBezTo>
                    <a:pt x="4" y="127"/>
                    <a:pt x="4" y="127"/>
                    <a:pt x="4" y="127"/>
                  </a:cubicBezTo>
                  <a:cubicBezTo>
                    <a:pt x="4" y="127"/>
                    <a:pt x="4" y="127"/>
                    <a:pt x="4" y="12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4" y="128"/>
                    <a:pt x="4" y="128"/>
                    <a:pt x="4" y="128"/>
                  </a:cubicBezTo>
                  <a:cubicBezTo>
                    <a:pt x="4" y="128"/>
                    <a:pt x="4" y="128"/>
                    <a:pt x="4" y="128"/>
                  </a:cubicBezTo>
                  <a:close/>
                  <a:moveTo>
                    <a:pt x="2" y="129"/>
                  </a:moveTo>
                  <a:cubicBezTo>
                    <a:pt x="1" y="129"/>
                    <a:pt x="1" y="129"/>
                    <a:pt x="1" y="129"/>
                  </a:cubicBezTo>
                  <a:cubicBezTo>
                    <a:pt x="1" y="128"/>
                    <a:pt x="1" y="128"/>
                    <a:pt x="1" y="128"/>
                  </a:cubicBezTo>
                  <a:cubicBezTo>
                    <a:pt x="2" y="128"/>
                    <a:pt x="2" y="128"/>
                    <a:pt x="2" y="128"/>
                  </a:cubicBezTo>
                  <a:cubicBezTo>
                    <a:pt x="2" y="129"/>
                    <a:pt x="2" y="129"/>
                    <a:pt x="2" y="129"/>
                  </a:cubicBezTo>
                  <a:cubicBezTo>
                    <a:pt x="2" y="129"/>
                    <a:pt x="2" y="129"/>
                    <a:pt x="2" y="129"/>
                  </a:cubicBezTo>
                  <a:close/>
                  <a:moveTo>
                    <a:pt x="5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6" y="132"/>
                    <a:pt x="6" y="132"/>
                    <a:pt x="6" y="132"/>
                  </a:cubicBezTo>
                  <a:cubicBezTo>
                    <a:pt x="5" y="132"/>
                    <a:pt x="5" y="132"/>
                    <a:pt x="5" y="132"/>
                  </a:cubicBezTo>
                  <a:close/>
                  <a:moveTo>
                    <a:pt x="6" y="133"/>
                  </a:moveTo>
                  <a:cubicBezTo>
                    <a:pt x="7" y="133"/>
                    <a:pt x="7" y="133"/>
                    <a:pt x="7" y="133"/>
                  </a:cubicBezTo>
                  <a:cubicBezTo>
                    <a:pt x="7" y="133"/>
                    <a:pt x="7" y="133"/>
                    <a:pt x="7" y="133"/>
                  </a:cubicBezTo>
                  <a:cubicBezTo>
                    <a:pt x="6" y="133"/>
                    <a:pt x="6" y="133"/>
                    <a:pt x="6" y="133"/>
                  </a:cubicBezTo>
                  <a:close/>
                  <a:moveTo>
                    <a:pt x="8" y="126"/>
                  </a:moveTo>
                  <a:cubicBezTo>
                    <a:pt x="8" y="125"/>
                    <a:pt x="8" y="125"/>
                    <a:pt x="8" y="125"/>
                  </a:cubicBezTo>
                  <a:cubicBezTo>
                    <a:pt x="9" y="126"/>
                    <a:pt x="9" y="126"/>
                    <a:pt x="9" y="126"/>
                  </a:cubicBezTo>
                  <a:cubicBezTo>
                    <a:pt x="8" y="126"/>
                    <a:pt x="8" y="126"/>
                    <a:pt x="8" y="126"/>
                  </a:cubicBezTo>
                  <a:cubicBezTo>
                    <a:pt x="8" y="126"/>
                    <a:pt x="8" y="126"/>
                    <a:pt x="8" y="126"/>
                  </a:cubicBezTo>
                  <a:close/>
                  <a:moveTo>
                    <a:pt x="9" y="126"/>
                  </a:moveTo>
                  <a:cubicBezTo>
                    <a:pt x="10" y="126"/>
                    <a:pt x="10" y="126"/>
                    <a:pt x="10" y="126"/>
                  </a:cubicBezTo>
                  <a:cubicBezTo>
                    <a:pt x="10" y="127"/>
                    <a:pt x="10" y="127"/>
                    <a:pt x="10" y="127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9" y="129"/>
                    <a:pt x="9" y="129"/>
                    <a:pt x="9" y="129"/>
                  </a:cubicBezTo>
                  <a:cubicBezTo>
                    <a:pt x="9" y="129"/>
                    <a:pt x="9" y="129"/>
                    <a:pt x="9" y="129"/>
                  </a:cubicBezTo>
                  <a:cubicBezTo>
                    <a:pt x="8" y="129"/>
                    <a:pt x="8" y="129"/>
                    <a:pt x="8" y="129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9" y="127"/>
                    <a:pt x="9" y="127"/>
                    <a:pt x="9" y="127"/>
                  </a:cubicBezTo>
                  <a:cubicBezTo>
                    <a:pt x="9" y="126"/>
                    <a:pt x="9" y="126"/>
                    <a:pt x="9" y="126"/>
                  </a:cubicBezTo>
                  <a:close/>
                  <a:moveTo>
                    <a:pt x="4" y="129"/>
                  </a:moveTo>
                  <a:cubicBezTo>
                    <a:pt x="5" y="128"/>
                    <a:pt x="5" y="128"/>
                    <a:pt x="5" y="128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6" y="129"/>
                    <a:pt x="6" y="129"/>
                    <a:pt x="6" y="129"/>
                  </a:cubicBezTo>
                  <a:cubicBezTo>
                    <a:pt x="5" y="129"/>
                    <a:pt x="5" y="129"/>
                    <a:pt x="5" y="129"/>
                  </a:cubicBezTo>
                  <a:cubicBezTo>
                    <a:pt x="5" y="129"/>
                    <a:pt x="5" y="129"/>
                    <a:pt x="5" y="129"/>
                  </a:cubicBezTo>
                  <a:cubicBezTo>
                    <a:pt x="5" y="129"/>
                    <a:pt x="4" y="129"/>
                    <a:pt x="4" y="129"/>
                  </a:cubicBezTo>
                  <a:close/>
                  <a:moveTo>
                    <a:pt x="5" y="130"/>
                  </a:moveTo>
                  <a:cubicBezTo>
                    <a:pt x="5" y="130"/>
                    <a:pt x="5" y="130"/>
                    <a:pt x="5" y="130"/>
                  </a:cubicBezTo>
                  <a:cubicBezTo>
                    <a:pt x="6" y="130"/>
                    <a:pt x="6" y="130"/>
                    <a:pt x="6" y="130"/>
                  </a:cubicBezTo>
                  <a:cubicBezTo>
                    <a:pt x="7" y="130"/>
                    <a:pt x="7" y="130"/>
                    <a:pt x="7" y="130"/>
                  </a:cubicBezTo>
                  <a:cubicBezTo>
                    <a:pt x="7" y="130"/>
                    <a:pt x="7" y="130"/>
                    <a:pt x="7" y="130"/>
                  </a:cubicBezTo>
                  <a:cubicBezTo>
                    <a:pt x="5" y="130"/>
                    <a:pt x="5" y="130"/>
                    <a:pt x="5" y="130"/>
                  </a:cubicBezTo>
                  <a:close/>
                  <a:moveTo>
                    <a:pt x="6" y="131"/>
                  </a:moveTo>
                  <a:cubicBezTo>
                    <a:pt x="7" y="130"/>
                    <a:pt x="7" y="130"/>
                    <a:pt x="7" y="130"/>
                  </a:cubicBezTo>
                  <a:cubicBezTo>
                    <a:pt x="8" y="130"/>
                    <a:pt x="8" y="130"/>
                    <a:pt x="8" y="130"/>
                  </a:cubicBezTo>
                  <a:cubicBezTo>
                    <a:pt x="8" y="132"/>
                    <a:pt x="8" y="132"/>
                    <a:pt x="8" y="132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6" y="131"/>
                    <a:pt x="6" y="131"/>
                    <a:pt x="6" y="131"/>
                  </a:cubicBezTo>
                  <a:cubicBezTo>
                    <a:pt x="6" y="131"/>
                    <a:pt x="6" y="131"/>
                    <a:pt x="6" y="131"/>
                  </a:cubicBezTo>
                  <a:close/>
                  <a:moveTo>
                    <a:pt x="5" y="133"/>
                  </a:moveTo>
                  <a:cubicBezTo>
                    <a:pt x="5" y="132"/>
                    <a:pt x="5" y="132"/>
                    <a:pt x="5" y="132"/>
                  </a:cubicBezTo>
                  <a:cubicBezTo>
                    <a:pt x="5" y="133"/>
                    <a:pt x="5" y="133"/>
                    <a:pt x="5" y="133"/>
                  </a:cubicBezTo>
                  <a:cubicBezTo>
                    <a:pt x="6" y="133"/>
                    <a:pt x="6" y="133"/>
                    <a:pt x="6" y="133"/>
                  </a:cubicBezTo>
                  <a:cubicBezTo>
                    <a:pt x="6" y="134"/>
                    <a:pt x="6" y="134"/>
                    <a:pt x="6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3"/>
                    <a:pt x="5" y="133"/>
                    <a:pt x="5" y="133"/>
                  </a:cubicBezTo>
                  <a:close/>
                  <a:moveTo>
                    <a:pt x="7" y="148"/>
                  </a:moveTo>
                  <a:cubicBezTo>
                    <a:pt x="7" y="148"/>
                    <a:pt x="7" y="148"/>
                    <a:pt x="7" y="148"/>
                  </a:cubicBezTo>
                  <a:cubicBezTo>
                    <a:pt x="7" y="148"/>
                    <a:pt x="7" y="148"/>
                    <a:pt x="7" y="148"/>
                  </a:cubicBezTo>
                  <a:cubicBezTo>
                    <a:pt x="7" y="148"/>
                    <a:pt x="7" y="148"/>
                    <a:pt x="7" y="148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5" y="146"/>
                    <a:pt x="5" y="146"/>
                    <a:pt x="5" y="146"/>
                  </a:cubicBezTo>
                  <a:cubicBezTo>
                    <a:pt x="5" y="145"/>
                    <a:pt x="5" y="145"/>
                    <a:pt x="5" y="145"/>
                  </a:cubicBezTo>
                  <a:cubicBezTo>
                    <a:pt x="6" y="145"/>
                    <a:pt x="6" y="145"/>
                    <a:pt x="6" y="145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7" y="146"/>
                    <a:pt x="7" y="146"/>
                    <a:pt x="7" y="146"/>
                  </a:cubicBezTo>
                  <a:cubicBezTo>
                    <a:pt x="8" y="147"/>
                    <a:pt x="8" y="147"/>
                    <a:pt x="8" y="147"/>
                  </a:cubicBezTo>
                  <a:cubicBezTo>
                    <a:pt x="8" y="147"/>
                    <a:pt x="8" y="147"/>
                    <a:pt x="8" y="147"/>
                  </a:cubicBezTo>
                  <a:cubicBezTo>
                    <a:pt x="8" y="148"/>
                    <a:pt x="8" y="148"/>
                    <a:pt x="8" y="148"/>
                  </a:cubicBezTo>
                  <a:cubicBezTo>
                    <a:pt x="9" y="149"/>
                    <a:pt x="9" y="149"/>
                    <a:pt x="9" y="149"/>
                  </a:cubicBezTo>
                  <a:cubicBezTo>
                    <a:pt x="8" y="149"/>
                    <a:pt x="8" y="149"/>
                    <a:pt x="8" y="149"/>
                  </a:cubicBezTo>
                  <a:cubicBezTo>
                    <a:pt x="7" y="149"/>
                    <a:pt x="7" y="149"/>
                    <a:pt x="7" y="149"/>
                  </a:cubicBezTo>
                  <a:cubicBezTo>
                    <a:pt x="7" y="148"/>
                    <a:pt x="7" y="148"/>
                    <a:pt x="7" y="148"/>
                  </a:cubicBezTo>
                  <a:close/>
                  <a:moveTo>
                    <a:pt x="4" y="147"/>
                  </a:moveTo>
                  <a:cubicBezTo>
                    <a:pt x="4" y="146"/>
                    <a:pt x="4" y="146"/>
                    <a:pt x="4" y="146"/>
                  </a:cubicBezTo>
                  <a:cubicBezTo>
                    <a:pt x="4" y="146"/>
                    <a:pt x="4" y="146"/>
                    <a:pt x="4" y="146"/>
                  </a:cubicBezTo>
                  <a:cubicBezTo>
                    <a:pt x="5" y="146"/>
                    <a:pt x="5" y="146"/>
                    <a:pt x="5" y="146"/>
                  </a:cubicBezTo>
                  <a:cubicBezTo>
                    <a:pt x="6" y="148"/>
                    <a:pt x="6" y="148"/>
                    <a:pt x="6" y="148"/>
                  </a:cubicBezTo>
                  <a:cubicBezTo>
                    <a:pt x="7" y="149"/>
                    <a:pt x="7" y="149"/>
                    <a:pt x="7" y="149"/>
                  </a:cubicBezTo>
                  <a:cubicBezTo>
                    <a:pt x="7" y="150"/>
                    <a:pt x="7" y="150"/>
                    <a:pt x="7" y="150"/>
                  </a:cubicBezTo>
                  <a:cubicBezTo>
                    <a:pt x="6" y="150"/>
                    <a:pt x="6" y="150"/>
                    <a:pt x="6" y="150"/>
                  </a:cubicBezTo>
                  <a:cubicBezTo>
                    <a:pt x="6" y="150"/>
                    <a:pt x="6" y="150"/>
                    <a:pt x="6" y="150"/>
                  </a:cubicBezTo>
                  <a:cubicBezTo>
                    <a:pt x="5" y="149"/>
                    <a:pt x="5" y="149"/>
                    <a:pt x="5" y="149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47"/>
                    <a:pt x="4" y="147"/>
                    <a:pt x="4" y="147"/>
                  </a:cubicBezTo>
                  <a:close/>
                  <a:moveTo>
                    <a:pt x="4" y="148"/>
                  </a:moveTo>
                  <a:cubicBezTo>
                    <a:pt x="4" y="148"/>
                    <a:pt x="4" y="148"/>
                    <a:pt x="4" y="148"/>
                  </a:cubicBezTo>
                  <a:cubicBezTo>
                    <a:pt x="5" y="149"/>
                    <a:pt x="5" y="149"/>
                    <a:pt x="5" y="149"/>
                  </a:cubicBezTo>
                  <a:cubicBezTo>
                    <a:pt x="5" y="149"/>
                    <a:pt x="5" y="149"/>
                    <a:pt x="5" y="149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4" y="150"/>
                    <a:pt x="4" y="150"/>
                    <a:pt x="4" y="150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8"/>
                    <a:pt x="4" y="148"/>
                    <a:pt x="4" y="148"/>
                  </a:cubicBezTo>
                  <a:close/>
                  <a:moveTo>
                    <a:pt x="5" y="153"/>
                  </a:moveTo>
                  <a:cubicBezTo>
                    <a:pt x="5" y="153"/>
                    <a:pt x="5" y="153"/>
                    <a:pt x="5" y="153"/>
                  </a:cubicBezTo>
                  <a:cubicBezTo>
                    <a:pt x="5" y="152"/>
                    <a:pt x="5" y="152"/>
                    <a:pt x="5" y="152"/>
                  </a:cubicBezTo>
                  <a:cubicBezTo>
                    <a:pt x="5" y="151"/>
                    <a:pt x="5" y="151"/>
                    <a:pt x="5" y="151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1"/>
                    <a:pt x="5" y="151"/>
                    <a:pt x="5" y="151"/>
                  </a:cubicBezTo>
                  <a:cubicBezTo>
                    <a:pt x="6" y="151"/>
                    <a:pt x="6" y="151"/>
                    <a:pt x="6" y="151"/>
                  </a:cubicBezTo>
                  <a:cubicBezTo>
                    <a:pt x="7" y="152"/>
                    <a:pt x="7" y="152"/>
                    <a:pt x="7" y="152"/>
                  </a:cubicBezTo>
                  <a:cubicBezTo>
                    <a:pt x="6" y="152"/>
                    <a:pt x="6" y="152"/>
                    <a:pt x="6" y="152"/>
                  </a:cubicBezTo>
                  <a:cubicBezTo>
                    <a:pt x="5" y="153"/>
                    <a:pt x="5" y="153"/>
                    <a:pt x="5" y="153"/>
                  </a:cubicBezTo>
                  <a:close/>
                  <a:moveTo>
                    <a:pt x="7" y="156"/>
                  </a:moveTo>
                  <a:cubicBezTo>
                    <a:pt x="6" y="156"/>
                    <a:pt x="6" y="156"/>
                    <a:pt x="6" y="156"/>
                  </a:cubicBezTo>
                  <a:cubicBezTo>
                    <a:pt x="6" y="156"/>
                    <a:pt x="6" y="156"/>
                    <a:pt x="6" y="156"/>
                  </a:cubicBezTo>
                  <a:cubicBezTo>
                    <a:pt x="6" y="156"/>
                    <a:pt x="6" y="156"/>
                    <a:pt x="6" y="156"/>
                  </a:cubicBezTo>
                  <a:cubicBezTo>
                    <a:pt x="5" y="155"/>
                    <a:pt x="5" y="155"/>
                    <a:pt x="5" y="155"/>
                  </a:cubicBezTo>
                  <a:cubicBezTo>
                    <a:pt x="6" y="155"/>
                    <a:pt x="6" y="155"/>
                    <a:pt x="6" y="155"/>
                  </a:cubicBezTo>
                  <a:cubicBezTo>
                    <a:pt x="7" y="155"/>
                    <a:pt x="7" y="155"/>
                    <a:pt x="7" y="155"/>
                  </a:cubicBezTo>
                  <a:cubicBezTo>
                    <a:pt x="7" y="156"/>
                    <a:pt x="7" y="156"/>
                    <a:pt x="7" y="156"/>
                  </a:cubicBezTo>
                  <a:close/>
                  <a:moveTo>
                    <a:pt x="9" y="156"/>
                  </a:moveTo>
                  <a:cubicBezTo>
                    <a:pt x="9" y="157"/>
                    <a:pt x="9" y="157"/>
                    <a:pt x="9" y="157"/>
                  </a:cubicBezTo>
                  <a:cubicBezTo>
                    <a:pt x="8" y="157"/>
                    <a:pt x="8" y="157"/>
                    <a:pt x="8" y="157"/>
                  </a:cubicBezTo>
                  <a:cubicBezTo>
                    <a:pt x="7" y="156"/>
                    <a:pt x="7" y="156"/>
                    <a:pt x="7" y="156"/>
                  </a:cubicBezTo>
                  <a:cubicBezTo>
                    <a:pt x="7" y="155"/>
                    <a:pt x="7" y="155"/>
                    <a:pt x="7" y="155"/>
                  </a:cubicBezTo>
                  <a:cubicBezTo>
                    <a:pt x="6" y="154"/>
                    <a:pt x="6" y="154"/>
                    <a:pt x="6" y="154"/>
                  </a:cubicBezTo>
                  <a:cubicBezTo>
                    <a:pt x="7" y="153"/>
                    <a:pt x="7" y="153"/>
                    <a:pt x="7" y="153"/>
                  </a:cubicBezTo>
                  <a:cubicBezTo>
                    <a:pt x="8" y="153"/>
                    <a:pt x="8" y="153"/>
                    <a:pt x="8" y="153"/>
                  </a:cubicBezTo>
                  <a:cubicBezTo>
                    <a:pt x="8" y="152"/>
                    <a:pt x="8" y="152"/>
                    <a:pt x="8" y="152"/>
                  </a:cubicBezTo>
                  <a:cubicBezTo>
                    <a:pt x="8" y="153"/>
                    <a:pt x="8" y="153"/>
                    <a:pt x="8" y="153"/>
                  </a:cubicBezTo>
                  <a:cubicBezTo>
                    <a:pt x="7" y="153"/>
                    <a:pt x="7" y="153"/>
                    <a:pt x="7" y="153"/>
                  </a:cubicBezTo>
                  <a:cubicBezTo>
                    <a:pt x="7" y="152"/>
                    <a:pt x="7" y="152"/>
                    <a:pt x="7" y="152"/>
                  </a:cubicBezTo>
                  <a:cubicBezTo>
                    <a:pt x="7" y="152"/>
                    <a:pt x="7" y="152"/>
                    <a:pt x="7" y="152"/>
                  </a:cubicBezTo>
                  <a:cubicBezTo>
                    <a:pt x="7" y="151"/>
                    <a:pt x="7" y="151"/>
                    <a:pt x="7" y="151"/>
                  </a:cubicBezTo>
                  <a:cubicBezTo>
                    <a:pt x="7" y="150"/>
                    <a:pt x="7" y="150"/>
                    <a:pt x="7" y="150"/>
                  </a:cubicBezTo>
                  <a:cubicBezTo>
                    <a:pt x="7" y="150"/>
                    <a:pt x="7" y="150"/>
                    <a:pt x="7" y="150"/>
                  </a:cubicBezTo>
                  <a:cubicBezTo>
                    <a:pt x="8" y="150"/>
                    <a:pt x="8" y="150"/>
                    <a:pt x="8" y="150"/>
                  </a:cubicBezTo>
                  <a:cubicBezTo>
                    <a:pt x="9" y="150"/>
                    <a:pt x="9" y="150"/>
                    <a:pt x="9" y="150"/>
                  </a:cubicBezTo>
                  <a:cubicBezTo>
                    <a:pt x="9" y="152"/>
                    <a:pt x="9" y="152"/>
                    <a:pt x="9" y="152"/>
                  </a:cubicBezTo>
                  <a:cubicBezTo>
                    <a:pt x="10" y="153"/>
                    <a:pt x="10" y="153"/>
                    <a:pt x="10" y="153"/>
                  </a:cubicBezTo>
                  <a:cubicBezTo>
                    <a:pt x="10" y="154"/>
                    <a:pt x="10" y="154"/>
                    <a:pt x="10" y="154"/>
                  </a:cubicBezTo>
                  <a:cubicBezTo>
                    <a:pt x="10" y="155"/>
                    <a:pt x="10" y="155"/>
                    <a:pt x="10" y="155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10" y="157"/>
                    <a:pt x="10" y="157"/>
                    <a:pt x="10" y="157"/>
                  </a:cubicBezTo>
                  <a:cubicBezTo>
                    <a:pt x="10" y="158"/>
                    <a:pt x="10" y="158"/>
                    <a:pt x="10" y="158"/>
                  </a:cubicBezTo>
                  <a:cubicBezTo>
                    <a:pt x="9" y="157"/>
                    <a:pt x="9" y="157"/>
                    <a:pt x="9" y="157"/>
                  </a:cubicBezTo>
                  <a:cubicBezTo>
                    <a:pt x="9" y="156"/>
                    <a:pt x="9" y="156"/>
                    <a:pt x="9" y="156"/>
                  </a:cubicBezTo>
                  <a:cubicBezTo>
                    <a:pt x="9" y="156"/>
                    <a:pt x="9" y="156"/>
                    <a:pt x="9" y="156"/>
                  </a:cubicBezTo>
                  <a:close/>
                  <a:moveTo>
                    <a:pt x="8" y="160"/>
                  </a:moveTo>
                  <a:cubicBezTo>
                    <a:pt x="8" y="159"/>
                    <a:pt x="8" y="159"/>
                    <a:pt x="8" y="159"/>
                  </a:cubicBezTo>
                  <a:cubicBezTo>
                    <a:pt x="7" y="159"/>
                    <a:pt x="7" y="159"/>
                    <a:pt x="7" y="159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8" y="158"/>
                    <a:pt x="8" y="158"/>
                    <a:pt x="8" y="158"/>
                  </a:cubicBezTo>
                  <a:cubicBezTo>
                    <a:pt x="9" y="158"/>
                    <a:pt x="9" y="158"/>
                    <a:pt x="9" y="158"/>
                  </a:cubicBezTo>
                  <a:cubicBezTo>
                    <a:pt x="9" y="159"/>
                    <a:pt x="9" y="159"/>
                    <a:pt x="9" y="159"/>
                  </a:cubicBezTo>
                  <a:cubicBezTo>
                    <a:pt x="9" y="159"/>
                    <a:pt x="9" y="159"/>
                    <a:pt x="9" y="159"/>
                  </a:cubicBezTo>
                  <a:cubicBezTo>
                    <a:pt x="9" y="160"/>
                    <a:pt x="9" y="160"/>
                    <a:pt x="9" y="160"/>
                  </a:cubicBezTo>
                  <a:cubicBezTo>
                    <a:pt x="8" y="160"/>
                    <a:pt x="8" y="160"/>
                    <a:pt x="8" y="160"/>
                  </a:cubicBezTo>
                  <a:close/>
                  <a:moveTo>
                    <a:pt x="8" y="161"/>
                  </a:moveTo>
                  <a:cubicBezTo>
                    <a:pt x="8" y="160"/>
                    <a:pt x="8" y="160"/>
                    <a:pt x="8" y="160"/>
                  </a:cubicBezTo>
                  <a:cubicBezTo>
                    <a:pt x="9" y="160"/>
                    <a:pt x="9" y="160"/>
                    <a:pt x="9" y="160"/>
                  </a:cubicBezTo>
                  <a:cubicBezTo>
                    <a:pt x="8" y="161"/>
                    <a:pt x="8" y="161"/>
                    <a:pt x="8" y="161"/>
                  </a:cubicBezTo>
                  <a:cubicBezTo>
                    <a:pt x="8" y="161"/>
                    <a:pt x="8" y="161"/>
                    <a:pt x="8" y="161"/>
                  </a:cubicBezTo>
                  <a:close/>
                  <a:moveTo>
                    <a:pt x="9" y="161"/>
                  </a:moveTo>
                  <a:cubicBezTo>
                    <a:pt x="10" y="161"/>
                    <a:pt x="10" y="161"/>
                    <a:pt x="10" y="161"/>
                  </a:cubicBezTo>
                  <a:cubicBezTo>
                    <a:pt x="10" y="162"/>
                    <a:pt x="10" y="162"/>
                    <a:pt x="10" y="162"/>
                  </a:cubicBezTo>
                  <a:cubicBezTo>
                    <a:pt x="9" y="162"/>
                    <a:pt x="9" y="162"/>
                    <a:pt x="9" y="162"/>
                  </a:cubicBezTo>
                  <a:cubicBezTo>
                    <a:pt x="9" y="161"/>
                    <a:pt x="9" y="161"/>
                    <a:pt x="9" y="161"/>
                  </a:cubicBezTo>
                  <a:cubicBezTo>
                    <a:pt x="9" y="161"/>
                    <a:pt x="9" y="161"/>
                    <a:pt x="9" y="161"/>
                  </a:cubicBezTo>
                  <a:close/>
                  <a:moveTo>
                    <a:pt x="10" y="160"/>
                  </a:moveTo>
                  <a:cubicBezTo>
                    <a:pt x="10" y="160"/>
                    <a:pt x="10" y="160"/>
                    <a:pt x="10" y="160"/>
                  </a:cubicBezTo>
                  <a:cubicBezTo>
                    <a:pt x="10" y="160"/>
                    <a:pt x="10" y="160"/>
                    <a:pt x="10" y="160"/>
                  </a:cubicBezTo>
                  <a:cubicBezTo>
                    <a:pt x="11" y="160"/>
                    <a:pt x="11" y="160"/>
                    <a:pt x="11" y="160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12" y="161"/>
                    <a:pt x="12" y="161"/>
                    <a:pt x="12" y="161"/>
                  </a:cubicBezTo>
                  <a:cubicBezTo>
                    <a:pt x="13" y="162"/>
                    <a:pt x="13" y="162"/>
                    <a:pt x="13" y="162"/>
                  </a:cubicBezTo>
                  <a:cubicBezTo>
                    <a:pt x="12" y="161"/>
                    <a:pt x="12" y="161"/>
                    <a:pt x="12" y="161"/>
                  </a:cubicBezTo>
                  <a:cubicBezTo>
                    <a:pt x="11" y="161"/>
                    <a:pt x="11" y="161"/>
                    <a:pt x="11" y="161"/>
                  </a:cubicBezTo>
                  <a:cubicBezTo>
                    <a:pt x="10" y="160"/>
                    <a:pt x="10" y="160"/>
                    <a:pt x="10" y="160"/>
                  </a:cubicBezTo>
                  <a:close/>
                  <a:moveTo>
                    <a:pt x="10" y="161"/>
                  </a:moveTo>
                  <a:cubicBezTo>
                    <a:pt x="10" y="161"/>
                    <a:pt x="10" y="161"/>
                    <a:pt x="10" y="161"/>
                  </a:cubicBezTo>
                  <a:cubicBezTo>
                    <a:pt x="11" y="162"/>
                    <a:pt x="11" y="162"/>
                    <a:pt x="11" y="162"/>
                  </a:cubicBezTo>
                  <a:cubicBezTo>
                    <a:pt x="12" y="163"/>
                    <a:pt x="12" y="163"/>
                    <a:pt x="12" y="163"/>
                  </a:cubicBezTo>
                  <a:cubicBezTo>
                    <a:pt x="12" y="164"/>
                    <a:pt x="12" y="164"/>
                    <a:pt x="12" y="164"/>
                  </a:cubicBezTo>
                  <a:cubicBezTo>
                    <a:pt x="11" y="164"/>
                    <a:pt x="11" y="164"/>
                    <a:pt x="11" y="164"/>
                  </a:cubicBezTo>
                  <a:cubicBezTo>
                    <a:pt x="10" y="162"/>
                    <a:pt x="10" y="162"/>
                    <a:pt x="10" y="162"/>
                  </a:cubicBezTo>
                  <a:cubicBezTo>
                    <a:pt x="10" y="161"/>
                    <a:pt x="10" y="161"/>
                    <a:pt x="10" y="161"/>
                  </a:cubicBezTo>
                  <a:close/>
                  <a:moveTo>
                    <a:pt x="11" y="165"/>
                  </a:moveTo>
                  <a:cubicBezTo>
                    <a:pt x="10" y="166"/>
                    <a:pt x="10" y="166"/>
                    <a:pt x="10" y="166"/>
                  </a:cubicBezTo>
                  <a:cubicBezTo>
                    <a:pt x="9" y="165"/>
                    <a:pt x="9" y="165"/>
                    <a:pt x="9" y="165"/>
                  </a:cubicBezTo>
                  <a:cubicBezTo>
                    <a:pt x="10" y="165"/>
                    <a:pt x="10" y="165"/>
                    <a:pt x="10" y="165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0" y="163"/>
                    <a:pt x="10" y="163"/>
                    <a:pt x="10" y="163"/>
                  </a:cubicBezTo>
                  <a:cubicBezTo>
                    <a:pt x="11" y="164"/>
                    <a:pt x="11" y="164"/>
                    <a:pt x="11" y="164"/>
                  </a:cubicBezTo>
                  <a:cubicBezTo>
                    <a:pt x="11" y="164"/>
                    <a:pt x="11" y="164"/>
                    <a:pt x="11" y="164"/>
                  </a:cubicBezTo>
                  <a:cubicBezTo>
                    <a:pt x="13" y="165"/>
                    <a:pt x="13" y="165"/>
                    <a:pt x="13" y="165"/>
                  </a:cubicBezTo>
                  <a:cubicBezTo>
                    <a:pt x="13" y="165"/>
                    <a:pt x="13" y="165"/>
                    <a:pt x="13" y="165"/>
                  </a:cubicBezTo>
                  <a:cubicBezTo>
                    <a:pt x="12" y="165"/>
                    <a:pt x="12" y="165"/>
                    <a:pt x="12" y="165"/>
                  </a:cubicBezTo>
                  <a:cubicBezTo>
                    <a:pt x="12" y="165"/>
                    <a:pt x="12" y="165"/>
                    <a:pt x="12" y="165"/>
                  </a:cubicBezTo>
                  <a:cubicBezTo>
                    <a:pt x="11" y="165"/>
                    <a:pt x="11" y="165"/>
                    <a:pt x="11" y="165"/>
                  </a:cubicBezTo>
                  <a:close/>
                  <a:moveTo>
                    <a:pt x="12" y="169"/>
                  </a:moveTo>
                  <a:cubicBezTo>
                    <a:pt x="11" y="169"/>
                    <a:pt x="11" y="169"/>
                    <a:pt x="11" y="169"/>
                  </a:cubicBezTo>
                  <a:cubicBezTo>
                    <a:pt x="11" y="168"/>
                    <a:pt x="11" y="168"/>
                    <a:pt x="11" y="168"/>
                  </a:cubicBezTo>
                  <a:cubicBezTo>
                    <a:pt x="11" y="168"/>
                    <a:pt x="11" y="168"/>
                    <a:pt x="11" y="168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12" y="167"/>
                    <a:pt x="12" y="167"/>
                    <a:pt x="12" y="167"/>
                  </a:cubicBezTo>
                  <a:cubicBezTo>
                    <a:pt x="12" y="167"/>
                    <a:pt x="12" y="167"/>
                    <a:pt x="12" y="167"/>
                  </a:cubicBezTo>
                  <a:cubicBezTo>
                    <a:pt x="12" y="168"/>
                    <a:pt x="12" y="168"/>
                    <a:pt x="12" y="168"/>
                  </a:cubicBezTo>
                  <a:cubicBezTo>
                    <a:pt x="11" y="168"/>
                    <a:pt x="11" y="168"/>
                    <a:pt x="11" y="168"/>
                  </a:cubicBezTo>
                  <a:cubicBezTo>
                    <a:pt x="12" y="169"/>
                    <a:pt x="12" y="169"/>
                    <a:pt x="12" y="169"/>
                  </a:cubicBezTo>
                  <a:close/>
                  <a:moveTo>
                    <a:pt x="12" y="167"/>
                  </a:moveTo>
                  <a:cubicBezTo>
                    <a:pt x="12" y="167"/>
                    <a:pt x="12" y="167"/>
                    <a:pt x="12" y="167"/>
                  </a:cubicBezTo>
                  <a:cubicBezTo>
                    <a:pt x="13" y="167"/>
                    <a:pt x="13" y="167"/>
                    <a:pt x="13" y="167"/>
                  </a:cubicBezTo>
                  <a:cubicBezTo>
                    <a:pt x="13" y="167"/>
                    <a:pt x="13" y="167"/>
                    <a:pt x="13" y="167"/>
                  </a:cubicBezTo>
                  <a:cubicBezTo>
                    <a:pt x="13" y="168"/>
                    <a:pt x="13" y="168"/>
                    <a:pt x="13" y="168"/>
                  </a:cubicBezTo>
                  <a:cubicBezTo>
                    <a:pt x="13" y="168"/>
                    <a:pt x="13" y="168"/>
                    <a:pt x="13" y="168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2" y="168"/>
                    <a:pt x="12" y="168"/>
                    <a:pt x="12" y="168"/>
                  </a:cubicBezTo>
                  <a:cubicBezTo>
                    <a:pt x="12" y="168"/>
                    <a:pt x="12" y="168"/>
                    <a:pt x="12" y="168"/>
                  </a:cubicBezTo>
                  <a:cubicBezTo>
                    <a:pt x="12" y="167"/>
                    <a:pt x="12" y="167"/>
                    <a:pt x="12" y="167"/>
                  </a:cubicBezTo>
                  <a:close/>
                  <a:moveTo>
                    <a:pt x="14" y="168"/>
                  </a:moveTo>
                  <a:cubicBezTo>
                    <a:pt x="15" y="168"/>
                    <a:pt x="15" y="168"/>
                    <a:pt x="15" y="168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14" y="169"/>
                    <a:pt x="14" y="169"/>
                    <a:pt x="14" y="169"/>
                  </a:cubicBezTo>
                  <a:cubicBezTo>
                    <a:pt x="14" y="168"/>
                    <a:pt x="14" y="168"/>
                    <a:pt x="14" y="168"/>
                  </a:cubicBezTo>
                  <a:cubicBezTo>
                    <a:pt x="14" y="168"/>
                    <a:pt x="14" y="168"/>
                    <a:pt x="14" y="168"/>
                  </a:cubicBezTo>
                  <a:close/>
                  <a:moveTo>
                    <a:pt x="13" y="171"/>
                  </a:moveTo>
                  <a:cubicBezTo>
                    <a:pt x="13" y="171"/>
                    <a:pt x="13" y="171"/>
                    <a:pt x="13" y="171"/>
                  </a:cubicBezTo>
                  <a:cubicBezTo>
                    <a:pt x="13" y="170"/>
                    <a:pt x="13" y="170"/>
                    <a:pt x="13" y="170"/>
                  </a:cubicBezTo>
                  <a:cubicBezTo>
                    <a:pt x="13" y="170"/>
                    <a:pt x="13" y="170"/>
                    <a:pt x="13" y="170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14" y="170"/>
                    <a:pt x="14" y="170"/>
                    <a:pt x="14" y="170"/>
                  </a:cubicBezTo>
                  <a:cubicBezTo>
                    <a:pt x="13" y="171"/>
                    <a:pt x="13" y="171"/>
                    <a:pt x="13" y="171"/>
                  </a:cubicBezTo>
                  <a:close/>
                  <a:moveTo>
                    <a:pt x="16" y="168"/>
                  </a:moveTo>
                  <a:cubicBezTo>
                    <a:pt x="15" y="168"/>
                    <a:pt x="15" y="168"/>
                    <a:pt x="15" y="168"/>
                  </a:cubicBezTo>
                  <a:cubicBezTo>
                    <a:pt x="14" y="168"/>
                    <a:pt x="14" y="168"/>
                    <a:pt x="14" y="168"/>
                  </a:cubicBezTo>
                  <a:cubicBezTo>
                    <a:pt x="14" y="166"/>
                    <a:pt x="14" y="166"/>
                    <a:pt x="14" y="166"/>
                  </a:cubicBezTo>
                  <a:cubicBezTo>
                    <a:pt x="15" y="166"/>
                    <a:pt x="15" y="166"/>
                    <a:pt x="15" y="166"/>
                  </a:cubicBezTo>
                  <a:cubicBezTo>
                    <a:pt x="15" y="167"/>
                    <a:pt x="15" y="167"/>
                    <a:pt x="15" y="167"/>
                  </a:cubicBezTo>
                  <a:cubicBezTo>
                    <a:pt x="16" y="168"/>
                    <a:pt x="16" y="168"/>
                    <a:pt x="16" y="168"/>
                  </a:cubicBezTo>
                  <a:cubicBezTo>
                    <a:pt x="16" y="168"/>
                    <a:pt x="16" y="168"/>
                    <a:pt x="16" y="168"/>
                  </a:cubicBezTo>
                  <a:cubicBezTo>
                    <a:pt x="16" y="168"/>
                    <a:pt x="16" y="168"/>
                    <a:pt x="16" y="168"/>
                  </a:cubicBezTo>
                  <a:close/>
                  <a:moveTo>
                    <a:pt x="16" y="170"/>
                  </a:moveTo>
                  <a:cubicBezTo>
                    <a:pt x="15" y="169"/>
                    <a:pt x="15" y="169"/>
                    <a:pt x="15" y="169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16" y="169"/>
                    <a:pt x="16" y="169"/>
                    <a:pt x="16" y="169"/>
                  </a:cubicBezTo>
                  <a:cubicBezTo>
                    <a:pt x="16" y="170"/>
                    <a:pt x="16" y="170"/>
                    <a:pt x="16" y="170"/>
                  </a:cubicBezTo>
                  <a:cubicBezTo>
                    <a:pt x="16" y="170"/>
                    <a:pt x="16" y="170"/>
                    <a:pt x="16" y="170"/>
                  </a:cubicBezTo>
                  <a:close/>
                  <a:moveTo>
                    <a:pt x="16" y="171"/>
                  </a:moveTo>
                  <a:cubicBezTo>
                    <a:pt x="15" y="170"/>
                    <a:pt x="15" y="170"/>
                    <a:pt x="15" y="170"/>
                  </a:cubicBezTo>
                  <a:cubicBezTo>
                    <a:pt x="15" y="170"/>
                    <a:pt x="15" y="170"/>
                    <a:pt x="15" y="170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16" y="170"/>
                    <a:pt x="16" y="170"/>
                    <a:pt x="16" y="170"/>
                  </a:cubicBezTo>
                  <a:cubicBezTo>
                    <a:pt x="16" y="171"/>
                    <a:pt x="16" y="171"/>
                    <a:pt x="16" y="171"/>
                  </a:cubicBezTo>
                  <a:cubicBezTo>
                    <a:pt x="16" y="171"/>
                    <a:pt x="16" y="171"/>
                    <a:pt x="16" y="171"/>
                  </a:cubicBezTo>
                  <a:close/>
                  <a:moveTo>
                    <a:pt x="17" y="173"/>
                  </a:moveTo>
                  <a:cubicBezTo>
                    <a:pt x="17" y="173"/>
                    <a:pt x="17" y="173"/>
                    <a:pt x="17" y="173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7" y="172"/>
                    <a:pt x="17" y="172"/>
                    <a:pt x="17" y="172"/>
                  </a:cubicBezTo>
                  <a:cubicBezTo>
                    <a:pt x="17" y="172"/>
                    <a:pt x="17" y="172"/>
                    <a:pt x="17" y="172"/>
                  </a:cubicBezTo>
                  <a:cubicBezTo>
                    <a:pt x="17" y="173"/>
                    <a:pt x="17" y="173"/>
                    <a:pt x="17" y="173"/>
                  </a:cubicBezTo>
                  <a:close/>
                  <a:moveTo>
                    <a:pt x="20" y="177"/>
                  </a:moveTo>
                  <a:cubicBezTo>
                    <a:pt x="19" y="177"/>
                    <a:pt x="19" y="177"/>
                    <a:pt x="19" y="177"/>
                  </a:cubicBezTo>
                  <a:cubicBezTo>
                    <a:pt x="18" y="177"/>
                    <a:pt x="18" y="177"/>
                    <a:pt x="18" y="177"/>
                  </a:cubicBezTo>
                  <a:cubicBezTo>
                    <a:pt x="17" y="177"/>
                    <a:pt x="17" y="177"/>
                    <a:pt x="17" y="177"/>
                  </a:cubicBezTo>
                  <a:cubicBezTo>
                    <a:pt x="17" y="176"/>
                    <a:pt x="17" y="176"/>
                    <a:pt x="17" y="176"/>
                  </a:cubicBezTo>
                  <a:cubicBezTo>
                    <a:pt x="16" y="176"/>
                    <a:pt x="16" y="176"/>
                    <a:pt x="16" y="176"/>
                  </a:cubicBezTo>
                  <a:cubicBezTo>
                    <a:pt x="15" y="176"/>
                    <a:pt x="15" y="176"/>
                    <a:pt x="15" y="176"/>
                  </a:cubicBezTo>
                  <a:cubicBezTo>
                    <a:pt x="14" y="175"/>
                    <a:pt x="14" y="175"/>
                    <a:pt x="14" y="175"/>
                  </a:cubicBezTo>
                  <a:cubicBezTo>
                    <a:pt x="14" y="174"/>
                    <a:pt x="14" y="174"/>
                    <a:pt x="14" y="174"/>
                  </a:cubicBezTo>
                  <a:cubicBezTo>
                    <a:pt x="14" y="174"/>
                    <a:pt x="14" y="174"/>
                    <a:pt x="14" y="174"/>
                  </a:cubicBezTo>
                  <a:cubicBezTo>
                    <a:pt x="15" y="174"/>
                    <a:pt x="15" y="174"/>
                    <a:pt x="15" y="174"/>
                  </a:cubicBezTo>
                  <a:cubicBezTo>
                    <a:pt x="16" y="175"/>
                    <a:pt x="16" y="175"/>
                    <a:pt x="16" y="175"/>
                  </a:cubicBezTo>
                  <a:cubicBezTo>
                    <a:pt x="16" y="175"/>
                    <a:pt x="16" y="175"/>
                    <a:pt x="16" y="175"/>
                  </a:cubicBezTo>
                  <a:cubicBezTo>
                    <a:pt x="17" y="175"/>
                    <a:pt x="17" y="175"/>
                    <a:pt x="17" y="175"/>
                  </a:cubicBezTo>
                  <a:cubicBezTo>
                    <a:pt x="18" y="175"/>
                    <a:pt x="18" y="175"/>
                    <a:pt x="18" y="175"/>
                  </a:cubicBezTo>
                  <a:cubicBezTo>
                    <a:pt x="19" y="176"/>
                    <a:pt x="19" y="176"/>
                    <a:pt x="19" y="176"/>
                  </a:cubicBezTo>
                  <a:cubicBezTo>
                    <a:pt x="20" y="176"/>
                    <a:pt x="20" y="176"/>
                    <a:pt x="20" y="176"/>
                  </a:cubicBezTo>
                  <a:cubicBezTo>
                    <a:pt x="20" y="176"/>
                    <a:pt x="20" y="176"/>
                    <a:pt x="20" y="176"/>
                  </a:cubicBezTo>
                  <a:cubicBezTo>
                    <a:pt x="21" y="177"/>
                    <a:pt x="21" y="177"/>
                    <a:pt x="21" y="177"/>
                  </a:cubicBezTo>
                  <a:cubicBezTo>
                    <a:pt x="21" y="177"/>
                    <a:pt x="21" y="177"/>
                    <a:pt x="21" y="177"/>
                  </a:cubicBezTo>
                  <a:cubicBezTo>
                    <a:pt x="22" y="177"/>
                    <a:pt x="22" y="177"/>
                    <a:pt x="22" y="177"/>
                  </a:cubicBezTo>
                  <a:cubicBezTo>
                    <a:pt x="21" y="177"/>
                    <a:pt x="21" y="177"/>
                    <a:pt x="21" y="177"/>
                  </a:cubicBezTo>
                  <a:cubicBezTo>
                    <a:pt x="21" y="177"/>
                    <a:pt x="21" y="177"/>
                    <a:pt x="21" y="177"/>
                  </a:cubicBezTo>
                  <a:cubicBezTo>
                    <a:pt x="20" y="177"/>
                    <a:pt x="20" y="177"/>
                    <a:pt x="20" y="177"/>
                  </a:cubicBezTo>
                  <a:close/>
                  <a:moveTo>
                    <a:pt x="17" y="177"/>
                  </a:moveTo>
                  <a:cubicBezTo>
                    <a:pt x="17" y="177"/>
                    <a:pt x="17" y="178"/>
                    <a:pt x="17" y="178"/>
                  </a:cubicBezTo>
                  <a:cubicBezTo>
                    <a:pt x="16" y="178"/>
                    <a:pt x="16" y="178"/>
                    <a:pt x="16" y="178"/>
                  </a:cubicBezTo>
                  <a:cubicBezTo>
                    <a:pt x="17" y="177"/>
                    <a:pt x="17" y="177"/>
                    <a:pt x="17" y="177"/>
                  </a:cubicBezTo>
                  <a:close/>
                  <a:moveTo>
                    <a:pt x="23" y="181"/>
                  </a:moveTo>
                  <a:cubicBezTo>
                    <a:pt x="23" y="181"/>
                    <a:pt x="23" y="181"/>
                    <a:pt x="23" y="181"/>
                  </a:cubicBezTo>
                  <a:cubicBezTo>
                    <a:pt x="24" y="181"/>
                    <a:pt x="24" y="181"/>
                    <a:pt x="24" y="181"/>
                  </a:cubicBezTo>
                  <a:cubicBezTo>
                    <a:pt x="23" y="181"/>
                    <a:pt x="23" y="181"/>
                    <a:pt x="23" y="181"/>
                  </a:cubicBezTo>
                  <a:cubicBezTo>
                    <a:pt x="23" y="181"/>
                    <a:pt x="23" y="181"/>
                    <a:pt x="23" y="181"/>
                  </a:cubicBezTo>
                  <a:cubicBezTo>
                    <a:pt x="23" y="181"/>
                    <a:pt x="23" y="181"/>
                    <a:pt x="23" y="181"/>
                  </a:cubicBezTo>
                  <a:close/>
                  <a:moveTo>
                    <a:pt x="25" y="181"/>
                  </a:moveTo>
                  <a:cubicBezTo>
                    <a:pt x="25" y="182"/>
                    <a:pt x="25" y="182"/>
                    <a:pt x="25" y="182"/>
                  </a:cubicBezTo>
                  <a:cubicBezTo>
                    <a:pt x="24" y="181"/>
                    <a:pt x="24" y="181"/>
                    <a:pt x="24" y="181"/>
                  </a:cubicBezTo>
                  <a:cubicBezTo>
                    <a:pt x="24" y="181"/>
                    <a:pt x="24" y="181"/>
                    <a:pt x="24" y="181"/>
                  </a:cubicBezTo>
                  <a:cubicBezTo>
                    <a:pt x="23" y="180"/>
                    <a:pt x="23" y="180"/>
                    <a:pt x="23" y="180"/>
                  </a:cubicBezTo>
                  <a:cubicBezTo>
                    <a:pt x="22" y="180"/>
                    <a:pt x="22" y="180"/>
                    <a:pt x="22" y="180"/>
                  </a:cubicBezTo>
                  <a:cubicBezTo>
                    <a:pt x="22" y="180"/>
                    <a:pt x="22" y="180"/>
                    <a:pt x="22" y="180"/>
                  </a:cubicBezTo>
                  <a:cubicBezTo>
                    <a:pt x="21" y="179"/>
                    <a:pt x="21" y="179"/>
                    <a:pt x="21" y="179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9" y="178"/>
                    <a:pt x="19" y="178"/>
                    <a:pt x="19" y="178"/>
                  </a:cubicBezTo>
                  <a:cubicBezTo>
                    <a:pt x="19" y="178"/>
                    <a:pt x="19" y="178"/>
                    <a:pt x="19" y="178"/>
                  </a:cubicBezTo>
                  <a:cubicBezTo>
                    <a:pt x="19" y="177"/>
                    <a:pt x="19" y="177"/>
                    <a:pt x="19" y="177"/>
                  </a:cubicBezTo>
                  <a:cubicBezTo>
                    <a:pt x="20" y="177"/>
                    <a:pt x="20" y="177"/>
                    <a:pt x="20" y="177"/>
                  </a:cubicBezTo>
                  <a:cubicBezTo>
                    <a:pt x="20" y="178"/>
                    <a:pt x="20" y="178"/>
                    <a:pt x="20" y="178"/>
                  </a:cubicBezTo>
                  <a:cubicBezTo>
                    <a:pt x="21" y="178"/>
                    <a:pt x="21" y="178"/>
                    <a:pt x="21" y="178"/>
                  </a:cubicBezTo>
                  <a:cubicBezTo>
                    <a:pt x="22" y="178"/>
                    <a:pt x="22" y="178"/>
                    <a:pt x="22" y="178"/>
                  </a:cubicBezTo>
                  <a:cubicBezTo>
                    <a:pt x="22" y="178"/>
                    <a:pt x="22" y="178"/>
                    <a:pt x="22" y="178"/>
                  </a:cubicBezTo>
                  <a:cubicBezTo>
                    <a:pt x="24" y="178"/>
                    <a:pt x="24" y="178"/>
                    <a:pt x="24" y="178"/>
                  </a:cubicBezTo>
                  <a:cubicBezTo>
                    <a:pt x="24" y="179"/>
                    <a:pt x="24" y="179"/>
                    <a:pt x="24" y="179"/>
                  </a:cubicBezTo>
                  <a:cubicBezTo>
                    <a:pt x="24" y="179"/>
                    <a:pt x="24" y="179"/>
                    <a:pt x="24" y="179"/>
                  </a:cubicBezTo>
                  <a:cubicBezTo>
                    <a:pt x="25" y="179"/>
                    <a:pt x="25" y="179"/>
                    <a:pt x="25" y="179"/>
                  </a:cubicBezTo>
                  <a:cubicBezTo>
                    <a:pt x="26" y="179"/>
                    <a:pt x="26" y="179"/>
                    <a:pt x="26" y="179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5" y="181"/>
                    <a:pt x="25" y="181"/>
                    <a:pt x="25" y="181"/>
                  </a:cubicBezTo>
                  <a:cubicBezTo>
                    <a:pt x="25" y="181"/>
                    <a:pt x="25" y="181"/>
                    <a:pt x="25" y="181"/>
                  </a:cubicBezTo>
                  <a:close/>
                  <a:moveTo>
                    <a:pt x="26" y="181"/>
                  </a:moveTo>
                  <a:cubicBezTo>
                    <a:pt x="26" y="182"/>
                    <a:pt x="26" y="182"/>
                    <a:pt x="26" y="182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6" y="182"/>
                    <a:pt x="26" y="182"/>
                    <a:pt x="26" y="182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6" y="181"/>
                    <a:pt x="26" y="181"/>
                    <a:pt x="26" y="181"/>
                  </a:cubicBezTo>
                  <a:close/>
                  <a:moveTo>
                    <a:pt x="31" y="180"/>
                  </a:moveTo>
                  <a:cubicBezTo>
                    <a:pt x="31" y="181"/>
                    <a:pt x="31" y="181"/>
                    <a:pt x="31" y="181"/>
                  </a:cubicBezTo>
                  <a:cubicBezTo>
                    <a:pt x="31" y="182"/>
                    <a:pt x="31" y="182"/>
                    <a:pt x="31" y="182"/>
                  </a:cubicBezTo>
                  <a:cubicBezTo>
                    <a:pt x="31" y="182"/>
                    <a:pt x="31" y="182"/>
                    <a:pt x="31" y="182"/>
                  </a:cubicBezTo>
                  <a:cubicBezTo>
                    <a:pt x="30" y="182"/>
                    <a:pt x="30" y="182"/>
                    <a:pt x="30" y="182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29" y="181"/>
                    <a:pt x="29" y="181"/>
                    <a:pt x="29" y="181"/>
                  </a:cubicBezTo>
                  <a:cubicBezTo>
                    <a:pt x="28" y="181"/>
                    <a:pt x="28" y="181"/>
                    <a:pt x="28" y="181"/>
                  </a:cubicBezTo>
                  <a:cubicBezTo>
                    <a:pt x="28" y="181"/>
                    <a:pt x="28" y="181"/>
                    <a:pt x="28" y="181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0"/>
                    <a:pt x="27" y="180"/>
                    <a:pt x="27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30" y="180"/>
                    <a:pt x="30" y="180"/>
                    <a:pt x="30" y="180"/>
                  </a:cubicBezTo>
                  <a:cubicBezTo>
                    <a:pt x="31" y="180"/>
                    <a:pt x="31" y="180"/>
                    <a:pt x="31" y="180"/>
                  </a:cubicBezTo>
                  <a:cubicBezTo>
                    <a:pt x="31" y="180"/>
                    <a:pt x="31" y="180"/>
                    <a:pt x="31" y="180"/>
                  </a:cubicBezTo>
                  <a:close/>
                  <a:moveTo>
                    <a:pt x="34" y="180"/>
                  </a:moveTo>
                  <a:cubicBezTo>
                    <a:pt x="33" y="180"/>
                    <a:pt x="33" y="180"/>
                    <a:pt x="33" y="180"/>
                  </a:cubicBezTo>
                  <a:cubicBezTo>
                    <a:pt x="33" y="179"/>
                    <a:pt x="33" y="179"/>
                    <a:pt x="33" y="179"/>
                  </a:cubicBezTo>
                  <a:cubicBezTo>
                    <a:pt x="33" y="179"/>
                    <a:pt x="33" y="179"/>
                    <a:pt x="33" y="179"/>
                  </a:cubicBezTo>
                  <a:cubicBezTo>
                    <a:pt x="33" y="178"/>
                    <a:pt x="33" y="178"/>
                    <a:pt x="33" y="178"/>
                  </a:cubicBezTo>
                  <a:cubicBezTo>
                    <a:pt x="32" y="178"/>
                    <a:pt x="32" y="178"/>
                    <a:pt x="32" y="178"/>
                  </a:cubicBezTo>
                  <a:cubicBezTo>
                    <a:pt x="32" y="177"/>
                    <a:pt x="32" y="177"/>
                    <a:pt x="32" y="177"/>
                  </a:cubicBezTo>
                  <a:cubicBezTo>
                    <a:pt x="32" y="176"/>
                    <a:pt x="32" y="176"/>
                    <a:pt x="32" y="176"/>
                  </a:cubicBezTo>
                  <a:cubicBezTo>
                    <a:pt x="32" y="177"/>
                    <a:pt x="32" y="177"/>
                    <a:pt x="32" y="177"/>
                  </a:cubicBezTo>
                  <a:cubicBezTo>
                    <a:pt x="31" y="178"/>
                    <a:pt x="31" y="178"/>
                    <a:pt x="31" y="178"/>
                  </a:cubicBezTo>
                  <a:cubicBezTo>
                    <a:pt x="32" y="179"/>
                    <a:pt x="32" y="179"/>
                    <a:pt x="32" y="179"/>
                  </a:cubicBezTo>
                  <a:cubicBezTo>
                    <a:pt x="31" y="179"/>
                    <a:pt x="31" y="179"/>
                    <a:pt x="31" y="179"/>
                  </a:cubicBezTo>
                  <a:cubicBezTo>
                    <a:pt x="31" y="180"/>
                    <a:pt x="31" y="180"/>
                    <a:pt x="31" y="180"/>
                  </a:cubicBezTo>
                  <a:cubicBezTo>
                    <a:pt x="32" y="180"/>
                    <a:pt x="32" y="180"/>
                    <a:pt x="32" y="180"/>
                  </a:cubicBezTo>
                  <a:cubicBezTo>
                    <a:pt x="33" y="180"/>
                    <a:pt x="33" y="180"/>
                    <a:pt x="33" y="180"/>
                  </a:cubicBezTo>
                  <a:cubicBezTo>
                    <a:pt x="33" y="181"/>
                    <a:pt x="33" y="181"/>
                    <a:pt x="33" y="181"/>
                  </a:cubicBezTo>
                  <a:cubicBezTo>
                    <a:pt x="34" y="180"/>
                    <a:pt x="34" y="180"/>
                    <a:pt x="34" y="180"/>
                  </a:cubicBezTo>
                  <a:close/>
                  <a:moveTo>
                    <a:pt x="30" y="186"/>
                  </a:move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0" y="186"/>
                    <a:pt x="30" y="186"/>
                    <a:pt x="30" y="186"/>
                  </a:cubicBezTo>
                  <a:close/>
                  <a:moveTo>
                    <a:pt x="31" y="185"/>
                  </a:moveTo>
                  <a:cubicBezTo>
                    <a:pt x="30" y="185"/>
                    <a:pt x="30" y="185"/>
                    <a:pt x="30" y="185"/>
                  </a:cubicBezTo>
                  <a:cubicBezTo>
                    <a:pt x="31" y="185"/>
                    <a:pt x="31" y="185"/>
                    <a:pt x="31" y="185"/>
                  </a:cubicBezTo>
                  <a:cubicBezTo>
                    <a:pt x="31" y="185"/>
                    <a:pt x="31" y="185"/>
                    <a:pt x="31" y="185"/>
                  </a:cubicBezTo>
                  <a:cubicBezTo>
                    <a:pt x="31" y="185"/>
                    <a:pt x="31" y="185"/>
                    <a:pt x="31" y="185"/>
                  </a:cubicBezTo>
                  <a:cubicBezTo>
                    <a:pt x="31" y="185"/>
                    <a:pt x="31" y="185"/>
                    <a:pt x="31" y="185"/>
                  </a:cubicBezTo>
                  <a:close/>
                  <a:moveTo>
                    <a:pt x="48" y="190"/>
                  </a:moveTo>
                  <a:cubicBezTo>
                    <a:pt x="48" y="189"/>
                    <a:pt x="48" y="189"/>
                    <a:pt x="48" y="189"/>
                  </a:cubicBezTo>
                  <a:cubicBezTo>
                    <a:pt x="48" y="189"/>
                    <a:pt x="48" y="189"/>
                    <a:pt x="48" y="189"/>
                  </a:cubicBezTo>
                  <a:cubicBezTo>
                    <a:pt x="48" y="188"/>
                    <a:pt x="48" y="188"/>
                    <a:pt x="48" y="188"/>
                  </a:cubicBezTo>
                  <a:cubicBezTo>
                    <a:pt x="48" y="188"/>
                    <a:pt x="48" y="188"/>
                    <a:pt x="48" y="188"/>
                  </a:cubicBezTo>
                  <a:cubicBezTo>
                    <a:pt x="49" y="189"/>
                    <a:pt x="49" y="189"/>
                    <a:pt x="49" y="189"/>
                  </a:cubicBezTo>
                  <a:cubicBezTo>
                    <a:pt x="49" y="190"/>
                    <a:pt x="49" y="190"/>
                    <a:pt x="49" y="190"/>
                  </a:cubicBezTo>
                  <a:cubicBezTo>
                    <a:pt x="48" y="190"/>
                    <a:pt x="48" y="190"/>
                    <a:pt x="48" y="190"/>
                  </a:cubicBezTo>
                  <a:close/>
                  <a:moveTo>
                    <a:pt x="37" y="186"/>
                  </a:moveTo>
                  <a:cubicBezTo>
                    <a:pt x="38" y="185"/>
                    <a:pt x="38" y="185"/>
                    <a:pt x="38" y="185"/>
                  </a:cubicBezTo>
                  <a:cubicBezTo>
                    <a:pt x="38" y="185"/>
                    <a:pt x="38" y="185"/>
                    <a:pt x="38" y="185"/>
                  </a:cubicBezTo>
                  <a:cubicBezTo>
                    <a:pt x="39" y="185"/>
                    <a:pt x="39" y="185"/>
                    <a:pt x="39" y="185"/>
                  </a:cubicBezTo>
                  <a:cubicBezTo>
                    <a:pt x="40" y="185"/>
                    <a:pt x="40" y="185"/>
                    <a:pt x="40" y="185"/>
                  </a:cubicBezTo>
                  <a:cubicBezTo>
                    <a:pt x="42" y="185"/>
                    <a:pt x="42" y="185"/>
                    <a:pt x="42" y="185"/>
                  </a:cubicBezTo>
                  <a:cubicBezTo>
                    <a:pt x="43" y="184"/>
                    <a:pt x="43" y="184"/>
                    <a:pt x="43" y="184"/>
                  </a:cubicBezTo>
                  <a:cubicBezTo>
                    <a:pt x="45" y="185"/>
                    <a:pt x="45" y="185"/>
                    <a:pt x="45" y="185"/>
                  </a:cubicBezTo>
                  <a:cubicBezTo>
                    <a:pt x="46" y="185"/>
                    <a:pt x="46" y="185"/>
                    <a:pt x="46" y="185"/>
                  </a:cubicBezTo>
                  <a:cubicBezTo>
                    <a:pt x="47" y="184"/>
                    <a:pt x="47" y="184"/>
                    <a:pt x="47" y="184"/>
                  </a:cubicBezTo>
                  <a:cubicBezTo>
                    <a:pt x="48" y="185"/>
                    <a:pt x="48" y="185"/>
                    <a:pt x="48" y="185"/>
                  </a:cubicBezTo>
                  <a:cubicBezTo>
                    <a:pt x="48" y="185"/>
                    <a:pt x="48" y="185"/>
                    <a:pt x="48" y="185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6"/>
                    <a:pt x="47" y="186"/>
                    <a:pt x="47" y="186"/>
                  </a:cubicBezTo>
                  <a:cubicBezTo>
                    <a:pt x="46" y="186"/>
                    <a:pt x="46" y="186"/>
                    <a:pt x="46" y="186"/>
                  </a:cubicBezTo>
                  <a:cubicBezTo>
                    <a:pt x="45" y="186"/>
                    <a:pt x="45" y="186"/>
                    <a:pt x="45" y="186"/>
                  </a:cubicBezTo>
                  <a:cubicBezTo>
                    <a:pt x="44" y="186"/>
                    <a:pt x="44" y="186"/>
                    <a:pt x="44" y="186"/>
                  </a:cubicBezTo>
                  <a:cubicBezTo>
                    <a:pt x="44" y="186"/>
                    <a:pt x="44" y="186"/>
                    <a:pt x="44" y="186"/>
                  </a:cubicBezTo>
                  <a:cubicBezTo>
                    <a:pt x="44" y="185"/>
                    <a:pt x="44" y="185"/>
                    <a:pt x="44" y="185"/>
                  </a:cubicBezTo>
                  <a:cubicBezTo>
                    <a:pt x="43" y="185"/>
                    <a:pt x="43" y="185"/>
                    <a:pt x="43" y="185"/>
                  </a:cubicBezTo>
                  <a:cubicBezTo>
                    <a:pt x="42" y="186"/>
                    <a:pt x="42" y="186"/>
                    <a:pt x="42" y="186"/>
                  </a:cubicBezTo>
                  <a:cubicBezTo>
                    <a:pt x="42" y="186"/>
                    <a:pt x="42" y="186"/>
                    <a:pt x="42" y="186"/>
                  </a:cubicBezTo>
                  <a:cubicBezTo>
                    <a:pt x="41" y="186"/>
                    <a:pt x="41" y="186"/>
                    <a:pt x="41" y="186"/>
                  </a:cubicBezTo>
                  <a:cubicBezTo>
                    <a:pt x="42" y="187"/>
                    <a:pt x="42" y="187"/>
                    <a:pt x="42" y="187"/>
                  </a:cubicBezTo>
                  <a:cubicBezTo>
                    <a:pt x="42" y="186"/>
                    <a:pt x="42" y="186"/>
                    <a:pt x="42" y="186"/>
                  </a:cubicBezTo>
                  <a:cubicBezTo>
                    <a:pt x="43" y="187"/>
                    <a:pt x="43" y="187"/>
                    <a:pt x="43" y="187"/>
                  </a:cubicBezTo>
                  <a:cubicBezTo>
                    <a:pt x="43" y="187"/>
                    <a:pt x="43" y="187"/>
                    <a:pt x="43" y="187"/>
                  </a:cubicBezTo>
                  <a:cubicBezTo>
                    <a:pt x="43" y="187"/>
                    <a:pt x="43" y="187"/>
                    <a:pt x="43" y="187"/>
                  </a:cubicBezTo>
                  <a:cubicBezTo>
                    <a:pt x="44" y="188"/>
                    <a:pt x="44" y="188"/>
                    <a:pt x="44" y="188"/>
                  </a:cubicBezTo>
                  <a:cubicBezTo>
                    <a:pt x="45" y="188"/>
                    <a:pt x="45" y="188"/>
                    <a:pt x="45" y="188"/>
                  </a:cubicBezTo>
                  <a:cubicBezTo>
                    <a:pt x="45" y="189"/>
                    <a:pt x="45" y="189"/>
                    <a:pt x="45" y="189"/>
                  </a:cubicBezTo>
                  <a:cubicBezTo>
                    <a:pt x="44" y="189"/>
                    <a:pt x="44" y="189"/>
                    <a:pt x="44" y="189"/>
                  </a:cubicBezTo>
                  <a:cubicBezTo>
                    <a:pt x="43" y="188"/>
                    <a:pt x="43" y="188"/>
                    <a:pt x="43" y="188"/>
                  </a:cubicBezTo>
                  <a:cubicBezTo>
                    <a:pt x="43" y="188"/>
                    <a:pt x="43" y="188"/>
                    <a:pt x="43" y="188"/>
                  </a:cubicBezTo>
                  <a:cubicBezTo>
                    <a:pt x="42" y="188"/>
                    <a:pt x="42" y="188"/>
                    <a:pt x="42" y="188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41" y="187"/>
                    <a:pt x="41" y="187"/>
                    <a:pt x="41" y="187"/>
                  </a:cubicBezTo>
                  <a:cubicBezTo>
                    <a:pt x="40" y="187"/>
                    <a:pt x="40" y="187"/>
                    <a:pt x="40" y="187"/>
                  </a:cubicBezTo>
                  <a:cubicBezTo>
                    <a:pt x="40" y="188"/>
                    <a:pt x="40" y="188"/>
                    <a:pt x="40" y="188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41" y="189"/>
                    <a:pt x="41" y="189"/>
                    <a:pt x="41" y="189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9" y="188"/>
                    <a:pt x="39" y="188"/>
                    <a:pt x="39" y="188"/>
                  </a:cubicBezTo>
                  <a:cubicBezTo>
                    <a:pt x="39" y="188"/>
                    <a:pt x="39" y="188"/>
                    <a:pt x="39" y="188"/>
                  </a:cubicBezTo>
                  <a:cubicBezTo>
                    <a:pt x="38" y="188"/>
                    <a:pt x="38" y="188"/>
                    <a:pt x="38" y="188"/>
                  </a:cubicBezTo>
                  <a:cubicBezTo>
                    <a:pt x="38" y="188"/>
                    <a:pt x="38" y="188"/>
                    <a:pt x="38" y="188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7" y="188"/>
                    <a:pt x="37" y="188"/>
                    <a:pt x="37" y="188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8" y="186"/>
                    <a:pt x="38" y="186"/>
                    <a:pt x="38" y="186"/>
                  </a:cubicBezTo>
                  <a:cubicBezTo>
                    <a:pt x="38" y="186"/>
                    <a:pt x="38" y="186"/>
                    <a:pt x="38" y="186"/>
                  </a:cubicBezTo>
                  <a:lnTo>
                    <a:pt x="37" y="1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1" name="Rectangle 190"/>
            <p:cNvSpPr>
              <a:spLocks noChangeArrowheads="1"/>
            </p:cNvSpPr>
            <p:nvPr/>
          </p:nvSpPr>
          <p:spPr bwMode="auto">
            <a:xfrm>
              <a:off x="3002529" y="2846591"/>
              <a:ext cx="1287" cy="514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2" name="Freeform 191"/>
            <p:cNvSpPr>
              <a:spLocks noEditPoints="1"/>
            </p:cNvSpPr>
            <p:nvPr/>
          </p:nvSpPr>
          <p:spPr bwMode="auto">
            <a:xfrm>
              <a:off x="3011537" y="2851738"/>
              <a:ext cx="14153" cy="14153"/>
            </a:xfrm>
            <a:custGeom>
              <a:avLst/>
              <a:gdLst>
                <a:gd name="T0" fmla="*/ 11 w 11"/>
                <a:gd name="T1" fmla="*/ 11 h 11"/>
                <a:gd name="T2" fmla="*/ 7 w 11"/>
                <a:gd name="T3" fmla="*/ 11 h 11"/>
                <a:gd name="T4" fmla="*/ 7 w 11"/>
                <a:gd name="T5" fmla="*/ 11 h 11"/>
                <a:gd name="T6" fmla="*/ 11 w 11"/>
                <a:gd name="T7" fmla="*/ 11 h 11"/>
                <a:gd name="T8" fmla="*/ 11 w 11"/>
                <a:gd name="T9" fmla="*/ 11 h 11"/>
                <a:gd name="T10" fmla="*/ 7 w 11"/>
                <a:gd name="T11" fmla="*/ 0 h 11"/>
                <a:gd name="T12" fmla="*/ 4 w 11"/>
                <a:gd name="T13" fmla="*/ 4 h 11"/>
                <a:gd name="T14" fmla="*/ 7 w 11"/>
                <a:gd name="T15" fmla="*/ 4 h 11"/>
                <a:gd name="T16" fmla="*/ 11 w 11"/>
                <a:gd name="T17" fmla="*/ 8 h 11"/>
                <a:gd name="T18" fmla="*/ 7 w 11"/>
                <a:gd name="T19" fmla="*/ 0 h 11"/>
                <a:gd name="T20" fmla="*/ 7 w 11"/>
                <a:gd name="T21" fmla="*/ 0 h 11"/>
                <a:gd name="T22" fmla="*/ 0 w 11"/>
                <a:gd name="T23" fmla="*/ 4 h 11"/>
                <a:gd name="T24" fmla="*/ 4 w 11"/>
                <a:gd name="T25" fmla="*/ 8 h 11"/>
                <a:gd name="T26" fmla="*/ 4 w 11"/>
                <a:gd name="T27" fmla="*/ 11 h 11"/>
                <a:gd name="T28" fmla="*/ 0 w 11"/>
                <a:gd name="T29" fmla="*/ 4 h 11"/>
                <a:gd name="T30" fmla="*/ 0 w 11"/>
                <a:gd name="T31" fmla="*/ 4 h 11"/>
                <a:gd name="T32" fmla="*/ 0 w 11"/>
                <a:gd name="T33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11" y="11"/>
                  </a:moveTo>
                  <a:lnTo>
                    <a:pt x="7" y="11"/>
                  </a:lnTo>
                  <a:lnTo>
                    <a:pt x="7" y="11"/>
                  </a:lnTo>
                  <a:lnTo>
                    <a:pt x="11" y="11"/>
                  </a:lnTo>
                  <a:lnTo>
                    <a:pt x="11" y="11"/>
                  </a:lnTo>
                  <a:close/>
                  <a:moveTo>
                    <a:pt x="7" y="0"/>
                  </a:moveTo>
                  <a:lnTo>
                    <a:pt x="4" y="4"/>
                  </a:lnTo>
                  <a:lnTo>
                    <a:pt x="7" y="4"/>
                  </a:lnTo>
                  <a:lnTo>
                    <a:pt x="11" y="8"/>
                  </a:lnTo>
                  <a:lnTo>
                    <a:pt x="7" y="0"/>
                  </a:lnTo>
                  <a:lnTo>
                    <a:pt x="7" y="0"/>
                  </a:lnTo>
                  <a:close/>
                  <a:moveTo>
                    <a:pt x="0" y="4"/>
                  </a:moveTo>
                  <a:lnTo>
                    <a:pt x="4" y="8"/>
                  </a:lnTo>
                  <a:lnTo>
                    <a:pt x="4" y="11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3" name="Freeform 192"/>
            <p:cNvSpPr/>
            <p:nvPr/>
          </p:nvSpPr>
          <p:spPr bwMode="auto">
            <a:xfrm>
              <a:off x="3016684" y="2871037"/>
              <a:ext cx="3860" cy="9007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1 h 2"/>
                <a:gd name="T4" fmla="*/ 1 w 1"/>
                <a:gd name="T5" fmla="*/ 2 h 2"/>
                <a:gd name="T6" fmla="*/ 0 w 1"/>
                <a:gd name="T7" fmla="*/ 2 h 2"/>
                <a:gd name="T8" fmla="*/ 0 w 1"/>
                <a:gd name="T9" fmla="*/ 1 h 2"/>
                <a:gd name="T10" fmla="*/ 0 w 1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4" name="Freeform 193"/>
            <p:cNvSpPr>
              <a:spLocks noEditPoints="1"/>
            </p:cNvSpPr>
            <p:nvPr/>
          </p:nvSpPr>
          <p:spPr bwMode="auto">
            <a:xfrm>
              <a:off x="3016683" y="2885191"/>
              <a:ext cx="14153" cy="28306"/>
            </a:xfrm>
            <a:custGeom>
              <a:avLst/>
              <a:gdLst>
                <a:gd name="T0" fmla="*/ 7 w 11"/>
                <a:gd name="T1" fmla="*/ 15 h 22"/>
                <a:gd name="T2" fmla="*/ 3 w 11"/>
                <a:gd name="T3" fmla="*/ 19 h 22"/>
                <a:gd name="T4" fmla="*/ 3 w 11"/>
                <a:gd name="T5" fmla="*/ 22 h 22"/>
                <a:gd name="T6" fmla="*/ 7 w 11"/>
                <a:gd name="T7" fmla="*/ 22 h 22"/>
                <a:gd name="T8" fmla="*/ 11 w 11"/>
                <a:gd name="T9" fmla="*/ 19 h 22"/>
                <a:gd name="T10" fmla="*/ 7 w 11"/>
                <a:gd name="T11" fmla="*/ 15 h 22"/>
                <a:gd name="T12" fmla="*/ 7 w 11"/>
                <a:gd name="T13" fmla="*/ 15 h 22"/>
                <a:gd name="T14" fmla="*/ 0 w 11"/>
                <a:gd name="T15" fmla="*/ 0 h 22"/>
                <a:gd name="T16" fmla="*/ 7 w 11"/>
                <a:gd name="T17" fmla="*/ 4 h 22"/>
                <a:gd name="T18" fmla="*/ 11 w 11"/>
                <a:gd name="T19" fmla="*/ 8 h 22"/>
                <a:gd name="T20" fmla="*/ 11 w 11"/>
                <a:gd name="T21" fmla="*/ 11 h 22"/>
                <a:gd name="T22" fmla="*/ 7 w 11"/>
                <a:gd name="T23" fmla="*/ 8 h 22"/>
                <a:gd name="T24" fmla="*/ 3 w 11"/>
                <a:gd name="T25" fmla="*/ 8 h 22"/>
                <a:gd name="T26" fmla="*/ 3 w 11"/>
                <a:gd name="T27" fmla="*/ 8 h 22"/>
                <a:gd name="T28" fmla="*/ 0 w 11"/>
                <a:gd name="T29" fmla="*/ 4 h 22"/>
                <a:gd name="T30" fmla="*/ 0 w 11"/>
                <a:gd name="T3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22">
                  <a:moveTo>
                    <a:pt x="7" y="15"/>
                  </a:moveTo>
                  <a:lnTo>
                    <a:pt x="3" y="19"/>
                  </a:lnTo>
                  <a:lnTo>
                    <a:pt x="3" y="22"/>
                  </a:lnTo>
                  <a:lnTo>
                    <a:pt x="7" y="22"/>
                  </a:lnTo>
                  <a:lnTo>
                    <a:pt x="11" y="19"/>
                  </a:lnTo>
                  <a:lnTo>
                    <a:pt x="7" y="15"/>
                  </a:lnTo>
                  <a:lnTo>
                    <a:pt x="7" y="15"/>
                  </a:lnTo>
                  <a:close/>
                  <a:moveTo>
                    <a:pt x="0" y="0"/>
                  </a:moveTo>
                  <a:lnTo>
                    <a:pt x="7" y="4"/>
                  </a:lnTo>
                  <a:lnTo>
                    <a:pt x="11" y="8"/>
                  </a:lnTo>
                  <a:lnTo>
                    <a:pt x="11" y="11"/>
                  </a:lnTo>
                  <a:lnTo>
                    <a:pt x="7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5" name="Freeform 194"/>
            <p:cNvSpPr/>
            <p:nvPr/>
          </p:nvSpPr>
          <p:spPr bwMode="auto">
            <a:xfrm>
              <a:off x="3053994" y="2918643"/>
              <a:ext cx="5147" cy="5147"/>
            </a:xfrm>
            <a:custGeom>
              <a:avLst/>
              <a:gdLst>
                <a:gd name="T0" fmla="*/ 4 w 4"/>
                <a:gd name="T1" fmla="*/ 0 h 4"/>
                <a:gd name="T2" fmla="*/ 0 w 4"/>
                <a:gd name="T3" fmla="*/ 0 h 4"/>
                <a:gd name="T4" fmla="*/ 0 w 4"/>
                <a:gd name="T5" fmla="*/ 4 h 4"/>
                <a:gd name="T6" fmla="*/ 4 w 4"/>
                <a:gd name="T7" fmla="*/ 4 h 4"/>
                <a:gd name="T8" fmla="*/ 4 w 4"/>
                <a:gd name="T9" fmla="*/ 0 h 4"/>
                <a:gd name="T10" fmla="*/ 4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6" name="Freeform 195"/>
            <p:cNvSpPr>
              <a:spLocks noEditPoints="1"/>
            </p:cNvSpPr>
            <p:nvPr/>
          </p:nvSpPr>
          <p:spPr bwMode="auto">
            <a:xfrm>
              <a:off x="3006390" y="2913497"/>
              <a:ext cx="14153" cy="29593"/>
            </a:xfrm>
            <a:custGeom>
              <a:avLst/>
              <a:gdLst>
                <a:gd name="T0" fmla="*/ 2 w 3"/>
                <a:gd name="T1" fmla="*/ 6 h 6"/>
                <a:gd name="T2" fmla="*/ 2 w 3"/>
                <a:gd name="T3" fmla="*/ 5 h 6"/>
                <a:gd name="T4" fmla="*/ 1 w 3"/>
                <a:gd name="T5" fmla="*/ 5 h 6"/>
                <a:gd name="T6" fmla="*/ 0 w 3"/>
                <a:gd name="T7" fmla="*/ 6 h 6"/>
                <a:gd name="T8" fmla="*/ 1 w 3"/>
                <a:gd name="T9" fmla="*/ 6 h 6"/>
                <a:gd name="T10" fmla="*/ 2 w 3"/>
                <a:gd name="T11" fmla="*/ 6 h 6"/>
                <a:gd name="T12" fmla="*/ 2 w 3"/>
                <a:gd name="T13" fmla="*/ 4 h 6"/>
                <a:gd name="T14" fmla="*/ 3 w 3"/>
                <a:gd name="T15" fmla="*/ 5 h 6"/>
                <a:gd name="T16" fmla="*/ 2 w 3"/>
                <a:gd name="T17" fmla="*/ 5 h 6"/>
                <a:gd name="T18" fmla="*/ 2 w 3"/>
                <a:gd name="T19" fmla="*/ 4 h 6"/>
                <a:gd name="T20" fmla="*/ 3 w 3"/>
                <a:gd name="T21" fmla="*/ 0 h 6"/>
                <a:gd name="T22" fmla="*/ 3 w 3"/>
                <a:gd name="T23" fmla="*/ 1 h 6"/>
                <a:gd name="T24" fmla="*/ 3 w 3"/>
                <a:gd name="T25" fmla="*/ 2 h 6"/>
                <a:gd name="T26" fmla="*/ 3 w 3"/>
                <a:gd name="T2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" h="6">
                  <a:moveTo>
                    <a:pt x="2" y="6"/>
                  </a:move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6"/>
                  </a:cubicBezTo>
                  <a:close/>
                  <a:moveTo>
                    <a:pt x="2" y="4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4"/>
                    <a:pt x="2" y="4"/>
                  </a:cubicBezTo>
                  <a:close/>
                  <a:moveTo>
                    <a:pt x="3" y="0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7" name="Freeform 196"/>
            <p:cNvSpPr>
              <a:spLocks noEditPoints="1"/>
            </p:cNvSpPr>
            <p:nvPr/>
          </p:nvSpPr>
          <p:spPr bwMode="auto">
            <a:xfrm>
              <a:off x="3002530" y="2961102"/>
              <a:ext cx="28306" cy="24446"/>
            </a:xfrm>
            <a:custGeom>
              <a:avLst/>
              <a:gdLst>
                <a:gd name="T0" fmla="*/ 18 w 22"/>
                <a:gd name="T1" fmla="*/ 0 h 19"/>
                <a:gd name="T2" fmla="*/ 22 w 22"/>
                <a:gd name="T3" fmla="*/ 0 h 19"/>
                <a:gd name="T4" fmla="*/ 22 w 22"/>
                <a:gd name="T5" fmla="*/ 0 h 19"/>
                <a:gd name="T6" fmla="*/ 18 w 22"/>
                <a:gd name="T7" fmla="*/ 0 h 19"/>
                <a:gd name="T8" fmla="*/ 18 w 22"/>
                <a:gd name="T9" fmla="*/ 0 h 19"/>
                <a:gd name="T10" fmla="*/ 18 w 22"/>
                <a:gd name="T11" fmla="*/ 4 h 19"/>
                <a:gd name="T12" fmla="*/ 11 w 22"/>
                <a:gd name="T13" fmla="*/ 4 h 19"/>
                <a:gd name="T14" fmla="*/ 11 w 22"/>
                <a:gd name="T15" fmla="*/ 4 h 19"/>
                <a:gd name="T16" fmla="*/ 7 w 22"/>
                <a:gd name="T17" fmla="*/ 4 h 19"/>
                <a:gd name="T18" fmla="*/ 3 w 22"/>
                <a:gd name="T19" fmla="*/ 8 h 19"/>
                <a:gd name="T20" fmla="*/ 7 w 22"/>
                <a:gd name="T21" fmla="*/ 8 h 19"/>
                <a:gd name="T22" fmla="*/ 7 w 22"/>
                <a:gd name="T23" fmla="*/ 12 h 19"/>
                <a:gd name="T24" fmla="*/ 3 w 22"/>
                <a:gd name="T25" fmla="*/ 15 h 19"/>
                <a:gd name="T26" fmla="*/ 0 w 22"/>
                <a:gd name="T27" fmla="*/ 15 h 19"/>
                <a:gd name="T28" fmla="*/ 7 w 22"/>
                <a:gd name="T29" fmla="*/ 19 h 19"/>
                <a:gd name="T30" fmla="*/ 14 w 22"/>
                <a:gd name="T31" fmla="*/ 15 h 19"/>
                <a:gd name="T32" fmla="*/ 18 w 22"/>
                <a:gd name="T33" fmla="*/ 15 h 19"/>
                <a:gd name="T34" fmla="*/ 18 w 22"/>
                <a:gd name="T35" fmla="*/ 12 h 19"/>
                <a:gd name="T36" fmla="*/ 14 w 22"/>
                <a:gd name="T37" fmla="*/ 8 h 19"/>
                <a:gd name="T38" fmla="*/ 18 w 22"/>
                <a:gd name="T39" fmla="*/ 4 h 19"/>
                <a:gd name="T40" fmla="*/ 18 w 22"/>
                <a:gd name="T41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9">
                  <a:moveTo>
                    <a:pt x="18" y="0"/>
                  </a:move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18" y="4"/>
                  </a:moveTo>
                  <a:lnTo>
                    <a:pt x="11" y="4"/>
                  </a:lnTo>
                  <a:lnTo>
                    <a:pt x="11" y="4"/>
                  </a:lnTo>
                  <a:lnTo>
                    <a:pt x="7" y="4"/>
                  </a:lnTo>
                  <a:lnTo>
                    <a:pt x="3" y="8"/>
                  </a:lnTo>
                  <a:lnTo>
                    <a:pt x="7" y="8"/>
                  </a:lnTo>
                  <a:lnTo>
                    <a:pt x="7" y="12"/>
                  </a:lnTo>
                  <a:lnTo>
                    <a:pt x="3" y="15"/>
                  </a:lnTo>
                  <a:lnTo>
                    <a:pt x="0" y="15"/>
                  </a:lnTo>
                  <a:lnTo>
                    <a:pt x="7" y="19"/>
                  </a:lnTo>
                  <a:lnTo>
                    <a:pt x="14" y="15"/>
                  </a:lnTo>
                  <a:lnTo>
                    <a:pt x="18" y="15"/>
                  </a:lnTo>
                  <a:lnTo>
                    <a:pt x="18" y="12"/>
                  </a:lnTo>
                  <a:lnTo>
                    <a:pt x="14" y="8"/>
                  </a:lnTo>
                  <a:lnTo>
                    <a:pt x="18" y="4"/>
                  </a:lnTo>
                  <a:lnTo>
                    <a:pt x="18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8" name="Rectangle 19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39" name="Rectangle 19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0" name="Rectangle 19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1" name="Rectangle 20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2" name="Rectangle 20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3" name="Rectangle 20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4" name="Rectangle 20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5" name="Rectangle 20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6" name="Rectangle 20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7" name="Rectangle 20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8" name="Rectangle 20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49" name="Rectangle 20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0" name="Rectangle 21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1" name="Rectangle 21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2" name="Rectangle 21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3" name="Rectangle 21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4" name="Rectangle 21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5" name="Rectangle 215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6" name="Rectangle 21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7" name="Rectangle 21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8" name="Rectangle 21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59" name="Rectangle 21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0" name="Rectangle 22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1" name="Rectangle 22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2" name="Rectangle 22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3" name="Rectangle 22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4" name="Rectangle 22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5" name="Rectangle 225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6" name="Rectangle 22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7" name="Rectangle 22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8" name="Rectangle 22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69" name="Rectangle 22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0" name="Rectangle 23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1" name="Rectangle 23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2" name="Rectangle 23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3" name="Rectangle 23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4" name="Rectangle 23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5" name="Rectangle 235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6" name="Rectangle 23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7" name="Rectangle 23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8" name="Rectangle 23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79" name="Rectangle 23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0" name="Rectangle 24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1" name="Rectangle 24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2" name="Rectangle 24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3" name="Rectangle 24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4" name="Rectangle 24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5" name="Rectangle 245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6" name="Rectangle 24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7" name="Rectangle 24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8" name="Rectangle 24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89" name="Rectangle 24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0" name="Rectangle 25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1" name="Rectangle 25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2" name="Rectangle 252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3" name="Rectangle 253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4" name="Rectangle 254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5" name="Rectangle 255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6" name="Rectangle 256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7" name="Rectangle 257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8" name="Rectangle 258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299" name="Rectangle 259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300" name="Rectangle 260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301" name="Rectangle 261"/>
            <p:cNvSpPr>
              <a:spLocks noChangeArrowheads="1"/>
            </p:cNvSpPr>
            <p:nvPr/>
          </p:nvSpPr>
          <p:spPr bwMode="auto">
            <a:xfrm>
              <a:off x="6127755" y="1553527"/>
              <a:ext cx="1287" cy="128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  <p:sp>
          <p:nvSpPr>
            <p:cNvPr id="302" name="Freeform 168"/>
            <p:cNvSpPr>
              <a:spLocks noEditPoints="1"/>
            </p:cNvSpPr>
            <p:nvPr/>
          </p:nvSpPr>
          <p:spPr bwMode="auto">
            <a:xfrm>
              <a:off x="1786664" y="2036014"/>
              <a:ext cx="1196567" cy="639456"/>
            </a:xfrm>
            <a:custGeom>
              <a:avLst/>
              <a:gdLst>
                <a:gd name="T0" fmla="*/ 146 w 251"/>
                <a:gd name="T1" fmla="*/ 13 h 134"/>
                <a:gd name="T2" fmla="*/ 177 w 251"/>
                <a:gd name="T3" fmla="*/ 26 h 134"/>
                <a:gd name="T4" fmla="*/ 210 w 251"/>
                <a:gd name="T5" fmla="*/ 41 h 134"/>
                <a:gd name="T6" fmla="*/ 236 w 251"/>
                <a:gd name="T7" fmla="*/ 33 h 134"/>
                <a:gd name="T8" fmla="*/ 248 w 251"/>
                <a:gd name="T9" fmla="*/ 27 h 134"/>
                <a:gd name="T10" fmla="*/ 250 w 251"/>
                <a:gd name="T11" fmla="*/ 40 h 134"/>
                <a:gd name="T12" fmla="*/ 242 w 251"/>
                <a:gd name="T13" fmla="*/ 42 h 134"/>
                <a:gd name="T14" fmla="*/ 235 w 251"/>
                <a:gd name="T15" fmla="*/ 45 h 134"/>
                <a:gd name="T16" fmla="*/ 234 w 251"/>
                <a:gd name="T17" fmla="*/ 53 h 134"/>
                <a:gd name="T18" fmla="*/ 228 w 251"/>
                <a:gd name="T19" fmla="*/ 57 h 134"/>
                <a:gd name="T20" fmla="*/ 216 w 251"/>
                <a:gd name="T21" fmla="*/ 61 h 134"/>
                <a:gd name="T22" fmla="*/ 211 w 251"/>
                <a:gd name="T23" fmla="*/ 69 h 134"/>
                <a:gd name="T24" fmla="*/ 210 w 251"/>
                <a:gd name="T25" fmla="*/ 70 h 134"/>
                <a:gd name="T26" fmla="*/ 206 w 251"/>
                <a:gd name="T27" fmla="*/ 75 h 134"/>
                <a:gd name="T28" fmla="*/ 205 w 251"/>
                <a:gd name="T29" fmla="*/ 67 h 134"/>
                <a:gd name="T30" fmla="*/ 203 w 251"/>
                <a:gd name="T31" fmla="*/ 73 h 134"/>
                <a:gd name="T32" fmla="*/ 203 w 251"/>
                <a:gd name="T33" fmla="*/ 76 h 134"/>
                <a:gd name="T34" fmla="*/ 201 w 251"/>
                <a:gd name="T35" fmla="*/ 78 h 134"/>
                <a:gd name="T36" fmla="*/ 202 w 251"/>
                <a:gd name="T37" fmla="*/ 83 h 134"/>
                <a:gd name="T38" fmla="*/ 204 w 251"/>
                <a:gd name="T39" fmla="*/ 86 h 134"/>
                <a:gd name="T40" fmla="*/ 201 w 251"/>
                <a:gd name="T41" fmla="*/ 88 h 134"/>
                <a:gd name="T42" fmla="*/ 193 w 251"/>
                <a:gd name="T43" fmla="*/ 94 h 134"/>
                <a:gd name="T44" fmla="*/ 183 w 251"/>
                <a:gd name="T45" fmla="*/ 100 h 134"/>
                <a:gd name="T46" fmla="*/ 177 w 251"/>
                <a:gd name="T47" fmla="*/ 110 h 134"/>
                <a:gd name="T48" fmla="*/ 180 w 251"/>
                <a:gd name="T49" fmla="*/ 128 h 134"/>
                <a:gd name="T50" fmla="*/ 173 w 251"/>
                <a:gd name="T51" fmla="*/ 131 h 134"/>
                <a:gd name="T52" fmla="*/ 169 w 251"/>
                <a:gd name="T53" fmla="*/ 125 h 134"/>
                <a:gd name="T54" fmla="*/ 168 w 251"/>
                <a:gd name="T55" fmla="*/ 116 h 134"/>
                <a:gd name="T56" fmla="*/ 161 w 251"/>
                <a:gd name="T57" fmla="*/ 113 h 134"/>
                <a:gd name="T58" fmla="*/ 157 w 251"/>
                <a:gd name="T59" fmla="*/ 110 h 134"/>
                <a:gd name="T60" fmla="*/ 149 w 251"/>
                <a:gd name="T61" fmla="*/ 110 h 134"/>
                <a:gd name="T62" fmla="*/ 139 w 251"/>
                <a:gd name="T63" fmla="*/ 112 h 134"/>
                <a:gd name="T64" fmla="*/ 140 w 251"/>
                <a:gd name="T65" fmla="*/ 115 h 134"/>
                <a:gd name="T66" fmla="*/ 132 w 251"/>
                <a:gd name="T67" fmla="*/ 115 h 134"/>
                <a:gd name="T68" fmla="*/ 125 w 251"/>
                <a:gd name="T69" fmla="*/ 113 h 134"/>
                <a:gd name="T70" fmla="*/ 116 w 251"/>
                <a:gd name="T71" fmla="*/ 113 h 134"/>
                <a:gd name="T72" fmla="*/ 108 w 251"/>
                <a:gd name="T73" fmla="*/ 118 h 134"/>
                <a:gd name="T74" fmla="*/ 104 w 251"/>
                <a:gd name="T75" fmla="*/ 129 h 134"/>
                <a:gd name="T76" fmla="*/ 96 w 251"/>
                <a:gd name="T77" fmla="*/ 123 h 134"/>
                <a:gd name="T78" fmla="*/ 91 w 251"/>
                <a:gd name="T79" fmla="*/ 113 h 134"/>
                <a:gd name="T80" fmla="*/ 83 w 251"/>
                <a:gd name="T81" fmla="*/ 113 h 134"/>
                <a:gd name="T82" fmla="*/ 76 w 251"/>
                <a:gd name="T83" fmla="*/ 113 h 134"/>
                <a:gd name="T84" fmla="*/ 73 w 251"/>
                <a:gd name="T85" fmla="*/ 108 h 134"/>
                <a:gd name="T86" fmla="*/ 67 w 251"/>
                <a:gd name="T87" fmla="*/ 101 h 134"/>
                <a:gd name="T88" fmla="*/ 18 w 251"/>
                <a:gd name="T89" fmla="*/ 89 h 134"/>
                <a:gd name="T90" fmla="*/ 9 w 251"/>
                <a:gd name="T91" fmla="*/ 82 h 134"/>
                <a:gd name="T92" fmla="*/ 6 w 251"/>
                <a:gd name="T93" fmla="*/ 72 h 134"/>
                <a:gd name="T94" fmla="*/ 6 w 251"/>
                <a:gd name="T95" fmla="*/ 66 h 134"/>
                <a:gd name="T96" fmla="*/ 4 w 251"/>
                <a:gd name="T97" fmla="*/ 66 h 134"/>
                <a:gd name="T98" fmla="*/ 1 w 251"/>
                <a:gd name="T99" fmla="*/ 52 h 134"/>
                <a:gd name="T100" fmla="*/ 3 w 251"/>
                <a:gd name="T101" fmla="*/ 39 h 134"/>
                <a:gd name="T102" fmla="*/ 11 w 251"/>
                <a:gd name="T103" fmla="*/ 19 h 134"/>
                <a:gd name="T104" fmla="*/ 12 w 251"/>
                <a:gd name="T105" fmla="*/ 16 h 134"/>
                <a:gd name="T106" fmla="*/ 13 w 251"/>
                <a:gd name="T107" fmla="*/ 7 h 134"/>
                <a:gd name="T108" fmla="*/ 19 w 251"/>
                <a:gd name="T109" fmla="*/ 8 h 134"/>
                <a:gd name="T110" fmla="*/ 19 w 251"/>
                <a:gd name="T111" fmla="*/ 12 h 134"/>
                <a:gd name="T112" fmla="*/ 23 w 251"/>
                <a:gd name="T113" fmla="*/ 3 h 134"/>
                <a:gd name="T114" fmla="*/ 218 w 251"/>
                <a:gd name="T115" fmla="*/ 60 h 134"/>
                <a:gd name="T116" fmla="*/ 223 w 251"/>
                <a:gd name="T117" fmla="*/ 59 h 134"/>
                <a:gd name="T118" fmla="*/ 22 w 251"/>
                <a:gd name="T119" fmla="*/ 4 h 134"/>
                <a:gd name="T120" fmla="*/ 105 w 251"/>
                <a:gd name="T121" fmla="*/ 123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51" h="134">
                  <a:moveTo>
                    <a:pt x="22" y="0"/>
                  </a:moveTo>
                  <a:cubicBezTo>
                    <a:pt x="137" y="10"/>
                    <a:pt x="137" y="10"/>
                    <a:pt x="137" y="10"/>
                  </a:cubicBezTo>
                  <a:cubicBezTo>
                    <a:pt x="138" y="10"/>
                    <a:pt x="138" y="10"/>
                    <a:pt x="138" y="10"/>
                  </a:cubicBezTo>
                  <a:cubicBezTo>
                    <a:pt x="139" y="10"/>
                    <a:pt x="139" y="10"/>
                    <a:pt x="139" y="10"/>
                  </a:cubicBezTo>
                  <a:cubicBezTo>
                    <a:pt x="140" y="11"/>
                    <a:pt x="140" y="11"/>
                    <a:pt x="140" y="11"/>
                  </a:cubicBezTo>
                  <a:cubicBezTo>
                    <a:pt x="140" y="11"/>
                    <a:pt x="140" y="11"/>
                    <a:pt x="140" y="11"/>
                  </a:cubicBezTo>
                  <a:cubicBezTo>
                    <a:pt x="141" y="12"/>
                    <a:pt x="141" y="12"/>
                    <a:pt x="141" y="12"/>
                  </a:cubicBezTo>
                  <a:cubicBezTo>
                    <a:pt x="141" y="12"/>
                    <a:pt x="141" y="12"/>
                    <a:pt x="141" y="12"/>
                  </a:cubicBezTo>
                  <a:cubicBezTo>
                    <a:pt x="142" y="12"/>
                    <a:pt x="142" y="12"/>
                    <a:pt x="142" y="12"/>
                  </a:cubicBezTo>
                  <a:cubicBezTo>
                    <a:pt x="142" y="13"/>
                    <a:pt x="142" y="13"/>
                    <a:pt x="142" y="13"/>
                  </a:cubicBezTo>
                  <a:cubicBezTo>
                    <a:pt x="143" y="13"/>
                    <a:pt x="143" y="13"/>
                    <a:pt x="143" y="13"/>
                  </a:cubicBezTo>
                  <a:cubicBezTo>
                    <a:pt x="143" y="13"/>
                    <a:pt x="143" y="13"/>
                    <a:pt x="143" y="13"/>
                  </a:cubicBezTo>
                  <a:cubicBezTo>
                    <a:pt x="144" y="13"/>
                    <a:pt x="144" y="13"/>
                    <a:pt x="144" y="13"/>
                  </a:cubicBezTo>
                  <a:cubicBezTo>
                    <a:pt x="145" y="13"/>
                    <a:pt x="145" y="13"/>
                    <a:pt x="145" y="13"/>
                  </a:cubicBezTo>
                  <a:cubicBezTo>
                    <a:pt x="145" y="13"/>
                    <a:pt x="145" y="13"/>
                    <a:pt x="145" y="13"/>
                  </a:cubicBezTo>
                  <a:cubicBezTo>
                    <a:pt x="146" y="13"/>
                    <a:pt x="146" y="13"/>
                    <a:pt x="146" y="13"/>
                  </a:cubicBezTo>
                  <a:cubicBezTo>
                    <a:pt x="147" y="14"/>
                    <a:pt x="147" y="14"/>
                    <a:pt x="147" y="14"/>
                  </a:cubicBezTo>
                  <a:cubicBezTo>
                    <a:pt x="148" y="14"/>
                    <a:pt x="148" y="14"/>
                    <a:pt x="148" y="14"/>
                  </a:cubicBezTo>
                  <a:cubicBezTo>
                    <a:pt x="148" y="15"/>
                    <a:pt x="148" y="15"/>
                    <a:pt x="148" y="15"/>
                  </a:cubicBezTo>
                  <a:cubicBezTo>
                    <a:pt x="150" y="15"/>
                    <a:pt x="150" y="15"/>
                    <a:pt x="150" y="15"/>
                  </a:cubicBezTo>
                  <a:cubicBezTo>
                    <a:pt x="151" y="15"/>
                    <a:pt x="151" y="15"/>
                    <a:pt x="151" y="15"/>
                  </a:cubicBezTo>
                  <a:cubicBezTo>
                    <a:pt x="151" y="16"/>
                    <a:pt x="151" y="16"/>
                    <a:pt x="151" y="16"/>
                  </a:cubicBezTo>
                  <a:cubicBezTo>
                    <a:pt x="152" y="16"/>
                    <a:pt x="152" y="16"/>
                    <a:pt x="152" y="16"/>
                  </a:cubicBezTo>
                  <a:cubicBezTo>
                    <a:pt x="153" y="16"/>
                    <a:pt x="153" y="16"/>
                    <a:pt x="153" y="16"/>
                  </a:cubicBezTo>
                  <a:cubicBezTo>
                    <a:pt x="154" y="16"/>
                    <a:pt x="154" y="16"/>
                    <a:pt x="154" y="16"/>
                  </a:cubicBezTo>
                  <a:cubicBezTo>
                    <a:pt x="154" y="16"/>
                    <a:pt x="154" y="16"/>
                    <a:pt x="154" y="16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57" y="17"/>
                    <a:pt x="157" y="17"/>
                    <a:pt x="157" y="17"/>
                  </a:cubicBezTo>
                  <a:cubicBezTo>
                    <a:pt x="157" y="17"/>
                    <a:pt x="157" y="17"/>
                    <a:pt x="157" y="17"/>
                  </a:cubicBezTo>
                  <a:cubicBezTo>
                    <a:pt x="158" y="18"/>
                    <a:pt x="158" y="18"/>
                    <a:pt x="158" y="18"/>
                  </a:cubicBezTo>
                  <a:cubicBezTo>
                    <a:pt x="159" y="18"/>
                    <a:pt x="159" y="18"/>
                    <a:pt x="159" y="18"/>
                  </a:cubicBezTo>
                  <a:cubicBezTo>
                    <a:pt x="177" y="26"/>
                    <a:pt x="177" y="26"/>
                    <a:pt x="177" y="26"/>
                  </a:cubicBezTo>
                  <a:cubicBezTo>
                    <a:pt x="178" y="27"/>
                    <a:pt x="178" y="27"/>
                    <a:pt x="178" y="27"/>
                  </a:cubicBezTo>
                  <a:cubicBezTo>
                    <a:pt x="181" y="29"/>
                    <a:pt x="181" y="29"/>
                    <a:pt x="181" y="29"/>
                  </a:cubicBezTo>
                  <a:cubicBezTo>
                    <a:pt x="184" y="41"/>
                    <a:pt x="184" y="41"/>
                    <a:pt x="184" y="41"/>
                  </a:cubicBezTo>
                  <a:cubicBezTo>
                    <a:pt x="183" y="47"/>
                    <a:pt x="183" y="47"/>
                    <a:pt x="183" y="47"/>
                  </a:cubicBezTo>
                  <a:cubicBezTo>
                    <a:pt x="183" y="47"/>
                    <a:pt x="183" y="47"/>
                    <a:pt x="183" y="47"/>
                  </a:cubicBezTo>
                  <a:cubicBezTo>
                    <a:pt x="182" y="48"/>
                    <a:pt x="182" y="48"/>
                    <a:pt x="182" y="48"/>
                  </a:cubicBezTo>
                  <a:cubicBezTo>
                    <a:pt x="182" y="49"/>
                    <a:pt x="182" y="49"/>
                    <a:pt x="182" y="49"/>
                  </a:cubicBezTo>
                  <a:cubicBezTo>
                    <a:pt x="180" y="50"/>
                    <a:pt x="180" y="50"/>
                    <a:pt x="180" y="50"/>
                  </a:cubicBezTo>
                  <a:cubicBezTo>
                    <a:pt x="179" y="51"/>
                    <a:pt x="179" y="51"/>
                    <a:pt x="179" y="51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95" y="48"/>
                    <a:pt x="195" y="48"/>
                    <a:pt x="195" y="48"/>
                  </a:cubicBezTo>
                  <a:cubicBezTo>
                    <a:pt x="197" y="48"/>
                    <a:pt x="197" y="48"/>
                    <a:pt x="197" y="48"/>
                  </a:cubicBezTo>
                  <a:cubicBezTo>
                    <a:pt x="197" y="46"/>
                    <a:pt x="197" y="46"/>
                    <a:pt x="197" y="46"/>
                  </a:cubicBezTo>
                  <a:cubicBezTo>
                    <a:pt x="206" y="44"/>
                    <a:pt x="206" y="44"/>
                    <a:pt x="206" y="44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1" y="40"/>
                    <a:pt x="211" y="40"/>
                    <a:pt x="211" y="40"/>
                  </a:cubicBezTo>
                  <a:cubicBezTo>
                    <a:pt x="213" y="39"/>
                    <a:pt x="213" y="39"/>
                    <a:pt x="213" y="39"/>
                  </a:cubicBezTo>
                  <a:cubicBezTo>
                    <a:pt x="214" y="38"/>
                    <a:pt x="214" y="38"/>
                    <a:pt x="214" y="38"/>
                  </a:cubicBezTo>
                  <a:cubicBezTo>
                    <a:pt x="215" y="38"/>
                    <a:pt x="215" y="38"/>
                    <a:pt x="215" y="38"/>
                  </a:cubicBezTo>
                  <a:cubicBezTo>
                    <a:pt x="216" y="37"/>
                    <a:pt x="216" y="37"/>
                    <a:pt x="216" y="37"/>
                  </a:cubicBezTo>
                  <a:cubicBezTo>
                    <a:pt x="218" y="37"/>
                    <a:pt x="218" y="37"/>
                    <a:pt x="218" y="37"/>
                  </a:cubicBezTo>
                  <a:cubicBezTo>
                    <a:pt x="231" y="37"/>
                    <a:pt x="231" y="37"/>
                    <a:pt x="231" y="37"/>
                  </a:cubicBezTo>
                  <a:cubicBezTo>
                    <a:pt x="232" y="36"/>
                    <a:pt x="232" y="36"/>
                    <a:pt x="232" y="36"/>
                  </a:cubicBezTo>
                  <a:cubicBezTo>
                    <a:pt x="232" y="36"/>
                    <a:pt x="232" y="36"/>
                    <a:pt x="232" y="36"/>
                  </a:cubicBezTo>
                  <a:cubicBezTo>
                    <a:pt x="232" y="36"/>
                    <a:pt x="232" y="36"/>
                    <a:pt x="232" y="36"/>
                  </a:cubicBezTo>
                  <a:cubicBezTo>
                    <a:pt x="233" y="36"/>
                    <a:pt x="233" y="36"/>
                    <a:pt x="233" y="36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4" y="35"/>
                    <a:pt x="234" y="35"/>
                    <a:pt x="234" y="35"/>
                  </a:cubicBezTo>
                  <a:cubicBezTo>
                    <a:pt x="236" y="34"/>
                    <a:pt x="236" y="34"/>
                    <a:pt x="236" y="34"/>
                  </a:cubicBezTo>
                  <a:cubicBezTo>
                    <a:pt x="236" y="33"/>
                    <a:pt x="236" y="33"/>
                    <a:pt x="236" y="33"/>
                  </a:cubicBezTo>
                  <a:cubicBezTo>
                    <a:pt x="238" y="32"/>
                    <a:pt x="238" y="32"/>
                    <a:pt x="238" y="32"/>
                  </a:cubicBezTo>
                  <a:cubicBezTo>
                    <a:pt x="238" y="31"/>
                    <a:pt x="238" y="31"/>
                    <a:pt x="238" y="31"/>
                  </a:cubicBezTo>
                  <a:cubicBezTo>
                    <a:pt x="238" y="30"/>
                    <a:pt x="238" y="30"/>
                    <a:pt x="238" y="30"/>
                  </a:cubicBezTo>
                  <a:cubicBezTo>
                    <a:pt x="239" y="30"/>
                    <a:pt x="239" y="30"/>
                    <a:pt x="239" y="30"/>
                  </a:cubicBezTo>
                  <a:cubicBezTo>
                    <a:pt x="239" y="29"/>
                    <a:pt x="239" y="29"/>
                    <a:pt x="239" y="29"/>
                  </a:cubicBezTo>
                  <a:cubicBezTo>
                    <a:pt x="240" y="28"/>
                    <a:pt x="240" y="28"/>
                    <a:pt x="240" y="28"/>
                  </a:cubicBezTo>
                  <a:cubicBezTo>
                    <a:pt x="241" y="27"/>
                    <a:pt x="241" y="27"/>
                    <a:pt x="241" y="27"/>
                  </a:cubicBezTo>
                  <a:cubicBezTo>
                    <a:pt x="242" y="26"/>
                    <a:pt x="242" y="26"/>
                    <a:pt x="242" y="26"/>
                  </a:cubicBezTo>
                  <a:cubicBezTo>
                    <a:pt x="243" y="25"/>
                    <a:pt x="243" y="25"/>
                    <a:pt x="243" y="25"/>
                  </a:cubicBezTo>
                  <a:cubicBezTo>
                    <a:pt x="243" y="25"/>
                    <a:pt x="243" y="25"/>
                    <a:pt x="243" y="25"/>
                  </a:cubicBezTo>
                  <a:cubicBezTo>
                    <a:pt x="243" y="26"/>
                    <a:pt x="243" y="26"/>
                    <a:pt x="243" y="26"/>
                  </a:cubicBezTo>
                  <a:cubicBezTo>
                    <a:pt x="244" y="26"/>
                    <a:pt x="244" y="26"/>
                    <a:pt x="244" y="26"/>
                  </a:cubicBezTo>
                  <a:cubicBezTo>
                    <a:pt x="245" y="26"/>
                    <a:pt x="245" y="26"/>
                    <a:pt x="245" y="26"/>
                  </a:cubicBezTo>
                  <a:cubicBezTo>
                    <a:pt x="246" y="26"/>
                    <a:pt x="246" y="26"/>
                    <a:pt x="246" y="26"/>
                  </a:cubicBezTo>
                  <a:cubicBezTo>
                    <a:pt x="247" y="26"/>
                    <a:pt x="247" y="26"/>
                    <a:pt x="247" y="26"/>
                  </a:cubicBezTo>
                  <a:cubicBezTo>
                    <a:pt x="248" y="27"/>
                    <a:pt x="248" y="27"/>
                    <a:pt x="248" y="27"/>
                  </a:cubicBezTo>
                  <a:cubicBezTo>
                    <a:pt x="248" y="29"/>
                    <a:pt x="248" y="29"/>
                    <a:pt x="248" y="29"/>
                  </a:cubicBezTo>
                  <a:cubicBezTo>
                    <a:pt x="247" y="34"/>
                    <a:pt x="247" y="34"/>
                    <a:pt x="247" y="34"/>
                  </a:cubicBezTo>
                  <a:cubicBezTo>
                    <a:pt x="247" y="34"/>
                    <a:pt x="247" y="34"/>
                    <a:pt x="247" y="34"/>
                  </a:cubicBezTo>
                  <a:cubicBezTo>
                    <a:pt x="247" y="34"/>
                    <a:pt x="247" y="34"/>
                    <a:pt x="247" y="34"/>
                  </a:cubicBezTo>
                  <a:cubicBezTo>
                    <a:pt x="248" y="35"/>
                    <a:pt x="248" y="35"/>
                    <a:pt x="248" y="35"/>
                  </a:cubicBezTo>
                  <a:cubicBezTo>
                    <a:pt x="248" y="35"/>
                    <a:pt x="248" y="35"/>
                    <a:pt x="248" y="35"/>
                  </a:cubicBezTo>
                  <a:cubicBezTo>
                    <a:pt x="248" y="36"/>
                    <a:pt x="248" y="36"/>
                    <a:pt x="248" y="36"/>
                  </a:cubicBezTo>
                  <a:cubicBezTo>
                    <a:pt x="248" y="36"/>
                    <a:pt x="248" y="36"/>
                    <a:pt x="248" y="36"/>
                  </a:cubicBezTo>
                  <a:cubicBezTo>
                    <a:pt x="248" y="37"/>
                    <a:pt x="248" y="37"/>
                    <a:pt x="248" y="37"/>
                  </a:cubicBezTo>
                  <a:cubicBezTo>
                    <a:pt x="248" y="37"/>
                    <a:pt x="248" y="37"/>
                    <a:pt x="248" y="37"/>
                  </a:cubicBezTo>
                  <a:cubicBezTo>
                    <a:pt x="248" y="37"/>
                    <a:pt x="248" y="37"/>
                    <a:pt x="248" y="37"/>
                  </a:cubicBezTo>
                  <a:cubicBezTo>
                    <a:pt x="248" y="37"/>
                    <a:pt x="248" y="37"/>
                    <a:pt x="248" y="37"/>
                  </a:cubicBezTo>
                  <a:cubicBezTo>
                    <a:pt x="248" y="37"/>
                    <a:pt x="248" y="37"/>
                    <a:pt x="248" y="37"/>
                  </a:cubicBezTo>
                  <a:cubicBezTo>
                    <a:pt x="250" y="38"/>
                    <a:pt x="250" y="38"/>
                    <a:pt x="250" y="38"/>
                  </a:cubicBezTo>
                  <a:cubicBezTo>
                    <a:pt x="250" y="39"/>
                    <a:pt x="250" y="39"/>
                    <a:pt x="250" y="39"/>
                  </a:cubicBezTo>
                  <a:cubicBezTo>
                    <a:pt x="250" y="40"/>
                    <a:pt x="250" y="40"/>
                    <a:pt x="250" y="40"/>
                  </a:cubicBezTo>
                  <a:cubicBezTo>
                    <a:pt x="250" y="39"/>
                    <a:pt x="250" y="39"/>
                    <a:pt x="250" y="39"/>
                  </a:cubicBezTo>
                  <a:cubicBezTo>
                    <a:pt x="251" y="40"/>
                    <a:pt x="251" y="40"/>
                    <a:pt x="251" y="40"/>
                  </a:cubicBezTo>
                  <a:cubicBezTo>
                    <a:pt x="251" y="40"/>
                    <a:pt x="251" y="40"/>
                    <a:pt x="251" y="40"/>
                  </a:cubicBezTo>
                  <a:cubicBezTo>
                    <a:pt x="250" y="40"/>
                    <a:pt x="250" y="40"/>
                    <a:pt x="250" y="40"/>
                  </a:cubicBezTo>
                  <a:cubicBezTo>
                    <a:pt x="250" y="40"/>
                    <a:pt x="250" y="40"/>
                    <a:pt x="250" y="40"/>
                  </a:cubicBezTo>
                  <a:cubicBezTo>
                    <a:pt x="249" y="41"/>
                    <a:pt x="249" y="41"/>
                    <a:pt x="249" y="41"/>
                  </a:cubicBezTo>
                  <a:cubicBezTo>
                    <a:pt x="248" y="40"/>
                    <a:pt x="248" y="40"/>
                    <a:pt x="248" y="40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6" y="41"/>
                    <a:pt x="246" y="41"/>
                    <a:pt x="246" y="41"/>
                  </a:cubicBezTo>
                  <a:cubicBezTo>
                    <a:pt x="245" y="42"/>
                    <a:pt x="245" y="42"/>
                    <a:pt x="245" y="42"/>
                  </a:cubicBezTo>
                  <a:cubicBezTo>
                    <a:pt x="245" y="42"/>
                    <a:pt x="245" y="42"/>
                    <a:pt x="245" y="42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43" y="41"/>
                    <a:pt x="243" y="41"/>
                    <a:pt x="243" y="41"/>
                  </a:cubicBezTo>
                  <a:cubicBezTo>
                    <a:pt x="243" y="42"/>
                    <a:pt x="243" y="42"/>
                    <a:pt x="243" y="42"/>
                  </a:cubicBezTo>
                  <a:cubicBezTo>
                    <a:pt x="242" y="42"/>
                    <a:pt x="242" y="42"/>
                    <a:pt x="242" y="42"/>
                  </a:cubicBezTo>
                  <a:cubicBezTo>
                    <a:pt x="242" y="41"/>
                    <a:pt x="242" y="41"/>
                    <a:pt x="242" y="41"/>
                  </a:cubicBezTo>
                  <a:cubicBezTo>
                    <a:pt x="242" y="40"/>
                    <a:pt x="242" y="40"/>
                    <a:pt x="242" y="40"/>
                  </a:cubicBezTo>
                  <a:cubicBezTo>
                    <a:pt x="241" y="42"/>
                    <a:pt x="241" y="42"/>
                    <a:pt x="241" y="42"/>
                  </a:cubicBezTo>
                  <a:cubicBezTo>
                    <a:pt x="240" y="43"/>
                    <a:pt x="240" y="43"/>
                    <a:pt x="240" y="43"/>
                  </a:cubicBezTo>
                  <a:cubicBezTo>
                    <a:pt x="239" y="43"/>
                    <a:pt x="239" y="43"/>
                    <a:pt x="239" y="43"/>
                  </a:cubicBezTo>
                  <a:cubicBezTo>
                    <a:pt x="239" y="43"/>
                    <a:pt x="239" y="43"/>
                    <a:pt x="239" y="43"/>
                  </a:cubicBezTo>
                  <a:cubicBezTo>
                    <a:pt x="239" y="44"/>
                    <a:pt x="239" y="44"/>
                    <a:pt x="239" y="44"/>
                  </a:cubicBezTo>
                  <a:cubicBezTo>
                    <a:pt x="238" y="44"/>
                    <a:pt x="238" y="44"/>
                    <a:pt x="238" y="44"/>
                  </a:cubicBezTo>
                  <a:cubicBezTo>
                    <a:pt x="238" y="43"/>
                    <a:pt x="238" y="43"/>
                    <a:pt x="238" y="43"/>
                  </a:cubicBezTo>
                  <a:cubicBezTo>
                    <a:pt x="237" y="44"/>
                    <a:pt x="237" y="44"/>
                    <a:pt x="237" y="44"/>
                  </a:cubicBezTo>
                  <a:cubicBezTo>
                    <a:pt x="237" y="44"/>
                    <a:pt x="237" y="44"/>
                    <a:pt x="237" y="44"/>
                  </a:cubicBezTo>
                  <a:cubicBezTo>
                    <a:pt x="236" y="44"/>
                    <a:pt x="236" y="44"/>
                    <a:pt x="236" y="44"/>
                  </a:cubicBezTo>
                  <a:cubicBezTo>
                    <a:pt x="236" y="44"/>
                    <a:pt x="236" y="44"/>
                    <a:pt x="236" y="44"/>
                  </a:cubicBezTo>
                  <a:cubicBezTo>
                    <a:pt x="236" y="44"/>
                    <a:pt x="236" y="44"/>
                    <a:pt x="236" y="44"/>
                  </a:cubicBezTo>
                  <a:cubicBezTo>
                    <a:pt x="235" y="44"/>
                    <a:pt x="235" y="44"/>
                    <a:pt x="235" y="44"/>
                  </a:cubicBezTo>
                  <a:cubicBezTo>
                    <a:pt x="235" y="45"/>
                    <a:pt x="235" y="45"/>
                    <a:pt x="235" y="45"/>
                  </a:cubicBezTo>
                  <a:cubicBezTo>
                    <a:pt x="233" y="46"/>
                    <a:pt x="233" y="46"/>
                    <a:pt x="233" y="46"/>
                  </a:cubicBezTo>
                  <a:cubicBezTo>
                    <a:pt x="233" y="48"/>
                    <a:pt x="233" y="48"/>
                    <a:pt x="233" y="48"/>
                  </a:cubicBezTo>
                  <a:cubicBezTo>
                    <a:pt x="232" y="49"/>
                    <a:pt x="232" y="49"/>
                    <a:pt x="232" y="49"/>
                  </a:cubicBezTo>
                  <a:cubicBezTo>
                    <a:pt x="232" y="49"/>
                    <a:pt x="232" y="49"/>
                    <a:pt x="232" y="49"/>
                  </a:cubicBezTo>
                  <a:cubicBezTo>
                    <a:pt x="231" y="49"/>
                    <a:pt x="231" y="49"/>
                    <a:pt x="231" y="49"/>
                  </a:cubicBezTo>
                  <a:cubicBezTo>
                    <a:pt x="231" y="50"/>
                    <a:pt x="231" y="50"/>
                    <a:pt x="231" y="50"/>
                  </a:cubicBezTo>
                  <a:cubicBezTo>
                    <a:pt x="232" y="50"/>
                    <a:pt x="232" y="50"/>
                    <a:pt x="232" y="50"/>
                  </a:cubicBezTo>
                  <a:cubicBezTo>
                    <a:pt x="232" y="51"/>
                    <a:pt x="232" y="51"/>
                    <a:pt x="232" y="51"/>
                  </a:cubicBezTo>
                  <a:cubicBezTo>
                    <a:pt x="230" y="52"/>
                    <a:pt x="230" y="52"/>
                    <a:pt x="230" y="52"/>
                  </a:cubicBezTo>
                  <a:cubicBezTo>
                    <a:pt x="230" y="52"/>
                    <a:pt x="230" y="52"/>
                    <a:pt x="230" y="52"/>
                  </a:cubicBezTo>
                  <a:cubicBezTo>
                    <a:pt x="232" y="53"/>
                    <a:pt x="232" y="53"/>
                    <a:pt x="232" y="53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2" y="55"/>
                    <a:pt x="232" y="55"/>
                    <a:pt x="232" y="55"/>
                  </a:cubicBezTo>
                  <a:cubicBezTo>
                    <a:pt x="233" y="55"/>
                    <a:pt x="233" y="55"/>
                    <a:pt x="233" y="55"/>
                  </a:cubicBezTo>
                  <a:cubicBezTo>
                    <a:pt x="234" y="54"/>
                    <a:pt x="234" y="54"/>
                    <a:pt x="234" y="54"/>
                  </a:cubicBezTo>
                  <a:cubicBezTo>
                    <a:pt x="234" y="53"/>
                    <a:pt x="234" y="53"/>
                    <a:pt x="234" y="53"/>
                  </a:cubicBezTo>
                  <a:cubicBezTo>
                    <a:pt x="234" y="53"/>
                    <a:pt x="234" y="53"/>
                    <a:pt x="234" y="53"/>
                  </a:cubicBezTo>
                  <a:cubicBezTo>
                    <a:pt x="235" y="54"/>
                    <a:pt x="235" y="54"/>
                    <a:pt x="235" y="54"/>
                  </a:cubicBezTo>
                  <a:cubicBezTo>
                    <a:pt x="234" y="55"/>
                    <a:pt x="234" y="55"/>
                    <a:pt x="234" y="55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1" y="56"/>
                    <a:pt x="231" y="56"/>
                    <a:pt x="231" y="56"/>
                  </a:cubicBezTo>
                  <a:cubicBezTo>
                    <a:pt x="231" y="55"/>
                    <a:pt x="231" y="55"/>
                    <a:pt x="231" y="55"/>
                  </a:cubicBezTo>
                  <a:cubicBezTo>
                    <a:pt x="231" y="55"/>
                    <a:pt x="231" y="55"/>
                    <a:pt x="231" y="55"/>
                  </a:cubicBezTo>
                  <a:cubicBezTo>
                    <a:pt x="230" y="56"/>
                    <a:pt x="230" y="56"/>
                    <a:pt x="230" y="56"/>
                  </a:cubicBezTo>
                  <a:cubicBezTo>
                    <a:pt x="229" y="57"/>
                    <a:pt x="229" y="57"/>
                    <a:pt x="229" y="57"/>
                  </a:cubicBezTo>
                  <a:cubicBezTo>
                    <a:pt x="229" y="57"/>
                    <a:pt x="229" y="57"/>
                    <a:pt x="229" y="57"/>
                  </a:cubicBezTo>
                  <a:cubicBezTo>
                    <a:pt x="229" y="56"/>
                    <a:pt x="229" y="56"/>
                    <a:pt x="229" y="56"/>
                  </a:cubicBezTo>
                  <a:cubicBezTo>
                    <a:pt x="229" y="55"/>
                    <a:pt x="229" y="55"/>
                    <a:pt x="229" y="55"/>
                  </a:cubicBezTo>
                  <a:cubicBezTo>
                    <a:pt x="228" y="54"/>
                    <a:pt x="228" y="54"/>
                    <a:pt x="228" y="54"/>
                  </a:cubicBezTo>
                  <a:cubicBezTo>
                    <a:pt x="228" y="55"/>
                    <a:pt x="228" y="55"/>
                    <a:pt x="228" y="55"/>
                  </a:cubicBezTo>
                  <a:cubicBezTo>
                    <a:pt x="228" y="56"/>
                    <a:pt x="228" y="56"/>
                    <a:pt x="228" y="56"/>
                  </a:cubicBezTo>
                  <a:cubicBezTo>
                    <a:pt x="228" y="57"/>
                    <a:pt x="228" y="57"/>
                    <a:pt x="228" y="57"/>
                  </a:cubicBezTo>
                  <a:cubicBezTo>
                    <a:pt x="228" y="57"/>
                    <a:pt x="228" y="57"/>
                    <a:pt x="228" y="57"/>
                  </a:cubicBezTo>
                  <a:cubicBezTo>
                    <a:pt x="226" y="57"/>
                    <a:pt x="226" y="57"/>
                    <a:pt x="226" y="57"/>
                  </a:cubicBezTo>
                  <a:cubicBezTo>
                    <a:pt x="225" y="57"/>
                    <a:pt x="225" y="57"/>
                    <a:pt x="225" y="57"/>
                  </a:cubicBezTo>
                  <a:cubicBezTo>
                    <a:pt x="224" y="57"/>
                    <a:pt x="224" y="57"/>
                    <a:pt x="224" y="57"/>
                  </a:cubicBezTo>
                  <a:cubicBezTo>
                    <a:pt x="222" y="57"/>
                    <a:pt x="222" y="57"/>
                    <a:pt x="222" y="57"/>
                  </a:cubicBezTo>
                  <a:cubicBezTo>
                    <a:pt x="222" y="57"/>
                    <a:pt x="222" y="57"/>
                    <a:pt x="222" y="57"/>
                  </a:cubicBezTo>
                  <a:cubicBezTo>
                    <a:pt x="221" y="57"/>
                    <a:pt x="221" y="57"/>
                    <a:pt x="221" y="57"/>
                  </a:cubicBezTo>
                  <a:cubicBezTo>
                    <a:pt x="220" y="58"/>
                    <a:pt x="220" y="58"/>
                    <a:pt x="220" y="58"/>
                  </a:cubicBezTo>
                  <a:cubicBezTo>
                    <a:pt x="219" y="58"/>
                    <a:pt x="219" y="58"/>
                    <a:pt x="219" y="58"/>
                  </a:cubicBezTo>
                  <a:cubicBezTo>
                    <a:pt x="218" y="59"/>
                    <a:pt x="218" y="59"/>
                    <a:pt x="218" y="59"/>
                  </a:cubicBezTo>
                  <a:cubicBezTo>
                    <a:pt x="217" y="59"/>
                    <a:pt x="217" y="59"/>
                    <a:pt x="217" y="59"/>
                  </a:cubicBezTo>
                  <a:cubicBezTo>
                    <a:pt x="216" y="59"/>
                    <a:pt x="216" y="59"/>
                    <a:pt x="216" y="59"/>
                  </a:cubicBezTo>
                  <a:cubicBezTo>
                    <a:pt x="216" y="60"/>
                    <a:pt x="216" y="60"/>
                    <a:pt x="216" y="60"/>
                  </a:cubicBezTo>
                  <a:cubicBezTo>
                    <a:pt x="215" y="61"/>
                    <a:pt x="215" y="61"/>
                    <a:pt x="215" y="61"/>
                  </a:cubicBezTo>
                  <a:cubicBezTo>
                    <a:pt x="215" y="61"/>
                    <a:pt x="215" y="61"/>
                    <a:pt x="215" y="61"/>
                  </a:cubicBezTo>
                  <a:cubicBezTo>
                    <a:pt x="216" y="61"/>
                    <a:pt x="216" y="61"/>
                    <a:pt x="216" y="61"/>
                  </a:cubicBezTo>
                  <a:cubicBezTo>
                    <a:pt x="216" y="62"/>
                    <a:pt x="216" y="62"/>
                    <a:pt x="216" y="62"/>
                  </a:cubicBezTo>
                  <a:cubicBezTo>
                    <a:pt x="215" y="63"/>
                    <a:pt x="215" y="63"/>
                    <a:pt x="215" y="63"/>
                  </a:cubicBezTo>
                  <a:cubicBezTo>
                    <a:pt x="215" y="63"/>
                    <a:pt x="215" y="63"/>
                    <a:pt x="215" y="63"/>
                  </a:cubicBezTo>
                  <a:cubicBezTo>
                    <a:pt x="215" y="64"/>
                    <a:pt x="215" y="64"/>
                    <a:pt x="215" y="64"/>
                  </a:cubicBezTo>
                  <a:cubicBezTo>
                    <a:pt x="215" y="64"/>
                    <a:pt x="215" y="64"/>
                    <a:pt x="215" y="64"/>
                  </a:cubicBezTo>
                  <a:cubicBezTo>
                    <a:pt x="215" y="64"/>
                    <a:pt x="215" y="64"/>
                    <a:pt x="215" y="64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4" y="66"/>
                    <a:pt x="214" y="66"/>
                    <a:pt x="214" y="66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2" y="68"/>
                    <a:pt x="212" y="68"/>
                    <a:pt x="212" y="68"/>
                  </a:cubicBezTo>
                  <a:cubicBezTo>
                    <a:pt x="212" y="68"/>
                    <a:pt x="212" y="68"/>
                    <a:pt x="212" y="68"/>
                  </a:cubicBezTo>
                  <a:cubicBezTo>
                    <a:pt x="212" y="68"/>
                    <a:pt x="212" y="68"/>
                    <a:pt x="212" y="68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0" y="69"/>
                    <a:pt x="210" y="69"/>
                    <a:pt x="210" y="69"/>
                  </a:cubicBezTo>
                  <a:cubicBezTo>
                    <a:pt x="211" y="68"/>
                    <a:pt x="211" y="68"/>
                    <a:pt x="211" y="68"/>
                  </a:cubicBezTo>
                  <a:cubicBezTo>
                    <a:pt x="211" y="68"/>
                    <a:pt x="211" y="68"/>
                    <a:pt x="211" y="68"/>
                  </a:cubicBezTo>
                  <a:cubicBezTo>
                    <a:pt x="210" y="68"/>
                    <a:pt x="210" y="68"/>
                    <a:pt x="210" y="68"/>
                  </a:cubicBezTo>
                  <a:cubicBezTo>
                    <a:pt x="209" y="67"/>
                    <a:pt x="209" y="67"/>
                    <a:pt x="209" y="67"/>
                  </a:cubicBezTo>
                  <a:cubicBezTo>
                    <a:pt x="208" y="66"/>
                    <a:pt x="208" y="66"/>
                    <a:pt x="208" y="66"/>
                  </a:cubicBezTo>
                  <a:cubicBezTo>
                    <a:pt x="209" y="66"/>
                    <a:pt x="209" y="66"/>
                    <a:pt x="209" y="66"/>
                  </a:cubicBezTo>
                  <a:cubicBezTo>
                    <a:pt x="210" y="64"/>
                    <a:pt x="210" y="64"/>
                    <a:pt x="210" y="64"/>
                  </a:cubicBezTo>
                  <a:cubicBezTo>
                    <a:pt x="209" y="65"/>
                    <a:pt x="209" y="65"/>
                    <a:pt x="209" y="65"/>
                  </a:cubicBezTo>
                  <a:cubicBezTo>
                    <a:pt x="208" y="65"/>
                    <a:pt x="208" y="65"/>
                    <a:pt x="208" y="65"/>
                  </a:cubicBezTo>
                  <a:cubicBezTo>
                    <a:pt x="208" y="66"/>
                    <a:pt x="208" y="66"/>
                    <a:pt x="208" y="66"/>
                  </a:cubicBezTo>
                  <a:cubicBezTo>
                    <a:pt x="208" y="67"/>
                    <a:pt x="208" y="67"/>
                    <a:pt x="208" y="67"/>
                  </a:cubicBezTo>
                  <a:cubicBezTo>
                    <a:pt x="209" y="67"/>
                    <a:pt x="209" y="67"/>
                    <a:pt x="209" y="67"/>
                  </a:cubicBezTo>
                  <a:cubicBezTo>
                    <a:pt x="209" y="68"/>
                    <a:pt x="209" y="68"/>
                    <a:pt x="209" y="68"/>
                  </a:cubicBezTo>
                  <a:cubicBezTo>
                    <a:pt x="209" y="69"/>
                    <a:pt x="209" y="69"/>
                    <a:pt x="209" y="69"/>
                  </a:cubicBezTo>
                  <a:cubicBezTo>
                    <a:pt x="210" y="70"/>
                    <a:pt x="210" y="70"/>
                    <a:pt x="210" y="70"/>
                  </a:cubicBezTo>
                  <a:cubicBezTo>
                    <a:pt x="210" y="71"/>
                    <a:pt x="210" y="71"/>
                    <a:pt x="210" y="71"/>
                  </a:cubicBezTo>
                  <a:cubicBezTo>
                    <a:pt x="209" y="73"/>
                    <a:pt x="209" y="73"/>
                    <a:pt x="209" y="73"/>
                  </a:cubicBezTo>
                  <a:cubicBezTo>
                    <a:pt x="208" y="73"/>
                    <a:pt x="208" y="73"/>
                    <a:pt x="208" y="73"/>
                  </a:cubicBezTo>
                  <a:cubicBezTo>
                    <a:pt x="207" y="75"/>
                    <a:pt x="207" y="75"/>
                    <a:pt x="207" y="75"/>
                  </a:cubicBezTo>
                  <a:cubicBezTo>
                    <a:pt x="207" y="76"/>
                    <a:pt x="207" y="76"/>
                    <a:pt x="207" y="76"/>
                  </a:cubicBezTo>
                  <a:cubicBezTo>
                    <a:pt x="207" y="76"/>
                    <a:pt x="207" y="76"/>
                    <a:pt x="207" y="76"/>
                  </a:cubicBezTo>
                  <a:cubicBezTo>
                    <a:pt x="206" y="76"/>
                    <a:pt x="206" y="76"/>
                    <a:pt x="206" y="76"/>
                  </a:cubicBezTo>
                  <a:cubicBezTo>
                    <a:pt x="206" y="76"/>
                    <a:pt x="206" y="76"/>
                    <a:pt x="206" y="76"/>
                  </a:cubicBezTo>
                  <a:cubicBezTo>
                    <a:pt x="206" y="76"/>
                    <a:pt x="206" y="76"/>
                    <a:pt x="206" y="76"/>
                  </a:cubicBezTo>
                  <a:cubicBezTo>
                    <a:pt x="205" y="77"/>
                    <a:pt x="205" y="77"/>
                    <a:pt x="205" y="77"/>
                  </a:cubicBezTo>
                  <a:cubicBezTo>
                    <a:pt x="205" y="78"/>
                    <a:pt x="205" y="78"/>
                    <a:pt x="205" y="78"/>
                  </a:cubicBezTo>
                  <a:cubicBezTo>
                    <a:pt x="205" y="78"/>
                    <a:pt x="205" y="78"/>
                    <a:pt x="205" y="78"/>
                  </a:cubicBezTo>
                  <a:cubicBezTo>
                    <a:pt x="205" y="77"/>
                    <a:pt x="205" y="77"/>
                    <a:pt x="205" y="77"/>
                  </a:cubicBezTo>
                  <a:cubicBezTo>
                    <a:pt x="205" y="76"/>
                    <a:pt x="205" y="76"/>
                    <a:pt x="205" y="76"/>
                  </a:cubicBezTo>
                  <a:cubicBezTo>
                    <a:pt x="206" y="76"/>
                    <a:pt x="206" y="76"/>
                    <a:pt x="206" y="76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74"/>
                    <a:pt x="206" y="74"/>
                    <a:pt x="206" y="74"/>
                  </a:cubicBezTo>
                  <a:cubicBezTo>
                    <a:pt x="206" y="74"/>
                    <a:pt x="206" y="74"/>
                    <a:pt x="206" y="74"/>
                  </a:cubicBezTo>
                  <a:cubicBezTo>
                    <a:pt x="207" y="74"/>
                    <a:pt x="207" y="74"/>
                    <a:pt x="207" y="74"/>
                  </a:cubicBezTo>
                  <a:cubicBezTo>
                    <a:pt x="206" y="74"/>
                    <a:pt x="206" y="74"/>
                    <a:pt x="206" y="74"/>
                  </a:cubicBezTo>
                  <a:cubicBezTo>
                    <a:pt x="205" y="73"/>
                    <a:pt x="205" y="73"/>
                    <a:pt x="205" y="73"/>
                  </a:cubicBezTo>
                  <a:cubicBezTo>
                    <a:pt x="206" y="73"/>
                    <a:pt x="206" y="73"/>
                    <a:pt x="206" y="73"/>
                  </a:cubicBezTo>
                  <a:cubicBezTo>
                    <a:pt x="206" y="73"/>
                    <a:pt x="206" y="73"/>
                    <a:pt x="206" y="73"/>
                  </a:cubicBezTo>
                  <a:cubicBezTo>
                    <a:pt x="205" y="73"/>
                    <a:pt x="205" y="73"/>
                    <a:pt x="205" y="73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5" y="73"/>
                    <a:pt x="205" y="73"/>
                    <a:pt x="205" y="73"/>
                  </a:cubicBezTo>
                  <a:cubicBezTo>
                    <a:pt x="204" y="72"/>
                    <a:pt x="204" y="72"/>
                    <a:pt x="204" y="72"/>
                  </a:cubicBezTo>
                  <a:cubicBezTo>
                    <a:pt x="204" y="71"/>
                    <a:pt x="204" y="71"/>
                    <a:pt x="204" y="71"/>
                  </a:cubicBezTo>
                  <a:cubicBezTo>
                    <a:pt x="205" y="70"/>
                    <a:pt x="205" y="70"/>
                    <a:pt x="205" y="70"/>
                  </a:cubicBezTo>
                  <a:cubicBezTo>
                    <a:pt x="205" y="69"/>
                    <a:pt x="205" y="69"/>
                    <a:pt x="205" y="69"/>
                  </a:cubicBezTo>
                  <a:cubicBezTo>
                    <a:pt x="204" y="68"/>
                    <a:pt x="204" y="68"/>
                    <a:pt x="204" y="68"/>
                  </a:cubicBezTo>
                  <a:cubicBezTo>
                    <a:pt x="205" y="67"/>
                    <a:pt x="205" y="67"/>
                    <a:pt x="205" y="67"/>
                  </a:cubicBezTo>
                  <a:cubicBezTo>
                    <a:pt x="205" y="67"/>
                    <a:pt x="205" y="67"/>
                    <a:pt x="205" y="67"/>
                  </a:cubicBezTo>
                  <a:cubicBezTo>
                    <a:pt x="205" y="67"/>
                    <a:pt x="205" y="67"/>
                    <a:pt x="205" y="67"/>
                  </a:cubicBezTo>
                  <a:cubicBezTo>
                    <a:pt x="205" y="66"/>
                    <a:pt x="205" y="66"/>
                    <a:pt x="205" y="66"/>
                  </a:cubicBezTo>
                  <a:cubicBezTo>
                    <a:pt x="205" y="66"/>
                    <a:pt x="205" y="66"/>
                    <a:pt x="205" y="66"/>
                  </a:cubicBezTo>
                  <a:cubicBezTo>
                    <a:pt x="205" y="66"/>
                    <a:pt x="205" y="66"/>
                    <a:pt x="205" y="66"/>
                  </a:cubicBezTo>
                  <a:cubicBezTo>
                    <a:pt x="205" y="67"/>
                    <a:pt x="205" y="67"/>
                    <a:pt x="205" y="6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3" y="68"/>
                    <a:pt x="203" y="68"/>
                    <a:pt x="203" y="68"/>
                  </a:cubicBezTo>
                  <a:cubicBezTo>
                    <a:pt x="203" y="68"/>
                    <a:pt x="203" y="68"/>
                    <a:pt x="203" y="68"/>
                  </a:cubicBezTo>
                  <a:cubicBezTo>
                    <a:pt x="204" y="68"/>
                    <a:pt x="204" y="68"/>
                    <a:pt x="204" y="68"/>
                  </a:cubicBezTo>
                  <a:cubicBezTo>
                    <a:pt x="203" y="69"/>
                    <a:pt x="203" y="69"/>
                    <a:pt x="203" y="69"/>
                  </a:cubicBezTo>
                  <a:cubicBezTo>
                    <a:pt x="203" y="70"/>
                    <a:pt x="203" y="70"/>
                    <a:pt x="203" y="70"/>
                  </a:cubicBezTo>
                  <a:cubicBezTo>
                    <a:pt x="203" y="70"/>
                    <a:pt x="203" y="70"/>
                    <a:pt x="203" y="70"/>
                  </a:cubicBezTo>
                  <a:cubicBezTo>
                    <a:pt x="203" y="71"/>
                    <a:pt x="203" y="71"/>
                    <a:pt x="203" y="71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3"/>
                    <a:pt x="203" y="73"/>
                    <a:pt x="203" y="73"/>
                  </a:cubicBezTo>
                  <a:cubicBezTo>
                    <a:pt x="203" y="73"/>
                    <a:pt x="203" y="73"/>
                    <a:pt x="203" y="73"/>
                  </a:cubicBezTo>
                  <a:cubicBezTo>
                    <a:pt x="202" y="72"/>
                    <a:pt x="202" y="72"/>
                    <a:pt x="202" y="72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200" y="71"/>
                    <a:pt x="200" y="71"/>
                    <a:pt x="200" y="71"/>
                  </a:cubicBezTo>
                  <a:cubicBezTo>
                    <a:pt x="200" y="71"/>
                    <a:pt x="200" y="71"/>
                    <a:pt x="200" y="71"/>
                  </a:cubicBezTo>
                  <a:cubicBezTo>
                    <a:pt x="200" y="70"/>
                    <a:pt x="200" y="70"/>
                    <a:pt x="200" y="70"/>
                  </a:cubicBezTo>
                  <a:cubicBezTo>
                    <a:pt x="200" y="70"/>
                    <a:pt x="200" y="70"/>
                    <a:pt x="200" y="70"/>
                  </a:cubicBezTo>
                  <a:cubicBezTo>
                    <a:pt x="200" y="71"/>
                    <a:pt x="200" y="71"/>
                    <a:pt x="200" y="71"/>
                  </a:cubicBezTo>
                  <a:cubicBezTo>
                    <a:pt x="200" y="71"/>
                    <a:pt x="200" y="71"/>
                    <a:pt x="200" y="71"/>
                  </a:cubicBezTo>
                  <a:cubicBezTo>
                    <a:pt x="201" y="72"/>
                    <a:pt x="201" y="72"/>
                    <a:pt x="201" y="72"/>
                  </a:cubicBezTo>
                  <a:cubicBezTo>
                    <a:pt x="202" y="73"/>
                    <a:pt x="202" y="73"/>
                    <a:pt x="202" y="73"/>
                  </a:cubicBezTo>
                  <a:cubicBezTo>
                    <a:pt x="203" y="74"/>
                    <a:pt x="203" y="74"/>
                    <a:pt x="203" y="74"/>
                  </a:cubicBezTo>
                  <a:cubicBezTo>
                    <a:pt x="203" y="74"/>
                    <a:pt x="203" y="74"/>
                    <a:pt x="203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3" y="76"/>
                    <a:pt x="203" y="76"/>
                    <a:pt x="203" y="76"/>
                  </a:cubicBezTo>
                  <a:cubicBezTo>
                    <a:pt x="203" y="75"/>
                    <a:pt x="203" y="75"/>
                    <a:pt x="203" y="75"/>
                  </a:cubicBezTo>
                  <a:cubicBezTo>
                    <a:pt x="202" y="75"/>
                    <a:pt x="202" y="75"/>
                    <a:pt x="202" y="75"/>
                  </a:cubicBezTo>
                  <a:cubicBezTo>
                    <a:pt x="202" y="75"/>
                    <a:pt x="202" y="75"/>
                    <a:pt x="202" y="75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203" y="76"/>
                    <a:pt x="203" y="76"/>
                    <a:pt x="203" y="76"/>
                  </a:cubicBezTo>
                  <a:cubicBezTo>
                    <a:pt x="204" y="77"/>
                    <a:pt x="204" y="77"/>
                    <a:pt x="204" y="77"/>
                  </a:cubicBezTo>
                  <a:cubicBezTo>
                    <a:pt x="203" y="77"/>
                    <a:pt x="203" y="77"/>
                    <a:pt x="203" y="77"/>
                  </a:cubicBezTo>
                  <a:cubicBezTo>
                    <a:pt x="203" y="77"/>
                    <a:pt x="203" y="77"/>
                    <a:pt x="203" y="77"/>
                  </a:cubicBezTo>
                  <a:cubicBezTo>
                    <a:pt x="202" y="77"/>
                    <a:pt x="202" y="77"/>
                    <a:pt x="202" y="77"/>
                  </a:cubicBezTo>
                  <a:cubicBezTo>
                    <a:pt x="203" y="78"/>
                    <a:pt x="203" y="78"/>
                    <a:pt x="203" y="78"/>
                  </a:cubicBezTo>
                  <a:cubicBezTo>
                    <a:pt x="203" y="79"/>
                    <a:pt x="203" y="79"/>
                    <a:pt x="203" y="79"/>
                  </a:cubicBezTo>
                  <a:cubicBezTo>
                    <a:pt x="203" y="78"/>
                    <a:pt x="203" y="78"/>
                    <a:pt x="203" y="78"/>
                  </a:cubicBezTo>
                  <a:cubicBezTo>
                    <a:pt x="202" y="78"/>
                    <a:pt x="202" y="78"/>
                    <a:pt x="202" y="78"/>
                  </a:cubicBezTo>
                  <a:cubicBezTo>
                    <a:pt x="201" y="78"/>
                    <a:pt x="201" y="78"/>
                    <a:pt x="201" y="78"/>
                  </a:cubicBezTo>
                  <a:cubicBezTo>
                    <a:pt x="200" y="77"/>
                    <a:pt x="200" y="77"/>
                    <a:pt x="200" y="77"/>
                  </a:cubicBezTo>
                  <a:cubicBezTo>
                    <a:pt x="201" y="78"/>
                    <a:pt x="201" y="78"/>
                    <a:pt x="201" y="78"/>
                  </a:cubicBezTo>
                  <a:cubicBezTo>
                    <a:pt x="202" y="78"/>
                    <a:pt x="202" y="78"/>
                    <a:pt x="202" y="78"/>
                  </a:cubicBezTo>
                  <a:cubicBezTo>
                    <a:pt x="202" y="78"/>
                    <a:pt x="202" y="78"/>
                    <a:pt x="202" y="78"/>
                  </a:cubicBezTo>
                  <a:cubicBezTo>
                    <a:pt x="202" y="79"/>
                    <a:pt x="202" y="79"/>
                    <a:pt x="202" y="79"/>
                  </a:cubicBezTo>
                  <a:cubicBezTo>
                    <a:pt x="203" y="79"/>
                    <a:pt x="203" y="79"/>
                    <a:pt x="203" y="79"/>
                  </a:cubicBezTo>
                  <a:cubicBezTo>
                    <a:pt x="204" y="79"/>
                    <a:pt x="204" y="79"/>
                    <a:pt x="204" y="79"/>
                  </a:cubicBezTo>
                  <a:cubicBezTo>
                    <a:pt x="204" y="79"/>
                    <a:pt x="204" y="79"/>
                    <a:pt x="204" y="79"/>
                  </a:cubicBezTo>
                  <a:cubicBezTo>
                    <a:pt x="205" y="80"/>
                    <a:pt x="205" y="80"/>
                    <a:pt x="205" y="80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82"/>
                    <a:pt x="204" y="82"/>
                    <a:pt x="204" y="82"/>
                  </a:cubicBezTo>
                  <a:cubicBezTo>
                    <a:pt x="204" y="83"/>
                    <a:pt x="204" y="83"/>
                    <a:pt x="204" y="83"/>
                  </a:cubicBezTo>
                  <a:cubicBezTo>
                    <a:pt x="203" y="83"/>
                    <a:pt x="203" y="83"/>
                    <a:pt x="203" y="83"/>
                  </a:cubicBezTo>
                  <a:cubicBezTo>
                    <a:pt x="203" y="83"/>
                    <a:pt x="203" y="83"/>
                    <a:pt x="203" y="83"/>
                  </a:cubicBezTo>
                  <a:cubicBezTo>
                    <a:pt x="202" y="83"/>
                    <a:pt x="202" y="83"/>
                    <a:pt x="202" y="83"/>
                  </a:cubicBezTo>
                  <a:cubicBezTo>
                    <a:pt x="202" y="84"/>
                    <a:pt x="202" y="84"/>
                    <a:pt x="202" y="84"/>
                  </a:cubicBezTo>
                  <a:cubicBezTo>
                    <a:pt x="201" y="83"/>
                    <a:pt x="201" y="83"/>
                    <a:pt x="201" y="83"/>
                  </a:cubicBezTo>
                  <a:cubicBezTo>
                    <a:pt x="201" y="83"/>
                    <a:pt x="201" y="83"/>
                    <a:pt x="201" y="83"/>
                  </a:cubicBezTo>
                  <a:cubicBezTo>
                    <a:pt x="200" y="83"/>
                    <a:pt x="200" y="83"/>
                    <a:pt x="200" y="83"/>
                  </a:cubicBezTo>
                  <a:cubicBezTo>
                    <a:pt x="200" y="84"/>
                    <a:pt x="200" y="84"/>
                    <a:pt x="200" y="84"/>
                  </a:cubicBezTo>
                  <a:cubicBezTo>
                    <a:pt x="200" y="84"/>
                    <a:pt x="200" y="84"/>
                    <a:pt x="200" y="84"/>
                  </a:cubicBezTo>
                  <a:cubicBezTo>
                    <a:pt x="201" y="84"/>
                    <a:pt x="201" y="84"/>
                    <a:pt x="201" y="84"/>
                  </a:cubicBezTo>
                  <a:cubicBezTo>
                    <a:pt x="203" y="84"/>
                    <a:pt x="203" y="84"/>
                    <a:pt x="203" y="84"/>
                  </a:cubicBezTo>
                  <a:cubicBezTo>
                    <a:pt x="203" y="84"/>
                    <a:pt x="203" y="84"/>
                    <a:pt x="203" y="84"/>
                  </a:cubicBezTo>
                  <a:cubicBezTo>
                    <a:pt x="203" y="85"/>
                    <a:pt x="203" y="85"/>
                    <a:pt x="203" y="85"/>
                  </a:cubicBezTo>
                  <a:cubicBezTo>
                    <a:pt x="204" y="85"/>
                    <a:pt x="204" y="85"/>
                    <a:pt x="204" y="85"/>
                  </a:cubicBezTo>
                  <a:cubicBezTo>
                    <a:pt x="204" y="85"/>
                    <a:pt x="204" y="85"/>
                    <a:pt x="204" y="85"/>
                  </a:cubicBezTo>
                  <a:cubicBezTo>
                    <a:pt x="204" y="84"/>
                    <a:pt x="204" y="84"/>
                    <a:pt x="204" y="84"/>
                  </a:cubicBezTo>
                  <a:cubicBezTo>
                    <a:pt x="204" y="84"/>
                    <a:pt x="204" y="84"/>
                    <a:pt x="204" y="84"/>
                  </a:cubicBezTo>
                  <a:cubicBezTo>
                    <a:pt x="205" y="85"/>
                    <a:pt x="205" y="85"/>
                    <a:pt x="205" y="85"/>
                  </a:cubicBezTo>
                  <a:cubicBezTo>
                    <a:pt x="204" y="86"/>
                    <a:pt x="204" y="86"/>
                    <a:pt x="204" y="86"/>
                  </a:cubicBezTo>
                  <a:cubicBezTo>
                    <a:pt x="204" y="86"/>
                    <a:pt x="204" y="86"/>
                    <a:pt x="204" y="86"/>
                  </a:cubicBezTo>
                  <a:cubicBezTo>
                    <a:pt x="203" y="86"/>
                    <a:pt x="203" y="86"/>
                    <a:pt x="203" y="86"/>
                  </a:cubicBezTo>
                  <a:cubicBezTo>
                    <a:pt x="203" y="87"/>
                    <a:pt x="203" y="87"/>
                    <a:pt x="203" y="87"/>
                  </a:cubicBezTo>
                  <a:cubicBezTo>
                    <a:pt x="203" y="87"/>
                    <a:pt x="203" y="87"/>
                    <a:pt x="203" y="87"/>
                  </a:cubicBezTo>
                  <a:cubicBezTo>
                    <a:pt x="202" y="87"/>
                    <a:pt x="202" y="87"/>
                    <a:pt x="202" y="87"/>
                  </a:cubicBezTo>
                  <a:cubicBezTo>
                    <a:pt x="201" y="87"/>
                    <a:pt x="201" y="87"/>
                    <a:pt x="201" y="87"/>
                  </a:cubicBezTo>
                  <a:cubicBezTo>
                    <a:pt x="201" y="86"/>
                    <a:pt x="201" y="86"/>
                    <a:pt x="201" y="86"/>
                  </a:cubicBezTo>
                  <a:cubicBezTo>
                    <a:pt x="201" y="87"/>
                    <a:pt x="201" y="87"/>
                    <a:pt x="201" y="87"/>
                  </a:cubicBezTo>
                  <a:cubicBezTo>
                    <a:pt x="200" y="87"/>
                    <a:pt x="200" y="87"/>
                    <a:pt x="200" y="87"/>
                  </a:cubicBezTo>
                  <a:cubicBezTo>
                    <a:pt x="200" y="87"/>
                    <a:pt x="200" y="87"/>
                    <a:pt x="200" y="87"/>
                  </a:cubicBezTo>
                  <a:cubicBezTo>
                    <a:pt x="199" y="87"/>
                    <a:pt x="199" y="87"/>
                    <a:pt x="199" y="87"/>
                  </a:cubicBezTo>
                  <a:cubicBezTo>
                    <a:pt x="200" y="87"/>
                    <a:pt x="200" y="87"/>
                    <a:pt x="200" y="87"/>
                  </a:cubicBezTo>
                  <a:cubicBezTo>
                    <a:pt x="201" y="87"/>
                    <a:pt x="201" y="87"/>
                    <a:pt x="201" y="87"/>
                  </a:cubicBezTo>
                  <a:cubicBezTo>
                    <a:pt x="201" y="88"/>
                    <a:pt x="201" y="88"/>
                    <a:pt x="201" y="88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1" y="88"/>
                    <a:pt x="201" y="88"/>
                    <a:pt x="201" y="88"/>
                  </a:cubicBezTo>
                  <a:cubicBezTo>
                    <a:pt x="199" y="89"/>
                    <a:pt x="199" y="89"/>
                    <a:pt x="199" y="89"/>
                  </a:cubicBezTo>
                  <a:cubicBezTo>
                    <a:pt x="199" y="89"/>
                    <a:pt x="199" y="89"/>
                    <a:pt x="199" y="89"/>
                  </a:cubicBezTo>
                  <a:cubicBezTo>
                    <a:pt x="199" y="89"/>
                    <a:pt x="199" y="89"/>
                    <a:pt x="199" y="89"/>
                  </a:cubicBezTo>
                  <a:cubicBezTo>
                    <a:pt x="200" y="89"/>
                    <a:pt x="200" y="89"/>
                    <a:pt x="200" y="89"/>
                  </a:cubicBezTo>
                  <a:cubicBezTo>
                    <a:pt x="201" y="89"/>
                    <a:pt x="201" y="89"/>
                    <a:pt x="201" y="89"/>
                  </a:cubicBezTo>
                  <a:cubicBezTo>
                    <a:pt x="201" y="89"/>
                    <a:pt x="201" y="89"/>
                    <a:pt x="201" y="89"/>
                  </a:cubicBezTo>
                  <a:cubicBezTo>
                    <a:pt x="202" y="89"/>
                    <a:pt x="202" y="89"/>
                    <a:pt x="202" y="89"/>
                  </a:cubicBezTo>
                  <a:cubicBezTo>
                    <a:pt x="201" y="90"/>
                    <a:pt x="201" y="90"/>
                    <a:pt x="201" y="90"/>
                  </a:cubicBezTo>
                  <a:cubicBezTo>
                    <a:pt x="200" y="90"/>
                    <a:pt x="200" y="90"/>
                    <a:pt x="200" y="90"/>
                  </a:cubicBezTo>
                  <a:cubicBezTo>
                    <a:pt x="200" y="90"/>
                    <a:pt x="200" y="90"/>
                    <a:pt x="200" y="90"/>
                  </a:cubicBezTo>
                  <a:cubicBezTo>
                    <a:pt x="200" y="90"/>
                    <a:pt x="200" y="90"/>
                    <a:pt x="200" y="90"/>
                  </a:cubicBezTo>
                  <a:cubicBezTo>
                    <a:pt x="199" y="90"/>
                    <a:pt x="199" y="90"/>
                    <a:pt x="199" y="90"/>
                  </a:cubicBezTo>
                  <a:cubicBezTo>
                    <a:pt x="198" y="90"/>
                    <a:pt x="198" y="90"/>
                    <a:pt x="198" y="90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4" y="93"/>
                    <a:pt x="194" y="93"/>
                    <a:pt x="194" y="93"/>
                  </a:cubicBezTo>
                  <a:cubicBezTo>
                    <a:pt x="193" y="94"/>
                    <a:pt x="193" y="94"/>
                    <a:pt x="193" y="94"/>
                  </a:cubicBezTo>
                  <a:cubicBezTo>
                    <a:pt x="193" y="94"/>
                    <a:pt x="193" y="94"/>
                    <a:pt x="193" y="94"/>
                  </a:cubicBezTo>
                  <a:cubicBezTo>
                    <a:pt x="192" y="94"/>
                    <a:pt x="192" y="94"/>
                    <a:pt x="192" y="94"/>
                  </a:cubicBezTo>
                  <a:cubicBezTo>
                    <a:pt x="191" y="94"/>
                    <a:pt x="191" y="94"/>
                    <a:pt x="191" y="94"/>
                  </a:cubicBezTo>
                  <a:cubicBezTo>
                    <a:pt x="190" y="95"/>
                    <a:pt x="190" y="95"/>
                    <a:pt x="190" y="95"/>
                  </a:cubicBezTo>
                  <a:cubicBezTo>
                    <a:pt x="188" y="97"/>
                    <a:pt x="188" y="97"/>
                    <a:pt x="188" y="97"/>
                  </a:cubicBezTo>
                  <a:cubicBezTo>
                    <a:pt x="188" y="97"/>
                    <a:pt x="188" y="97"/>
                    <a:pt x="188" y="97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5" y="99"/>
                    <a:pt x="185" y="99"/>
                    <a:pt x="185" y="99"/>
                  </a:cubicBezTo>
                  <a:cubicBezTo>
                    <a:pt x="184" y="99"/>
                    <a:pt x="184" y="99"/>
                    <a:pt x="184" y="99"/>
                  </a:cubicBezTo>
                  <a:cubicBezTo>
                    <a:pt x="184" y="100"/>
                    <a:pt x="184" y="100"/>
                    <a:pt x="184" y="100"/>
                  </a:cubicBezTo>
                  <a:cubicBezTo>
                    <a:pt x="183" y="100"/>
                    <a:pt x="183" y="100"/>
                    <a:pt x="183" y="100"/>
                  </a:cubicBezTo>
                  <a:cubicBezTo>
                    <a:pt x="182" y="100"/>
                    <a:pt x="182" y="100"/>
                    <a:pt x="182" y="100"/>
                  </a:cubicBezTo>
                  <a:cubicBezTo>
                    <a:pt x="181" y="100"/>
                    <a:pt x="181" y="100"/>
                    <a:pt x="181" y="100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0" y="101"/>
                    <a:pt x="180" y="101"/>
                    <a:pt x="180" y="101"/>
                  </a:cubicBezTo>
                  <a:cubicBezTo>
                    <a:pt x="180" y="101"/>
                    <a:pt x="180" y="101"/>
                    <a:pt x="180" y="101"/>
                  </a:cubicBezTo>
                  <a:cubicBezTo>
                    <a:pt x="180" y="101"/>
                    <a:pt x="180" y="101"/>
                    <a:pt x="180" y="101"/>
                  </a:cubicBezTo>
                  <a:cubicBezTo>
                    <a:pt x="180" y="102"/>
                    <a:pt x="180" y="102"/>
                    <a:pt x="180" y="102"/>
                  </a:cubicBezTo>
                  <a:cubicBezTo>
                    <a:pt x="180" y="102"/>
                    <a:pt x="180" y="102"/>
                    <a:pt x="180" y="102"/>
                  </a:cubicBezTo>
                  <a:cubicBezTo>
                    <a:pt x="179" y="103"/>
                    <a:pt x="179" y="103"/>
                    <a:pt x="179" y="103"/>
                  </a:cubicBezTo>
                  <a:cubicBezTo>
                    <a:pt x="179" y="103"/>
                    <a:pt x="179" y="103"/>
                    <a:pt x="179" y="103"/>
                  </a:cubicBezTo>
                  <a:cubicBezTo>
                    <a:pt x="178" y="103"/>
                    <a:pt x="178" y="103"/>
                    <a:pt x="178" y="103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177" y="105"/>
                    <a:pt x="177" y="105"/>
                    <a:pt x="177" y="105"/>
                  </a:cubicBezTo>
                  <a:cubicBezTo>
                    <a:pt x="177" y="107"/>
                    <a:pt x="177" y="107"/>
                    <a:pt x="177" y="107"/>
                  </a:cubicBezTo>
                  <a:cubicBezTo>
                    <a:pt x="176" y="109"/>
                    <a:pt x="176" y="109"/>
                    <a:pt x="176" y="109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6" y="112"/>
                    <a:pt x="176" y="112"/>
                    <a:pt x="176" y="112"/>
                  </a:cubicBezTo>
                  <a:cubicBezTo>
                    <a:pt x="177" y="113"/>
                    <a:pt x="177" y="113"/>
                    <a:pt x="177" y="113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77" y="116"/>
                    <a:pt x="177" y="116"/>
                    <a:pt x="177" y="116"/>
                  </a:cubicBezTo>
                  <a:cubicBezTo>
                    <a:pt x="178" y="118"/>
                    <a:pt x="178" y="118"/>
                    <a:pt x="178" y="118"/>
                  </a:cubicBezTo>
                  <a:cubicBezTo>
                    <a:pt x="178" y="118"/>
                    <a:pt x="178" y="118"/>
                    <a:pt x="178" y="118"/>
                  </a:cubicBezTo>
                  <a:cubicBezTo>
                    <a:pt x="179" y="119"/>
                    <a:pt x="179" y="119"/>
                    <a:pt x="179" y="119"/>
                  </a:cubicBezTo>
                  <a:cubicBezTo>
                    <a:pt x="178" y="120"/>
                    <a:pt x="178" y="120"/>
                    <a:pt x="178" y="120"/>
                  </a:cubicBezTo>
                  <a:cubicBezTo>
                    <a:pt x="178" y="121"/>
                    <a:pt x="178" y="121"/>
                    <a:pt x="178" y="121"/>
                  </a:cubicBezTo>
                  <a:cubicBezTo>
                    <a:pt x="179" y="122"/>
                    <a:pt x="179" y="122"/>
                    <a:pt x="179" y="122"/>
                  </a:cubicBezTo>
                  <a:cubicBezTo>
                    <a:pt x="179" y="124"/>
                    <a:pt x="179" y="124"/>
                    <a:pt x="179" y="124"/>
                  </a:cubicBezTo>
                  <a:cubicBezTo>
                    <a:pt x="180" y="125"/>
                    <a:pt x="180" y="125"/>
                    <a:pt x="180" y="125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80" y="127"/>
                    <a:pt x="180" y="127"/>
                    <a:pt x="180" y="127"/>
                  </a:cubicBezTo>
                  <a:cubicBezTo>
                    <a:pt x="180" y="128"/>
                    <a:pt x="180" y="128"/>
                    <a:pt x="180" y="128"/>
                  </a:cubicBezTo>
                  <a:cubicBezTo>
                    <a:pt x="180" y="128"/>
                    <a:pt x="180" y="128"/>
                    <a:pt x="180" y="128"/>
                  </a:cubicBezTo>
                  <a:cubicBezTo>
                    <a:pt x="180" y="129"/>
                    <a:pt x="180" y="129"/>
                    <a:pt x="180" y="129"/>
                  </a:cubicBezTo>
                  <a:cubicBezTo>
                    <a:pt x="179" y="131"/>
                    <a:pt x="179" y="131"/>
                    <a:pt x="179" y="131"/>
                  </a:cubicBezTo>
                  <a:cubicBezTo>
                    <a:pt x="178" y="132"/>
                    <a:pt x="178" y="132"/>
                    <a:pt x="178" y="132"/>
                  </a:cubicBezTo>
                  <a:cubicBezTo>
                    <a:pt x="178" y="132"/>
                    <a:pt x="178" y="132"/>
                    <a:pt x="178" y="132"/>
                  </a:cubicBezTo>
                  <a:cubicBezTo>
                    <a:pt x="178" y="133"/>
                    <a:pt x="178" y="133"/>
                    <a:pt x="178" y="133"/>
                  </a:cubicBezTo>
                  <a:cubicBezTo>
                    <a:pt x="177" y="133"/>
                    <a:pt x="177" y="133"/>
                    <a:pt x="177" y="133"/>
                  </a:cubicBezTo>
                  <a:cubicBezTo>
                    <a:pt x="176" y="134"/>
                    <a:pt x="176" y="134"/>
                    <a:pt x="176" y="134"/>
                  </a:cubicBezTo>
                  <a:cubicBezTo>
                    <a:pt x="175" y="134"/>
                    <a:pt x="175" y="134"/>
                    <a:pt x="175" y="134"/>
                  </a:cubicBezTo>
                  <a:cubicBezTo>
                    <a:pt x="175" y="133"/>
                    <a:pt x="175" y="133"/>
                    <a:pt x="175" y="133"/>
                  </a:cubicBezTo>
                  <a:cubicBezTo>
                    <a:pt x="174" y="133"/>
                    <a:pt x="174" y="133"/>
                    <a:pt x="174" y="133"/>
                  </a:cubicBezTo>
                  <a:cubicBezTo>
                    <a:pt x="175" y="133"/>
                    <a:pt x="175" y="133"/>
                    <a:pt x="175" y="133"/>
                  </a:cubicBezTo>
                  <a:cubicBezTo>
                    <a:pt x="173" y="132"/>
                    <a:pt x="173" y="132"/>
                    <a:pt x="173" y="132"/>
                  </a:cubicBezTo>
                  <a:cubicBezTo>
                    <a:pt x="174" y="131"/>
                    <a:pt x="174" y="131"/>
                    <a:pt x="174" y="131"/>
                  </a:cubicBezTo>
                  <a:cubicBezTo>
                    <a:pt x="173" y="131"/>
                    <a:pt x="173" y="131"/>
                    <a:pt x="173" y="131"/>
                  </a:cubicBezTo>
                  <a:cubicBezTo>
                    <a:pt x="173" y="131"/>
                    <a:pt x="173" y="131"/>
                    <a:pt x="173" y="131"/>
                  </a:cubicBezTo>
                  <a:cubicBezTo>
                    <a:pt x="172" y="130"/>
                    <a:pt x="172" y="130"/>
                    <a:pt x="172" y="130"/>
                  </a:cubicBezTo>
                  <a:cubicBezTo>
                    <a:pt x="172" y="129"/>
                    <a:pt x="172" y="129"/>
                    <a:pt x="172" y="129"/>
                  </a:cubicBezTo>
                  <a:cubicBezTo>
                    <a:pt x="172" y="128"/>
                    <a:pt x="172" y="128"/>
                    <a:pt x="172" y="128"/>
                  </a:cubicBezTo>
                  <a:cubicBezTo>
                    <a:pt x="171" y="128"/>
                    <a:pt x="171" y="128"/>
                    <a:pt x="171" y="128"/>
                  </a:cubicBezTo>
                  <a:cubicBezTo>
                    <a:pt x="171" y="127"/>
                    <a:pt x="171" y="127"/>
                    <a:pt x="171" y="127"/>
                  </a:cubicBezTo>
                  <a:cubicBezTo>
                    <a:pt x="171" y="127"/>
                    <a:pt x="171" y="127"/>
                    <a:pt x="171" y="127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0" y="126"/>
                    <a:pt x="170" y="126"/>
                    <a:pt x="170" y="126"/>
                  </a:cubicBezTo>
                  <a:cubicBezTo>
                    <a:pt x="170" y="126"/>
                    <a:pt x="170" y="126"/>
                    <a:pt x="170" y="126"/>
                  </a:cubicBezTo>
                  <a:cubicBezTo>
                    <a:pt x="170" y="125"/>
                    <a:pt x="170" y="125"/>
                    <a:pt x="170" y="125"/>
                  </a:cubicBezTo>
                  <a:cubicBezTo>
                    <a:pt x="169" y="125"/>
                    <a:pt x="169" y="125"/>
                    <a:pt x="169" y="125"/>
                  </a:cubicBezTo>
                  <a:cubicBezTo>
                    <a:pt x="169" y="124"/>
                    <a:pt x="169" y="124"/>
                    <a:pt x="169" y="124"/>
                  </a:cubicBezTo>
                  <a:cubicBezTo>
                    <a:pt x="169" y="123"/>
                    <a:pt x="169" y="123"/>
                    <a:pt x="169" y="123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1"/>
                    <a:pt x="170" y="121"/>
                    <a:pt x="170" y="121"/>
                  </a:cubicBezTo>
                  <a:cubicBezTo>
                    <a:pt x="169" y="121"/>
                    <a:pt x="169" y="121"/>
                    <a:pt x="169" y="121"/>
                  </a:cubicBezTo>
                  <a:cubicBezTo>
                    <a:pt x="169" y="121"/>
                    <a:pt x="169" y="121"/>
                    <a:pt x="169" y="121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9" y="122"/>
                    <a:pt x="169" y="122"/>
                    <a:pt x="169" y="122"/>
                  </a:cubicBezTo>
                  <a:cubicBezTo>
                    <a:pt x="168" y="122"/>
                    <a:pt x="168" y="122"/>
                    <a:pt x="168" y="122"/>
                  </a:cubicBezTo>
                  <a:cubicBezTo>
                    <a:pt x="168" y="121"/>
                    <a:pt x="168" y="121"/>
                    <a:pt x="168" y="121"/>
                  </a:cubicBezTo>
                  <a:cubicBezTo>
                    <a:pt x="169" y="120"/>
                    <a:pt x="169" y="120"/>
                    <a:pt x="169" y="120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17"/>
                    <a:pt x="170" y="117"/>
                    <a:pt x="170" y="117"/>
                  </a:cubicBezTo>
                  <a:cubicBezTo>
                    <a:pt x="169" y="116"/>
                    <a:pt x="169" y="116"/>
                    <a:pt x="169" y="116"/>
                  </a:cubicBezTo>
                  <a:cubicBezTo>
                    <a:pt x="168" y="116"/>
                    <a:pt x="168" y="116"/>
                    <a:pt x="168" y="116"/>
                  </a:cubicBezTo>
                  <a:cubicBezTo>
                    <a:pt x="168" y="115"/>
                    <a:pt x="168" y="115"/>
                    <a:pt x="168" y="115"/>
                  </a:cubicBezTo>
                  <a:cubicBezTo>
                    <a:pt x="168" y="115"/>
                    <a:pt x="168" y="115"/>
                    <a:pt x="168" y="115"/>
                  </a:cubicBezTo>
                  <a:cubicBezTo>
                    <a:pt x="168" y="115"/>
                    <a:pt x="168" y="115"/>
                    <a:pt x="168" y="115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67" y="113"/>
                    <a:pt x="167" y="113"/>
                    <a:pt x="167" y="113"/>
                  </a:cubicBezTo>
                  <a:cubicBezTo>
                    <a:pt x="166" y="113"/>
                    <a:pt x="166" y="113"/>
                    <a:pt x="166" y="113"/>
                  </a:cubicBezTo>
                  <a:cubicBezTo>
                    <a:pt x="166" y="112"/>
                    <a:pt x="166" y="112"/>
                    <a:pt x="166" y="112"/>
                  </a:cubicBezTo>
                  <a:cubicBezTo>
                    <a:pt x="165" y="111"/>
                    <a:pt x="165" y="111"/>
                    <a:pt x="165" y="111"/>
                  </a:cubicBezTo>
                  <a:cubicBezTo>
                    <a:pt x="164" y="111"/>
                    <a:pt x="164" y="111"/>
                    <a:pt x="164" y="111"/>
                  </a:cubicBezTo>
                  <a:cubicBezTo>
                    <a:pt x="163" y="111"/>
                    <a:pt x="163" y="111"/>
                    <a:pt x="163" y="111"/>
                  </a:cubicBezTo>
                  <a:cubicBezTo>
                    <a:pt x="163" y="112"/>
                    <a:pt x="163" y="112"/>
                    <a:pt x="163" y="112"/>
                  </a:cubicBezTo>
                  <a:cubicBezTo>
                    <a:pt x="163" y="112"/>
                    <a:pt x="163" y="112"/>
                    <a:pt x="163" y="112"/>
                  </a:cubicBezTo>
                  <a:cubicBezTo>
                    <a:pt x="162" y="112"/>
                    <a:pt x="162" y="112"/>
                    <a:pt x="162" y="112"/>
                  </a:cubicBezTo>
                  <a:cubicBezTo>
                    <a:pt x="162" y="112"/>
                    <a:pt x="162" y="112"/>
                    <a:pt x="162" y="112"/>
                  </a:cubicBezTo>
                  <a:cubicBezTo>
                    <a:pt x="161" y="113"/>
                    <a:pt x="161" y="113"/>
                    <a:pt x="161" y="113"/>
                  </a:cubicBezTo>
                  <a:cubicBezTo>
                    <a:pt x="160" y="113"/>
                    <a:pt x="160" y="113"/>
                    <a:pt x="160" y="113"/>
                  </a:cubicBezTo>
                  <a:cubicBezTo>
                    <a:pt x="159" y="113"/>
                    <a:pt x="159" y="113"/>
                    <a:pt x="159" y="113"/>
                  </a:cubicBezTo>
                  <a:cubicBezTo>
                    <a:pt x="159" y="113"/>
                    <a:pt x="159" y="113"/>
                    <a:pt x="159" y="113"/>
                  </a:cubicBezTo>
                  <a:cubicBezTo>
                    <a:pt x="159" y="112"/>
                    <a:pt x="159" y="112"/>
                    <a:pt x="159" y="112"/>
                  </a:cubicBezTo>
                  <a:cubicBezTo>
                    <a:pt x="159" y="113"/>
                    <a:pt x="159" y="113"/>
                    <a:pt x="159" y="113"/>
                  </a:cubicBezTo>
                  <a:cubicBezTo>
                    <a:pt x="159" y="113"/>
                    <a:pt x="159" y="113"/>
                    <a:pt x="159" y="113"/>
                  </a:cubicBezTo>
                  <a:cubicBezTo>
                    <a:pt x="159" y="112"/>
                    <a:pt x="159" y="112"/>
                    <a:pt x="159" y="112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8" y="111"/>
                    <a:pt x="158" y="111"/>
                    <a:pt x="158" y="111"/>
                  </a:cubicBezTo>
                  <a:cubicBezTo>
                    <a:pt x="158" y="111"/>
                    <a:pt x="158" y="111"/>
                    <a:pt x="158" y="111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7" y="111"/>
                    <a:pt x="157" y="111"/>
                    <a:pt x="157" y="111"/>
                  </a:cubicBezTo>
                  <a:cubicBezTo>
                    <a:pt x="156" y="110"/>
                    <a:pt x="156" y="110"/>
                    <a:pt x="156" y="110"/>
                  </a:cubicBezTo>
                  <a:cubicBezTo>
                    <a:pt x="156" y="110"/>
                    <a:pt x="156" y="110"/>
                    <a:pt x="156" y="110"/>
                  </a:cubicBezTo>
                  <a:cubicBezTo>
                    <a:pt x="155" y="110"/>
                    <a:pt x="155" y="110"/>
                    <a:pt x="155" y="110"/>
                  </a:cubicBezTo>
                  <a:cubicBezTo>
                    <a:pt x="153" y="110"/>
                    <a:pt x="153" y="110"/>
                    <a:pt x="153" y="110"/>
                  </a:cubicBezTo>
                  <a:cubicBezTo>
                    <a:pt x="154" y="110"/>
                    <a:pt x="154" y="110"/>
                    <a:pt x="154" y="110"/>
                  </a:cubicBezTo>
                  <a:cubicBezTo>
                    <a:pt x="155" y="110"/>
                    <a:pt x="155" y="110"/>
                    <a:pt x="155" y="110"/>
                  </a:cubicBezTo>
                  <a:cubicBezTo>
                    <a:pt x="155" y="110"/>
                    <a:pt x="155" y="110"/>
                    <a:pt x="155" y="110"/>
                  </a:cubicBezTo>
                  <a:cubicBezTo>
                    <a:pt x="155" y="109"/>
                    <a:pt x="155" y="109"/>
                    <a:pt x="155" y="109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53" y="110"/>
                    <a:pt x="153" y="110"/>
                    <a:pt x="153" y="110"/>
                  </a:cubicBezTo>
                  <a:cubicBezTo>
                    <a:pt x="153" y="110"/>
                    <a:pt x="153" y="110"/>
                    <a:pt x="153" y="110"/>
                  </a:cubicBezTo>
                  <a:cubicBezTo>
                    <a:pt x="151" y="110"/>
                    <a:pt x="151" y="110"/>
                    <a:pt x="151" y="110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50" y="110"/>
                    <a:pt x="150" y="110"/>
                    <a:pt x="150" y="110"/>
                  </a:cubicBezTo>
                  <a:cubicBezTo>
                    <a:pt x="149" y="110"/>
                    <a:pt x="149" y="110"/>
                    <a:pt x="149" y="110"/>
                  </a:cubicBezTo>
                  <a:cubicBezTo>
                    <a:pt x="148" y="110"/>
                    <a:pt x="148" y="110"/>
                    <a:pt x="148" y="110"/>
                  </a:cubicBezTo>
                  <a:cubicBezTo>
                    <a:pt x="147" y="109"/>
                    <a:pt x="147" y="109"/>
                    <a:pt x="147" y="109"/>
                  </a:cubicBezTo>
                  <a:cubicBezTo>
                    <a:pt x="147" y="109"/>
                    <a:pt x="147" y="109"/>
                    <a:pt x="147" y="109"/>
                  </a:cubicBezTo>
                  <a:cubicBezTo>
                    <a:pt x="147" y="108"/>
                    <a:pt x="147" y="108"/>
                    <a:pt x="147" y="108"/>
                  </a:cubicBezTo>
                  <a:cubicBezTo>
                    <a:pt x="147" y="108"/>
                    <a:pt x="147" y="108"/>
                    <a:pt x="147" y="108"/>
                  </a:cubicBezTo>
                  <a:cubicBezTo>
                    <a:pt x="147" y="109"/>
                    <a:pt x="147" y="109"/>
                    <a:pt x="147" y="109"/>
                  </a:cubicBezTo>
                  <a:cubicBezTo>
                    <a:pt x="146" y="110"/>
                    <a:pt x="146" y="110"/>
                    <a:pt x="146" y="110"/>
                  </a:cubicBezTo>
                  <a:cubicBezTo>
                    <a:pt x="145" y="109"/>
                    <a:pt x="145" y="109"/>
                    <a:pt x="145" y="109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9"/>
                    <a:pt x="144" y="109"/>
                    <a:pt x="144" y="109"/>
                  </a:cubicBezTo>
                  <a:cubicBezTo>
                    <a:pt x="141" y="110"/>
                    <a:pt x="141" y="110"/>
                    <a:pt x="141" y="110"/>
                  </a:cubicBezTo>
                  <a:cubicBezTo>
                    <a:pt x="141" y="110"/>
                    <a:pt x="141" y="110"/>
                    <a:pt x="141" y="110"/>
                  </a:cubicBezTo>
                  <a:cubicBezTo>
                    <a:pt x="139" y="111"/>
                    <a:pt x="139" y="111"/>
                    <a:pt x="139" y="111"/>
                  </a:cubicBezTo>
                  <a:cubicBezTo>
                    <a:pt x="138" y="112"/>
                    <a:pt x="138" y="112"/>
                    <a:pt x="138" y="112"/>
                  </a:cubicBezTo>
                  <a:cubicBezTo>
                    <a:pt x="138" y="112"/>
                    <a:pt x="138" y="112"/>
                    <a:pt x="138" y="112"/>
                  </a:cubicBezTo>
                  <a:cubicBezTo>
                    <a:pt x="139" y="112"/>
                    <a:pt x="139" y="112"/>
                    <a:pt x="139" y="112"/>
                  </a:cubicBezTo>
                  <a:cubicBezTo>
                    <a:pt x="139" y="112"/>
                    <a:pt x="139" y="112"/>
                    <a:pt x="139" y="112"/>
                  </a:cubicBezTo>
                  <a:cubicBezTo>
                    <a:pt x="140" y="112"/>
                    <a:pt x="140" y="112"/>
                    <a:pt x="140" y="112"/>
                  </a:cubicBezTo>
                  <a:cubicBezTo>
                    <a:pt x="140" y="112"/>
                    <a:pt x="140" y="112"/>
                    <a:pt x="140" y="112"/>
                  </a:cubicBezTo>
                  <a:cubicBezTo>
                    <a:pt x="141" y="112"/>
                    <a:pt x="141" y="112"/>
                    <a:pt x="141" y="112"/>
                  </a:cubicBezTo>
                  <a:cubicBezTo>
                    <a:pt x="140" y="113"/>
                    <a:pt x="140" y="113"/>
                    <a:pt x="140" y="113"/>
                  </a:cubicBezTo>
                  <a:cubicBezTo>
                    <a:pt x="139" y="113"/>
                    <a:pt x="139" y="113"/>
                    <a:pt x="139" y="113"/>
                  </a:cubicBezTo>
                  <a:cubicBezTo>
                    <a:pt x="139" y="114"/>
                    <a:pt x="139" y="114"/>
                    <a:pt x="139" y="114"/>
                  </a:cubicBezTo>
                  <a:cubicBezTo>
                    <a:pt x="139" y="114"/>
                    <a:pt x="139" y="114"/>
                    <a:pt x="139" y="114"/>
                  </a:cubicBezTo>
                  <a:cubicBezTo>
                    <a:pt x="141" y="115"/>
                    <a:pt x="141" y="115"/>
                    <a:pt x="141" y="115"/>
                  </a:cubicBezTo>
                  <a:cubicBezTo>
                    <a:pt x="142" y="116"/>
                    <a:pt x="142" y="116"/>
                    <a:pt x="142" y="116"/>
                  </a:cubicBezTo>
                  <a:cubicBezTo>
                    <a:pt x="142" y="116"/>
                    <a:pt x="142" y="116"/>
                    <a:pt x="142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0" y="115"/>
                    <a:pt x="140" y="115"/>
                    <a:pt x="140" y="115"/>
                  </a:cubicBezTo>
                  <a:cubicBezTo>
                    <a:pt x="140" y="115"/>
                    <a:pt x="140" y="115"/>
                    <a:pt x="140" y="115"/>
                  </a:cubicBezTo>
                  <a:cubicBezTo>
                    <a:pt x="139" y="115"/>
                    <a:pt x="139" y="115"/>
                    <a:pt x="139" y="115"/>
                  </a:cubicBezTo>
                  <a:cubicBezTo>
                    <a:pt x="139" y="115"/>
                    <a:pt x="139" y="115"/>
                    <a:pt x="139" y="115"/>
                  </a:cubicBezTo>
                  <a:cubicBezTo>
                    <a:pt x="138" y="114"/>
                    <a:pt x="138" y="114"/>
                    <a:pt x="138" y="114"/>
                  </a:cubicBezTo>
                  <a:cubicBezTo>
                    <a:pt x="137" y="114"/>
                    <a:pt x="137" y="114"/>
                    <a:pt x="137" y="114"/>
                  </a:cubicBezTo>
                  <a:cubicBezTo>
                    <a:pt x="138" y="115"/>
                    <a:pt x="138" y="115"/>
                    <a:pt x="138" y="115"/>
                  </a:cubicBezTo>
                  <a:cubicBezTo>
                    <a:pt x="138" y="116"/>
                    <a:pt x="138" y="116"/>
                    <a:pt x="138" y="116"/>
                  </a:cubicBezTo>
                  <a:cubicBezTo>
                    <a:pt x="137" y="116"/>
                    <a:pt x="137" y="116"/>
                    <a:pt x="137" y="116"/>
                  </a:cubicBezTo>
                  <a:cubicBezTo>
                    <a:pt x="137" y="115"/>
                    <a:pt x="137" y="115"/>
                    <a:pt x="137" y="115"/>
                  </a:cubicBezTo>
                  <a:cubicBezTo>
                    <a:pt x="136" y="115"/>
                    <a:pt x="136" y="115"/>
                    <a:pt x="136" y="115"/>
                  </a:cubicBezTo>
                  <a:cubicBezTo>
                    <a:pt x="135" y="115"/>
                    <a:pt x="135" y="115"/>
                    <a:pt x="135" y="115"/>
                  </a:cubicBezTo>
                  <a:cubicBezTo>
                    <a:pt x="135" y="116"/>
                    <a:pt x="135" y="116"/>
                    <a:pt x="135" y="116"/>
                  </a:cubicBezTo>
                  <a:cubicBezTo>
                    <a:pt x="134" y="115"/>
                    <a:pt x="134" y="115"/>
                    <a:pt x="134" y="115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2" y="115"/>
                    <a:pt x="132" y="115"/>
                    <a:pt x="132" y="115"/>
                  </a:cubicBezTo>
                  <a:cubicBezTo>
                    <a:pt x="132" y="115"/>
                    <a:pt x="132" y="115"/>
                    <a:pt x="132" y="115"/>
                  </a:cubicBezTo>
                  <a:cubicBezTo>
                    <a:pt x="132" y="115"/>
                    <a:pt x="132" y="115"/>
                    <a:pt x="132" y="115"/>
                  </a:cubicBezTo>
                  <a:cubicBezTo>
                    <a:pt x="133" y="114"/>
                    <a:pt x="133" y="114"/>
                    <a:pt x="133" y="114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1" y="114"/>
                    <a:pt x="131" y="114"/>
                    <a:pt x="131" y="114"/>
                  </a:cubicBezTo>
                  <a:cubicBezTo>
                    <a:pt x="131" y="113"/>
                    <a:pt x="131" y="113"/>
                    <a:pt x="131" y="113"/>
                  </a:cubicBezTo>
                  <a:cubicBezTo>
                    <a:pt x="131" y="113"/>
                    <a:pt x="131" y="113"/>
                    <a:pt x="131" y="113"/>
                  </a:cubicBezTo>
                  <a:cubicBezTo>
                    <a:pt x="130" y="113"/>
                    <a:pt x="130" y="113"/>
                    <a:pt x="130" y="113"/>
                  </a:cubicBezTo>
                  <a:cubicBezTo>
                    <a:pt x="130" y="113"/>
                    <a:pt x="130" y="113"/>
                    <a:pt x="130" y="113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29" y="112"/>
                    <a:pt x="129" y="112"/>
                    <a:pt x="129" y="112"/>
                  </a:cubicBezTo>
                  <a:cubicBezTo>
                    <a:pt x="129" y="113"/>
                    <a:pt x="129" y="113"/>
                    <a:pt x="129" y="113"/>
                  </a:cubicBezTo>
                  <a:cubicBezTo>
                    <a:pt x="129" y="113"/>
                    <a:pt x="129" y="113"/>
                    <a:pt x="129" y="113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26" y="113"/>
                    <a:pt x="126" y="113"/>
                    <a:pt x="126" y="113"/>
                  </a:cubicBezTo>
                  <a:cubicBezTo>
                    <a:pt x="125" y="113"/>
                    <a:pt x="125" y="113"/>
                    <a:pt x="125" y="113"/>
                  </a:cubicBezTo>
                  <a:cubicBezTo>
                    <a:pt x="123" y="112"/>
                    <a:pt x="123" y="112"/>
                    <a:pt x="123" y="112"/>
                  </a:cubicBezTo>
                  <a:cubicBezTo>
                    <a:pt x="122" y="112"/>
                    <a:pt x="122" y="112"/>
                    <a:pt x="122" y="112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0" y="113"/>
                    <a:pt x="120" y="113"/>
                    <a:pt x="120" y="113"/>
                  </a:cubicBezTo>
                  <a:cubicBezTo>
                    <a:pt x="119" y="113"/>
                    <a:pt x="119" y="113"/>
                    <a:pt x="119" y="113"/>
                  </a:cubicBezTo>
                  <a:cubicBezTo>
                    <a:pt x="119" y="114"/>
                    <a:pt x="119" y="114"/>
                    <a:pt x="119" y="114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3"/>
                    <a:pt x="118" y="113"/>
                    <a:pt x="118" y="113"/>
                  </a:cubicBezTo>
                  <a:cubicBezTo>
                    <a:pt x="118" y="112"/>
                    <a:pt x="118" y="112"/>
                    <a:pt x="118" y="112"/>
                  </a:cubicBezTo>
                  <a:cubicBezTo>
                    <a:pt x="118" y="111"/>
                    <a:pt x="118" y="111"/>
                    <a:pt x="118" y="111"/>
                  </a:cubicBezTo>
                  <a:cubicBezTo>
                    <a:pt x="118" y="112"/>
                    <a:pt x="118" y="112"/>
                    <a:pt x="118" y="112"/>
                  </a:cubicBezTo>
                  <a:cubicBezTo>
                    <a:pt x="117" y="113"/>
                    <a:pt x="117" y="113"/>
                    <a:pt x="117" y="113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2"/>
                    <a:pt x="116" y="112"/>
                    <a:pt x="116" y="112"/>
                  </a:cubicBezTo>
                  <a:cubicBezTo>
                    <a:pt x="116" y="113"/>
                    <a:pt x="116" y="113"/>
                    <a:pt x="116" y="113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17" y="115"/>
                    <a:pt x="117" y="115"/>
                    <a:pt x="117" y="115"/>
                  </a:cubicBezTo>
                  <a:cubicBezTo>
                    <a:pt x="116" y="115"/>
                    <a:pt x="116" y="115"/>
                    <a:pt x="116" y="115"/>
                  </a:cubicBezTo>
                  <a:cubicBezTo>
                    <a:pt x="115" y="115"/>
                    <a:pt x="115" y="115"/>
                    <a:pt x="115" y="115"/>
                  </a:cubicBezTo>
                  <a:cubicBezTo>
                    <a:pt x="114" y="116"/>
                    <a:pt x="114" y="116"/>
                    <a:pt x="114" y="116"/>
                  </a:cubicBezTo>
                  <a:cubicBezTo>
                    <a:pt x="112" y="117"/>
                    <a:pt x="112" y="117"/>
                    <a:pt x="112" y="117"/>
                  </a:cubicBezTo>
                  <a:cubicBezTo>
                    <a:pt x="112" y="117"/>
                    <a:pt x="112" y="117"/>
                    <a:pt x="112" y="117"/>
                  </a:cubicBezTo>
                  <a:cubicBezTo>
                    <a:pt x="111" y="118"/>
                    <a:pt x="111" y="118"/>
                    <a:pt x="111" y="118"/>
                  </a:cubicBezTo>
                  <a:cubicBezTo>
                    <a:pt x="110" y="118"/>
                    <a:pt x="110" y="118"/>
                    <a:pt x="110" y="118"/>
                  </a:cubicBezTo>
                  <a:cubicBezTo>
                    <a:pt x="111" y="117"/>
                    <a:pt x="111" y="117"/>
                    <a:pt x="111" y="117"/>
                  </a:cubicBezTo>
                  <a:cubicBezTo>
                    <a:pt x="110" y="117"/>
                    <a:pt x="110" y="117"/>
                    <a:pt x="110" y="117"/>
                  </a:cubicBezTo>
                  <a:cubicBezTo>
                    <a:pt x="110" y="117"/>
                    <a:pt x="110" y="117"/>
                    <a:pt x="110" y="117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09" y="118"/>
                    <a:pt x="109" y="118"/>
                    <a:pt x="109" y="118"/>
                  </a:cubicBezTo>
                  <a:cubicBezTo>
                    <a:pt x="108" y="118"/>
                    <a:pt x="108" y="118"/>
                    <a:pt x="108" y="118"/>
                  </a:cubicBezTo>
                  <a:cubicBezTo>
                    <a:pt x="108" y="118"/>
                    <a:pt x="108" y="118"/>
                    <a:pt x="108" y="118"/>
                  </a:cubicBezTo>
                  <a:cubicBezTo>
                    <a:pt x="108" y="119"/>
                    <a:pt x="108" y="119"/>
                    <a:pt x="108" y="119"/>
                  </a:cubicBezTo>
                  <a:cubicBezTo>
                    <a:pt x="107" y="119"/>
                    <a:pt x="107" y="119"/>
                    <a:pt x="107" y="119"/>
                  </a:cubicBezTo>
                  <a:cubicBezTo>
                    <a:pt x="107" y="119"/>
                    <a:pt x="107" y="119"/>
                    <a:pt x="107" y="119"/>
                  </a:cubicBezTo>
                  <a:cubicBezTo>
                    <a:pt x="106" y="120"/>
                    <a:pt x="106" y="120"/>
                    <a:pt x="106" y="120"/>
                  </a:cubicBezTo>
                  <a:cubicBezTo>
                    <a:pt x="106" y="120"/>
                    <a:pt x="106" y="120"/>
                    <a:pt x="106" y="120"/>
                  </a:cubicBezTo>
                  <a:cubicBezTo>
                    <a:pt x="105" y="121"/>
                    <a:pt x="105" y="121"/>
                    <a:pt x="105" y="121"/>
                  </a:cubicBezTo>
                  <a:cubicBezTo>
                    <a:pt x="105" y="121"/>
                    <a:pt x="105" y="121"/>
                    <a:pt x="105" y="121"/>
                  </a:cubicBezTo>
                  <a:cubicBezTo>
                    <a:pt x="105" y="123"/>
                    <a:pt x="105" y="123"/>
                    <a:pt x="105" y="123"/>
                  </a:cubicBezTo>
                  <a:cubicBezTo>
                    <a:pt x="104" y="123"/>
                    <a:pt x="104" y="123"/>
                    <a:pt x="104" y="123"/>
                  </a:cubicBezTo>
                  <a:cubicBezTo>
                    <a:pt x="104" y="124"/>
                    <a:pt x="104" y="124"/>
                    <a:pt x="104" y="124"/>
                  </a:cubicBezTo>
                  <a:cubicBezTo>
                    <a:pt x="103" y="125"/>
                    <a:pt x="103" y="125"/>
                    <a:pt x="103" y="125"/>
                  </a:cubicBezTo>
                  <a:cubicBezTo>
                    <a:pt x="104" y="126"/>
                    <a:pt x="104" y="126"/>
                    <a:pt x="104" y="126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04" y="129"/>
                    <a:pt x="104" y="129"/>
                    <a:pt x="104" y="129"/>
                  </a:cubicBezTo>
                  <a:cubicBezTo>
                    <a:pt x="103" y="130"/>
                    <a:pt x="103" y="130"/>
                    <a:pt x="103" y="130"/>
                  </a:cubicBezTo>
                  <a:cubicBezTo>
                    <a:pt x="103" y="130"/>
                    <a:pt x="103" y="130"/>
                    <a:pt x="103" y="130"/>
                  </a:cubicBezTo>
                  <a:cubicBezTo>
                    <a:pt x="103" y="130"/>
                    <a:pt x="103" y="130"/>
                    <a:pt x="103" y="130"/>
                  </a:cubicBezTo>
                  <a:cubicBezTo>
                    <a:pt x="102" y="130"/>
                    <a:pt x="102" y="130"/>
                    <a:pt x="102" y="130"/>
                  </a:cubicBezTo>
                  <a:cubicBezTo>
                    <a:pt x="101" y="129"/>
                    <a:pt x="101" y="129"/>
                    <a:pt x="101" y="129"/>
                  </a:cubicBezTo>
                  <a:cubicBezTo>
                    <a:pt x="99" y="129"/>
                    <a:pt x="99" y="129"/>
                    <a:pt x="99" y="129"/>
                  </a:cubicBezTo>
                  <a:cubicBezTo>
                    <a:pt x="99" y="128"/>
                    <a:pt x="99" y="128"/>
                    <a:pt x="99" y="128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7" y="128"/>
                    <a:pt x="97" y="128"/>
                    <a:pt x="97" y="128"/>
                  </a:cubicBezTo>
                  <a:cubicBezTo>
                    <a:pt x="97" y="128"/>
                    <a:pt x="97" y="128"/>
                    <a:pt x="97" y="128"/>
                  </a:cubicBezTo>
                  <a:cubicBezTo>
                    <a:pt x="97" y="127"/>
                    <a:pt x="97" y="127"/>
                    <a:pt x="97" y="127"/>
                  </a:cubicBezTo>
                  <a:cubicBezTo>
                    <a:pt x="97" y="126"/>
                    <a:pt x="97" y="126"/>
                    <a:pt x="97" y="126"/>
                  </a:cubicBezTo>
                  <a:cubicBezTo>
                    <a:pt x="96" y="124"/>
                    <a:pt x="96" y="124"/>
                    <a:pt x="96" y="124"/>
                  </a:cubicBezTo>
                  <a:cubicBezTo>
                    <a:pt x="96" y="124"/>
                    <a:pt x="96" y="124"/>
                    <a:pt x="96" y="124"/>
                  </a:cubicBezTo>
                  <a:cubicBezTo>
                    <a:pt x="96" y="123"/>
                    <a:pt x="96" y="123"/>
                    <a:pt x="96" y="123"/>
                  </a:cubicBezTo>
                  <a:cubicBezTo>
                    <a:pt x="96" y="123"/>
                    <a:pt x="96" y="123"/>
                    <a:pt x="96" y="123"/>
                  </a:cubicBezTo>
                  <a:cubicBezTo>
                    <a:pt x="96" y="122"/>
                    <a:pt x="96" y="122"/>
                    <a:pt x="96" y="122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5" y="120"/>
                    <a:pt x="95" y="120"/>
                    <a:pt x="95" y="120"/>
                  </a:cubicBezTo>
                  <a:cubicBezTo>
                    <a:pt x="94" y="119"/>
                    <a:pt x="94" y="119"/>
                    <a:pt x="94" y="119"/>
                  </a:cubicBezTo>
                  <a:cubicBezTo>
                    <a:pt x="94" y="119"/>
                    <a:pt x="94" y="119"/>
                    <a:pt x="94" y="119"/>
                  </a:cubicBezTo>
                  <a:cubicBezTo>
                    <a:pt x="93" y="119"/>
                    <a:pt x="93" y="119"/>
                    <a:pt x="93" y="119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2" y="117"/>
                    <a:pt x="92" y="117"/>
                    <a:pt x="92" y="117"/>
                  </a:cubicBezTo>
                  <a:cubicBezTo>
                    <a:pt x="92" y="116"/>
                    <a:pt x="92" y="116"/>
                    <a:pt x="92" y="116"/>
                  </a:cubicBezTo>
                  <a:cubicBezTo>
                    <a:pt x="92" y="116"/>
                    <a:pt x="92" y="116"/>
                    <a:pt x="92" y="116"/>
                  </a:cubicBezTo>
                  <a:cubicBezTo>
                    <a:pt x="92" y="115"/>
                    <a:pt x="92" y="115"/>
                    <a:pt x="92" y="115"/>
                  </a:cubicBezTo>
                  <a:cubicBezTo>
                    <a:pt x="92" y="115"/>
                    <a:pt x="92" y="115"/>
                    <a:pt x="92" y="115"/>
                  </a:cubicBezTo>
                  <a:cubicBezTo>
                    <a:pt x="91" y="114"/>
                    <a:pt x="91" y="114"/>
                    <a:pt x="91" y="114"/>
                  </a:cubicBezTo>
                  <a:cubicBezTo>
                    <a:pt x="91" y="113"/>
                    <a:pt x="91" y="113"/>
                    <a:pt x="91" y="113"/>
                  </a:cubicBezTo>
                  <a:cubicBezTo>
                    <a:pt x="90" y="112"/>
                    <a:pt x="90" y="112"/>
                    <a:pt x="90" y="112"/>
                  </a:cubicBezTo>
                  <a:cubicBezTo>
                    <a:pt x="89" y="112"/>
                    <a:pt x="89" y="112"/>
                    <a:pt x="89" y="112"/>
                  </a:cubicBezTo>
                  <a:cubicBezTo>
                    <a:pt x="89" y="111"/>
                    <a:pt x="89" y="111"/>
                    <a:pt x="89" y="111"/>
                  </a:cubicBezTo>
                  <a:cubicBezTo>
                    <a:pt x="88" y="111"/>
                    <a:pt x="88" y="111"/>
                    <a:pt x="88" y="111"/>
                  </a:cubicBezTo>
                  <a:cubicBezTo>
                    <a:pt x="88" y="111"/>
                    <a:pt x="88" y="111"/>
                    <a:pt x="88" y="111"/>
                  </a:cubicBezTo>
                  <a:cubicBezTo>
                    <a:pt x="88" y="111"/>
                    <a:pt x="88" y="111"/>
                    <a:pt x="88" y="111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86" y="111"/>
                    <a:pt x="86" y="111"/>
                    <a:pt x="86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5" y="111"/>
                    <a:pt x="85" y="111"/>
                    <a:pt x="85" y="111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4" y="111"/>
                    <a:pt x="84" y="111"/>
                    <a:pt x="84" y="111"/>
                  </a:cubicBezTo>
                  <a:cubicBezTo>
                    <a:pt x="83" y="112"/>
                    <a:pt x="83" y="112"/>
                    <a:pt x="83" y="112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2" y="113"/>
                    <a:pt x="82" y="113"/>
                    <a:pt x="82" y="113"/>
                  </a:cubicBezTo>
                  <a:cubicBezTo>
                    <a:pt x="82" y="114"/>
                    <a:pt x="82" y="114"/>
                    <a:pt x="82" y="114"/>
                  </a:cubicBezTo>
                  <a:cubicBezTo>
                    <a:pt x="82" y="114"/>
                    <a:pt x="82" y="114"/>
                    <a:pt x="82" y="114"/>
                  </a:cubicBezTo>
                  <a:cubicBezTo>
                    <a:pt x="82" y="114"/>
                    <a:pt x="82" y="114"/>
                    <a:pt x="82" y="114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81" y="115"/>
                    <a:pt x="81" y="115"/>
                    <a:pt x="81" y="115"/>
                  </a:cubicBezTo>
                  <a:cubicBezTo>
                    <a:pt x="81" y="115"/>
                    <a:pt x="81" y="115"/>
                    <a:pt x="81" y="115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79" y="114"/>
                    <a:pt x="79" y="114"/>
                    <a:pt x="79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7" y="113"/>
                    <a:pt x="77" y="113"/>
                    <a:pt x="77" y="113"/>
                  </a:cubicBezTo>
                  <a:cubicBezTo>
                    <a:pt x="77" y="113"/>
                    <a:pt x="77" y="113"/>
                    <a:pt x="77" y="113"/>
                  </a:cubicBezTo>
                  <a:cubicBezTo>
                    <a:pt x="77" y="113"/>
                    <a:pt x="77" y="113"/>
                    <a:pt x="77" y="113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6" y="112"/>
                    <a:pt x="76" y="112"/>
                    <a:pt x="76" y="112"/>
                  </a:cubicBezTo>
                  <a:cubicBezTo>
                    <a:pt x="75" y="112"/>
                    <a:pt x="75" y="112"/>
                    <a:pt x="75" y="112"/>
                  </a:cubicBezTo>
                  <a:cubicBezTo>
                    <a:pt x="75" y="112"/>
                    <a:pt x="75" y="112"/>
                    <a:pt x="75" y="112"/>
                  </a:cubicBezTo>
                  <a:cubicBezTo>
                    <a:pt x="75" y="112"/>
                    <a:pt x="75" y="112"/>
                    <a:pt x="75" y="112"/>
                  </a:cubicBezTo>
                  <a:cubicBezTo>
                    <a:pt x="75" y="111"/>
                    <a:pt x="75" y="111"/>
                    <a:pt x="75" y="111"/>
                  </a:cubicBezTo>
                  <a:cubicBezTo>
                    <a:pt x="74" y="111"/>
                    <a:pt x="74" y="111"/>
                    <a:pt x="74" y="111"/>
                  </a:cubicBezTo>
                  <a:cubicBezTo>
                    <a:pt x="73" y="110"/>
                    <a:pt x="73" y="110"/>
                    <a:pt x="73" y="110"/>
                  </a:cubicBezTo>
                  <a:cubicBezTo>
                    <a:pt x="73" y="109"/>
                    <a:pt x="73" y="109"/>
                    <a:pt x="73" y="109"/>
                  </a:cubicBezTo>
                  <a:cubicBezTo>
                    <a:pt x="74" y="109"/>
                    <a:pt x="74" y="109"/>
                    <a:pt x="74" y="109"/>
                  </a:cubicBezTo>
                  <a:cubicBezTo>
                    <a:pt x="74" y="109"/>
                    <a:pt x="74" y="109"/>
                    <a:pt x="74" y="109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73" y="108"/>
                    <a:pt x="73" y="108"/>
                    <a:pt x="73" y="108"/>
                  </a:cubicBezTo>
                  <a:cubicBezTo>
                    <a:pt x="73" y="107"/>
                    <a:pt x="73" y="107"/>
                    <a:pt x="73" y="107"/>
                  </a:cubicBezTo>
                  <a:cubicBezTo>
                    <a:pt x="73" y="106"/>
                    <a:pt x="73" y="106"/>
                    <a:pt x="73" y="106"/>
                  </a:cubicBezTo>
                  <a:cubicBezTo>
                    <a:pt x="72" y="106"/>
                    <a:pt x="72" y="106"/>
                    <a:pt x="72" y="106"/>
                  </a:cubicBezTo>
                  <a:cubicBezTo>
                    <a:pt x="72" y="106"/>
                    <a:pt x="72" y="106"/>
                    <a:pt x="72" y="106"/>
                  </a:cubicBezTo>
                  <a:cubicBezTo>
                    <a:pt x="71" y="105"/>
                    <a:pt x="71" y="105"/>
                    <a:pt x="71" y="105"/>
                  </a:cubicBezTo>
                  <a:cubicBezTo>
                    <a:pt x="72" y="105"/>
                    <a:pt x="72" y="105"/>
                    <a:pt x="72" y="105"/>
                  </a:cubicBezTo>
                  <a:cubicBezTo>
                    <a:pt x="72" y="105"/>
                    <a:pt x="72" y="105"/>
                    <a:pt x="72" y="105"/>
                  </a:cubicBezTo>
                  <a:cubicBezTo>
                    <a:pt x="71" y="104"/>
                    <a:pt x="71" y="104"/>
                    <a:pt x="71" y="104"/>
                  </a:cubicBezTo>
                  <a:cubicBezTo>
                    <a:pt x="70" y="104"/>
                    <a:pt x="70" y="104"/>
                    <a:pt x="70" y="104"/>
                  </a:cubicBezTo>
                  <a:cubicBezTo>
                    <a:pt x="70" y="104"/>
                    <a:pt x="70" y="104"/>
                    <a:pt x="70" y="104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9" y="103"/>
                    <a:pt x="69" y="103"/>
                    <a:pt x="69" y="103"/>
                  </a:cubicBezTo>
                  <a:cubicBezTo>
                    <a:pt x="69" y="102"/>
                    <a:pt x="69" y="102"/>
                    <a:pt x="69" y="102"/>
                  </a:cubicBezTo>
                  <a:cubicBezTo>
                    <a:pt x="68" y="101"/>
                    <a:pt x="68" y="101"/>
                    <a:pt x="68" y="101"/>
                  </a:cubicBezTo>
                  <a:cubicBezTo>
                    <a:pt x="67" y="101"/>
                    <a:pt x="67" y="101"/>
                    <a:pt x="67" y="101"/>
                  </a:cubicBezTo>
                  <a:cubicBezTo>
                    <a:pt x="60" y="101"/>
                    <a:pt x="60" y="101"/>
                    <a:pt x="60" y="101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48" y="102"/>
                    <a:pt x="48" y="102"/>
                    <a:pt x="48" y="102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8"/>
                    <a:pt x="18" y="88"/>
                    <a:pt x="18" y="88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6" y="88"/>
                    <a:pt x="16" y="88"/>
                    <a:pt x="16" y="88"/>
                  </a:cubicBezTo>
                  <a:cubicBezTo>
                    <a:pt x="15" y="87"/>
                    <a:pt x="15" y="87"/>
                    <a:pt x="15" y="87"/>
                  </a:cubicBezTo>
                  <a:cubicBezTo>
                    <a:pt x="15" y="86"/>
                    <a:pt x="15" y="86"/>
                    <a:pt x="15" y="86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3" y="86"/>
                    <a:pt x="13" y="86"/>
                    <a:pt x="13" y="86"/>
                  </a:cubicBezTo>
                  <a:cubicBezTo>
                    <a:pt x="12" y="86"/>
                    <a:pt x="12" y="86"/>
                    <a:pt x="12" y="86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1" y="85"/>
                    <a:pt x="11" y="85"/>
                    <a:pt x="11" y="85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9" y="83"/>
                    <a:pt x="9" y="83"/>
                  </a:cubicBezTo>
                  <a:cubicBezTo>
                    <a:pt x="9" y="82"/>
                    <a:pt x="9" y="82"/>
                    <a:pt x="9" y="82"/>
                  </a:cubicBezTo>
                  <a:cubicBezTo>
                    <a:pt x="9" y="81"/>
                    <a:pt x="9" y="81"/>
                    <a:pt x="9" y="81"/>
                  </a:cubicBezTo>
                  <a:cubicBezTo>
                    <a:pt x="8" y="81"/>
                    <a:pt x="8" y="81"/>
                    <a:pt x="8" y="81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7" y="79"/>
                    <a:pt x="7" y="79"/>
                    <a:pt x="7" y="79"/>
                  </a:cubicBezTo>
                  <a:cubicBezTo>
                    <a:pt x="6" y="77"/>
                    <a:pt x="6" y="77"/>
                    <a:pt x="6" y="77"/>
                  </a:cubicBezTo>
                  <a:cubicBezTo>
                    <a:pt x="6" y="76"/>
                    <a:pt x="6" y="76"/>
                    <a:pt x="6" y="76"/>
                  </a:cubicBezTo>
                  <a:cubicBezTo>
                    <a:pt x="6" y="75"/>
                    <a:pt x="6" y="75"/>
                    <a:pt x="6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5" y="74"/>
                    <a:pt x="5" y="74"/>
                    <a:pt x="5" y="74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4" y="70"/>
                    <a:pt x="4" y="70"/>
                    <a:pt x="4" y="70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5" y="67"/>
                    <a:pt x="5" y="67"/>
                    <a:pt x="5" y="67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7"/>
                    <a:pt x="6" y="67"/>
                    <a:pt x="6" y="67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8" y="66"/>
                    <a:pt x="8" y="66"/>
                    <a:pt x="8" y="66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3" y="65"/>
                    <a:pt x="3" y="65"/>
                    <a:pt x="3" y="65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3" y="63"/>
                    <a:pt x="3" y="63"/>
                    <a:pt x="3" y="63"/>
                  </a:cubicBezTo>
                  <a:cubicBezTo>
                    <a:pt x="1" y="61"/>
                    <a:pt x="1" y="61"/>
                    <a:pt x="1" y="61"/>
                  </a:cubicBezTo>
                  <a:cubicBezTo>
                    <a:pt x="1" y="60"/>
                    <a:pt x="1" y="60"/>
                    <a:pt x="1" y="60"/>
                  </a:cubicBezTo>
                  <a:cubicBezTo>
                    <a:pt x="1" y="60"/>
                    <a:pt x="1" y="60"/>
                    <a:pt x="1" y="60"/>
                  </a:cubicBezTo>
                  <a:cubicBezTo>
                    <a:pt x="2" y="59"/>
                    <a:pt x="2" y="59"/>
                    <a:pt x="2" y="59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3" y="47"/>
                    <a:pt x="3" y="47"/>
                    <a:pt x="3" y="47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6" y="32"/>
                    <a:pt x="6" y="32"/>
                    <a:pt x="6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0" y="6"/>
                    <a:pt x="20" y="6"/>
                    <a:pt x="20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lose/>
                  <a:moveTo>
                    <a:pt x="231" y="57"/>
                  </a:moveTo>
                  <a:cubicBezTo>
                    <a:pt x="231" y="57"/>
                    <a:pt x="231" y="57"/>
                    <a:pt x="231" y="57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32" y="57"/>
                    <a:pt x="232" y="57"/>
                    <a:pt x="232" y="57"/>
                  </a:cubicBezTo>
                  <a:cubicBezTo>
                    <a:pt x="232" y="57"/>
                    <a:pt x="232" y="57"/>
                    <a:pt x="232" y="57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31" y="57"/>
                    <a:pt x="231" y="57"/>
                    <a:pt x="231" y="57"/>
                  </a:cubicBezTo>
                  <a:close/>
                  <a:moveTo>
                    <a:pt x="217" y="60"/>
                  </a:moveTo>
                  <a:cubicBezTo>
                    <a:pt x="217" y="61"/>
                    <a:pt x="217" y="61"/>
                    <a:pt x="217" y="61"/>
                  </a:cubicBezTo>
                  <a:cubicBezTo>
                    <a:pt x="217" y="60"/>
                    <a:pt x="217" y="60"/>
                    <a:pt x="217" y="60"/>
                  </a:cubicBezTo>
                  <a:cubicBezTo>
                    <a:pt x="218" y="60"/>
                    <a:pt x="218" y="60"/>
                    <a:pt x="218" y="60"/>
                  </a:cubicBezTo>
                  <a:cubicBezTo>
                    <a:pt x="219" y="60"/>
                    <a:pt x="219" y="60"/>
                    <a:pt x="219" y="60"/>
                  </a:cubicBezTo>
                  <a:cubicBezTo>
                    <a:pt x="220" y="60"/>
                    <a:pt x="220" y="60"/>
                    <a:pt x="220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22" y="59"/>
                    <a:pt x="222" y="59"/>
                    <a:pt x="222" y="59"/>
                  </a:cubicBezTo>
                  <a:cubicBezTo>
                    <a:pt x="223" y="59"/>
                    <a:pt x="223" y="59"/>
                    <a:pt x="223" y="59"/>
                  </a:cubicBezTo>
                  <a:cubicBezTo>
                    <a:pt x="223" y="59"/>
                    <a:pt x="223" y="59"/>
                    <a:pt x="223" y="59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5" y="59"/>
                    <a:pt x="225" y="59"/>
                    <a:pt x="225" y="59"/>
                  </a:cubicBezTo>
                  <a:cubicBezTo>
                    <a:pt x="225" y="59"/>
                    <a:pt x="225" y="59"/>
                    <a:pt x="225" y="59"/>
                  </a:cubicBezTo>
                  <a:cubicBezTo>
                    <a:pt x="225" y="59"/>
                    <a:pt x="225" y="59"/>
                    <a:pt x="225" y="59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3" y="59"/>
                    <a:pt x="223" y="59"/>
                    <a:pt x="223" y="59"/>
                  </a:cubicBezTo>
                  <a:cubicBezTo>
                    <a:pt x="224" y="58"/>
                    <a:pt x="224" y="58"/>
                    <a:pt x="224" y="58"/>
                  </a:cubicBezTo>
                  <a:cubicBezTo>
                    <a:pt x="224" y="58"/>
                    <a:pt x="224" y="58"/>
                    <a:pt x="224" y="58"/>
                  </a:cubicBezTo>
                  <a:cubicBezTo>
                    <a:pt x="224" y="58"/>
                    <a:pt x="224" y="58"/>
                    <a:pt x="224" y="58"/>
                  </a:cubicBezTo>
                  <a:cubicBezTo>
                    <a:pt x="223" y="59"/>
                    <a:pt x="223" y="59"/>
                    <a:pt x="223" y="59"/>
                  </a:cubicBezTo>
                  <a:cubicBezTo>
                    <a:pt x="221" y="59"/>
                    <a:pt x="221" y="59"/>
                    <a:pt x="221" y="59"/>
                  </a:cubicBezTo>
                  <a:cubicBezTo>
                    <a:pt x="220" y="59"/>
                    <a:pt x="220" y="59"/>
                    <a:pt x="220" y="59"/>
                  </a:cubicBezTo>
                  <a:cubicBezTo>
                    <a:pt x="219" y="59"/>
                    <a:pt x="219" y="59"/>
                    <a:pt x="219" y="59"/>
                  </a:cubicBezTo>
                  <a:cubicBezTo>
                    <a:pt x="218" y="59"/>
                    <a:pt x="218" y="59"/>
                    <a:pt x="218" y="59"/>
                  </a:cubicBezTo>
                  <a:cubicBezTo>
                    <a:pt x="217" y="59"/>
                    <a:pt x="217" y="59"/>
                    <a:pt x="217" y="59"/>
                  </a:cubicBezTo>
                  <a:cubicBezTo>
                    <a:pt x="216" y="60"/>
                    <a:pt x="216" y="60"/>
                    <a:pt x="216" y="60"/>
                  </a:cubicBezTo>
                  <a:cubicBezTo>
                    <a:pt x="217" y="60"/>
                    <a:pt x="217" y="60"/>
                    <a:pt x="217" y="60"/>
                  </a:cubicBezTo>
                  <a:cubicBezTo>
                    <a:pt x="217" y="60"/>
                    <a:pt x="217" y="60"/>
                    <a:pt x="217" y="60"/>
                  </a:cubicBezTo>
                  <a:close/>
                  <a:moveTo>
                    <a:pt x="22" y="4"/>
                  </a:moveTo>
                  <a:cubicBezTo>
                    <a:pt x="21" y="5"/>
                    <a:pt x="21" y="5"/>
                    <a:pt x="21" y="5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lose/>
                  <a:moveTo>
                    <a:pt x="106" y="121"/>
                  </a:moveTo>
                  <a:cubicBezTo>
                    <a:pt x="107" y="121"/>
                    <a:pt x="107" y="121"/>
                    <a:pt x="107" y="121"/>
                  </a:cubicBezTo>
                  <a:cubicBezTo>
                    <a:pt x="108" y="120"/>
                    <a:pt x="108" y="120"/>
                    <a:pt x="108" y="120"/>
                  </a:cubicBezTo>
                  <a:cubicBezTo>
                    <a:pt x="108" y="119"/>
                    <a:pt x="108" y="119"/>
                    <a:pt x="108" y="119"/>
                  </a:cubicBezTo>
                  <a:cubicBezTo>
                    <a:pt x="107" y="119"/>
                    <a:pt x="107" y="119"/>
                    <a:pt x="107" y="119"/>
                  </a:cubicBezTo>
                  <a:cubicBezTo>
                    <a:pt x="106" y="121"/>
                    <a:pt x="106" y="121"/>
                    <a:pt x="106" y="121"/>
                  </a:cubicBezTo>
                  <a:close/>
                  <a:moveTo>
                    <a:pt x="105" y="123"/>
                  </a:moveTo>
                  <a:cubicBezTo>
                    <a:pt x="106" y="123"/>
                    <a:pt x="106" y="123"/>
                    <a:pt x="106" y="123"/>
                  </a:cubicBezTo>
                  <a:cubicBezTo>
                    <a:pt x="106" y="122"/>
                    <a:pt x="106" y="122"/>
                    <a:pt x="106" y="122"/>
                  </a:cubicBezTo>
                  <a:cubicBezTo>
                    <a:pt x="106" y="121"/>
                    <a:pt x="106" y="121"/>
                    <a:pt x="106" y="121"/>
                  </a:cubicBezTo>
                  <a:cubicBezTo>
                    <a:pt x="105" y="123"/>
                    <a:pt x="105" y="123"/>
                    <a:pt x="105" y="123"/>
                  </a:cubicBezTo>
                  <a:close/>
                  <a:moveTo>
                    <a:pt x="105" y="128"/>
                  </a:moveTo>
                  <a:cubicBezTo>
                    <a:pt x="104" y="127"/>
                    <a:pt x="104" y="127"/>
                    <a:pt x="104" y="127"/>
                  </a:cubicBezTo>
                  <a:cubicBezTo>
                    <a:pt x="105" y="125"/>
                    <a:pt x="105" y="125"/>
                    <a:pt x="105" y="125"/>
                  </a:cubicBezTo>
                  <a:cubicBezTo>
                    <a:pt x="105" y="123"/>
                    <a:pt x="105" y="123"/>
                    <a:pt x="105" y="123"/>
                  </a:cubicBezTo>
                  <a:cubicBezTo>
                    <a:pt x="104" y="125"/>
                    <a:pt x="104" y="125"/>
                    <a:pt x="104" y="125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4" y="127"/>
                    <a:pt x="105" y="128"/>
                    <a:pt x="105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b="1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grpSp>
        <p:nvGrpSpPr>
          <p:cNvPr id="303" name="组合 302"/>
          <p:cNvGrpSpPr/>
          <p:nvPr/>
        </p:nvGrpSpPr>
        <p:grpSpPr bwMode="auto">
          <a:xfrm>
            <a:off x="8978901" y="3278082"/>
            <a:ext cx="1143000" cy="457201"/>
            <a:chOff x="5815013" y="1629001"/>
            <a:chExt cx="857242" cy="342674"/>
          </a:xfrm>
        </p:grpSpPr>
        <p:cxnSp>
          <p:nvCxnSpPr>
            <p:cNvPr id="304" name="Straight Connector 21"/>
            <p:cNvCxnSpPr/>
            <p:nvPr/>
          </p:nvCxnSpPr>
          <p:spPr>
            <a:xfrm flipV="1">
              <a:off x="5815013" y="1629001"/>
              <a:ext cx="214310" cy="34267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22"/>
            <p:cNvCxnSpPr/>
            <p:nvPr/>
          </p:nvCxnSpPr>
          <p:spPr>
            <a:xfrm>
              <a:off x="6029323" y="1629001"/>
              <a:ext cx="642932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7" name="组合 306"/>
          <p:cNvGrpSpPr/>
          <p:nvPr/>
        </p:nvGrpSpPr>
        <p:grpSpPr bwMode="auto">
          <a:xfrm>
            <a:off x="232199" y="3803013"/>
            <a:ext cx="3213736" cy="645161"/>
            <a:chOff x="-11333" y="2362744"/>
            <a:chExt cx="2410325" cy="482626"/>
          </a:xfrm>
        </p:grpSpPr>
        <p:grpSp>
          <p:nvGrpSpPr>
            <p:cNvPr id="20511" name="组合 263"/>
            <p:cNvGrpSpPr/>
            <p:nvPr/>
          </p:nvGrpSpPr>
          <p:grpSpPr bwMode="auto">
            <a:xfrm>
              <a:off x="1456017" y="2382954"/>
              <a:ext cx="942975" cy="210623"/>
              <a:chOff x="1988553" y="2061090"/>
              <a:chExt cx="942975" cy="210623"/>
            </a:xfrm>
          </p:grpSpPr>
          <p:cxnSp>
            <p:nvCxnSpPr>
              <p:cNvPr id="308" name="Straight Connector 27"/>
              <p:cNvCxnSpPr/>
              <p:nvPr/>
            </p:nvCxnSpPr>
            <p:spPr>
              <a:xfrm flipH="1">
                <a:off x="2717213" y="2061465"/>
                <a:ext cx="214315" cy="210594"/>
              </a:xfrm>
              <a:prstGeom prst="line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28"/>
              <p:cNvCxnSpPr/>
              <p:nvPr/>
            </p:nvCxnSpPr>
            <p:spPr>
              <a:xfrm flipH="1">
                <a:off x="1988544" y="2272059"/>
                <a:ext cx="728669" cy="0"/>
              </a:xfrm>
              <a:prstGeom prst="line">
                <a:avLst/>
              </a:prstGeom>
              <a:ln w="9525">
                <a:solidFill>
                  <a:schemeClr val="tx1">
                    <a:lumMod val="75000"/>
                    <a:lumOff val="25000"/>
                  </a:schemeClr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0" name="Rectangle 29"/>
            <p:cNvSpPr/>
            <p:nvPr/>
          </p:nvSpPr>
          <p:spPr>
            <a:xfrm>
              <a:off x="-11333" y="2362744"/>
              <a:ext cx="1370661" cy="4826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altLang="zh-CN" sz="1200" dirty="0">
                  <a:ea typeface="思源宋体 CN" panose="02020400000000000000" charset="-122"/>
                  <a:cs typeface="思源宋体 CN" panose="02020400000000000000" charset="-122"/>
                </a:rPr>
                <a:t>Text can be changed by clicking and re-entering. In the top “Start” panel</a:t>
              </a:r>
              <a:endParaRPr lang="en-US" altLang="zh-CN" sz="1200" dirty="0"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grpSp>
        <p:nvGrpSpPr>
          <p:cNvPr id="311" name="组合 310"/>
          <p:cNvGrpSpPr/>
          <p:nvPr/>
        </p:nvGrpSpPr>
        <p:grpSpPr bwMode="auto">
          <a:xfrm>
            <a:off x="3274485" y="3146849"/>
            <a:ext cx="624417" cy="594784"/>
            <a:chOff x="3245416" y="680837"/>
            <a:chExt cx="469486" cy="445917"/>
          </a:xfrm>
        </p:grpSpPr>
        <p:sp>
          <p:nvSpPr>
            <p:cNvPr id="312" name="椭圆 311"/>
            <p:cNvSpPr/>
            <p:nvPr/>
          </p:nvSpPr>
          <p:spPr>
            <a:xfrm>
              <a:off x="3254965" y="680837"/>
              <a:ext cx="445613" cy="445917"/>
            </a:xfrm>
            <a:prstGeom prst="ellipse">
              <a:avLst/>
            </a:prstGeom>
            <a:solidFill>
              <a:schemeClr val="accent6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>
                <a:solidFill>
                  <a:schemeClr val="bg1"/>
                </a:solidFill>
                <a:cs typeface="思源宋体 CN" panose="02020400000000000000" charset="-122"/>
              </a:endParaRPr>
            </a:p>
          </p:txBody>
        </p:sp>
        <p:sp>
          <p:nvSpPr>
            <p:cNvPr id="20510" name="文本框 269"/>
            <p:cNvSpPr txBox="1">
              <a:spLocks noChangeArrowheads="1"/>
            </p:cNvSpPr>
            <p:nvPr/>
          </p:nvSpPr>
          <p:spPr bwMode="auto">
            <a:xfrm>
              <a:off x="3245416" y="783353"/>
              <a:ext cx="469486" cy="238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 eaLnBrk="1" hangingPunct="1"/>
              <a:r>
                <a:rPr lang="en-US" altLang="zh-CN" sz="1465" b="1">
                  <a:solidFill>
                    <a:schemeClr val="bg1"/>
                  </a:solidFill>
                  <a:latin typeface="思源宋体 CN" panose="02020400000000000000" charset="-122"/>
                  <a:ea typeface="思源宋体 CN" panose="02020400000000000000" charset="-122"/>
                  <a:cs typeface="思源宋体 CN" panose="02020400000000000000" charset="-122"/>
                </a:rPr>
                <a:t>60%</a:t>
              </a:r>
              <a:endParaRPr lang="zh-CN" altLang="en-US" sz="1465" b="1">
                <a:solidFill>
                  <a:schemeClr val="bg1"/>
                </a:solidFill>
                <a:latin typeface="思源宋体 CN" panose="02020400000000000000" charset="-122"/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grpSp>
        <p:nvGrpSpPr>
          <p:cNvPr id="20505" name="组合 271"/>
          <p:cNvGrpSpPr/>
          <p:nvPr/>
        </p:nvGrpSpPr>
        <p:grpSpPr bwMode="auto">
          <a:xfrm rot="0">
            <a:off x="3013710" y="5840730"/>
            <a:ext cx="1257300" cy="280670"/>
            <a:chOff x="1988553" y="2061090"/>
            <a:chExt cx="942975" cy="210623"/>
          </a:xfrm>
        </p:grpSpPr>
        <p:cxnSp>
          <p:nvCxnSpPr>
            <p:cNvPr id="314" name="Straight Connector 27"/>
            <p:cNvCxnSpPr/>
            <p:nvPr/>
          </p:nvCxnSpPr>
          <p:spPr>
            <a:xfrm flipH="1">
              <a:off x="2717245" y="2061531"/>
              <a:ext cx="214283" cy="209685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28"/>
            <p:cNvCxnSpPr/>
            <p:nvPr/>
          </p:nvCxnSpPr>
          <p:spPr>
            <a:xfrm flipH="1">
              <a:off x="1988684" y="2271217"/>
              <a:ext cx="728561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7" name="组合 316"/>
          <p:cNvGrpSpPr/>
          <p:nvPr/>
        </p:nvGrpSpPr>
        <p:grpSpPr bwMode="auto">
          <a:xfrm>
            <a:off x="4097868" y="5157683"/>
            <a:ext cx="626533" cy="594784"/>
            <a:chOff x="3245416" y="680837"/>
            <a:chExt cx="469486" cy="445917"/>
          </a:xfrm>
        </p:grpSpPr>
        <p:sp>
          <p:nvSpPr>
            <p:cNvPr id="318" name="椭圆 317"/>
            <p:cNvSpPr/>
            <p:nvPr/>
          </p:nvSpPr>
          <p:spPr>
            <a:xfrm>
              <a:off x="3254933" y="680837"/>
              <a:ext cx="445694" cy="445917"/>
            </a:xfrm>
            <a:prstGeom prst="ellipse">
              <a:avLst/>
            </a:prstGeom>
            <a:solidFill>
              <a:schemeClr val="accent6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>
                <a:solidFill>
                  <a:schemeClr val="bg1"/>
                </a:solidFill>
                <a:cs typeface="思源宋体 CN" panose="02020400000000000000" charset="-122"/>
              </a:endParaRPr>
            </a:p>
          </p:txBody>
        </p:sp>
        <p:sp>
          <p:nvSpPr>
            <p:cNvPr id="20504" name="文本框 277"/>
            <p:cNvSpPr txBox="1">
              <a:spLocks noChangeArrowheads="1"/>
            </p:cNvSpPr>
            <p:nvPr/>
          </p:nvSpPr>
          <p:spPr bwMode="auto">
            <a:xfrm>
              <a:off x="3245416" y="783353"/>
              <a:ext cx="469486" cy="238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 eaLnBrk="1" hangingPunct="1"/>
              <a:r>
                <a:rPr lang="en-US" altLang="zh-CN" sz="1465" b="1">
                  <a:solidFill>
                    <a:schemeClr val="bg1"/>
                  </a:solidFill>
                  <a:latin typeface="思源宋体 CN" panose="02020400000000000000" charset="-122"/>
                  <a:ea typeface="思源宋体 CN" panose="02020400000000000000" charset="-122"/>
                  <a:cs typeface="思源宋体 CN" panose="02020400000000000000" charset="-122"/>
                </a:rPr>
                <a:t>80%</a:t>
              </a:r>
              <a:endParaRPr lang="zh-CN" altLang="en-US" sz="1465" b="1">
                <a:solidFill>
                  <a:schemeClr val="bg1"/>
                </a:solidFill>
                <a:latin typeface="思源宋体 CN" panose="02020400000000000000" charset="-122"/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grpSp>
        <p:nvGrpSpPr>
          <p:cNvPr id="319" name="组合 318"/>
          <p:cNvGrpSpPr/>
          <p:nvPr/>
        </p:nvGrpSpPr>
        <p:grpSpPr bwMode="auto">
          <a:xfrm>
            <a:off x="8481485" y="3809367"/>
            <a:ext cx="624417" cy="594783"/>
            <a:chOff x="4446422" y="3918124"/>
            <a:chExt cx="469486" cy="445917"/>
          </a:xfrm>
        </p:grpSpPr>
        <p:sp>
          <p:nvSpPr>
            <p:cNvPr id="320" name="椭圆 319"/>
            <p:cNvSpPr/>
            <p:nvPr/>
          </p:nvSpPr>
          <p:spPr>
            <a:xfrm>
              <a:off x="4463929" y="3918124"/>
              <a:ext cx="447204" cy="445917"/>
            </a:xfrm>
            <a:prstGeom prst="ellipse">
              <a:avLst/>
            </a:prstGeom>
            <a:solidFill>
              <a:schemeClr val="accent6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>
                <a:solidFill>
                  <a:schemeClr val="bg1"/>
                </a:solidFill>
                <a:cs typeface="思源宋体 CN" panose="02020400000000000000" charset="-122"/>
              </a:endParaRPr>
            </a:p>
          </p:txBody>
        </p:sp>
        <p:sp>
          <p:nvSpPr>
            <p:cNvPr id="20502" name="文本框 280"/>
            <p:cNvSpPr txBox="1">
              <a:spLocks noChangeArrowheads="1"/>
            </p:cNvSpPr>
            <p:nvPr/>
          </p:nvSpPr>
          <p:spPr bwMode="auto">
            <a:xfrm>
              <a:off x="4446422" y="4020660"/>
              <a:ext cx="469486" cy="238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 eaLnBrk="1" hangingPunct="1"/>
              <a:r>
                <a:rPr lang="en-US" altLang="zh-CN" sz="1465" b="1" dirty="0">
                  <a:solidFill>
                    <a:schemeClr val="bg1"/>
                  </a:solidFill>
                  <a:latin typeface="思源宋体 CN" panose="02020400000000000000" charset="-122"/>
                  <a:ea typeface="思源宋体 CN" panose="02020400000000000000" charset="-122"/>
                  <a:cs typeface="思源宋体 CN" panose="02020400000000000000" charset="-122"/>
                </a:rPr>
                <a:t>90%</a:t>
              </a:r>
              <a:endParaRPr lang="zh-CN" altLang="en-US" sz="1465" b="1" dirty="0">
                <a:solidFill>
                  <a:schemeClr val="bg1"/>
                </a:solidFill>
                <a:latin typeface="思源宋体 CN" panose="02020400000000000000" charset="-122"/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grpSp>
        <p:nvGrpSpPr>
          <p:cNvPr id="20497" name="组合 282"/>
          <p:cNvGrpSpPr/>
          <p:nvPr/>
        </p:nvGrpSpPr>
        <p:grpSpPr bwMode="auto">
          <a:xfrm rot="0" flipV="1">
            <a:off x="6843395" y="5835015"/>
            <a:ext cx="702310" cy="457200"/>
            <a:chOff x="4912537" y="3006628"/>
            <a:chExt cx="526615" cy="342380"/>
          </a:xfrm>
        </p:grpSpPr>
        <p:cxnSp>
          <p:nvCxnSpPr>
            <p:cNvPr id="322" name="Straight Connector 21"/>
            <p:cNvCxnSpPr/>
            <p:nvPr/>
          </p:nvCxnSpPr>
          <p:spPr>
            <a:xfrm flipV="1">
              <a:off x="4912537" y="3006628"/>
              <a:ext cx="214265" cy="34238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22"/>
            <p:cNvCxnSpPr/>
            <p:nvPr/>
          </p:nvCxnSpPr>
          <p:spPr>
            <a:xfrm>
              <a:off x="5126802" y="3006628"/>
              <a:ext cx="312350" cy="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5" name="组合 324"/>
          <p:cNvGrpSpPr/>
          <p:nvPr/>
        </p:nvGrpSpPr>
        <p:grpSpPr bwMode="auto">
          <a:xfrm>
            <a:off x="6299201" y="5193667"/>
            <a:ext cx="626533" cy="594783"/>
            <a:chOff x="4446422" y="3918124"/>
            <a:chExt cx="469486" cy="445917"/>
          </a:xfrm>
        </p:grpSpPr>
        <p:sp>
          <p:nvSpPr>
            <p:cNvPr id="326" name="椭圆 325"/>
            <p:cNvSpPr/>
            <p:nvPr/>
          </p:nvSpPr>
          <p:spPr>
            <a:xfrm>
              <a:off x="4463869" y="3918124"/>
              <a:ext cx="447281" cy="445917"/>
            </a:xfrm>
            <a:prstGeom prst="ellipse">
              <a:avLst/>
            </a:prstGeom>
            <a:solidFill>
              <a:schemeClr val="accent6">
                <a:lumMod val="7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b="1">
                <a:solidFill>
                  <a:schemeClr val="bg1"/>
                </a:solidFill>
                <a:cs typeface="思源宋体 CN" panose="02020400000000000000" charset="-122"/>
              </a:endParaRPr>
            </a:p>
          </p:txBody>
        </p:sp>
        <p:sp>
          <p:nvSpPr>
            <p:cNvPr id="20496" name="文本框 288"/>
            <p:cNvSpPr txBox="1">
              <a:spLocks noChangeArrowheads="1"/>
            </p:cNvSpPr>
            <p:nvPr/>
          </p:nvSpPr>
          <p:spPr bwMode="auto">
            <a:xfrm>
              <a:off x="4446422" y="4020660"/>
              <a:ext cx="469486" cy="238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algn="ctr" eaLnBrk="1" hangingPunct="1"/>
              <a:r>
                <a:rPr lang="en-US" altLang="zh-CN" sz="1465" b="1">
                  <a:solidFill>
                    <a:schemeClr val="bg1"/>
                  </a:solidFill>
                  <a:latin typeface="思源宋体 CN" panose="02020400000000000000" charset="-122"/>
                  <a:ea typeface="思源宋体 CN" panose="02020400000000000000" charset="-122"/>
                  <a:cs typeface="思源宋体 CN" panose="02020400000000000000" charset="-122"/>
                </a:rPr>
                <a:t>40%</a:t>
              </a:r>
              <a:endParaRPr lang="zh-CN" altLang="en-US" sz="1465" b="1">
                <a:solidFill>
                  <a:schemeClr val="bg1"/>
                </a:solidFill>
                <a:latin typeface="思源宋体 CN" panose="02020400000000000000" charset="-122"/>
                <a:ea typeface="思源宋体 CN" panose="02020400000000000000" charset="-122"/>
                <a:cs typeface="思源宋体 CN" panose="02020400000000000000" charset="-122"/>
              </a:endParaRPr>
            </a:p>
          </p:txBody>
        </p:sp>
      </p:grpSp>
      <p:sp>
        <p:nvSpPr>
          <p:cNvPr id="15" name="Rectangle 29"/>
          <p:cNvSpPr/>
          <p:nvPr/>
        </p:nvSpPr>
        <p:spPr>
          <a:xfrm>
            <a:off x="1185969" y="5805168"/>
            <a:ext cx="1827531" cy="645161"/>
          </a:xfrm>
          <a:prstGeom prst="rect">
            <a:avLst/>
          </a:prstGeom>
        </p:spPr>
        <p:txBody>
          <a:bodyPr wrap="square">
            <a:spAutoFit/>
          </a:bodyPr>
          <a:p>
            <a:pPr algn="r">
              <a:defRPr/>
            </a:pPr>
            <a:r>
              <a:rPr lang="en-US" altLang="zh-CN" sz="1300" dirty="0">
                <a:solidFill>
                  <a:srgbClr val="1F2A2E"/>
                </a:solidFill>
                <a:ea typeface="思源宋体 CN" panose="02020400000000000000" charset="-122"/>
                <a:cs typeface="思源宋体 CN" panose="02020400000000000000" charset="-122"/>
              </a:rPr>
              <a:t>RAG combines parametric LLMs with non-parametric retrieval so answers can be grounded in updatable corpora (Lewis et al.).</a:t>
            </a:r>
            <a:endParaRPr lang="en-US" altLang="zh-CN" sz="1200" dirty="0"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21" name="Rectangle 29"/>
          <p:cNvSpPr/>
          <p:nvPr/>
        </p:nvSpPr>
        <p:spPr>
          <a:xfrm>
            <a:off x="7475009" y="6020433"/>
            <a:ext cx="1827531" cy="645161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defRPr/>
            </a:pPr>
            <a:r>
              <a:rPr lang="en-US" altLang="zh-CN" sz="1300" dirty="0">
                <a:solidFill>
                  <a:srgbClr val="1F2A2E"/>
                </a:solidFill>
                <a:ea typeface="思源宋体 CN" panose="02020400000000000000" charset="-122"/>
                <a:cs typeface="思源宋体 CN" panose="02020400000000000000" charset="-122"/>
              </a:rPr>
              <a:t>Education settings need private materials, verifiable citations, and more than one-shot QA — a closed instructional loop.</a:t>
            </a:r>
            <a:endParaRPr lang="en-US" altLang="zh-CN" sz="1200" dirty="0"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22" name="Rectangle 29"/>
          <p:cNvSpPr/>
          <p:nvPr/>
        </p:nvSpPr>
        <p:spPr>
          <a:xfrm>
            <a:off x="10179474" y="2984498"/>
            <a:ext cx="1827531" cy="645161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defRPr/>
            </a:pPr>
            <a:r>
              <a:rPr lang="en-US" altLang="zh-CN" sz="1300" dirty="0">
                <a:solidFill>
                  <a:srgbClr val="1F2A2E"/>
                </a:solidFill>
                <a:ea typeface="思源宋体 CN" panose="02020400000000000000" charset="-122"/>
                <a:cs typeface="思源宋体 CN" panose="02020400000000000000" charset="-122"/>
              </a:rPr>
              <a:t>Trustworthiness requires gates, refinement, and citation checks; retrieving more passages alone is insufficient.</a:t>
            </a:r>
            <a:endParaRPr lang="en-US" altLang="zh-CN" sz="1200" dirty="0"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328545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2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1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Background Review: methods used in this system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Freeform 43"/>
          <p:cNvSpPr/>
          <p:nvPr/>
        </p:nvSpPr>
        <p:spPr>
          <a:xfrm>
            <a:off x="5981700" y="3815080"/>
            <a:ext cx="2632710" cy="892175"/>
          </a:xfrm>
          <a:custGeom>
            <a:avLst/>
            <a:gdLst>
              <a:gd name="connsiteX0" fmla="*/ 0 w 2229697"/>
              <a:gd name="connsiteY0" fmla="*/ 0 h 891879"/>
              <a:gd name="connsiteX1" fmla="*/ 1783758 w 2229697"/>
              <a:gd name="connsiteY1" fmla="*/ 0 h 891879"/>
              <a:gd name="connsiteX2" fmla="*/ 2229697 w 2229697"/>
              <a:gd name="connsiteY2" fmla="*/ 445940 h 891879"/>
              <a:gd name="connsiteX3" fmla="*/ 1783758 w 2229697"/>
              <a:gd name="connsiteY3" fmla="*/ 891879 h 891879"/>
              <a:gd name="connsiteX4" fmla="*/ 0 w 2229697"/>
              <a:gd name="connsiteY4" fmla="*/ 891879 h 891879"/>
              <a:gd name="connsiteX5" fmla="*/ 445940 w 2229697"/>
              <a:gd name="connsiteY5" fmla="*/ 445940 h 891879"/>
              <a:gd name="connsiteX6" fmla="*/ 0 w 2229697"/>
              <a:gd name="connsiteY6" fmla="*/ 0 h 89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697" h="891879">
                <a:moveTo>
                  <a:pt x="0" y="0"/>
                </a:moveTo>
                <a:lnTo>
                  <a:pt x="1783758" y="0"/>
                </a:lnTo>
                <a:lnTo>
                  <a:pt x="2229697" y="445940"/>
                </a:lnTo>
                <a:lnTo>
                  <a:pt x="1783758" y="891879"/>
                </a:lnTo>
                <a:lnTo>
                  <a:pt x="0" y="891879"/>
                </a:lnTo>
                <a:lnTo>
                  <a:pt x="445940" y="4459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90000"/>
              <a:lumOff val="1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2623" tIns="96012" rIns="690597" bIns="96012" numCol="1" spcCol="1270" anchor="ctr" anchorCtr="0">
            <a:noAutofit/>
          </a:bodyPr>
          <a:p>
            <a:pPr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5465" dirty="0">
              <a:latin typeface="思源宋体 CN" panose="02020400000000000000" charset="-122"/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434" name="Freeform 41"/>
          <p:cNvSpPr/>
          <p:nvPr/>
        </p:nvSpPr>
        <p:spPr>
          <a:xfrm>
            <a:off x="1242695" y="3815080"/>
            <a:ext cx="2632710" cy="892175"/>
          </a:xfrm>
          <a:custGeom>
            <a:avLst/>
            <a:gdLst>
              <a:gd name="connsiteX0" fmla="*/ 0 w 2229697"/>
              <a:gd name="connsiteY0" fmla="*/ 0 h 891879"/>
              <a:gd name="connsiteX1" fmla="*/ 1783758 w 2229697"/>
              <a:gd name="connsiteY1" fmla="*/ 0 h 891879"/>
              <a:gd name="connsiteX2" fmla="*/ 2229697 w 2229697"/>
              <a:gd name="connsiteY2" fmla="*/ 445940 h 891879"/>
              <a:gd name="connsiteX3" fmla="*/ 1783758 w 2229697"/>
              <a:gd name="connsiteY3" fmla="*/ 891879 h 891879"/>
              <a:gd name="connsiteX4" fmla="*/ 0 w 2229697"/>
              <a:gd name="connsiteY4" fmla="*/ 891879 h 891879"/>
              <a:gd name="connsiteX5" fmla="*/ 445940 w 2229697"/>
              <a:gd name="connsiteY5" fmla="*/ 445940 h 891879"/>
              <a:gd name="connsiteX6" fmla="*/ 0 w 2229697"/>
              <a:gd name="connsiteY6" fmla="*/ 0 h 89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697" h="891879">
                <a:moveTo>
                  <a:pt x="0" y="0"/>
                </a:moveTo>
                <a:lnTo>
                  <a:pt x="1783758" y="0"/>
                </a:lnTo>
                <a:lnTo>
                  <a:pt x="2229697" y="445940"/>
                </a:lnTo>
                <a:lnTo>
                  <a:pt x="1783758" y="891879"/>
                </a:lnTo>
                <a:lnTo>
                  <a:pt x="0" y="891879"/>
                </a:lnTo>
                <a:lnTo>
                  <a:pt x="445940" y="4459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2623" tIns="96012" rIns="690597" bIns="96012" numCol="1" spcCol="1270" anchor="ctr" anchorCtr="0">
            <a:noAutofit/>
          </a:bodyPr>
          <a:p>
            <a:pPr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5465" dirty="0">
              <a:latin typeface="思源宋体 CN" panose="02020400000000000000" charset="-122"/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440" name="Freeform 44"/>
          <p:cNvSpPr/>
          <p:nvPr/>
        </p:nvSpPr>
        <p:spPr>
          <a:xfrm>
            <a:off x="8351520" y="3815080"/>
            <a:ext cx="2632710" cy="892175"/>
          </a:xfrm>
          <a:custGeom>
            <a:avLst/>
            <a:gdLst>
              <a:gd name="connsiteX0" fmla="*/ 0 w 2229697"/>
              <a:gd name="connsiteY0" fmla="*/ 0 h 891879"/>
              <a:gd name="connsiteX1" fmla="*/ 1783758 w 2229697"/>
              <a:gd name="connsiteY1" fmla="*/ 0 h 891879"/>
              <a:gd name="connsiteX2" fmla="*/ 2229697 w 2229697"/>
              <a:gd name="connsiteY2" fmla="*/ 445940 h 891879"/>
              <a:gd name="connsiteX3" fmla="*/ 1783758 w 2229697"/>
              <a:gd name="connsiteY3" fmla="*/ 891879 h 891879"/>
              <a:gd name="connsiteX4" fmla="*/ 0 w 2229697"/>
              <a:gd name="connsiteY4" fmla="*/ 891879 h 891879"/>
              <a:gd name="connsiteX5" fmla="*/ 445940 w 2229697"/>
              <a:gd name="connsiteY5" fmla="*/ 445940 h 891879"/>
              <a:gd name="connsiteX6" fmla="*/ 0 w 2229697"/>
              <a:gd name="connsiteY6" fmla="*/ 0 h 89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697" h="891879">
                <a:moveTo>
                  <a:pt x="0" y="0"/>
                </a:moveTo>
                <a:lnTo>
                  <a:pt x="1783758" y="0"/>
                </a:lnTo>
                <a:lnTo>
                  <a:pt x="2229697" y="445940"/>
                </a:lnTo>
                <a:lnTo>
                  <a:pt x="1783758" y="891879"/>
                </a:lnTo>
                <a:lnTo>
                  <a:pt x="0" y="891879"/>
                </a:lnTo>
                <a:lnTo>
                  <a:pt x="445940" y="4459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2623" tIns="96012" rIns="690597" bIns="96012" numCol="1" spcCol="1270" anchor="ctr" anchorCtr="0">
            <a:noAutofit/>
          </a:bodyPr>
          <a:p>
            <a:pPr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5465" dirty="0">
              <a:latin typeface="思源宋体 CN" panose="02020400000000000000" charset="-122"/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445" name="Freeform 42"/>
          <p:cNvSpPr/>
          <p:nvPr/>
        </p:nvSpPr>
        <p:spPr>
          <a:xfrm>
            <a:off x="3611880" y="3815080"/>
            <a:ext cx="2632710" cy="892175"/>
          </a:xfrm>
          <a:custGeom>
            <a:avLst/>
            <a:gdLst>
              <a:gd name="connsiteX0" fmla="*/ 0 w 2229697"/>
              <a:gd name="connsiteY0" fmla="*/ 0 h 891879"/>
              <a:gd name="connsiteX1" fmla="*/ 1783758 w 2229697"/>
              <a:gd name="connsiteY1" fmla="*/ 0 h 891879"/>
              <a:gd name="connsiteX2" fmla="*/ 2229697 w 2229697"/>
              <a:gd name="connsiteY2" fmla="*/ 445940 h 891879"/>
              <a:gd name="connsiteX3" fmla="*/ 1783758 w 2229697"/>
              <a:gd name="connsiteY3" fmla="*/ 891879 h 891879"/>
              <a:gd name="connsiteX4" fmla="*/ 0 w 2229697"/>
              <a:gd name="connsiteY4" fmla="*/ 891879 h 891879"/>
              <a:gd name="connsiteX5" fmla="*/ 445940 w 2229697"/>
              <a:gd name="connsiteY5" fmla="*/ 445940 h 891879"/>
              <a:gd name="connsiteX6" fmla="*/ 0 w 2229697"/>
              <a:gd name="connsiteY6" fmla="*/ 0 h 89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9697" h="891879">
                <a:moveTo>
                  <a:pt x="0" y="0"/>
                </a:moveTo>
                <a:lnTo>
                  <a:pt x="1783758" y="0"/>
                </a:lnTo>
                <a:lnTo>
                  <a:pt x="2229697" y="445940"/>
                </a:lnTo>
                <a:lnTo>
                  <a:pt x="1783758" y="891879"/>
                </a:lnTo>
                <a:lnTo>
                  <a:pt x="0" y="891879"/>
                </a:lnTo>
                <a:lnTo>
                  <a:pt x="445940" y="4459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lumOff val="2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82623" tIns="96012" rIns="690597" bIns="96012" numCol="1" spcCol="1270" anchor="ctr" anchorCtr="0">
            <a:noAutofit/>
          </a:bodyPr>
          <a:p>
            <a:pPr algn="ctr" defTabSz="2400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5465" dirty="0">
              <a:latin typeface="思源宋体 CN" panose="02020400000000000000" charset="-122"/>
              <a:ea typeface="思源宋体 CN" panose="02020400000000000000" charset="-122"/>
              <a:cs typeface="思源宋体 CN" panose="02020400000000000000" charset="-122"/>
            </a:endParaRPr>
          </a:p>
        </p:txBody>
      </p:sp>
      <p:sp>
        <p:nvSpPr>
          <p:cNvPr id="447" name="内容占位符 1"/>
          <p:cNvSpPr>
            <a:spLocks noGrp="1"/>
          </p:cNvSpPr>
          <p:nvPr/>
        </p:nvSpPr>
        <p:spPr>
          <a:xfrm>
            <a:off x="1889760" y="4085590"/>
            <a:ext cx="1757045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300" b="1" dirty="0">
                <a:solidFill>
                  <a:srgbClr val="275829"/>
                </a:solidFill>
              </a:rPr>
              <a:t>Hybrid Retrieval</a:t>
            </a:r>
            <a:endParaRPr lang="en-US" altLang="zh-CN" sz="2400" b="1" dirty="0"/>
          </a:p>
        </p:txBody>
      </p:sp>
      <p:sp>
        <p:nvSpPr>
          <p:cNvPr id="448" name="内容占位符 2"/>
          <p:cNvSpPr>
            <a:spLocks noGrp="1"/>
          </p:cNvSpPr>
          <p:nvPr/>
        </p:nvSpPr>
        <p:spPr>
          <a:xfrm>
            <a:off x="638175" y="4801870"/>
            <a:ext cx="3946525" cy="115379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Dense + BM25 fused by RRF, then cross-encoder re-ranking with graceful fallback.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450" name="内容占位符 2"/>
          <p:cNvSpPr>
            <a:spLocks noGrp="1"/>
          </p:cNvSpPr>
          <p:nvPr/>
        </p:nvSpPr>
        <p:spPr>
          <a:xfrm>
            <a:off x="5371465" y="4801870"/>
            <a:ext cx="3946525" cy="115379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Three bands: none / weak / grounded; decide mainly on the second hit.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452" name="内容占位符 2"/>
          <p:cNvSpPr>
            <a:spLocks noGrp="1"/>
          </p:cNvSpPr>
          <p:nvPr/>
        </p:nvSpPr>
        <p:spPr>
          <a:xfrm>
            <a:off x="7582535" y="2428875"/>
            <a:ext cx="3946525" cy="115379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Tiered practice from Biggs &amp; Collis; aligns generation with cognitive levels.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454" name="内容占位符 2"/>
          <p:cNvSpPr>
            <a:spLocks noGrp="1"/>
          </p:cNvSpPr>
          <p:nvPr/>
        </p:nvSpPr>
        <p:spPr>
          <a:xfrm>
            <a:off x="3068320" y="2428875"/>
            <a:ext cx="3946525" cy="115379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Retrieve small children; expand to page/slide parents for generation.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455" name="内容占位符 1"/>
          <p:cNvSpPr>
            <a:spLocks noGrp="1"/>
          </p:cNvSpPr>
          <p:nvPr/>
        </p:nvSpPr>
        <p:spPr>
          <a:xfrm>
            <a:off x="4333240" y="4085590"/>
            <a:ext cx="1757045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300" b="1" dirty="0">
                <a:solidFill>
                  <a:srgbClr val="275829"/>
                </a:solidFill>
              </a:rPr>
              <a:t>Grounding Gate</a:t>
            </a:r>
            <a:endParaRPr lang="en-US" altLang="zh-CN" sz="2400" b="1" dirty="0"/>
          </a:p>
        </p:txBody>
      </p:sp>
      <p:sp>
        <p:nvSpPr>
          <p:cNvPr id="456" name="内容占位符 1"/>
          <p:cNvSpPr>
            <a:spLocks noGrp="1"/>
          </p:cNvSpPr>
          <p:nvPr/>
        </p:nvSpPr>
        <p:spPr>
          <a:xfrm>
            <a:off x="6595745" y="4085590"/>
            <a:ext cx="1757045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300" b="1" dirty="0">
                <a:solidFill>
                  <a:srgbClr val="275829"/>
                </a:solidFill>
              </a:rPr>
              <a:t>SOLO Taxonomy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457" name="内容占位符 1"/>
          <p:cNvSpPr>
            <a:spLocks noGrp="1"/>
          </p:cNvSpPr>
          <p:nvPr/>
        </p:nvSpPr>
        <p:spPr>
          <a:xfrm>
            <a:off x="9020810" y="4085590"/>
            <a:ext cx="1757045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300" b="1" dirty="0">
                <a:solidFill>
                  <a:srgbClr val="275829"/>
                </a:solidFill>
              </a:rPr>
              <a:t>Parent–Child Chunks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328545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2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1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From gaps to system requirements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03376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 userDrawn="1"/>
        </p:nvGrpSpPr>
        <p:grpSpPr>
          <a:xfrm>
            <a:off x="473093" y="2448628"/>
            <a:ext cx="2147091" cy="3304186"/>
            <a:chOff x="917682" y="1444058"/>
            <a:chExt cx="2147091" cy="3304186"/>
          </a:xfrm>
        </p:grpSpPr>
        <p:cxnSp>
          <p:nvCxnSpPr>
            <p:cNvPr id="23" name="直接连接符 22"/>
            <p:cNvCxnSpPr/>
            <p:nvPr userDrawn="1"/>
          </p:nvCxnSpPr>
          <p:spPr>
            <a:xfrm>
              <a:off x="939906" y="1808194"/>
              <a:ext cx="0" cy="294005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5" name="内容占位符 1"/>
          <p:cNvSpPr>
            <a:spLocks noGrp="1"/>
          </p:cNvSpPr>
          <p:nvPr/>
        </p:nvSpPr>
        <p:spPr>
          <a:xfrm>
            <a:off x="577215" y="2411095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300" dirty="0" b="1">
                <a:solidFill>
                  <a:srgbClr val="275829"/>
                </a:solidFill>
              </a:rPr>
              <a:t>Private corpus</a:t>
            </a:r>
            <a:endParaRPr lang="en-US" altLang="zh-CN" sz="2400" dirty="0"/>
          </a:p>
        </p:txBody>
      </p:sp>
      <p:sp>
        <p:nvSpPr>
          <p:cNvPr id="26" name="内容占位符 2"/>
          <p:cNvSpPr>
            <a:spLocks noGrp="1"/>
          </p:cNvSpPr>
          <p:nvPr/>
        </p:nvSpPr>
        <p:spPr>
          <a:xfrm>
            <a:off x="568325" y="2865120"/>
            <a:ext cx="2405380" cy="391985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Must index teacher materials and session uploads with OCR fallback.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grpSp>
        <p:nvGrpSpPr>
          <p:cNvPr id="79" name="组合 78"/>
          <p:cNvGrpSpPr/>
          <p:nvPr userDrawn="1"/>
        </p:nvGrpSpPr>
        <p:grpSpPr>
          <a:xfrm>
            <a:off x="3429653" y="2448628"/>
            <a:ext cx="2147091" cy="3304186"/>
            <a:chOff x="917682" y="1444058"/>
            <a:chExt cx="2147091" cy="3304186"/>
          </a:xfrm>
        </p:grpSpPr>
        <p:cxnSp>
          <p:nvCxnSpPr>
            <p:cNvPr id="80" name="直接连接符 79"/>
            <p:cNvCxnSpPr/>
            <p:nvPr userDrawn="1"/>
          </p:nvCxnSpPr>
          <p:spPr>
            <a:xfrm>
              <a:off x="939906" y="1808194"/>
              <a:ext cx="0" cy="294005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 81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83" name="内容占位符 1"/>
          <p:cNvSpPr>
            <a:spLocks noGrp="1"/>
          </p:cNvSpPr>
          <p:nvPr/>
        </p:nvSpPr>
        <p:spPr>
          <a:xfrm>
            <a:off x="3533775" y="2411095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300" dirty="0" b="1">
                <a:solidFill>
                  <a:srgbClr val="275829"/>
                </a:solidFill>
              </a:rPr>
              <a:t>Traceability</a:t>
            </a:r>
            <a:endParaRPr lang="en-US" altLang="zh-CN" sz="2400" dirty="0"/>
          </a:p>
        </p:txBody>
      </p:sp>
      <p:sp>
        <p:nvSpPr>
          <p:cNvPr id="84" name="内容占位符 2"/>
          <p:cNvSpPr>
            <a:spLocks noGrp="1"/>
          </p:cNvSpPr>
          <p:nvPr/>
        </p:nvSpPr>
        <p:spPr>
          <a:xfrm>
            <a:off x="3524885" y="2865120"/>
            <a:ext cx="2405380" cy="391985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Every course claim must map to file + page/slide; weak evidence → labelled fallback.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6361448" y="2448628"/>
            <a:ext cx="2147091" cy="3304186"/>
            <a:chOff x="917682" y="1444058"/>
            <a:chExt cx="2147091" cy="3304186"/>
          </a:xfrm>
        </p:grpSpPr>
        <p:cxnSp>
          <p:nvCxnSpPr>
            <p:cNvPr id="86" name="直接连接符 85"/>
            <p:cNvCxnSpPr/>
            <p:nvPr userDrawn="1"/>
          </p:nvCxnSpPr>
          <p:spPr>
            <a:xfrm>
              <a:off x="939906" y="1808194"/>
              <a:ext cx="0" cy="294005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矩形 87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89" name="内容占位符 1"/>
          <p:cNvSpPr>
            <a:spLocks noGrp="1"/>
          </p:cNvSpPr>
          <p:nvPr/>
        </p:nvSpPr>
        <p:spPr>
          <a:xfrm>
            <a:off x="6465570" y="2411095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300" dirty="0" b="1">
                <a:solidFill>
                  <a:srgbClr val="275829"/>
                </a:solidFill>
              </a:rPr>
              <a:t>Learning loop</a:t>
            </a:r>
            <a:endParaRPr lang="en-US" altLang="zh-CN" sz="2400" dirty="0"/>
          </a:p>
        </p:txBody>
      </p:sp>
      <p:sp>
        <p:nvSpPr>
          <p:cNvPr id="90" name="内容占位符 2"/>
          <p:cNvSpPr>
            <a:spLocks noGrp="1"/>
          </p:cNvSpPr>
          <p:nvPr/>
        </p:nvSpPr>
        <p:spPr>
          <a:xfrm>
            <a:off x="6456680" y="2865120"/>
            <a:ext cx="2405380" cy="391985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QA → practice → grading → teacher feedback export.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grpSp>
        <p:nvGrpSpPr>
          <p:cNvPr id="91" name="组合 90"/>
          <p:cNvGrpSpPr/>
          <p:nvPr userDrawn="1"/>
        </p:nvGrpSpPr>
        <p:grpSpPr>
          <a:xfrm>
            <a:off x="9318008" y="2448628"/>
            <a:ext cx="2147091" cy="3304186"/>
            <a:chOff x="917682" y="1444058"/>
            <a:chExt cx="2147091" cy="3304186"/>
          </a:xfrm>
        </p:grpSpPr>
        <p:cxnSp>
          <p:nvCxnSpPr>
            <p:cNvPr id="92" name="直接连接符 91"/>
            <p:cNvCxnSpPr/>
            <p:nvPr userDrawn="1"/>
          </p:nvCxnSpPr>
          <p:spPr>
            <a:xfrm>
              <a:off x="939906" y="1808194"/>
              <a:ext cx="0" cy="294005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2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6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 userDrawn="1"/>
          </p:nvCxnSpPr>
          <p:spPr>
            <a:xfrm>
              <a:off x="939906" y="1788985"/>
              <a:ext cx="2124867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55000">
                    <a:schemeClr val="accent2"/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矩形 93"/>
            <p:cNvSpPr/>
            <p:nvPr userDrawn="1"/>
          </p:nvSpPr>
          <p:spPr>
            <a:xfrm>
              <a:off x="917682" y="1444058"/>
              <a:ext cx="45719" cy="3704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95" name="内容占位符 1"/>
          <p:cNvSpPr>
            <a:spLocks noGrp="1"/>
          </p:cNvSpPr>
          <p:nvPr/>
        </p:nvSpPr>
        <p:spPr>
          <a:xfrm>
            <a:off x="9422130" y="2411095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300" dirty="0" b="1">
                <a:solidFill>
                  <a:srgbClr val="275829"/>
                </a:solidFill>
              </a:rPr>
              <a:t>Deployability</a:t>
            </a:r>
            <a:endParaRPr lang="en-US" altLang="zh-CN" sz="2400" dirty="0"/>
          </a:p>
        </p:txBody>
      </p:sp>
      <p:sp>
        <p:nvSpPr>
          <p:cNvPr id="96" name="内容占位符 2"/>
          <p:cNvSpPr>
            <a:spLocks noGrp="1"/>
          </p:cNvSpPr>
          <p:nvPr/>
        </p:nvSpPr>
        <p:spPr>
          <a:xfrm>
            <a:off x="9413240" y="2865120"/>
            <a:ext cx="2405380" cy="391985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Single-worker FastAPI + Docker; local embeddings/re-rank; hosted generation only.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328545" y="703580"/>
            <a:ext cx="1748155" cy="197485"/>
            <a:chOff x="4602" y="1108"/>
            <a:chExt cx="2753" cy="311"/>
          </a:xfrm>
        </p:grpSpPr>
        <p:sp>
          <p:nvSpPr>
            <p:cNvPr id="33" name="等腰三角形 32"/>
            <p:cNvSpPr/>
            <p:nvPr>
              <p:custDataLst>
                <p:tags r:id="rId2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4602" y="1299"/>
              <a:ext cx="2753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1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System pipeline (end-to-end)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559435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499565" y="2226985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88520" y="2216741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400" spc="50" dirty="0" b="1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Ingest → Retrieve → Gate → Generate → Cite → Practice/Export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6" name="内容占位符 2"/>
          <p:cNvSpPr>
            <a:spLocks noGrp="1"/>
          </p:cNvSpPr>
          <p:nvPr/>
        </p:nvSpPr>
        <p:spPr>
          <a:xfrm>
            <a:off x="499745" y="2654300"/>
            <a:ext cx="558609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00" dirty="0">
                <a:latin typeface="+mj-lt"/>
                <a:ea typeface="+mj-ea"/>
                <a:cs typeface="+mj-lt"/>
              </a:rPr>
              <a:t>Parse (+OCR) → token-budget chunks → embed/FAISS;</a:t>
            </a:r>
            <a:endParaRPr lang="zh-CN" altLang="en-US" sz="1800" dirty="0">
              <a:latin typeface="+mj-lt"/>
              <a:ea typeface="+mj-ea"/>
              <a:cs typeface="+mj-lt"/>
            </a:endParaRPr>
          </a:p>
          <a:p>
            <a:r>
              <a:rPr sz="1300"/>
              <a:t>Rewrite+HyDE → Dense∥BM25 → RRF → re-rank → corrective ≤1;</a:t>
            </a:r>
          </a:p>
          <a:p>
            <a:r>
              <a:rPr sz="1300"/>
              <a:t>Three-band gate → refine/LiM order → LLM answer → citation repair;</a:t>
            </a:r>
          </a:p>
          <a:p>
            <a:r>
              <a:rPr sz="1300"/>
              <a:t>SOLO quizzes &amp; teacher export (aggregated only).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本框 89"/>
              <p:cNvSpPr txBox="1"/>
              <p:nvPr/>
            </p:nvSpPr>
            <p:spPr>
              <a:xfrm>
                <a:off x="1416684" y="4210948"/>
                <a:ext cx="4328556" cy="790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>
          <p:sp>
            <p:nvSpPr>
              <p:cNvPr id="90" name="文本框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684" y="4210948"/>
                <a:ext cx="4328556" cy="790473"/>
              </a:xfrm>
              <a:prstGeom prst="rect">
                <a:avLst/>
              </a:prstGeom>
              <a:blipFill rotWithShape="1">
                <a:blip r:embed="rId1"/>
                <a:stretch>
                  <a:fillRect l="-15" t="-33" r="9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本框 97"/>
              <p:cNvSpPr txBox="1"/>
              <p:nvPr/>
            </p:nvSpPr>
            <p:spPr>
              <a:xfrm>
                <a:off x="1416803" y="5164885"/>
                <a:ext cx="4049199" cy="1007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𝑚𝑣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𝑚𝑣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altLang="zh-CN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ℎ𝑐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</m:d>
                    </m:oMath>
                  </m:oMathPara>
                </a14:m>
                <a:endParaRPr lang="zh-CN" altLang="en-US" sz="2000" i="1" dirty="0"/>
              </a:p>
            </p:txBody>
          </p:sp>
        </mc:Choice>
        <mc:Fallback>
          <p:sp>
            <p:nvSpPr>
              <p:cNvPr id="98" name="文本框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803" y="5164885"/>
                <a:ext cx="4049199" cy="1007199"/>
              </a:xfrm>
              <a:prstGeom prst="rect">
                <a:avLst/>
              </a:prstGeom>
              <a:blipFill rotWithShape="1">
                <a:blip r:embed="rId2"/>
                <a:stretch>
                  <a:fillRect l="-3" t="-43" r="14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矩形 49"/>
          <p:cNvSpPr/>
          <p:nvPr/>
        </p:nvSpPr>
        <p:spPr>
          <a:xfrm>
            <a:off x="522605" y="4347210"/>
            <a:ext cx="518160" cy="51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1</a:t>
            </a:r>
            <a:endParaRPr lang="en-US" altLang="zh-CN" sz="2000"/>
          </a:p>
        </p:txBody>
      </p:sp>
      <p:sp>
        <p:nvSpPr>
          <p:cNvPr id="51" name="矩形 50"/>
          <p:cNvSpPr/>
          <p:nvPr/>
        </p:nvSpPr>
        <p:spPr>
          <a:xfrm>
            <a:off x="522605" y="5409565"/>
            <a:ext cx="518160" cy="51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/>
              <a:t>2</a:t>
            </a:r>
            <a:endParaRPr lang="en-US" altLang="zh-CN" sz="2000"/>
          </a:p>
        </p:txBody>
      </p:sp>
      <p:sp>
        <p:nvSpPr>
          <p:cNvPr id="54" name="流程图: 终止 53"/>
          <p:cNvSpPr/>
          <p:nvPr/>
        </p:nvSpPr>
        <p:spPr>
          <a:xfrm>
            <a:off x="8737600" y="1216025"/>
            <a:ext cx="1135380" cy="346710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ym typeface="+mn-ea"/>
              </a:rPr>
              <a:t>UPLOAD</a:t>
            </a:r>
            <a:endParaRPr lang="zh-CN" altLang="en-US" sz="1600">
              <a:sym typeface="+mn-ea"/>
            </a:endParaRPr>
          </a:p>
          <a:p>
            <a:r>
              <a:t>/ ASK</a:t>
            </a:r>
          </a:p>
        </p:txBody>
      </p:sp>
      <p:sp>
        <p:nvSpPr>
          <p:cNvPr id="64" name="流程图: 终止 63"/>
          <p:cNvSpPr/>
          <p:nvPr/>
        </p:nvSpPr>
        <p:spPr>
          <a:xfrm>
            <a:off x="8747760" y="6260465"/>
            <a:ext cx="1135380" cy="295910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ANSWER</a:t>
            </a:r>
            <a:endParaRPr lang="zh-CN" altLang="en-US">
              <a:sym typeface="+mn-ea"/>
            </a:endParaRPr>
          </a:p>
          <a:p>
            <a:r>
              <a:t>+ QUIZ</a:t>
            </a:r>
          </a:p>
        </p:txBody>
      </p:sp>
      <p:cxnSp>
        <p:nvCxnSpPr>
          <p:cNvPr id="65" name="直接箭头连接符 64"/>
          <p:cNvCxnSpPr>
            <a:stCxn id="54" idx="2"/>
          </p:cNvCxnSpPr>
          <p:nvPr/>
        </p:nvCxnSpPr>
        <p:spPr>
          <a:xfrm>
            <a:off x="9305290" y="1562735"/>
            <a:ext cx="635" cy="30670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66" name="直接箭头连接符 65"/>
          <p:cNvCxnSpPr/>
          <p:nvPr>
            <p:custDataLst>
              <p:tags r:id="rId3"/>
            </p:custDataLst>
          </p:nvPr>
        </p:nvCxnSpPr>
        <p:spPr>
          <a:xfrm>
            <a:off x="9305925" y="2189480"/>
            <a:ext cx="8890" cy="30670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67" name="直接箭头连接符 66"/>
          <p:cNvCxnSpPr/>
          <p:nvPr>
            <p:custDataLst>
              <p:tags r:id="rId4"/>
            </p:custDataLst>
          </p:nvPr>
        </p:nvCxnSpPr>
        <p:spPr>
          <a:xfrm>
            <a:off x="9315450" y="2816860"/>
            <a:ext cx="0" cy="35306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68" name="直接箭头连接符 67"/>
          <p:cNvCxnSpPr/>
          <p:nvPr>
            <p:custDataLst>
              <p:tags r:id="rId5"/>
            </p:custDataLst>
          </p:nvPr>
        </p:nvCxnSpPr>
        <p:spPr>
          <a:xfrm>
            <a:off x="7614920" y="2993390"/>
            <a:ext cx="0" cy="17653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69" name="直接箭头连接符 68"/>
          <p:cNvCxnSpPr/>
          <p:nvPr>
            <p:custDataLst>
              <p:tags r:id="rId6"/>
            </p:custDataLst>
          </p:nvPr>
        </p:nvCxnSpPr>
        <p:spPr>
          <a:xfrm>
            <a:off x="11015980" y="2993390"/>
            <a:ext cx="0" cy="17653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0" name="直接连接符 69"/>
          <p:cNvCxnSpPr/>
          <p:nvPr>
            <p:custDataLst>
              <p:tags r:id="rId7"/>
            </p:custDataLst>
          </p:nvPr>
        </p:nvCxnSpPr>
        <p:spPr>
          <a:xfrm>
            <a:off x="7614920" y="2993390"/>
            <a:ext cx="3401060" cy="0"/>
          </a:xfrm>
          <a:prstGeom prst="line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1" name="直接连接符 70"/>
          <p:cNvCxnSpPr/>
          <p:nvPr>
            <p:custDataLst>
              <p:tags r:id="rId8"/>
            </p:custDataLst>
          </p:nvPr>
        </p:nvCxnSpPr>
        <p:spPr>
          <a:xfrm>
            <a:off x="7614920" y="3665855"/>
            <a:ext cx="3401060" cy="0"/>
          </a:xfrm>
          <a:prstGeom prst="line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2" name="直接箭头连接符 71"/>
          <p:cNvCxnSpPr/>
          <p:nvPr>
            <p:custDataLst>
              <p:tags r:id="rId9"/>
            </p:custDataLst>
          </p:nvPr>
        </p:nvCxnSpPr>
        <p:spPr>
          <a:xfrm>
            <a:off x="7614920" y="3489960"/>
            <a:ext cx="0" cy="17589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headEnd type="none" w="med" len="med"/>
            <a:tailEnd type="none" w="med" len="med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3" name="直接箭头连接符 72"/>
          <p:cNvCxnSpPr/>
          <p:nvPr>
            <p:custDataLst>
              <p:tags r:id="rId10"/>
            </p:custDataLst>
          </p:nvPr>
        </p:nvCxnSpPr>
        <p:spPr>
          <a:xfrm>
            <a:off x="9315450" y="3489960"/>
            <a:ext cx="6350" cy="37528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4" name="直接箭头连接符 73"/>
          <p:cNvCxnSpPr/>
          <p:nvPr>
            <p:custDataLst>
              <p:tags r:id="rId11"/>
            </p:custDataLst>
          </p:nvPr>
        </p:nvCxnSpPr>
        <p:spPr>
          <a:xfrm flipH="1">
            <a:off x="11015980" y="3489960"/>
            <a:ext cx="0" cy="17589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headEnd type="none" w="med" len="med"/>
            <a:tailEnd type="none" w="med" len="med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5" name="直接箭头连接符 74"/>
          <p:cNvCxnSpPr/>
          <p:nvPr>
            <p:custDataLst>
              <p:tags r:id="rId12"/>
            </p:custDataLst>
          </p:nvPr>
        </p:nvCxnSpPr>
        <p:spPr>
          <a:xfrm flipH="1">
            <a:off x="9315450" y="4185285"/>
            <a:ext cx="6350" cy="79375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6" name="直接箭头连接符 75"/>
          <p:cNvCxnSpPr/>
          <p:nvPr>
            <p:custDataLst>
              <p:tags r:id="rId13"/>
            </p:custDataLst>
          </p:nvPr>
        </p:nvCxnSpPr>
        <p:spPr>
          <a:xfrm flipH="1">
            <a:off x="9314815" y="5299075"/>
            <a:ext cx="635" cy="19939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7" name="直接箭头连接符 76"/>
          <p:cNvCxnSpPr>
            <a:endCxn id="64" idx="0"/>
          </p:cNvCxnSpPr>
          <p:nvPr/>
        </p:nvCxnSpPr>
        <p:spPr>
          <a:xfrm>
            <a:off x="9314815" y="6214110"/>
            <a:ext cx="635" cy="46355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8" name="直接箭头连接符 77"/>
          <p:cNvCxnSpPr/>
          <p:nvPr>
            <p:custDataLst>
              <p:tags r:id="rId14"/>
            </p:custDataLst>
          </p:nvPr>
        </p:nvCxnSpPr>
        <p:spPr>
          <a:xfrm flipH="1" flipV="1">
            <a:off x="9315450" y="4438650"/>
            <a:ext cx="568960" cy="635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cxnSp>
        <p:nvCxnSpPr>
          <p:cNvPr id="79" name="直接箭头连接符 78"/>
          <p:cNvCxnSpPr/>
          <p:nvPr>
            <p:custDataLst>
              <p:tags r:id="rId15"/>
            </p:custDataLst>
          </p:nvPr>
        </p:nvCxnSpPr>
        <p:spPr>
          <a:xfrm>
            <a:off x="8556625" y="4767580"/>
            <a:ext cx="749935" cy="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grpSp>
        <p:nvGrpSpPr>
          <p:cNvPr id="6" name="组合 5"/>
          <p:cNvGrpSpPr/>
          <p:nvPr/>
        </p:nvGrpSpPr>
        <p:grpSpPr>
          <a:xfrm>
            <a:off x="6924675" y="1869440"/>
            <a:ext cx="4713605" cy="4125595"/>
            <a:chOff x="10798" y="3039"/>
            <a:chExt cx="7423" cy="6497"/>
          </a:xfrm>
          <a:solidFill>
            <a:srgbClr val="E7E6E6"/>
          </a:solidFill>
        </p:grpSpPr>
        <p:sp>
          <p:nvSpPr>
            <p:cNvPr id="55" name="流程图: 过程 54"/>
            <p:cNvSpPr/>
            <p:nvPr>
              <p:custDataLst>
                <p:tags r:id="rId16"/>
              </p:custDataLst>
            </p:nvPr>
          </p:nvSpPr>
          <p:spPr>
            <a:xfrm>
              <a:off x="12616" y="3039"/>
              <a:ext cx="3863" cy="504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Clarify the research question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流程图: 过程 55"/>
            <p:cNvSpPr/>
            <p:nvPr>
              <p:custDataLst>
                <p:tags r:id="rId17"/>
              </p:custDataLst>
            </p:nvPr>
          </p:nvSpPr>
          <p:spPr>
            <a:xfrm>
              <a:off x="12309" y="4026"/>
              <a:ext cx="4506" cy="504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Determine the optimization goals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流程图: 过程 56"/>
            <p:cNvSpPr/>
            <p:nvPr>
              <p:custDataLst>
                <p:tags r:id="rId18"/>
              </p:custDataLst>
            </p:nvPr>
          </p:nvSpPr>
          <p:spPr>
            <a:xfrm>
              <a:off x="10905" y="5087"/>
              <a:ext cx="1960" cy="504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GOAL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流程图: 过程 57"/>
            <p:cNvSpPr/>
            <p:nvPr>
              <p:custDataLst>
                <p:tags r:id="rId19"/>
              </p:custDataLst>
            </p:nvPr>
          </p:nvSpPr>
          <p:spPr>
            <a:xfrm>
              <a:off x="13583" y="5087"/>
              <a:ext cx="1960" cy="504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  <a:sym typeface="+mn-ea"/>
                </a:rPr>
                <a:t>GOAL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59" name="流程图: 过程 58"/>
            <p:cNvSpPr/>
            <p:nvPr>
              <p:custDataLst>
                <p:tags r:id="rId20"/>
              </p:custDataLst>
            </p:nvPr>
          </p:nvSpPr>
          <p:spPr>
            <a:xfrm>
              <a:off x="16261" y="5087"/>
              <a:ext cx="1960" cy="504"/>
            </a:xfrm>
            <a:prstGeom prst="flowChartProcess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4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  <a:sym typeface="+mn-ea"/>
                </a:rPr>
                <a:t>GOAL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60" name="流程图: 数据 59"/>
            <p:cNvSpPr/>
            <p:nvPr>
              <p:custDataLst>
                <p:tags r:id="rId21"/>
              </p:custDataLst>
            </p:nvPr>
          </p:nvSpPr>
          <p:spPr>
            <a:xfrm>
              <a:off x="10798" y="7351"/>
              <a:ext cx="2855" cy="504"/>
            </a:xfrm>
            <a:prstGeom prst="flowChartInputOutput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DATA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流程图: 过程 60"/>
            <p:cNvSpPr/>
            <p:nvPr>
              <p:custDataLst>
                <p:tags r:id="rId22"/>
              </p:custDataLst>
            </p:nvPr>
          </p:nvSpPr>
          <p:spPr>
            <a:xfrm>
              <a:off x="12202" y="6182"/>
              <a:ext cx="4741" cy="504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lIns="0" tIns="0" rIns="0" bIns="0"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Multi-objective optimal scheduling model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流程图: 数据 61"/>
            <p:cNvSpPr/>
            <p:nvPr>
              <p:custDataLst>
                <p:tags r:id="rId23"/>
              </p:custDataLst>
            </p:nvPr>
          </p:nvSpPr>
          <p:spPr>
            <a:xfrm>
              <a:off x="13135" y="7936"/>
              <a:ext cx="2855" cy="504"/>
            </a:xfrm>
            <a:prstGeom prst="flowChartInputOutput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lIns="0" tIns="0" rIns="0" bIns="0"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solution set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流程图: 过程 62"/>
            <p:cNvSpPr/>
            <p:nvPr>
              <p:custDataLst>
                <p:tags r:id="rId24"/>
              </p:custDataLst>
            </p:nvPr>
          </p:nvSpPr>
          <p:spPr>
            <a:xfrm>
              <a:off x="11675" y="8754"/>
              <a:ext cx="5773" cy="782"/>
            </a:xfrm>
            <a:prstGeom prst="flowChartProcess">
              <a:avLst/>
            </a:prstGeom>
            <a:grpFill/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Analyze the non-inferior relationship between the objectives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流程图: 预定义过程 79"/>
            <p:cNvSpPr/>
            <p:nvPr>
              <p:custDataLst>
                <p:tags r:id="rId25"/>
              </p:custDataLst>
            </p:nvPr>
          </p:nvSpPr>
          <p:spPr>
            <a:xfrm>
              <a:off x="15459" y="6833"/>
              <a:ext cx="2211" cy="524"/>
            </a:xfrm>
            <a:prstGeom prst="flowChartPredefinedProcess">
              <a:avLst/>
            </a:prstGeom>
            <a:solidFill>
              <a:srgbClr val="E7E6E6"/>
            </a:solidFill>
            <a:ln w="19050">
              <a:solidFill>
                <a:srgbClr val="E7E6E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ysClr val="windowText" lastClr="000000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思源黑体 CN Regular" panose="020B0500000000000000" charset="-122"/>
                  <a:ea typeface="思源黑体 CN Regular" panose="020B0500000000000000" charset="-122"/>
                  <a:cs typeface="Times New Roman" panose="02020603050405020304" pitchFamily="18" charset="0"/>
                </a:rPr>
                <a:t>NSGA-II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Regular" panose="020B0500000000000000" charset="-122"/>
                <a:ea typeface="思源黑体 CN Regular" panose="020B0500000000000000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4" name="直接箭头连接符 83"/>
          <p:cNvCxnSpPr>
            <a:endCxn id="64" idx="0"/>
          </p:cNvCxnSpPr>
          <p:nvPr/>
        </p:nvCxnSpPr>
        <p:spPr>
          <a:xfrm>
            <a:off x="9314815" y="5995035"/>
            <a:ext cx="635" cy="265430"/>
          </a:xfrm>
          <a:prstGeom prst="straightConnector1">
            <a:avLst/>
          </a:prstGeom>
          <a:solidFill>
            <a:srgbClr val="4874CB">
              <a:lumMod val="20000"/>
              <a:lumOff val="80000"/>
            </a:srgbClr>
          </a:solidFill>
          <a:ln w="19050">
            <a:solidFill>
              <a:srgbClr val="E7E6E6"/>
            </a:solidFill>
            <a:tailEnd type="triangle"/>
          </a:ln>
        </p:spPr>
        <p:style>
          <a:lnRef idx="1">
            <a:srgbClr val="4874CB"/>
          </a:lnRef>
          <a:fillRef idx="0">
            <a:srgbClr val="4874CB"/>
          </a:fillRef>
          <a:effectRef idx="0">
            <a:srgbClr val="4874CB"/>
          </a:effectRef>
          <a:fontRef idx="minor">
            <a:sysClr val="windowText" lastClr="000000"/>
          </a:fontRef>
        </p:style>
      </p:cxnSp>
      <p:sp>
        <p:nvSpPr>
          <p:cNvPr id="15" name="矩形 14"/>
          <p:cNvSpPr/>
          <p:nvPr>
            <p:custDataLst>
              <p:tags r:id="rId26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4335145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27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28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29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30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32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33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36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Benchmark Composition (ELEC6081)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62280" y="2394585"/>
          <a:ext cx="11231880" cy="2533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980"/>
                <a:gridCol w="1871980"/>
                <a:gridCol w="1871980"/>
                <a:gridCol w="1871980"/>
                <a:gridCol w="1871980"/>
                <a:gridCol w="1871980"/>
              </a:tblGrid>
              <a:tr h="422275">
                <a:tc>
                  <a:txBody>
                    <a:bodyPr/>
                    <a:p>
                      <a:pPr algn="ctr"/>
                      <a:endParaRPr lang="zh-CN" altLang="en-US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S</a:t>
                      </a:r>
                      <a:r>
                        <a:rPr 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</a:rPr>
                        <a:t>ample 1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sym typeface="+mn-ea"/>
                        </a:rPr>
                        <a:t>Sample 2</a:t>
                      </a:r>
                      <a:endParaRPr lang="zh-CN" altLang="en-US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sym typeface="+mn-ea"/>
                        </a:rPr>
                        <a:t>Sample 3</a:t>
                      </a:r>
                      <a:endParaRPr lang="zh-CN" altLang="en-US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sym typeface="+mn-ea"/>
                        </a:rPr>
                        <a:t>Sample 4</a:t>
                      </a:r>
                      <a:endParaRPr lang="zh-CN" altLang="en-US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sym typeface="+mn-ea"/>
                        </a:rPr>
                        <a:t>Sample 5</a:t>
                      </a:r>
                      <a:endParaRPr lang="zh-CN" altLang="en-US" sz="14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alpha val="46000"/>
                      </a:schemeClr>
                    </a:solidFill>
                  </a:tcPr>
                </a:tc>
              </a:tr>
              <a:tr h="422275"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ea"/>
                          <a:ea typeface="+mj-ea"/>
                        </a:rPr>
                        <a:t>project 1</a:t>
                      </a:r>
                      <a:endParaRPr lang="en-US" sz="1400" b="1" dirty="0">
                        <a:solidFill>
                          <a:schemeClr val="tx2"/>
                        </a:solidFill>
                        <a:latin typeface="+mj-ea"/>
                        <a:ea typeface="+mj-ea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74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422275"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ea"/>
                          <a:ea typeface="+mj-ea"/>
                          <a:sym typeface="+mn-ea"/>
                        </a:rPr>
                        <a:t>project 2</a:t>
                      </a:r>
                      <a:endParaRPr lang="zh-CN" altLang="en-US" sz="1400" b="1" dirty="0">
                        <a:solidFill>
                          <a:schemeClr val="tx2"/>
                        </a:solidFill>
                        <a:latin typeface="+mj-ea"/>
                        <a:ea typeface="+mj-ea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422275"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ea"/>
                          <a:ea typeface="+mj-ea"/>
                          <a:sym typeface="+mn-ea"/>
                        </a:rPr>
                        <a:t>project 3</a:t>
                      </a:r>
                      <a:endParaRPr lang="zh-CN" altLang="en-US" sz="1400" b="1" dirty="0">
                        <a:solidFill>
                          <a:schemeClr val="tx2"/>
                        </a:solidFill>
                        <a:latin typeface="+mj-ea"/>
                        <a:ea typeface="+mj-ea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56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422275"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ea"/>
                          <a:ea typeface="+mj-ea"/>
                          <a:sym typeface="+mn-ea"/>
                        </a:rPr>
                        <a:t>project 4</a:t>
                      </a:r>
                      <a:endParaRPr lang="zh-CN" altLang="en-US" sz="1400" b="1" kern="1200" dirty="0"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  <a:tr h="422275">
                <a:tc>
                  <a:txBody>
                    <a:bodyPr/>
                    <a:p>
                      <a:pPr algn="ctr"/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+mj-ea"/>
                          <a:ea typeface="+mj-ea"/>
                          <a:sym typeface="+mn-ea"/>
                        </a:rPr>
                        <a:t>project 5</a:t>
                      </a:r>
                      <a:endParaRPr lang="zh-CN" altLang="en-US" sz="1400" b="1" kern="1200" dirty="0">
                        <a:solidFill>
                          <a:schemeClr val="tx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21625" marR="121625" marT="60812" marB="60812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56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49</a:t>
                      </a:r>
                      <a:endParaRPr lang="zh-CN" altLang="en-US" sz="14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ltUpDiag">
                      <a:fgClr>
                        <a:schemeClr val="bg1">
                          <a:lumMod val="9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5495607" y="1973025"/>
            <a:ext cx="1189355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1400" spc="100" dirty="0" b="1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Evaluation set design</a:t>
            </a:r>
            <a:r>
              <a:rPr lang="en-US" altLang="zh-CN" sz="1500" spc="1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en-US" altLang="zh-CN" sz="1500" spc="1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64415" y="5125041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400" spc="50" dirty="0" b="1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Evaluation set design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41350" y="5154069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0" name="内容占位符 2"/>
          <p:cNvSpPr>
            <a:spLocks noGrp="1"/>
          </p:cNvSpPr>
          <p:nvPr/>
        </p:nvSpPr>
        <p:spPr>
          <a:xfrm>
            <a:off x="584835" y="5591175"/>
            <a:ext cx="1101090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00" dirty="0">
                <a:latin typeface="+mj-lt"/>
                <a:ea typeface="+mj-ea"/>
                <a:cs typeface="+mj-lt"/>
              </a:rPr>
              <a:t>• 65 course questions (on-topic + out-of-scope)</a:t>
            </a:r>
            <a:endParaRPr lang="zh-CN" altLang="en-US" sz="1800" dirty="0">
              <a:latin typeface="+mj-lt"/>
              <a:ea typeface="+mj-ea"/>
              <a:cs typeface="+mj-lt"/>
            </a:endParaRPr>
          </a:p>
          <a:p>
            <a:r>
              <a:rPr sz="1300"/>
              <a:t>• Corpus: course materials (calibration and regression)</a:t>
            </a:r>
          </a:p>
          <a:p>
            <a:r>
              <a:rPr sz="1300"/>
              <a:t>• Metrics: grounded precision/recall; context precision</a:t>
            </a:r>
          </a:p>
          <a:p>
            <a:r>
              <a:rPr sz="1300"/>
              <a:t>• Tools: tools/rag_eval.py (full &amp; grounding-only)</a:t>
            </a:r>
          </a:p>
          <a:p>
            <a:r>
              <a:rPr sz="1300"/>
              <a:t>• Models: bge-small-zh (gate calib.); e5-small + MiniLM (re-rank regime)</a:t>
            </a: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963920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3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4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3" name="图片 2" descr="hku_logo_foot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5" name="图片 4" descr="hkutl"/>
            <p:cNvPicPr>
              <a:picLocks noChangeAspect="1"/>
            </p:cNvPicPr>
            <p:nvPr/>
          </p:nvPicPr>
          <p:blipFill>
            <a:blip r:embed="rId12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Evaluation and Results — Grounding Gate (H1)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图表 1"/>
          <p:cNvGraphicFramePr/>
          <p:nvPr/>
        </p:nvGraphicFramePr>
        <p:xfrm>
          <a:off x="462293" y="2216468"/>
          <a:ext cx="6304854" cy="4228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矩形 24"/>
          <p:cNvSpPr/>
          <p:nvPr/>
        </p:nvSpPr>
        <p:spPr>
          <a:xfrm>
            <a:off x="7403285" y="2226985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7454085" y="4313555"/>
            <a:ext cx="438658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7545885" y="2216741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300" spc="50" dirty="0" b="1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Selected thresholds (cosine)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1" name="内容占位符 2"/>
          <p:cNvSpPr>
            <a:spLocks noGrp="1"/>
          </p:cNvSpPr>
          <p:nvPr/>
        </p:nvSpPr>
        <p:spPr>
          <a:xfrm>
            <a:off x="7403465" y="2654300"/>
            <a:ext cx="427037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00" dirty="0">
                <a:latin typeface="+mj-lt"/>
                <a:ea typeface="+mj-ea"/>
                <a:cs typeface="+mj-lt"/>
              </a:rPr>
              <a:t>multi_strong / single_strong / second_support</a:t>
            </a:r>
            <a:endParaRPr lang="zh-CN" altLang="en-US" sz="1600" dirty="0">
              <a:latin typeface="+mj-lt"/>
              <a:ea typeface="+mj-ea"/>
              <a:cs typeface="+mj-lt"/>
            </a:endParaRPr>
          </a:p>
          <a:p>
            <a:r>
              <a:rPr sz="1300"/>
              <a:t>= 0.62 / 0.75 / 0.62</a:t>
            </a:r>
          </a:p>
          <a:p>
            <a:r>
              <a:rPr sz="1300"/>
              <a:t/>
            </a:r>
          </a:p>
          <a:p>
            <a:r>
              <a:rPr sz="1300"/>
              <a:t>Grounded precision ≈ 0.982</a:t>
            </a:r>
          </a:p>
          <a:p>
            <a:r>
              <a:rPr sz="1300"/>
              <a:t>Grounded recall ≈ 0.982</a:t>
            </a:r>
          </a:p>
        </p:txBody>
      </p:sp>
      <p:sp>
        <p:nvSpPr>
          <p:cNvPr id="23" name="矩形 22"/>
          <p:cNvSpPr/>
          <p:nvPr/>
        </p:nvSpPr>
        <p:spPr>
          <a:xfrm>
            <a:off x="7403285" y="4546640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545885" y="4536396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300" spc="50" dirty="0" b="1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Key finding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内容占位符 2"/>
          <p:cNvSpPr>
            <a:spLocks noGrp="1"/>
          </p:cNvSpPr>
          <p:nvPr/>
        </p:nvSpPr>
        <p:spPr>
          <a:xfrm>
            <a:off x="7403465" y="4973955"/>
            <a:ext cx="427037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00" dirty="0">
                <a:latin typeface="+mj-lt"/>
                <a:ea typeface="+mj-ea"/>
                <a:cs typeface="+mj-lt"/>
              </a:rPr>
              <a:t>Thresholding the second hit outperforms merely raising the top-hit bar:</a:t>
            </a:r>
            <a:endParaRPr lang="zh-CN" altLang="en-US" sz="1600" dirty="0">
              <a:latin typeface="+mj-lt"/>
              <a:ea typeface="+mj-ea"/>
              <a:cs typeface="+mj-lt"/>
            </a:endParaRPr>
          </a:p>
          <a:p>
            <a:r>
              <a:rPr sz="1300"/>
              <a:t>high precision without collapsing recall.</a:t>
            </a:r>
          </a:p>
          <a:p>
            <a:r>
              <a:rPr sz="1300"/>
              <a:t>Fail-safe: weak/none → labelled general answer.</a:t>
            </a: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963920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3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4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3" name="图片 2" descr="hku_logo_foot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5" name="图片 4" descr="hkutl"/>
            <p:cNvPicPr>
              <a:picLocks noChangeAspect="1"/>
            </p:cNvPicPr>
            <p:nvPr/>
          </p:nvPicPr>
          <p:blipFill>
            <a:blip r:embed="rId12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Evaluation and Results — Re-ranking (H2)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567055" y="2327910"/>
            <a:ext cx="11046460" cy="3970824"/>
            <a:chOff x="832991" y="1088760"/>
            <a:chExt cx="11046158" cy="3649530"/>
          </a:xfrm>
        </p:grpSpPr>
        <p:graphicFrame>
          <p:nvGraphicFramePr>
            <p:cNvPr id="19" name="图表 18"/>
            <p:cNvGraphicFramePr/>
            <p:nvPr/>
          </p:nvGraphicFramePr>
          <p:xfrm>
            <a:off x="839788" y="1346400"/>
            <a:ext cx="10196512" cy="32981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20" name="文本框 19"/>
            <p:cNvSpPr txBox="1"/>
            <p:nvPr/>
          </p:nvSpPr>
          <p:spPr>
            <a:xfrm>
              <a:off x="2394227" y="4506009"/>
              <a:ext cx="5334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20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766102" y="4506009"/>
              <a:ext cx="5334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40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133612" y="4506009"/>
              <a:ext cx="5334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60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509861" y="4506009"/>
              <a:ext cx="5334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80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853649" y="4506009"/>
              <a:ext cx="6018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100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225524" y="4506009"/>
              <a:ext cx="6018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120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0585176" y="4506009"/>
              <a:ext cx="601800" cy="232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n-ea"/>
                </a:rPr>
                <a:t>140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1289050" y="4499612"/>
              <a:ext cx="10028238" cy="0"/>
            </a:xfrm>
            <a:prstGeom prst="line">
              <a:avLst/>
            </a:prstGeom>
            <a:noFill/>
            <a:ln w="6350" cap="flat" cmpd="sng" algn="ctr">
              <a:solidFill>
                <a:srgbClr val="9A5644"/>
              </a:solidFill>
              <a:prstDash val="solid"/>
              <a:miter lim="800000"/>
            </a:ln>
            <a:effectLst/>
          </p:spPr>
        </p:cxnSp>
        <p:cxnSp>
          <p:nvCxnSpPr>
            <p:cNvPr id="28" name="直接连接符 27"/>
            <p:cNvCxnSpPr/>
            <p:nvPr/>
          </p:nvCxnSpPr>
          <p:spPr>
            <a:xfrm>
              <a:off x="2660927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29" name="直接连接符 28"/>
            <p:cNvCxnSpPr/>
            <p:nvPr/>
          </p:nvCxnSpPr>
          <p:spPr>
            <a:xfrm>
              <a:off x="4032804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30" name="直接连接符 29"/>
            <p:cNvCxnSpPr/>
            <p:nvPr/>
          </p:nvCxnSpPr>
          <p:spPr>
            <a:xfrm>
              <a:off x="5404681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1" name="直接连接符 50"/>
            <p:cNvCxnSpPr/>
            <p:nvPr/>
          </p:nvCxnSpPr>
          <p:spPr>
            <a:xfrm>
              <a:off x="6776558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2" name="直接连接符 51"/>
            <p:cNvCxnSpPr/>
            <p:nvPr/>
          </p:nvCxnSpPr>
          <p:spPr>
            <a:xfrm>
              <a:off x="8148435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3" name="直接连接符 52"/>
            <p:cNvCxnSpPr/>
            <p:nvPr/>
          </p:nvCxnSpPr>
          <p:spPr>
            <a:xfrm>
              <a:off x="9520312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4" name="直接连接符 53"/>
            <p:cNvCxnSpPr/>
            <p:nvPr/>
          </p:nvCxnSpPr>
          <p:spPr>
            <a:xfrm>
              <a:off x="10892188" y="1498600"/>
              <a:ext cx="0" cy="3007409"/>
            </a:xfrm>
            <a:prstGeom prst="line">
              <a:avLst/>
            </a:prstGeom>
            <a:noFill/>
            <a:ln w="6350" cap="flat" cmpd="sng" algn="ctr">
              <a:solidFill>
                <a:srgbClr val="EFC49C">
                  <a:alpha val="25000"/>
                </a:srgbClr>
              </a:solidFill>
              <a:prstDash val="solid"/>
              <a:miter lim="800000"/>
            </a:ln>
            <a:effectLst/>
          </p:spPr>
        </p:cxnSp>
        <p:cxnSp>
          <p:nvCxnSpPr>
            <p:cNvPr id="55" name="直接连接符 54"/>
            <p:cNvCxnSpPr/>
            <p:nvPr/>
          </p:nvCxnSpPr>
          <p:spPr>
            <a:xfrm>
              <a:off x="1291431" y="1346400"/>
              <a:ext cx="0" cy="3153212"/>
            </a:xfrm>
            <a:prstGeom prst="line">
              <a:avLst/>
            </a:prstGeom>
            <a:noFill/>
            <a:ln w="6350" cap="flat" cmpd="sng" algn="ctr">
              <a:solidFill>
                <a:srgbClr val="9A5644"/>
              </a:solidFill>
              <a:prstDash val="solid"/>
              <a:miter lim="800000"/>
            </a:ln>
            <a:effectLst/>
          </p:spPr>
        </p:cxnSp>
        <p:sp>
          <p:nvSpPr>
            <p:cNvPr id="56" name="文本框 55"/>
            <p:cNvSpPr txBox="1"/>
            <p:nvPr/>
          </p:nvSpPr>
          <p:spPr>
            <a:xfrm>
              <a:off x="832991" y="1088760"/>
              <a:ext cx="829331" cy="2112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Regular" panose="020B0500000000000000" charset="-122"/>
                </a:rPr>
                <a:t>单位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1049818" y="4521398"/>
              <a:ext cx="829331" cy="2112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9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思源黑体 CN Regular" panose="020B0500000000000000" charset="-122"/>
                </a:rPr>
                <a:t>单位</a:t>
              </a: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Regular" panose="020B0500000000000000" charset="-122"/>
              </a:endParaRPr>
            </a:p>
          </p:txBody>
        </p:sp>
      </p:grpSp>
      <p:sp>
        <p:nvSpPr>
          <p:cNvPr id="58" name="任意多边形: 形状 4"/>
          <p:cNvSpPr/>
          <p:nvPr/>
        </p:nvSpPr>
        <p:spPr>
          <a:xfrm rot="15310316">
            <a:off x="7231841" y="633950"/>
            <a:ext cx="2882922" cy="5256943"/>
          </a:xfrm>
          <a:custGeom>
            <a:avLst/>
            <a:gdLst>
              <a:gd name="connsiteX0" fmla="*/ 2881481 w 2882922"/>
              <a:gd name="connsiteY0" fmla="*/ 787105 h 5125533"/>
              <a:gd name="connsiteX1" fmla="*/ 1741412 w 2882922"/>
              <a:gd name="connsiteY1" fmla="*/ 5093554 h 5125533"/>
              <a:gd name="connsiteX2" fmla="*/ 1688883 w 2882922"/>
              <a:gd name="connsiteY2" fmla="*/ 5124092 h 5125533"/>
              <a:gd name="connsiteX3" fmla="*/ 31979 w 2882922"/>
              <a:gd name="connsiteY3" fmla="*/ 4685450 h 5125533"/>
              <a:gd name="connsiteX4" fmla="*/ 1441 w 2882922"/>
              <a:gd name="connsiteY4" fmla="*/ 4632922 h 5125533"/>
              <a:gd name="connsiteX5" fmla="*/ 1141511 w 2882922"/>
              <a:gd name="connsiteY5" fmla="*/ 326473 h 5125533"/>
              <a:gd name="connsiteX6" fmla="*/ 1194039 w 2882922"/>
              <a:gd name="connsiteY6" fmla="*/ 295935 h 5125533"/>
              <a:gd name="connsiteX7" fmla="*/ 2089054 w 2882922"/>
              <a:gd name="connsiteY7" fmla="*/ 532877 h 5125533"/>
              <a:gd name="connsiteX8" fmla="*/ 2306279 w 2882922"/>
              <a:gd name="connsiteY8" fmla="*/ 0 h 5125533"/>
              <a:gd name="connsiteX9" fmla="*/ 2489275 w 2882922"/>
              <a:gd name="connsiteY9" fmla="*/ 638830 h 5125533"/>
              <a:gd name="connsiteX10" fmla="*/ 2850944 w 2882922"/>
              <a:gd name="connsiteY10" fmla="*/ 734576 h 5125533"/>
              <a:gd name="connsiteX11" fmla="*/ 2881481 w 2882922"/>
              <a:gd name="connsiteY11" fmla="*/ 787105 h 5125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82922" h="5125533">
                <a:moveTo>
                  <a:pt x="2881481" y="787105"/>
                </a:moveTo>
                <a:lnTo>
                  <a:pt x="1741412" y="5093554"/>
                </a:lnTo>
                <a:cubicBezTo>
                  <a:pt x="1735339" y="5116491"/>
                  <a:pt x="1711821" y="5130164"/>
                  <a:pt x="1688883" y="5124092"/>
                </a:cubicBezTo>
                <a:lnTo>
                  <a:pt x="31979" y="4685450"/>
                </a:lnTo>
                <a:cubicBezTo>
                  <a:pt x="9041" y="4679378"/>
                  <a:pt x="-4632" y="4655859"/>
                  <a:pt x="1441" y="4632922"/>
                </a:cubicBezTo>
                <a:lnTo>
                  <a:pt x="1141511" y="326473"/>
                </a:lnTo>
                <a:cubicBezTo>
                  <a:pt x="1147583" y="303535"/>
                  <a:pt x="1171102" y="289862"/>
                  <a:pt x="1194039" y="295935"/>
                </a:cubicBezTo>
                <a:lnTo>
                  <a:pt x="2089054" y="532877"/>
                </a:lnTo>
                <a:lnTo>
                  <a:pt x="2306279" y="0"/>
                </a:lnTo>
                <a:lnTo>
                  <a:pt x="2489275" y="638830"/>
                </a:lnTo>
                <a:lnTo>
                  <a:pt x="2850944" y="734576"/>
                </a:lnTo>
                <a:cubicBezTo>
                  <a:pt x="2873881" y="740649"/>
                  <a:pt x="2887554" y="764167"/>
                  <a:pt x="2881481" y="787105"/>
                </a:cubicBezTo>
                <a:close/>
              </a:path>
            </a:pathLst>
          </a:custGeom>
          <a:solidFill>
            <a:schemeClr val="accent1">
              <a:lumMod val="10000"/>
              <a:lumOff val="90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>
            <a:outerShdw blurRad="254000" dist="101600" dir="5400000" algn="t" rotWithShape="0">
              <a:srgbClr val="9A5644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767669" y="2449562"/>
            <a:ext cx="1346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buClrTx/>
              <a:buSzTx/>
              <a:buFontTx/>
            </a:pPr>
            <a:r>
              <a:rPr lang="zh-CN" altLang="en-US" sz="1400" spc="50" dirty="0" b="1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Context precision on 10-question probe</a:t>
            </a:r>
            <a:endParaRPr lang="zh-CN" altLang="en-US" sz="2200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60" name="直接连接符 59"/>
          <p:cNvCxnSpPr/>
          <p:nvPr/>
        </p:nvCxnSpPr>
        <p:spPr>
          <a:xfrm>
            <a:off x="6887358" y="2911227"/>
            <a:ext cx="175819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6678846" y="3059251"/>
            <a:ext cx="4364080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179705">
              <a:lnSpc>
                <a:spcPct val="130000"/>
              </a:lnSpc>
              <a:spcAft>
                <a:spcPts val="1200"/>
              </a:spcAft>
              <a:buClr>
                <a:srgbClr val="9A5644"/>
              </a:buClr>
              <a:buFont typeface="Arial" panose="020B0604020202020204" pitchFamily="34" charset="0"/>
              <a:buChar char="•"/>
              <a:defRPr sz="1200">
                <a:latin typeface="思源黑体 CN Regular" panose="020B0500000000000000" charset="-122"/>
                <a:ea typeface="思源黑体 CN Regular" panose="020B0500000000000000" charset="-122"/>
              </a:defRPr>
            </a:lvl1pPr>
          </a:lstStyle>
          <a:p>
            <a:pPr marL="106045" indent="0">
              <a:buNone/>
            </a:pPr>
            <a:r>
              <a:rPr lang="en-US" altLang="zh-CN" sz="1300" dirty="0"/>
              <a:t>Fusion-order baseline → after cross-encoder re-ranking:</a:t>
            </a:r>
            <a:endParaRPr lang="en-US" altLang="zh-CN" sz="1400" dirty="0"/>
          </a:p>
          <a:p>
            <a:r>
              <a:rPr sz="1300"/>
              <a:t>mean context_precision 0.380 → 0.613 (Δ +0.233).</a:t>
            </a:r>
          </a:p>
          <a:p>
            <a:r>
              <a:rPr sz="1300"/>
              <a:t>Rises on 7/10 questions; demotes quiz fragments that only share vocabulary.</a:t>
            </a:r>
          </a:p>
          <a:p>
            <a:r>
              <a:rPr sz="1300"/>
              <a:t>Under re-rank score scale, thresholds must be re-calibrated (H3).</a:t>
            </a: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963920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3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4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>
            <p:custDataLst>
              <p:tags r:id="rId9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3" name="图片 2" descr="hku_logo_foot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5" name="图片 4" descr="hkutl"/>
            <p:cNvPicPr>
              <a:picLocks noChangeAspect="1"/>
            </p:cNvPicPr>
            <p:nvPr/>
          </p:nvPicPr>
          <p:blipFill>
            <a:blip r:embed="rId12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Visual Results — System container view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1861185" y="2165350"/>
            <a:ext cx="2658110" cy="2730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  <p:graphicFrame>
        <p:nvGraphicFramePr>
          <p:cNvPr id="59" name="图表 58"/>
          <p:cNvGraphicFramePr/>
          <p:nvPr/>
        </p:nvGraphicFramePr>
        <p:xfrm>
          <a:off x="1968935" y="3177362"/>
          <a:ext cx="2442382" cy="1672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4" name="矩形 53"/>
          <p:cNvSpPr/>
          <p:nvPr/>
        </p:nvSpPr>
        <p:spPr>
          <a:xfrm>
            <a:off x="4919345" y="2165350"/>
            <a:ext cx="2658110" cy="26930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5027064" y="3139897"/>
          <a:ext cx="2442382" cy="1672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6" name="矩形 55"/>
          <p:cNvSpPr/>
          <p:nvPr/>
        </p:nvSpPr>
        <p:spPr>
          <a:xfrm>
            <a:off x="7977505" y="2165350"/>
            <a:ext cx="2658110" cy="26930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 Sans"/>
              <a:ea typeface="OPPO Sans"/>
              <a:cs typeface="+mn-cs"/>
            </a:endParaRPr>
          </a:p>
        </p:txBody>
      </p:sp>
      <p:graphicFrame>
        <p:nvGraphicFramePr>
          <p:cNvPr id="37" name="图表 36"/>
          <p:cNvGraphicFramePr/>
          <p:nvPr/>
        </p:nvGraphicFramePr>
        <p:xfrm>
          <a:off x="8085162" y="3139897"/>
          <a:ext cx="2442382" cy="1672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4" name="图表 43"/>
          <p:cNvGraphicFramePr/>
          <p:nvPr/>
        </p:nvGraphicFramePr>
        <p:xfrm>
          <a:off x="7978775" y="2269558"/>
          <a:ext cx="2581910" cy="655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图表 16"/>
          <p:cNvGraphicFramePr/>
          <p:nvPr/>
        </p:nvGraphicFramePr>
        <p:xfrm>
          <a:off x="4944110" y="2269558"/>
          <a:ext cx="2581910" cy="655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1" name="图表 110"/>
          <p:cNvGraphicFramePr/>
          <p:nvPr/>
        </p:nvGraphicFramePr>
        <p:xfrm>
          <a:off x="1909218" y="2269558"/>
          <a:ext cx="2582137" cy="655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1606095" y="5055826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200" spc="50" dirty="0" b="1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Figure 4.1 Deployed system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83030" y="5084854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0" name="内容占位符 2"/>
          <p:cNvSpPr>
            <a:spLocks noGrp="1"/>
          </p:cNvSpPr>
          <p:nvPr/>
        </p:nvSpPr>
        <p:spPr>
          <a:xfrm>
            <a:off x="1326515" y="5521960"/>
            <a:ext cx="984504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latin typeface="+mj-lt"/>
                <a:ea typeface="+mj-ea"/>
                <a:cs typeface="+mj-lt"/>
              </a:rPr>
              <a:t>Browser → FastAPI single process → local stores (SQLite/Chroma/FAISS/files);</a:t>
            </a:r>
            <a:endParaRPr lang="zh-CN" altLang="en-US" sz="1800" dirty="0">
              <a:latin typeface="+mj-lt"/>
              <a:ea typeface="+mj-ea"/>
              <a:cs typeface="+mj-lt"/>
            </a:endParaRPr>
          </a:p>
          <a:p>
            <a:r>
              <a:rPr sz="1200"/>
              <a:t>only generation may call external LLM (qwen-plus).</a:t>
            </a:r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963920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8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9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10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4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3" name="图片 2" descr="hku_logo_footer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5" name="图片 4" descr="hkutl"/>
            <p:cNvPicPr>
              <a:picLocks noChangeAspect="1"/>
            </p:cNvPicPr>
            <p:nvPr/>
          </p:nvPicPr>
          <p:blipFill>
            <a:blip r:embed="rId17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  <p:pic>
        <p:nvPicPr>
          <p:cNvPr id="112" name="Picture 111" descr="fig_4_1_architectur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97280" y="1828800"/>
            <a:ext cx="9601200" cy="54006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Visual Results — Grounding gate &amp; pipeline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图表 1"/>
          <p:cNvGraphicFramePr/>
          <p:nvPr/>
        </p:nvGraphicFramePr>
        <p:xfrm>
          <a:off x="2033223" y="2186821"/>
          <a:ext cx="8114124" cy="2811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864415" y="5125041"/>
            <a:ext cx="236256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200" spc="50" dirty="0" b="1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Figures 5.1 / 5.3</a:t>
            </a:r>
            <a:endParaRPr lang="zh-CN" altLang="en-US" sz="2200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41350" y="5154069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0" name="内容占位符 2"/>
          <p:cNvSpPr>
            <a:spLocks noGrp="1"/>
          </p:cNvSpPr>
          <p:nvPr/>
        </p:nvSpPr>
        <p:spPr>
          <a:xfrm>
            <a:off x="584835" y="5591175"/>
            <a:ext cx="1101090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latin typeface="+mj-lt"/>
                <a:ea typeface="+mj-ea"/>
                <a:cs typeface="+mj-lt"/>
              </a:rPr>
              <a:t>End-to-end ingest–retrieve–generate pipeline;</a:t>
            </a:r>
            <a:endParaRPr lang="zh-CN" altLang="en-US" sz="1800" dirty="0">
              <a:latin typeface="+mj-lt"/>
              <a:ea typeface="+mj-ea"/>
              <a:cs typeface="+mj-lt"/>
            </a:endParaRPr>
          </a:p>
          <a:p>
            <a:r>
              <a:rPr sz="1200"/>
              <a:t>three-band gate: none / weak / grounded.</a:t>
            </a:r>
          </a:p>
        </p:txBody>
      </p:sp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963920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3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4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5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3" name="图片 2" descr="hku_logo_foot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5" name="图片 4" descr="hkutl"/>
            <p:cNvPicPr>
              <a:picLocks noChangeAspect="1"/>
            </p:cNvPicPr>
            <p:nvPr/>
          </p:nvPicPr>
          <p:blipFill>
            <a:blip r:embed="rId12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  <p:pic>
        <p:nvPicPr>
          <p:cNvPr id="39" name="Picture 38" descr="fig_5_3_grounding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7280" y="1828800"/>
            <a:ext cx="9601200" cy="54006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Conclusions — what was delivered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62280" y="2353945"/>
            <a:ext cx="5300345" cy="39046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365501" y="2634858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36870" y="2588216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400" b="1" spc="50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Three contributions</a:t>
            </a:r>
            <a:r>
              <a:rPr lang="en-US" altLang="zh-CN" sz="2400" b="1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/>
            </a:r>
            <a:r>
              <a:rPr lang="zh-CN" altLang="en-US" sz="2400" b="1" spc="5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/>
            </a:r>
            <a:endParaRPr lang="zh-CN" altLang="en-US" sz="2400" b="1" spc="5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3" name="内容占位符 2"/>
          <p:cNvSpPr>
            <a:spLocks noGrp="1"/>
          </p:cNvSpPr>
          <p:nvPr/>
        </p:nvSpPr>
        <p:spPr>
          <a:xfrm>
            <a:off x="6394450" y="3256280"/>
            <a:ext cx="51854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300">
                <a:solidFill>
                  <a:srgbClr val="1F2A2E"/>
                </a:solidFill>
                <a:latin typeface="Calibri"/>
              </a:rPr>
              <a:t>Shared course KB with multi-format parsing and OCR</a:t>
            </a:r>
            <a:endParaRPr lang="zh-CN" altLang="en-US" sz="1800" dirty="0">
              <a:latin typeface="+mj-lt"/>
              <a:ea typeface="+mj-ea"/>
              <a:cs typeface="+mj-lt"/>
            </a:endParaRPr>
          </a:p>
          <a:p>
            <a:pPr/>
            <a:r>
              <a:rPr sz="1300">
                <a:solidFill>
                  <a:srgbClr val="1F2A2E"/>
                </a:solidFill>
                <a:latin typeface="Calibri"/>
              </a:rPr>
              <a:t>Traceable RAG: hybrid retrieval, grounding gate, citations</a:t>
            </a:r>
          </a:p>
          <a:p>
            <a:pPr/>
            <a:r>
              <a:rPr sz="1300">
                <a:solidFill>
                  <a:srgbClr val="1F2A2E"/>
                </a:solidFill>
                <a:latin typeface="Calibri"/>
              </a:rPr>
              <a:t>SOLO practice + teacher feedback export boundary</a:t>
            </a:r>
          </a:p>
          <a:p>
            <a:pPr/>
            <a:r>
              <a:rPr sz="1300">
                <a:solidFill>
                  <a:srgbClr val="1F2A2E"/>
                </a:solidFill>
                <a:latin typeface="Calibri"/>
              </a:rPr>
              <a:t>Validated on ELEC6081 questions; gated P/R ≈ 0.982</a:t>
            </a:r>
          </a:p>
        </p:txBody>
      </p:sp>
      <p:sp>
        <p:nvSpPr>
          <p:cNvPr id="24" name="内容占位符 2"/>
          <p:cNvSpPr>
            <a:spLocks noGrp="1"/>
          </p:cNvSpPr>
          <p:nvPr/>
        </p:nvSpPr>
        <p:spPr>
          <a:xfrm>
            <a:off x="6394450" y="4676775"/>
            <a:ext cx="51854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300">
                <a:solidFill>
                  <a:srgbClr val="1F2A2E"/>
                </a:solidFill>
                <a:latin typeface="Calibri"/>
              </a:rPr>
              <a:t>Deployable prototype: FastAPI + Docker + local models</a:t>
            </a:r>
            <a:endParaRPr lang="zh-CN" altLang="en-US" sz="1800" dirty="0">
              <a:latin typeface="+mj-lt"/>
              <a:ea typeface="+mj-ea"/>
              <a:cs typeface="+mj-lt"/>
            </a:endParaRPr>
          </a:p>
          <a:p>
            <a:pPr/>
            <a:r>
              <a:rPr sz="1300">
                <a:solidFill>
                  <a:srgbClr val="1F2A2E"/>
                </a:solidFill>
                <a:latin typeface="Calibri"/>
              </a:rPr>
              <a:t>Fail-safe behaviour when evidence is weak</a:t>
            </a:r>
          </a:p>
          <a:p>
            <a:pPr/>
            <a:r>
              <a:rPr sz="1300">
                <a:solidFill>
                  <a:srgbClr val="1F2A2E"/>
                </a:solidFill>
                <a:latin typeface="Calibri"/>
              </a:rPr>
              <a:t>Deterministic tests for ownership and export rules</a:t>
            </a:r>
          </a:p>
        </p:txBody>
      </p:sp>
      <p:pic>
        <p:nvPicPr>
          <p:cNvPr id="18" name="图片 17" descr="图片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1475" y="3937635"/>
            <a:ext cx="401955" cy="401955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681595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5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6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7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9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4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Conclusions — experimental takeaways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箭头: 五边形 8"/>
          <p:cNvSpPr/>
          <p:nvPr/>
        </p:nvSpPr>
        <p:spPr>
          <a:xfrm>
            <a:off x="1056476" y="2216683"/>
            <a:ext cx="4586515" cy="3965758"/>
          </a:xfrm>
          <a:prstGeom prst="homePlate">
            <a:avLst>
              <a:gd name="adj" fmla="val 17532"/>
            </a:avLst>
          </a:prstGeom>
          <a:solidFill>
            <a:schemeClr val="accent1">
              <a:lumMod val="90000"/>
              <a:lumOff val="1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6" name="箭头: 五边形 9"/>
          <p:cNvSpPr/>
          <p:nvPr/>
        </p:nvSpPr>
        <p:spPr>
          <a:xfrm flipH="1" flipV="1">
            <a:off x="6549010" y="2216683"/>
            <a:ext cx="4586515" cy="3965758"/>
          </a:xfrm>
          <a:prstGeom prst="homePlate">
            <a:avLst>
              <a:gd name="adj" fmla="val 17532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7" name="箭头: 上 2"/>
          <p:cNvSpPr/>
          <p:nvPr/>
        </p:nvSpPr>
        <p:spPr>
          <a:xfrm flipH="1" flipV="1">
            <a:off x="5866838" y="3428013"/>
            <a:ext cx="1364343" cy="2754428"/>
          </a:xfrm>
          <a:prstGeom prst="upArrow">
            <a:avLst>
              <a:gd name="adj1" fmla="val 66744"/>
              <a:gd name="adj2" fmla="val 89362"/>
            </a:avLst>
          </a:prstGeom>
          <a:pattFill prst="wdUpDiag">
            <a:fgClr>
              <a:schemeClr val="accent1">
                <a:lumMod val="90000"/>
                <a:lumOff val="10000"/>
              </a:schemeClr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240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8" name="箭头: 上 6"/>
          <p:cNvSpPr/>
          <p:nvPr/>
        </p:nvSpPr>
        <p:spPr>
          <a:xfrm>
            <a:off x="4960819" y="2216682"/>
            <a:ext cx="1364343" cy="2754428"/>
          </a:xfrm>
          <a:prstGeom prst="upArrow">
            <a:avLst>
              <a:gd name="adj1" fmla="val 66744"/>
              <a:gd name="adj2" fmla="val 8936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400436" y="2693278"/>
            <a:ext cx="171448" cy="3704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71805" y="2692991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300" b="1" spc="5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Gate calibration</a:t>
            </a:r>
            <a:r>
              <a:rPr lang="en-US" altLang="zh-CN" sz="2400" b="1" spc="5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/>
            </a:r>
            <a:r>
              <a:rPr lang="zh-CN" altLang="en-US" sz="2400" b="1" spc="5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/>
            </a:r>
            <a:endParaRPr lang="zh-CN" altLang="en-US" sz="2400" b="1" spc="5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6" name="内容占位符 2"/>
          <p:cNvSpPr>
            <a:spLocks noGrp="1"/>
          </p:cNvSpPr>
          <p:nvPr/>
        </p:nvSpPr>
        <p:spPr>
          <a:xfrm>
            <a:off x="1429385" y="3268980"/>
            <a:ext cx="330771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latin typeface="+mj-lt"/>
                <a:ea typeface="+mj-ea"/>
                <a:cs typeface="+mj-lt"/>
              </a:rPr>
              <a:t>Second-hit thresholding yields high precision and recall together; raising only the top hit trades away too much recall.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497071" y="2692643"/>
            <a:ext cx="171448" cy="370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endParaRPr lang="zh-CN" altLang="en-US" sz="2200">
              <a:latin typeface="+mj-ea"/>
              <a:ea typeface="+mj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668440" y="2692356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3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Re-ranking</a:t>
            </a:r>
            <a:r>
              <a:rPr lang="en-US" altLang="zh-CN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/>
            </a:r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/>
            </a:r>
            <a:endParaRPr lang="zh-CN" altLang="en-US" sz="24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9" name="内容占位符 2"/>
          <p:cNvSpPr>
            <a:spLocks noGrp="1"/>
          </p:cNvSpPr>
          <p:nvPr/>
        </p:nvSpPr>
        <p:spPr>
          <a:xfrm>
            <a:off x="7526020" y="3268345"/>
            <a:ext cx="330771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latin typeface="+mj-lt"/>
                <a:ea typeface="+mj-ea"/>
                <a:cs typeface="+mj-lt"/>
              </a:rPr>
              <a:t>Cross-encoder improves context precision (+0.233 on the probe); score-scale change requires re-calibration.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681595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2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7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>
            <p:custDataLst>
              <p:tags r:id="rId8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1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Conclusions — operational principles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 bwMode="auto">
          <a:xfrm>
            <a:off x="1778848" y="3138382"/>
            <a:ext cx="1449916" cy="1684867"/>
            <a:chOff x="1363287" y="2015847"/>
            <a:chExt cx="1088426" cy="1263554"/>
          </a:xfrm>
        </p:grpSpPr>
        <p:sp>
          <p:nvSpPr>
            <p:cNvPr id="47" name="六边形 46"/>
            <p:cNvSpPr/>
            <p:nvPr/>
          </p:nvSpPr>
          <p:spPr>
            <a:xfrm rot="5400000">
              <a:off x="1275723" y="2103411"/>
              <a:ext cx="1263554" cy="1088426"/>
            </a:xfrm>
            <a:prstGeom prst="hexagon">
              <a:avLst/>
            </a:prstGeom>
            <a:noFill/>
            <a:ln w="19050">
              <a:solidFill>
                <a:schemeClr val="accent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zh-CN" altLang="en-US" sz="1350" b="1">
                <a:solidFill>
                  <a:schemeClr val="tx1"/>
                </a:solidFill>
                <a:cs typeface="思源宋体 CN" panose="02020400000000000000" charset="-122"/>
              </a:endParaRPr>
            </a:p>
          </p:txBody>
        </p:sp>
        <p:sp>
          <p:nvSpPr>
            <p:cNvPr id="48" name="Freeform 186"/>
            <p:cNvSpPr>
              <a:spLocks noEditPoints="1"/>
            </p:cNvSpPr>
            <p:nvPr/>
          </p:nvSpPr>
          <p:spPr bwMode="auto">
            <a:xfrm>
              <a:off x="1641351" y="2401581"/>
              <a:ext cx="533885" cy="534946"/>
            </a:xfrm>
            <a:custGeom>
              <a:avLst/>
              <a:gdLst>
                <a:gd name="T0" fmla="*/ 85 w 174"/>
                <a:gd name="T1" fmla="*/ 72 h 174"/>
                <a:gd name="T2" fmla="*/ 119 w 174"/>
                <a:gd name="T3" fmla="*/ 109 h 174"/>
                <a:gd name="T4" fmla="*/ 87 w 174"/>
                <a:gd name="T5" fmla="*/ 0 h 174"/>
                <a:gd name="T6" fmla="*/ 87 w 174"/>
                <a:gd name="T7" fmla="*/ 0 h 174"/>
                <a:gd name="T8" fmla="*/ 129 w 174"/>
                <a:gd name="T9" fmla="*/ 38 h 174"/>
                <a:gd name="T10" fmla="*/ 111 w 174"/>
                <a:gd name="T11" fmla="*/ 36 h 174"/>
                <a:gd name="T12" fmla="*/ 113 w 174"/>
                <a:gd name="T13" fmla="*/ 28 h 174"/>
                <a:gd name="T14" fmla="*/ 103 w 174"/>
                <a:gd name="T15" fmla="*/ 27 h 174"/>
                <a:gd name="T16" fmla="*/ 100 w 174"/>
                <a:gd name="T17" fmla="*/ 30 h 174"/>
                <a:gd name="T18" fmla="*/ 93 w 174"/>
                <a:gd name="T19" fmla="*/ 27 h 174"/>
                <a:gd name="T20" fmla="*/ 82 w 174"/>
                <a:gd name="T21" fmla="*/ 25 h 174"/>
                <a:gd name="T22" fmla="*/ 79 w 174"/>
                <a:gd name="T23" fmla="*/ 25 h 174"/>
                <a:gd name="T24" fmla="*/ 78 w 174"/>
                <a:gd name="T25" fmla="*/ 41 h 174"/>
                <a:gd name="T26" fmla="*/ 87 w 174"/>
                <a:gd name="T27" fmla="*/ 44 h 174"/>
                <a:gd name="T28" fmla="*/ 96 w 174"/>
                <a:gd name="T29" fmla="*/ 32 h 174"/>
                <a:gd name="T30" fmla="*/ 107 w 174"/>
                <a:gd name="T31" fmla="*/ 38 h 174"/>
                <a:gd name="T32" fmla="*/ 98 w 174"/>
                <a:gd name="T33" fmla="*/ 52 h 174"/>
                <a:gd name="T34" fmla="*/ 108 w 174"/>
                <a:gd name="T35" fmla="*/ 54 h 174"/>
                <a:gd name="T36" fmla="*/ 117 w 174"/>
                <a:gd name="T37" fmla="*/ 53 h 174"/>
                <a:gd name="T38" fmla="*/ 104 w 174"/>
                <a:gd name="T39" fmla="*/ 55 h 174"/>
                <a:gd name="T40" fmla="*/ 93 w 174"/>
                <a:gd name="T41" fmla="*/ 64 h 174"/>
                <a:gd name="T42" fmla="*/ 88 w 174"/>
                <a:gd name="T43" fmla="*/ 70 h 174"/>
                <a:gd name="T44" fmla="*/ 72 w 174"/>
                <a:gd name="T45" fmla="*/ 75 h 174"/>
                <a:gd name="T46" fmla="*/ 77 w 174"/>
                <a:gd name="T47" fmla="*/ 89 h 174"/>
                <a:gd name="T48" fmla="*/ 84 w 174"/>
                <a:gd name="T49" fmla="*/ 97 h 174"/>
                <a:gd name="T50" fmla="*/ 100 w 174"/>
                <a:gd name="T51" fmla="*/ 95 h 174"/>
                <a:gd name="T52" fmla="*/ 116 w 174"/>
                <a:gd name="T53" fmla="*/ 102 h 174"/>
                <a:gd name="T54" fmla="*/ 121 w 174"/>
                <a:gd name="T55" fmla="*/ 109 h 174"/>
                <a:gd name="T56" fmla="*/ 137 w 174"/>
                <a:gd name="T57" fmla="*/ 114 h 174"/>
                <a:gd name="T58" fmla="*/ 130 w 174"/>
                <a:gd name="T59" fmla="*/ 132 h 174"/>
                <a:gd name="T60" fmla="*/ 122 w 174"/>
                <a:gd name="T61" fmla="*/ 139 h 174"/>
                <a:gd name="T62" fmla="*/ 113 w 174"/>
                <a:gd name="T63" fmla="*/ 148 h 174"/>
                <a:gd name="T64" fmla="*/ 101 w 174"/>
                <a:gd name="T65" fmla="*/ 161 h 174"/>
                <a:gd name="T66" fmla="*/ 94 w 174"/>
                <a:gd name="T67" fmla="*/ 159 h 174"/>
                <a:gd name="T68" fmla="*/ 97 w 174"/>
                <a:gd name="T69" fmla="*/ 136 h 174"/>
                <a:gd name="T70" fmla="*/ 86 w 174"/>
                <a:gd name="T71" fmla="*/ 114 h 174"/>
                <a:gd name="T72" fmla="*/ 88 w 174"/>
                <a:gd name="T73" fmla="*/ 99 h 174"/>
                <a:gd name="T74" fmla="*/ 75 w 174"/>
                <a:gd name="T75" fmla="*/ 93 h 174"/>
                <a:gd name="T76" fmla="*/ 56 w 174"/>
                <a:gd name="T77" fmla="*/ 82 h 174"/>
                <a:gd name="T78" fmla="*/ 52 w 174"/>
                <a:gd name="T79" fmla="*/ 79 h 174"/>
                <a:gd name="T80" fmla="*/ 40 w 174"/>
                <a:gd name="T81" fmla="*/ 67 h 174"/>
                <a:gd name="T82" fmla="*/ 34 w 174"/>
                <a:gd name="T83" fmla="*/ 46 h 174"/>
                <a:gd name="T84" fmla="*/ 59 w 174"/>
                <a:gd name="T85" fmla="*/ 17 h 174"/>
                <a:gd name="T86" fmla="*/ 55 w 174"/>
                <a:gd name="T87" fmla="*/ 22 h 174"/>
                <a:gd name="T88" fmla="*/ 65 w 174"/>
                <a:gd name="T89" fmla="*/ 21 h 174"/>
                <a:gd name="T90" fmla="*/ 73 w 174"/>
                <a:gd name="T91" fmla="*/ 19 h 174"/>
                <a:gd name="T92" fmla="*/ 76 w 174"/>
                <a:gd name="T93" fmla="*/ 14 h 174"/>
                <a:gd name="T94" fmla="*/ 71 w 174"/>
                <a:gd name="T95" fmla="*/ 11 h 174"/>
                <a:gd name="T96" fmla="*/ 96 w 174"/>
                <a:gd name="T97" fmla="*/ 12 h 174"/>
                <a:gd name="T98" fmla="*/ 102 w 174"/>
                <a:gd name="T99" fmla="*/ 11 h 174"/>
                <a:gd name="T100" fmla="*/ 158 w 174"/>
                <a:gd name="T101" fmla="*/ 64 h 174"/>
                <a:gd name="T102" fmla="*/ 163 w 174"/>
                <a:gd name="T103" fmla="*/ 72 h 174"/>
                <a:gd name="T104" fmla="*/ 157 w 174"/>
                <a:gd name="T105" fmla="*/ 69 h 174"/>
                <a:gd name="T106" fmla="*/ 154 w 174"/>
                <a:gd name="T107" fmla="*/ 100 h 174"/>
                <a:gd name="T108" fmla="*/ 156 w 174"/>
                <a:gd name="T109" fmla="*/ 84 h 174"/>
                <a:gd name="T110" fmla="*/ 164 w 174"/>
                <a:gd name="T111" fmla="*/ 87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74" h="174">
                  <a:moveTo>
                    <a:pt x="85" y="72"/>
                  </a:move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85" y="72"/>
                    <a:pt x="85" y="72"/>
                  </a:cubicBezTo>
                  <a:close/>
                  <a:moveTo>
                    <a:pt x="119" y="109"/>
                  </a:moveTo>
                  <a:cubicBezTo>
                    <a:pt x="119" y="109"/>
                    <a:pt x="119" y="109"/>
                    <a:pt x="119" y="109"/>
                  </a:cubicBezTo>
                  <a:cubicBezTo>
                    <a:pt x="119" y="109"/>
                    <a:pt x="119" y="109"/>
                    <a:pt x="119" y="109"/>
                  </a:cubicBezTo>
                  <a:cubicBezTo>
                    <a:pt x="119" y="109"/>
                    <a:pt x="119" y="109"/>
                    <a:pt x="119" y="109"/>
                  </a:cubicBezTo>
                  <a:close/>
                  <a:moveTo>
                    <a:pt x="120" y="109"/>
                  </a:moveTo>
                  <a:cubicBezTo>
                    <a:pt x="119" y="109"/>
                    <a:pt x="119" y="109"/>
                    <a:pt x="119" y="109"/>
                  </a:cubicBezTo>
                  <a:cubicBezTo>
                    <a:pt x="119" y="109"/>
                    <a:pt x="119" y="109"/>
                    <a:pt x="120" y="109"/>
                  </a:cubicBezTo>
                  <a:close/>
                  <a:moveTo>
                    <a:pt x="87" y="0"/>
                  </a:moveTo>
                  <a:cubicBezTo>
                    <a:pt x="39" y="0"/>
                    <a:pt x="0" y="39"/>
                    <a:pt x="0" y="87"/>
                  </a:cubicBezTo>
                  <a:cubicBezTo>
                    <a:pt x="0" y="135"/>
                    <a:pt x="39" y="174"/>
                    <a:pt x="87" y="174"/>
                  </a:cubicBezTo>
                  <a:cubicBezTo>
                    <a:pt x="135" y="174"/>
                    <a:pt x="174" y="135"/>
                    <a:pt x="174" y="87"/>
                  </a:cubicBezTo>
                  <a:cubicBezTo>
                    <a:pt x="174" y="39"/>
                    <a:pt x="135" y="0"/>
                    <a:pt x="87" y="0"/>
                  </a:cubicBezTo>
                  <a:close/>
                  <a:moveTo>
                    <a:pt x="143" y="34"/>
                  </a:moveTo>
                  <a:cubicBezTo>
                    <a:pt x="140" y="34"/>
                    <a:pt x="138" y="34"/>
                    <a:pt x="135" y="36"/>
                  </a:cubicBezTo>
                  <a:cubicBezTo>
                    <a:pt x="134" y="36"/>
                    <a:pt x="134" y="37"/>
                    <a:pt x="132" y="37"/>
                  </a:cubicBezTo>
                  <a:cubicBezTo>
                    <a:pt x="131" y="38"/>
                    <a:pt x="130" y="37"/>
                    <a:pt x="129" y="38"/>
                  </a:cubicBezTo>
                  <a:cubicBezTo>
                    <a:pt x="125" y="39"/>
                    <a:pt x="126" y="48"/>
                    <a:pt x="120" y="46"/>
                  </a:cubicBezTo>
                  <a:cubicBezTo>
                    <a:pt x="118" y="46"/>
                    <a:pt x="116" y="43"/>
                    <a:pt x="115" y="41"/>
                  </a:cubicBezTo>
                  <a:cubicBezTo>
                    <a:pt x="114" y="39"/>
                    <a:pt x="112" y="38"/>
                    <a:pt x="113" y="36"/>
                  </a:cubicBezTo>
                  <a:cubicBezTo>
                    <a:pt x="113" y="36"/>
                    <a:pt x="112" y="36"/>
                    <a:pt x="111" y="36"/>
                  </a:cubicBezTo>
                  <a:cubicBezTo>
                    <a:pt x="112" y="34"/>
                    <a:pt x="115" y="34"/>
                    <a:pt x="116" y="33"/>
                  </a:cubicBezTo>
                  <a:cubicBezTo>
                    <a:pt x="117" y="31"/>
                    <a:pt x="112" y="31"/>
                    <a:pt x="111" y="30"/>
                  </a:cubicBezTo>
                  <a:cubicBezTo>
                    <a:pt x="113" y="29"/>
                    <a:pt x="113" y="31"/>
                    <a:pt x="115" y="31"/>
                  </a:cubicBezTo>
                  <a:cubicBezTo>
                    <a:pt x="116" y="30"/>
                    <a:pt x="114" y="28"/>
                    <a:pt x="113" y="28"/>
                  </a:cubicBezTo>
                  <a:cubicBezTo>
                    <a:pt x="113" y="28"/>
                    <a:pt x="108" y="30"/>
                    <a:pt x="111" y="27"/>
                  </a:cubicBezTo>
                  <a:cubicBezTo>
                    <a:pt x="107" y="25"/>
                    <a:pt x="104" y="22"/>
                    <a:pt x="100" y="20"/>
                  </a:cubicBezTo>
                  <a:cubicBezTo>
                    <a:pt x="100" y="23"/>
                    <a:pt x="105" y="24"/>
                    <a:pt x="107" y="25"/>
                  </a:cubicBezTo>
                  <a:cubicBezTo>
                    <a:pt x="106" y="26"/>
                    <a:pt x="105" y="28"/>
                    <a:pt x="103" y="27"/>
                  </a:cubicBezTo>
                  <a:cubicBezTo>
                    <a:pt x="102" y="27"/>
                    <a:pt x="103" y="25"/>
                    <a:pt x="101" y="25"/>
                  </a:cubicBezTo>
                  <a:cubicBezTo>
                    <a:pt x="100" y="28"/>
                    <a:pt x="104" y="27"/>
                    <a:pt x="104" y="29"/>
                  </a:cubicBezTo>
                  <a:cubicBezTo>
                    <a:pt x="104" y="31"/>
                    <a:pt x="103" y="30"/>
                    <a:pt x="102" y="30"/>
                  </a:cubicBezTo>
                  <a:cubicBezTo>
                    <a:pt x="102" y="30"/>
                    <a:pt x="100" y="29"/>
                    <a:pt x="100" y="30"/>
                  </a:cubicBezTo>
                  <a:cubicBezTo>
                    <a:pt x="100" y="31"/>
                    <a:pt x="102" y="30"/>
                    <a:pt x="103" y="32"/>
                  </a:cubicBezTo>
                  <a:cubicBezTo>
                    <a:pt x="100" y="32"/>
                    <a:pt x="99" y="31"/>
                    <a:pt x="96" y="29"/>
                  </a:cubicBezTo>
                  <a:cubicBezTo>
                    <a:pt x="94" y="28"/>
                    <a:pt x="93" y="28"/>
                    <a:pt x="90" y="28"/>
                  </a:cubicBezTo>
                  <a:cubicBezTo>
                    <a:pt x="90" y="28"/>
                    <a:pt x="92" y="27"/>
                    <a:pt x="93" y="27"/>
                  </a:cubicBezTo>
                  <a:cubicBezTo>
                    <a:pt x="93" y="26"/>
                    <a:pt x="95" y="25"/>
                    <a:pt x="95" y="24"/>
                  </a:cubicBezTo>
                  <a:cubicBezTo>
                    <a:pt x="95" y="23"/>
                    <a:pt x="95" y="23"/>
                    <a:pt x="93" y="22"/>
                  </a:cubicBezTo>
                  <a:cubicBezTo>
                    <a:pt x="92" y="21"/>
                    <a:pt x="90" y="19"/>
                    <a:pt x="89" y="19"/>
                  </a:cubicBezTo>
                  <a:cubicBezTo>
                    <a:pt x="83" y="18"/>
                    <a:pt x="87" y="24"/>
                    <a:pt x="82" y="25"/>
                  </a:cubicBezTo>
                  <a:cubicBezTo>
                    <a:pt x="82" y="25"/>
                    <a:pt x="83" y="25"/>
                    <a:pt x="83" y="25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2" y="25"/>
                    <a:pt x="82" y="25"/>
                    <a:pt x="82" y="25"/>
                  </a:cubicBezTo>
                  <a:cubicBezTo>
                    <a:pt x="81" y="25"/>
                    <a:pt x="79" y="25"/>
                    <a:pt x="79" y="25"/>
                  </a:cubicBezTo>
                  <a:cubicBezTo>
                    <a:pt x="78" y="26"/>
                    <a:pt x="78" y="27"/>
                    <a:pt x="78" y="28"/>
                  </a:cubicBezTo>
                  <a:cubicBezTo>
                    <a:pt x="77" y="29"/>
                    <a:pt x="75" y="29"/>
                    <a:pt x="74" y="30"/>
                  </a:cubicBezTo>
                  <a:cubicBezTo>
                    <a:pt x="73" y="31"/>
                    <a:pt x="71" y="32"/>
                    <a:pt x="70" y="34"/>
                  </a:cubicBezTo>
                  <a:cubicBezTo>
                    <a:pt x="68" y="38"/>
                    <a:pt x="75" y="39"/>
                    <a:pt x="78" y="41"/>
                  </a:cubicBezTo>
                  <a:cubicBezTo>
                    <a:pt x="80" y="41"/>
                    <a:pt x="84" y="42"/>
                    <a:pt x="84" y="43"/>
                  </a:cubicBezTo>
                  <a:cubicBezTo>
                    <a:pt x="85" y="44"/>
                    <a:pt x="83" y="46"/>
                    <a:pt x="85" y="47"/>
                  </a:cubicBezTo>
                  <a:cubicBezTo>
                    <a:pt x="86" y="47"/>
                    <a:pt x="87" y="47"/>
                    <a:pt x="88" y="46"/>
                  </a:cubicBezTo>
                  <a:cubicBezTo>
                    <a:pt x="89" y="45"/>
                    <a:pt x="88" y="45"/>
                    <a:pt x="87" y="44"/>
                  </a:cubicBezTo>
                  <a:cubicBezTo>
                    <a:pt x="87" y="42"/>
                    <a:pt x="88" y="43"/>
                    <a:pt x="89" y="42"/>
                  </a:cubicBezTo>
                  <a:cubicBezTo>
                    <a:pt x="91" y="40"/>
                    <a:pt x="90" y="40"/>
                    <a:pt x="90" y="37"/>
                  </a:cubicBezTo>
                  <a:cubicBezTo>
                    <a:pt x="89" y="36"/>
                    <a:pt x="88" y="33"/>
                    <a:pt x="89" y="32"/>
                  </a:cubicBezTo>
                  <a:cubicBezTo>
                    <a:pt x="91" y="30"/>
                    <a:pt x="94" y="32"/>
                    <a:pt x="96" y="32"/>
                  </a:cubicBezTo>
                  <a:cubicBezTo>
                    <a:pt x="97" y="33"/>
                    <a:pt x="98" y="35"/>
                    <a:pt x="99" y="36"/>
                  </a:cubicBezTo>
                  <a:cubicBezTo>
                    <a:pt x="99" y="36"/>
                    <a:pt x="100" y="37"/>
                    <a:pt x="101" y="37"/>
                  </a:cubicBezTo>
                  <a:cubicBezTo>
                    <a:pt x="103" y="37"/>
                    <a:pt x="102" y="36"/>
                    <a:pt x="103" y="35"/>
                  </a:cubicBezTo>
                  <a:cubicBezTo>
                    <a:pt x="105" y="33"/>
                    <a:pt x="106" y="36"/>
                    <a:pt x="107" y="38"/>
                  </a:cubicBezTo>
                  <a:cubicBezTo>
                    <a:pt x="108" y="40"/>
                    <a:pt x="108" y="41"/>
                    <a:pt x="110" y="42"/>
                  </a:cubicBezTo>
                  <a:cubicBezTo>
                    <a:pt x="111" y="42"/>
                    <a:pt x="114" y="45"/>
                    <a:pt x="113" y="46"/>
                  </a:cubicBezTo>
                  <a:cubicBezTo>
                    <a:pt x="113" y="47"/>
                    <a:pt x="110" y="48"/>
                    <a:pt x="109" y="49"/>
                  </a:cubicBezTo>
                  <a:cubicBezTo>
                    <a:pt x="105" y="50"/>
                    <a:pt x="99" y="47"/>
                    <a:pt x="98" y="52"/>
                  </a:cubicBezTo>
                  <a:cubicBezTo>
                    <a:pt x="99" y="52"/>
                    <a:pt x="103" y="49"/>
                    <a:pt x="104" y="50"/>
                  </a:cubicBezTo>
                  <a:cubicBezTo>
                    <a:pt x="105" y="51"/>
                    <a:pt x="104" y="52"/>
                    <a:pt x="104" y="53"/>
                  </a:cubicBezTo>
                  <a:cubicBezTo>
                    <a:pt x="105" y="55"/>
                    <a:pt x="106" y="54"/>
                    <a:pt x="108" y="53"/>
                  </a:cubicBezTo>
                  <a:cubicBezTo>
                    <a:pt x="108" y="54"/>
                    <a:pt x="108" y="54"/>
                    <a:pt x="108" y="54"/>
                  </a:cubicBezTo>
                  <a:cubicBezTo>
                    <a:pt x="110" y="53"/>
                    <a:pt x="110" y="53"/>
                    <a:pt x="111" y="51"/>
                  </a:cubicBezTo>
                  <a:cubicBezTo>
                    <a:pt x="111" y="50"/>
                    <a:pt x="112" y="49"/>
                    <a:pt x="112" y="48"/>
                  </a:cubicBezTo>
                  <a:cubicBezTo>
                    <a:pt x="114" y="47"/>
                    <a:pt x="114" y="48"/>
                    <a:pt x="115" y="49"/>
                  </a:cubicBezTo>
                  <a:cubicBezTo>
                    <a:pt x="115" y="49"/>
                    <a:pt x="118" y="53"/>
                    <a:pt x="117" y="53"/>
                  </a:cubicBezTo>
                  <a:cubicBezTo>
                    <a:pt x="114" y="52"/>
                    <a:pt x="111" y="52"/>
                    <a:pt x="109" y="54"/>
                  </a:cubicBezTo>
                  <a:cubicBezTo>
                    <a:pt x="107" y="55"/>
                    <a:pt x="106" y="56"/>
                    <a:pt x="104" y="57"/>
                  </a:cubicBezTo>
                  <a:cubicBezTo>
                    <a:pt x="104" y="57"/>
                    <a:pt x="101" y="57"/>
                    <a:pt x="101" y="57"/>
                  </a:cubicBezTo>
                  <a:cubicBezTo>
                    <a:pt x="102" y="56"/>
                    <a:pt x="104" y="55"/>
                    <a:pt x="104" y="55"/>
                  </a:cubicBezTo>
                  <a:cubicBezTo>
                    <a:pt x="102" y="54"/>
                    <a:pt x="101" y="55"/>
                    <a:pt x="99" y="57"/>
                  </a:cubicBezTo>
                  <a:cubicBezTo>
                    <a:pt x="98" y="57"/>
                    <a:pt x="97" y="59"/>
                    <a:pt x="96" y="60"/>
                  </a:cubicBezTo>
                  <a:cubicBezTo>
                    <a:pt x="95" y="60"/>
                    <a:pt x="94" y="61"/>
                    <a:pt x="94" y="61"/>
                  </a:cubicBezTo>
                  <a:cubicBezTo>
                    <a:pt x="93" y="62"/>
                    <a:pt x="93" y="63"/>
                    <a:pt x="93" y="64"/>
                  </a:cubicBezTo>
                  <a:cubicBezTo>
                    <a:pt x="92" y="64"/>
                    <a:pt x="91" y="64"/>
                    <a:pt x="91" y="64"/>
                  </a:cubicBezTo>
                  <a:cubicBezTo>
                    <a:pt x="90" y="65"/>
                    <a:pt x="91" y="66"/>
                    <a:pt x="91" y="67"/>
                  </a:cubicBezTo>
                  <a:cubicBezTo>
                    <a:pt x="91" y="68"/>
                    <a:pt x="88" y="69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7" y="70"/>
                    <a:pt x="86" y="71"/>
                    <a:pt x="85" y="72"/>
                  </a:cubicBezTo>
                  <a:cubicBezTo>
                    <a:pt x="86" y="74"/>
                    <a:pt x="87" y="77"/>
                    <a:pt x="86" y="78"/>
                  </a:cubicBezTo>
                  <a:cubicBezTo>
                    <a:pt x="85" y="81"/>
                    <a:pt x="84" y="76"/>
                    <a:pt x="83" y="75"/>
                  </a:cubicBezTo>
                  <a:cubicBezTo>
                    <a:pt x="81" y="72"/>
                    <a:pt x="76" y="74"/>
                    <a:pt x="72" y="75"/>
                  </a:cubicBezTo>
                  <a:cubicBezTo>
                    <a:pt x="68" y="75"/>
                    <a:pt x="64" y="80"/>
                    <a:pt x="67" y="85"/>
                  </a:cubicBezTo>
                  <a:cubicBezTo>
                    <a:pt x="68" y="87"/>
                    <a:pt x="70" y="88"/>
                    <a:pt x="72" y="87"/>
                  </a:cubicBezTo>
                  <a:cubicBezTo>
                    <a:pt x="75" y="87"/>
                    <a:pt x="75" y="84"/>
                    <a:pt x="77" y="84"/>
                  </a:cubicBezTo>
                  <a:cubicBezTo>
                    <a:pt x="81" y="84"/>
                    <a:pt x="77" y="87"/>
                    <a:pt x="77" y="89"/>
                  </a:cubicBezTo>
                  <a:cubicBezTo>
                    <a:pt x="77" y="90"/>
                    <a:pt x="77" y="90"/>
                    <a:pt x="79" y="90"/>
                  </a:cubicBezTo>
                  <a:cubicBezTo>
                    <a:pt x="80" y="91"/>
                    <a:pt x="81" y="90"/>
                    <a:pt x="82" y="91"/>
                  </a:cubicBezTo>
                  <a:cubicBezTo>
                    <a:pt x="82" y="91"/>
                    <a:pt x="82" y="93"/>
                    <a:pt x="83" y="92"/>
                  </a:cubicBezTo>
                  <a:cubicBezTo>
                    <a:pt x="82" y="93"/>
                    <a:pt x="82" y="96"/>
                    <a:pt x="84" y="97"/>
                  </a:cubicBezTo>
                  <a:cubicBezTo>
                    <a:pt x="85" y="98"/>
                    <a:pt x="87" y="97"/>
                    <a:pt x="89" y="98"/>
                  </a:cubicBezTo>
                  <a:cubicBezTo>
                    <a:pt x="92" y="99"/>
                    <a:pt x="90" y="98"/>
                    <a:pt x="93" y="96"/>
                  </a:cubicBezTo>
                  <a:cubicBezTo>
                    <a:pt x="95" y="95"/>
                    <a:pt x="95" y="96"/>
                    <a:pt x="97" y="96"/>
                  </a:cubicBezTo>
                  <a:cubicBezTo>
                    <a:pt x="98" y="96"/>
                    <a:pt x="98" y="95"/>
                    <a:pt x="100" y="95"/>
                  </a:cubicBezTo>
                  <a:cubicBezTo>
                    <a:pt x="101" y="95"/>
                    <a:pt x="101" y="96"/>
                    <a:pt x="103" y="97"/>
                  </a:cubicBezTo>
                  <a:cubicBezTo>
                    <a:pt x="103" y="97"/>
                    <a:pt x="104" y="96"/>
                    <a:pt x="105" y="96"/>
                  </a:cubicBezTo>
                  <a:cubicBezTo>
                    <a:pt x="107" y="97"/>
                    <a:pt x="109" y="98"/>
                    <a:pt x="111" y="100"/>
                  </a:cubicBezTo>
                  <a:cubicBezTo>
                    <a:pt x="113" y="101"/>
                    <a:pt x="114" y="101"/>
                    <a:pt x="116" y="102"/>
                  </a:cubicBezTo>
                  <a:cubicBezTo>
                    <a:pt x="118" y="102"/>
                    <a:pt x="120" y="104"/>
                    <a:pt x="120" y="106"/>
                  </a:cubicBezTo>
                  <a:cubicBezTo>
                    <a:pt x="120" y="106"/>
                    <a:pt x="119" y="108"/>
                    <a:pt x="119" y="109"/>
                  </a:cubicBezTo>
                  <a:cubicBezTo>
                    <a:pt x="119" y="109"/>
                    <a:pt x="122" y="108"/>
                    <a:pt x="123" y="108"/>
                  </a:cubicBezTo>
                  <a:cubicBezTo>
                    <a:pt x="122" y="109"/>
                    <a:pt x="121" y="110"/>
                    <a:pt x="121" y="109"/>
                  </a:cubicBezTo>
                  <a:cubicBezTo>
                    <a:pt x="121" y="110"/>
                    <a:pt x="122" y="110"/>
                    <a:pt x="122" y="111"/>
                  </a:cubicBezTo>
                  <a:cubicBezTo>
                    <a:pt x="123" y="108"/>
                    <a:pt x="125" y="109"/>
                    <a:pt x="126" y="110"/>
                  </a:cubicBezTo>
                  <a:cubicBezTo>
                    <a:pt x="128" y="111"/>
                    <a:pt x="130" y="111"/>
                    <a:pt x="132" y="111"/>
                  </a:cubicBezTo>
                  <a:cubicBezTo>
                    <a:pt x="133" y="112"/>
                    <a:pt x="136" y="113"/>
                    <a:pt x="137" y="114"/>
                  </a:cubicBezTo>
                  <a:cubicBezTo>
                    <a:pt x="138" y="115"/>
                    <a:pt x="138" y="117"/>
                    <a:pt x="137" y="119"/>
                  </a:cubicBezTo>
                  <a:cubicBezTo>
                    <a:pt x="135" y="121"/>
                    <a:pt x="134" y="121"/>
                    <a:pt x="133" y="123"/>
                  </a:cubicBezTo>
                  <a:cubicBezTo>
                    <a:pt x="132" y="125"/>
                    <a:pt x="133" y="127"/>
                    <a:pt x="132" y="129"/>
                  </a:cubicBezTo>
                  <a:cubicBezTo>
                    <a:pt x="132" y="131"/>
                    <a:pt x="131" y="130"/>
                    <a:pt x="130" y="132"/>
                  </a:cubicBezTo>
                  <a:cubicBezTo>
                    <a:pt x="128" y="133"/>
                    <a:pt x="130" y="133"/>
                    <a:pt x="128" y="134"/>
                  </a:cubicBezTo>
                  <a:cubicBezTo>
                    <a:pt x="126" y="135"/>
                    <a:pt x="124" y="134"/>
                    <a:pt x="123" y="137"/>
                  </a:cubicBezTo>
                  <a:cubicBezTo>
                    <a:pt x="123" y="136"/>
                    <a:pt x="123" y="136"/>
                    <a:pt x="123" y="136"/>
                  </a:cubicBezTo>
                  <a:cubicBezTo>
                    <a:pt x="123" y="137"/>
                    <a:pt x="122" y="138"/>
                    <a:pt x="122" y="139"/>
                  </a:cubicBezTo>
                  <a:cubicBezTo>
                    <a:pt x="121" y="140"/>
                    <a:pt x="121" y="141"/>
                    <a:pt x="120" y="142"/>
                  </a:cubicBezTo>
                  <a:cubicBezTo>
                    <a:pt x="119" y="143"/>
                    <a:pt x="115" y="148"/>
                    <a:pt x="115" y="147"/>
                  </a:cubicBezTo>
                  <a:cubicBezTo>
                    <a:pt x="115" y="147"/>
                    <a:pt x="112" y="148"/>
                    <a:pt x="112" y="147"/>
                  </a:cubicBezTo>
                  <a:cubicBezTo>
                    <a:pt x="112" y="148"/>
                    <a:pt x="112" y="148"/>
                    <a:pt x="113" y="148"/>
                  </a:cubicBezTo>
                  <a:cubicBezTo>
                    <a:pt x="112" y="152"/>
                    <a:pt x="110" y="153"/>
                    <a:pt x="106" y="153"/>
                  </a:cubicBezTo>
                  <a:cubicBezTo>
                    <a:pt x="107" y="155"/>
                    <a:pt x="105" y="154"/>
                    <a:pt x="104" y="155"/>
                  </a:cubicBezTo>
                  <a:cubicBezTo>
                    <a:pt x="103" y="156"/>
                    <a:pt x="103" y="158"/>
                    <a:pt x="103" y="158"/>
                  </a:cubicBezTo>
                  <a:cubicBezTo>
                    <a:pt x="103" y="159"/>
                    <a:pt x="101" y="161"/>
                    <a:pt x="101" y="161"/>
                  </a:cubicBezTo>
                  <a:cubicBezTo>
                    <a:pt x="101" y="162"/>
                    <a:pt x="102" y="162"/>
                    <a:pt x="102" y="163"/>
                  </a:cubicBezTo>
                  <a:cubicBezTo>
                    <a:pt x="99" y="163"/>
                    <a:pt x="96" y="164"/>
                    <a:pt x="93" y="164"/>
                  </a:cubicBezTo>
                  <a:cubicBezTo>
                    <a:pt x="94" y="163"/>
                    <a:pt x="94" y="163"/>
                    <a:pt x="92" y="163"/>
                  </a:cubicBezTo>
                  <a:cubicBezTo>
                    <a:pt x="93" y="161"/>
                    <a:pt x="94" y="161"/>
                    <a:pt x="94" y="159"/>
                  </a:cubicBezTo>
                  <a:cubicBezTo>
                    <a:pt x="94" y="159"/>
                    <a:pt x="94" y="159"/>
                    <a:pt x="94" y="158"/>
                  </a:cubicBezTo>
                  <a:cubicBezTo>
                    <a:pt x="95" y="156"/>
                    <a:pt x="95" y="157"/>
                    <a:pt x="94" y="155"/>
                  </a:cubicBezTo>
                  <a:cubicBezTo>
                    <a:pt x="94" y="152"/>
                    <a:pt x="95" y="151"/>
                    <a:pt x="96" y="147"/>
                  </a:cubicBezTo>
                  <a:cubicBezTo>
                    <a:pt x="97" y="144"/>
                    <a:pt x="97" y="139"/>
                    <a:pt x="97" y="136"/>
                  </a:cubicBezTo>
                  <a:cubicBezTo>
                    <a:pt x="98" y="134"/>
                    <a:pt x="98" y="130"/>
                    <a:pt x="98" y="129"/>
                  </a:cubicBezTo>
                  <a:cubicBezTo>
                    <a:pt x="97" y="127"/>
                    <a:pt x="94" y="125"/>
                    <a:pt x="92" y="124"/>
                  </a:cubicBezTo>
                  <a:cubicBezTo>
                    <a:pt x="90" y="122"/>
                    <a:pt x="89" y="120"/>
                    <a:pt x="88" y="118"/>
                  </a:cubicBezTo>
                  <a:cubicBezTo>
                    <a:pt x="87" y="117"/>
                    <a:pt x="86" y="116"/>
                    <a:pt x="86" y="114"/>
                  </a:cubicBezTo>
                  <a:cubicBezTo>
                    <a:pt x="85" y="112"/>
                    <a:pt x="86" y="113"/>
                    <a:pt x="86" y="112"/>
                  </a:cubicBezTo>
                  <a:cubicBezTo>
                    <a:pt x="86" y="110"/>
                    <a:pt x="86" y="109"/>
                    <a:pt x="86" y="107"/>
                  </a:cubicBezTo>
                  <a:cubicBezTo>
                    <a:pt x="87" y="106"/>
                    <a:pt x="89" y="105"/>
                    <a:pt x="89" y="103"/>
                  </a:cubicBezTo>
                  <a:cubicBezTo>
                    <a:pt x="90" y="101"/>
                    <a:pt x="89" y="99"/>
                    <a:pt x="88" y="99"/>
                  </a:cubicBezTo>
                  <a:cubicBezTo>
                    <a:pt x="87" y="99"/>
                    <a:pt x="86" y="99"/>
                    <a:pt x="85" y="99"/>
                  </a:cubicBezTo>
                  <a:cubicBezTo>
                    <a:pt x="84" y="99"/>
                    <a:pt x="82" y="98"/>
                    <a:pt x="81" y="97"/>
                  </a:cubicBezTo>
                  <a:cubicBezTo>
                    <a:pt x="80" y="96"/>
                    <a:pt x="79" y="94"/>
                    <a:pt x="78" y="93"/>
                  </a:cubicBezTo>
                  <a:cubicBezTo>
                    <a:pt x="77" y="93"/>
                    <a:pt x="76" y="93"/>
                    <a:pt x="75" y="93"/>
                  </a:cubicBezTo>
                  <a:cubicBezTo>
                    <a:pt x="73" y="92"/>
                    <a:pt x="72" y="91"/>
                    <a:pt x="71" y="90"/>
                  </a:cubicBezTo>
                  <a:cubicBezTo>
                    <a:pt x="70" y="89"/>
                    <a:pt x="69" y="90"/>
                    <a:pt x="67" y="90"/>
                  </a:cubicBezTo>
                  <a:cubicBezTo>
                    <a:pt x="65" y="90"/>
                    <a:pt x="63" y="88"/>
                    <a:pt x="62" y="88"/>
                  </a:cubicBezTo>
                  <a:cubicBezTo>
                    <a:pt x="59" y="87"/>
                    <a:pt x="57" y="85"/>
                    <a:pt x="56" y="82"/>
                  </a:cubicBezTo>
                  <a:cubicBezTo>
                    <a:pt x="55" y="80"/>
                    <a:pt x="54" y="79"/>
                    <a:pt x="52" y="77"/>
                  </a:cubicBezTo>
                  <a:cubicBezTo>
                    <a:pt x="51" y="75"/>
                    <a:pt x="50" y="73"/>
                    <a:pt x="47" y="72"/>
                  </a:cubicBezTo>
                  <a:cubicBezTo>
                    <a:pt x="47" y="72"/>
                    <a:pt x="48" y="74"/>
                    <a:pt x="48" y="75"/>
                  </a:cubicBezTo>
                  <a:cubicBezTo>
                    <a:pt x="49" y="76"/>
                    <a:pt x="50" y="78"/>
                    <a:pt x="52" y="79"/>
                  </a:cubicBezTo>
                  <a:cubicBezTo>
                    <a:pt x="53" y="82"/>
                    <a:pt x="52" y="82"/>
                    <a:pt x="51" y="80"/>
                  </a:cubicBezTo>
                  <a:cubicBezTo>
                    <a:pt x="49" y="77"/>
                    <a:pt x="47" y="75"/>
                    <a:pt x="45" y="72"/>
                  </a:cubicBezTo>
                  <a:cubicBezTo>
                    <a:pt x="44" y="71"/>
                    <a:pt x="45" y="70"/>
                    <a:pt x="44" y="69"/>
                  </a:cubicBezTo>
                  <a:cubicBezTo>
                    <a:pt x="43" y="68"/>
                    <a:pt x="41" y="68"/>
                    <a:pt x="40" y="67"/>
                  </a:cubicBezTo>
                  <a:cubicBezTo>
                    <a:pt x="37" y="64"/>
                    <a:pt x="36" y="59"/>
                    <a:pt x="36" y="55"/>
                  </a:cubicBezTo>
                  <a:cubicBezTo>
                    <a:pt x="36" y="53"/>
                    <a:pt x="37" y="52"/>
                    <a:pt x="37" y="51"/>
                  </a:cubicBezTo>
                  <a:cubicBezTo>
                    <a:pt x="37" y="49"/>
                    <a:pt x="36" y="48"/>
                    <a:pt x="35" y="48"/>
                  </a:cubicBezTo>
                  <a:cubicBezTo>
                    <a:pt x="35" y="47"/>
                    <a:pt x="34" y="46"/>
                    <a:pt x="34" y="46"/>
                  </a:cubicBezTo>
                  <a:cubicBezTo>
                    <a:pt x="33" y="45"/>
                    <a:pt x="32" y="43"/>
                    <a:pt x="31" y="42"/>
                  </a:cubicBezTo>
                  <a:cubicBezTo>
                    <a:pt x="30" y="41"/>
                    <a:pt x="28" y="40"/>
                    <a:pt x="27" y="39"/>
                  </a:cubicBezTo>
                  <a:cubicBezTo>
                    <a:pt x="35" y="29"/>
                    <a:pt x="46" y="20"/>
                    <a:pt x="58" y="15"/>
                  </a:cubicBezTo>
                  <a:cubicBezTo>
                    <a:pt x="58" y="16"/>
                    <a:pt x="58" y="17"/>
                    <a:pt x="59" y="17"/>
                  </a:cubicBezTo>
                  <a:cubicBezTo>
                    <a:pt x="60" y="19"/>
                    <a:pt x="61" y="19"/>
                    <a:pt x="63" y="19"/>
                  </a:cubicBezTo>
                  <a:cubicBezTo>
                    <a:pt x="62" y="21"/>
                    <a:pt x="60" y="21"/>
                    <a:pt x="58" y="21"/>
                  </a:cubicBezTo>
                  <a:cubicBezTo>
                    <a:pt x="56" y="21"/>
                    <a:pt x="53" y="20"/>
                    <a:pt x="52" y="22"/>
                  </a:cubicBezTo>
                  <a:cubicBezTo>
                    <a:pt x="53" y="23"/>
                    <a:pt x="55" y="25"/>
                    <a:pt x="55" y="22"/>
                  </a:cubicBezTo>
                  <a:cubicBezTo>
                    <a:pt x="57" y="22"/>
                    <a:pt x="59" y="22"/>
                    <a:pt x="61" y="23"/>
                  </a:cubicBezTo>
                  <a:cubicBezTo>
                    <a:pt x="62" y="23"/>
                    <a:pt x="65" y="24"/>
                    <a:pt x="65" y="23"/>
                  </a:cubicBezTo>
                  <a:cubicBezTo>
                    <a:pt x="66" y="23"/>
                    <a:pt x="66" y="21"/>
                    <a:pt x="66" y="21"/>
                  </a:cubicBezTo>
                  <a:cubicBezTo>
                    <a:pt x="66" y="21"/>
                    <a:pt x="65" y="21"/>
                    <a:pt x="65" y="21"/>
                  </a:cubicBezTo>
                  <a:cubicBezTo>
                    <a:pt x="66" y="19"/>
                    <a:pt x="67" y="20"/>
                    <a:pt x="69" y="21"/>
                  </a:cubicBezTo>
                  <a:cubicBezTo>
                    <a:pt x="67" y="22"/>
                    <a:pt x="68" y="25"/>
                    <a:pt x="70" y="23"/>
                  </a:cubicBezTo>
                  <a:cubicBezTo>
                    <a:pt x="72" y="21"/>
                    <a:pt x="70" y="20"/>
                    <a:pt x="68" y="19"/>
                  </a:cubicBezTo>
                  <a:cubicBezTo>
                    <a:pt x="70" y="16"/>
                    <a:pt x="71" y="16"/>
                    <a:pt x="73" y="19"/>
                  </a:cubicBezTo>
                  <a:cubicBezTo>
                    <a:pt x="73" y="17"/>
                    <a:pt x="74" y="18"/>
                    <a:pt x="76" y="18"/>
                  </a:cubicBezTo>
                  <a:cubicBezTo>
                    <a:pt x="76" y="17"/>
                    <a:pt x="76" y="17"/>
                    <a:pt x="76" y="17"/>
                  </a:cubicBezTo>
                  <a:cubicBezTo>
                    <a:pt x="75" y="17"/>
                    <a:pt x="74" y="17"/>
                    <a:pt x="74" y="17"/>
                  </a:cubicBezTo>
                  <a:cubicBezTo>
                    <a:pt x="75" y="15"/>
                    <a:pt x="74" y="14"/>
                    <a:pt x="76" y="14"/>
                  </a:cubicBezTo>
                  <a:cubicBezTo>
                    <a:pt x="78" y="13"/>
                    <a:pt x="83" y="13"/>
                    <a:pt x="83" y="12"/>
                  </a:cubicBezTo>
                  <a:cubicBezTo>
                    <a:pt x="80" y="13"/>
                    <a:pt x="76" y="13"/>
                    <a:pt x="73" y="14"/>
                  </a:cubicBezTo>
                  <a:cubicBezTo>
                    <a:pt x="72" y="15"/>
                    <a:pt x="70" y="17"/>
                    <a:pt x="69" y="16"/>
                  </a:cubicBezTo>
                  <a:cubicBezTo>
                    <a:pt x="68" y="14"/>
                    <a:pt x="70" y="12"/>
                    <a:pt x="71" y="11"/>
                  </a:cubicBezTo>
                  <a:cubicBezTo>
                    <a:pt x="71" y="11"/>
                    <a:pt x="71" y="11"/>
                    <a:pt x="71" y="11"/>
                  </a:cubicBezTo>
                  <a:cubicBezTo>
                    <a:pt x="76" y="10"/>
                    <a:pt x="81" y="10"/>
                    <a:pt x="87" y="10"/>
                  </a:cubicBezTo>
                  <a:cubicBezTo>
                    <a:pt x="91" y="10"/>
                    <a:pt x="94" y="10"/>
                    <a:pt x="98" y="10"/>
                  </a:cubicBezTo>
                  <a:cubicBezTo>
                    <a:pt x="96" y="11"/>
                    <a:pt x="97" y="11"/>
                    <a:pt x="96" y="12"/>
                  </a:cubicBezTo>
                  <a:cubicBezTo>
                    <a:pt x="95" y="13"/>
                    <a:pt x="92" y="14"/>
                    <a:pt x="90" y="15"/>
                  </a:cubicBezTo>
                  <a:cubicBezTo>
                    <a:pt x="92" y="15"/>
                    <a:pt x="98" y="17"/>
                    <a:pt x="100" y="14"/>
                  </a:cubicBezTo>
                  <a:cubicBezTo>
                    <a:pt x="99" y="14"/>
                    <a:pt x="98" y="14"/>
                    <a:pt x="97" y="14"/>
                  </a:cubicBezTo>
                  <a:cubicBezTo>
                    <a:pt x="99" y="13"/>
                    <a:pt x="100" y="12"/>
                    <a:pt x="102" y="11"/>
                  </a:cubicBezTo>
                  <a:cubicBezTo>
                    <a:pt x="118" y="14"/>
                    <a:pt x="132" y="22"/>
                    <a:pt x="143" y="34"/>
                  </a:cubicBezTo>
                  <a:cubicBezTo>
                    <a:pt x="143" y="34"/>
                    <a:pt x="143" y="34"/>
                    <a:pt x="143" y="34"/>
                  </a:cubicBezTo>
                  <a:close/>
                  <a:moveTo>
                    <a:pt x="157" y="64"/>
                  </a:moveTo>
                  <a:cubicBezTo>
                    <a:pt x="157" y="64"/>
                    <a:pt x="157" y="64"/>
                    <a:pt x="158" y="64"/>
                  </a:cubicBezTo>
                  <a:cubicBezTo>
                    <a:pt x="158" y="63"/>
                    <a:pt x="158" y="63"/>
                    <a:pt x="158" y="62"/>
                  </a:cubicBezTo>
                  <a:cubicBezTo>
                    <a:pt x="159" y="62"/>
                    <a:pt x="159" y="62"/>
                    <a:pt x="159" y="61"/>
                  </a:cubicBezTo>
                  <a:cubicBezTo>
                    <a:pt x="160" y="61"/>
                    <a:pt x="160" y="61"/>
                    <a:pt x="160" y="61"/>
                  </a:cubicBezTo>
                  <a:cubicBezTo>
                    <a:pt x="161" y="65"/>
                    <a:pt x="162" y="68"/>
                    <a:pt x="163" y="72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2"/>
                    <a:pt x="161" y="73"/>
                    <a:pt x="161" y="73"/>
                  </a:cubicBezTo>
                  <a:cubicBezTo>
                    <a:pt x="160" y="73"/>
                    <a:pt x="160" y="72"/>
                    <a:pt x="159" y="71"/>
                  </a:cubicBezTo>
                  <a:cubicBezTo>
                    <a:pt x="158" y="71"/>
                    <a:pt x="158" y="70"/>
                    <a:pt x="157" y="69"/>
                  </a:cubicBezTo>
                  <a:cubicBezTo>
                    <a:pt x="157" y="69"/>
                    <a:pt x="157" y="68"/>
                    <a:pt x="157" y="67"/>
                  </a:cubicBezTo>
                  <a:cubicBezTo>
                    <a:pt x="157" y="66"/>
                    <a:pt x="157" y="65"/>
                    <a:pt x="157" y="64"/>
                  </a:cubicBezTo>
                  <a:close/>
                  <a:moveTo>
                    <a:pt x="158" y="104"/>
                  </a:moveTo>
                  <a:cubicBezTo>
                    <a:pt x="156" y="103"/>
                    <a:pt x="155" y="101"/>
                    <a:pt x="154" y="100"/>
                  </a:cubicBezTo>
                  <a:cubicBezTo>
                    <a:pt x="152" y="98"/>
                    <a:pt x="153" y="96"/>
                    <a:pt x="153" y="94"/>
                  </a:cubicBezTo>
                  <a:cubicBezTo>
                    <a:pt x="153" y="92"/>
                    <a:pt x="152" y="90"/>
                    <a:pt x="153" y="88"/>
                  </a:cubicBezTo>
                  <a:cubicBezTo>
                    <a:pt x="154" y="88"/>
                    <a:pt x="154" y="87"/>
                    <a:pt x="155" y="87"/>
                  </a:cubicBezTo>
                  <a:cubicBezTo>
                    <a:pt x="155" y="86"/>
                    <a:pt x="155" y="85"/>
                    <a:pt x="156" y="84"/>
                  </a:cubicBezTo>
                  <a:cubicBezTo>
                    <a:pt x="157" y="82"/>
                    <a:pt x="158" y="82"/>
                    <a:pt x="159" y="81"/>
                  </a:cubicBezTo>
                  <a:cubicBezTo>
                    <a:pt x="160" y="80"/>
                    <a:pt x="160" y="80"/>
                    <a:pt x="161" y="78"/>
                  </a:cubicBezTo>
                  <a:cubicBezTo>
                    <a:pt x="161" y="78"/>
                    <a:pt x="162" y="76"/>
                    <a:pt x="163" y="75"/>
                  </a:cubicBezTo>
                  <a:cubicBezTo>
                    <a:pt x="164" y="79"/>
                    <a:pt x="164" y="83"/>
                    <a:pt x="164" y="87"/>
                  </a:cubicBezTo>
                  <a:cubicBezTo>
                    <a:pt x="164" y="94"/>
                    <a:pt x="163" y="101"/>
                    <a:pt x="162" y="107"/>
                  </a:cubicBezTo>
                  <a:cubicBezTo>
                    <a:pt x="160" y="107"/>
                    <a:pt x="159" y="105"/>
                    <a:pt x="158" y="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p>
              <a:pPr>
                <a:defRPr/>
              </a:pPr>
              <a:endParaRPr lang="zh-CN" altLang="en-US" b="1">
                <a:cs typeface="思源宋体 CN" panose="02020400000000000000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 bwMode="auto">
          <a:xfrm>
            <a:off x="5349663" y="3138380"/>
            <a:ext cx="1452033" cy="1684867"/>
            <a:chOff x="3946133" y="2015846"/>
            <a:chExt cx="1088770" cy="1263554"/>
          </a:xfrm>
        </p:grpSpPr>
        <p:sp>
          <p:nvSpPr>
            <p:cNvPr id="51" name="六边形 50"/>
            <p:cNvSpPr/>
            <p:nvPr/>
          </p:nvSpPr>
          <p:spPr>
            <a:xfrm rot="5400000">
              <a:off x="3858741" y="2103238"/>
              <a:ext cx="1263554" cy="1088770"/>
            </a:xfrm>
            <a:prstGeom prst="hexagon">
              <a:avLst/>
            </a:prstGeom>
            <a:noFill/>
            <a:ln w="19050">
              <a:solidFill>
                <a:schemeClr val="accent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zh-CN" altLang="en-US" sz="1350" b="1">
                <a:solidFill>
                  <a:schemeClr val="tx1"/>
                </a:solidFill>
                <a:cs typeface="思源宋体 CN" panose="02020400000000000000" charset="-122"/>
              </a:endParaRPr>
            </a:p>
          </p:txBody>
        </p:sp>
        <p:grpSp>
          <p:nvGrpSpPr>
            <p:cNvPr id="45071" name="组合 51"/>
            <p:cNvGrpSpPr/>
            <p:nvPr/>
          </p:nvGrpSpPr>
          <p:grpSpPr bwMode="auto">
            <a:xfrm>
              <a:off x="4217303" y="2426466"/>
              <a:ext cx="547920" cy="441721"/>
              <a:chOff x="5374481" y="3711179"/>
              <a:chExt cx="423863" cy="341709"/>
            </a:xfrm>
          </p:grpSpPr>
          <p:sp>
            <p:nvSpPr>
              <p:cNvPr id="54" name="Freeform 155"/>
              <p:cNvSpPr>
                <a:spLocks noEditPoints="1"/>
              </p:cNvSpPr>
              <p:nvPr/>
            </p:nvSpPr>
            <p:spPr bwMode="auto">
              <a:xfrm>
                <a:off x="5374658" y="3825777"/>
                <a:ext cx="381839" cy="227175"/>
              </a:xfrm>
              <a:custGeom>
                <a:avLst/>
                <a:gdLst>
                  <a:gd name="T0" fmla="*/ 90 w 321"/>
                  <a:gd name="T1" fmla="*/ 73 h 191"/>
                  <a:gd name="T2" fmla="*/ 90 w 321"/>
                  <a:gd name="T3" fmla="*/ 191 h 191"/>
                  <a:gd name="T4" fmla="*/ 141 w 321"/>
                  <a:gd name="T5" fmla="*/ 191 h 191"/>
                  <a:gd name="T6" fmla="*/ 141 w 321"/>
                  <a:gd name="T7" fmla="*/ 73 h 191"/>
                  <a:gd name="T8" fmla="*/ 115 w 321"/>
                  <a:gd name="T9" fmla="*/ 50 h 191"/>
                  <a:gd name="T10" fmla="*/ 90 w 321"/>
                  <a:gd name="T11" fmla="*/ 73 h 191"/>
                  <a:gd name="T12" fmla="*/ 0 w 321"/>
                  <a:gd name="T13" fmla="*/ 191 h 191"/>
                  <a:gd name="T14" fmla="*/ 53 w 321"/>
                  <a:gd name="T15" fmla="*/ 191 h 191"/>
                  <a:gd name="T16" fmla="*/ 53 w 321"/>
                  <a:gd name="T17" fmla="*/ 101 h 191"/>
                  <a:gd name="T18" fmla="*/ 0 w 321"/>
                  <a:gd name="T19" fmla="*/ 146 h 191"/>
                  <a:gd name="T20" fmla="*/ 0 w 321"/>
                  <a:gd name="T21" fmla="*/ 191 h 191"/>
                  <a:gd name="T22" fmla="*/ 268 w 321"/>
                  <a:gd name="T23" fmla="*/ 45 h 191"/>
                  <a:gd name="T24" fmla="*/ 268 w 321"/>
                  <a:gd name="T25" fmla="*/ 191 h 191"/>
                  <a:gd name="T26" fmla="*/ 321 w 321"/>
                  <a:gd name="T27" fmla="*/ 191 h 191"/>
                  <a:gd name="T28" fmla="*/ 321 w 321"/>
                  <a:gd name="T29" fmla="*/ 0 h 191"/>
                  <a:gd name="T30" fmla="*/ 268 w 321"/>
                  <a:gd name="T31" fmla="*/ 45 h 191"/>
                  <a:gd name="T32" fmla="*/ 178 w 321"/>
                  <a:gd name="T33" fmla="*/ 103 h 191"/>
                  <a:gd name="T34" fmla="*/ 178 w 321"/>
                  <a:gd name="T35" fmla="*/ 191 h 191"/>
                  <a:gd name="T36" fmla="*/ 231 w 321"/>
                  <a:gd name="T37" fmla="*/ 191 h 191"/>
                  <a:gd name="T38" fmla="*/ 231 w 321"/>
                  <a:gd name="T39" fmla="*/ 75 h 191"/>
                  <a:gd name="T40" fmla="*/ 188 w 321"/>
                  <a:gd name="T41" fmla="*/ 112 h 191"/>
                  <a:gd name="T42" fmla="*/ 178 w 321"/>
                  <a:gd name="T43" fmla="*/ 103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21" h="191">
                    <a:moveTo>
                      <a:pt x="90" y="73"/>
                    </a:moveTo>
                    <a:lnTo>
                      <a:pt x="90" y="191"/>
                    </a:lnTo>
                    <a:lnTo>
                      <a:pt x="141" y="191"/>
                    </a:lnTo>
                    <a:lnTo>
                      <a:pt x="141" y="73"/>
                    </a:lnTo>
                    <a:lnTo>
                      <a:pt x="115" y="50"/>
                    </a:lnTo>
                    <a:lnTo>
                      <a:pt x="90" y="73"/>
                    </a:lnTo>
                    <a:close/>
                    <a:moveTo>
                      <a:pt x="0" y="191"/>
                    </a:moveTo>
                    <a:lnTo>
                      <a:pt x="53" y="191"/>
                    </a:lnTo>
                    <a:lnTo>
                      <a:pt x="53" y="101"/>
                    </a:lnTo>
                    <a:lnTo>
                      <a:pt x="0" y="146"/>
                    </a:lnTo>
                    <a:lnTo>
                      <a:pt x="0" y="191"/>
                    </a:lnTo>
                    <a:close/>
                    <a:moveTo>
                      <a:pt x="268" y="45"/>
                    </a:moveTo>
                    <a:lnTo>
                      <a:pt x="268" y="191"/>
                    </a:lnTo>
                    <a:lnTo>
                      <a:pt x="321" y="191"/>
                    </a:lnTo>
                    <a:lnTo>
                      <a:pt x="321" y="0"/>
                    </a:lnTo>
                    <a:lnTo>
                      <a:pt x="268" y="45"/>
                    </a:lnTo>
                    <a:close/>
                    <a:moveTo>
                      <a:pt x="178" y="103"/>
                    </a:moveTo>
                    <a:lnTo>
                      <a:pt x="178" y="191"/>
                    </a:lnTo>
                    <a:lnTo>
                      <a:pt x="231" y="191"/>
                    </a:lnTo>
                    <a:lnTo>
                      <a:pt x="231" y="75"/>
                    </a:lnTo>
                    <a:lnTo>
                      <a:pt x="188" y="112"/>
                    </a:lnTo>
                    <a:lnTo>
                      <a:pt x="178" y="10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pPr>
                  <a:defRPr/>
                </a:pPr>
                <a:endParaRPr lang="zh-CN" altLang="en-US" b="1">
                  <a:cs typeface="思源宋体 CN" panose="02020400000000000000" charset="-122"/>
                </a:endParaRPr>
              </a:p>
            </p:txBody>
          </p:sp>
          <p:sp>
            <p:nvSpPr>
              <p:cNvPr id="55" name="Freeform 156"/>
              <p:cNvSpPr/>
              <p:nvPr/>
            </p:nvSpPr>
            <p:spPr bwMode="auto">
              <a:xfrm>
                <a:off x="5374658" y="3711576"/>
                <a:ext cx="423584" cy="246822"/>
              </a:xfrm>
              <a:custGeom>
                <a:avLst/>
                <a:gdLst>
                  <a:gd name="T0" fmla="*/ 356 w 356"/>
                  <a:gd name="T1" fmla="*/ 0 h 208"/>
                  <a:gd name="T2" fmla="*/ 255 w 356"/>
                  <a:gd name="T3" fmla="*/ 0 h 208"/>
                  <a:gd name="T4" fmla="*/ 298 w 356"/>
                  <a:gd name="T5" fmla="*/ 40 h 208"/>
                  <a:gd name="T6" fmla="*/ 188 w 356"/>
                  <a:gd name="T7" fmla="*/ 135 h 208"/>
                  <a:gd name="T8" fmla="*/ 115 w 356"/>
                  <a:gd name="T9" fmla="*/ 73 h 208"/>
                  <a:gd name="T10" fmla="*/ 0 w 356"/>
                  <a:gd name="T11" fmla="*/ 167 h 208"/>
                  <a:gd name="T12" fmla="*/ 0 w 356"/>
                  <a:gd name="T13" fmla="*/ 208 h 208"/>
                  <a:gd name="T14" fmla="*/ 115 w 356"/>
                  <a:gd name="T15" fmla="*/ 113 h 208"/>
                  <a:gd name="T16" fmla="*/ 188 w 356"/>
                  <a:gd name="T17" fmla="*/ 176 h 208"/>
                  <a:gd name="T18" fmla="*/ 319 w 356"/>
                  <a:gd name="T19" fmla="*/ 64 h 208"/>
                  <a:gd name="T20" fmla="*/ 356 w 356"/>
                  <a:gd name="T21" fmla="*/ 98 h 208"/>
                  <a:gd name="T22" fmla="*/ 356 w 356"/>
                  <a:gd name="T23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6" h="208">
                    <a:moveTo>
                      <a:pt x="356" y="0"/>
                    </a:moveTo>
                    <a:lnTo>
                      <a:pt x="255" y="0"/>
                    </a:lnTo>
                    <a:lnTo>
                      <a:pt x="298" y="40"/>
                    </a:lnTo>
                    <a:lnTo>
                      <a:pt x="188" y="135"/>
                    </a:lnTo>
                    <a:lnTo>
                      <a:pt x="115" y="73"/>
                    </a:lnTo>
                    <a:lnTo>
                      <a:pt x="0" y="167"/>
                    </a:lnTo>
                    <a:lnTo>
                      <a:pt x="0" y="208"/>
                    </a:lnTo>
                    <a:lnTo>
                      <a:pt x="115" y="113"/>
                    </a:lnTo>
                    <a:lnTo>
                      <a:pt x="188" y="176"/>
                    </a:lnTo>
                    <a:lnTo>
                      <a:pt x="319" y="64"/>
                    </a:lnTo>
                    <a:lnTo>
                      <a:pt x="356" y="98"/>
                    </a:lnTo>
                    <a:lnTo>
                      <a:pt x="35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pPr>
                  <a:defRPr/>
                </a:pPr>
                <a:endParaRPr lang="zh-CN" altLang="en-US" b="1">
                  <a:cs typeface="思源宋体 CN" panose="02020400000000000000" charset="-122"/>
                </a:endParaRPr>
              </a:p>
            </p:txBody>
          </p:sp>
        </p:grpSp>
      </p:grpSp>
      <p:grpSp>
        <p:nvGrpSpPr>
          <p:cNvPr id="56" name="组合 55"/>
          <p:cNvGrpSpPr/>
          <p:nvPr/>
        </p:nvGrpSpPr>
        <p:grpSpPr bwMode="auto">
          <a:xfrm>
            <a:off x="8968953" y="3138382"/>
            <a:ext cx="1452033" cy="1684867"/>
            <a:chOff x="6530759" y="2015847"/>
            <a:chExt cx="1088769" cy="1263554"/>
          </a:xfrm>
        </p:grpSpPr>
        <p:sp>
          <p:nvSpPr>
            <p:cNvPr id="57" name="六边形 56"/>
            <p:cNvSpPr/>
            <p:nvPr/>
          </p:nvSpPr>
          <p:spPr>
            <a:xfrm rot="5400000">
              <a:off x="6443366" y="2103239"/>
              <a:ext cx="1263554" cy="1088769"/>
            </a:xfrm>
            <a:prstGeom prst="hexagon">
              <a:avLst/>
            </a:prstGeom>
            <a:noFill/>
            <a:ln w="19050">
              <a:solidFill>
                <a:schemeClr val="accent1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 lang="zh-CN" altLang="en-US" sz="1350" b="1">
                <a:solidFill>
                  <a:schemeClr val="tx1"/>
                </a:solidFill>
                <a:cs typeface="思源宋体 CN" panose="02020400000000000000" charset="-122"/>
              </a:endParaRPr>
            </a:p>
          </p:txBody>
        </p:sp>
        <p:grpSp>
          <p:nvGrpSpPr>
            <p:cNvPr id="45065" name="组合 57"/>
            <p:cNvGrpSpPr/>
            <p:nvPr/>
          </p:nvGrpSpPr>
          <p:grpSpPr bwMode="auto">
            <a:xfrm>
              <a:off x="6852626" y="2365661"/>
              <a:ext cx="506364" cy="554076"/>
              <a:chOff x="8093869" y="823913"/>
              <a:chExt cx="391716" cy="428625"/>
            </a:xfrm>
          </p:grpSpPr>
          <p:sp>
            <p:nvSpPr>
              <p:cNvPr id="60" name="Freeform 120"/>
              <p:cNvSpPr/>
              <p:nvPr/>
            </p:nvSpPr>
            <p:spPr bwMode="auto">
              <a:xfrm>
                <a:off x="8196021" y="823456"/>
                <a:ext cx="272567" cy="202616"/>
              </a:xfrm>
              <a:custGeom>
                <a:avLst/>
                <a:gdLst>
                  <a:gd name="T0" fmla="*/ 42 w 115"/>
                  <a:gd name="T1" fmla="*/ 85 h 85"/>
                  <a:gd name="T2" fmla="*/ 0 w 115"/>
                  <a:gd name="T3" fmla="*/ 20 h 85"/>
                  <a:gd name="T4" fmla="*/ 98 w 115"/>
                  <a:gd name="T5" fmla="*/ 32 h 85"/>
                  <a:gd name="T6" fmla="*/ 115 w 115"/>
                  <a:gd name="T7" fmla="*/ 61 h 85"/>
                  <a:gd name="T8" fmla="*/ 42 w 115"/>
                  <a:gd name="T9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5" h="85">
                    <a:moveTo>
                      <a:pt x="42" y="85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31" y="0"/>
                      <a:pt x="72" y="5"/>
                      <a:pt x="98" y="32"/>
                    </a:cubicBezTo>
                    <a:cubicBezTo>
                      <a:pt x="105" y="40"/>
                      <a:pt x="111" y="50"/>
                      <a:pt x="115" y="61"/>
                    </a:cubicBezTo>
                    <a:lnTo>
                      <a:pt x="42" y="8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pPr>
                  <a:defRPr/>
                </a:pPr>
                <a:endParaRPr lang="zh-CN" altLang="en-US" b="1">
                  <a:cs typeface="思源宋体 CN" panose="02020400000000000000" charset="-122"/>
                </a:endParaRPr>
              </a:p>
            </p:txBody>
          </p:sp>
          <p:sp>
            <p:nvSpPr>
              <p:cNvPr id="61" name="Freeform 121"/>
              <p:cNvSpPr/>
              <p:nvPr/>
            </p:nvSpPr>
            <p:spPr bwMode="auto">
              <a:xfrm>
                <a:off x="8094116" y="863979"/>
                <a:ext cx="168205" cy="152269"/>
              </a:xfrm>
              <a:custGeom>
                <a:avLst/>
                <a:gdLst>
                  <a:gd name="T0" fmla="*/ 71 w 71"/>
                  <a:gd name="T1" fmla="*/ 64 h 64"/>
                  <a:gd name="T2" fmla="*/ 0 w 71"/>
                  <a:gd name="T3" fmla="*/ 35 h 64"/>
                  <a:gd name="T4" fmla="*/ 19 w 71"/>
                  <a:gd name="T5" fmla="*/ 8 h 64"/>
                  <a:gd name="T6" fmla="*/ 29 w 71"/>
                  <a:gd name="T7" fmla="*/ 0 h 64"/>
                  <a:gd name="T8" fmla="*/ 71 w 71"/>
                  <a:gd name="T9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64">
                    <a:moveTo>
                      <a:pt x="71" y="64"/>
                    </a:moveTo>
                    <a:cubicBezTo>
                      <a:pt x="0" y="35"/>
                      <a:pt x="0" y="35"/>
                      <a:pt x="0" y="35"/>
                    </a:cubicBezTo>
                    <a:cubicBezTo>
                      <a:pt x="5" y="25"/>
                      <a:pt x="11" y="15"/>
                      <a:pt x="19" y="8"/>
                    </a:cubicBezTo>
                    <a:cubicBezTo>
                      <a:pt x="22" y="5"/>
                      <a:pt x="26" y="2"/>
                      <a:pt x="29" y="0"/>
                    </a:cubicBezTo>
                    <a:lnTo>
                      <a:pt x="71" y="6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pPr>
                  <a:defRPr/>
                </a:pPr>
                <a:endParaRPr lang="zh-CN" altLang="en-US" b="1">
                  <a:cs typeface="思源宋体 CN" panose="02020400000000000000" charset="-122"/>
                </a:endParaRPr>
              </a:p>
            </p:txBody>
          </p:sp>
          <p:sp>
            <p:nvSpPr>
              <p:cNvPr id="62" name="Freeform 122"/>
              <p:cNvSpPr/>
              <p:nvPr/>
            </p:nvSpPr>
            <p:spPr bwMode="auto">
              <a:xfrm>
                <a:off x="8096571" y="983092"/>
                <a:ext cx="389206" cy="268927"/>
              </a:xfrm>
              <a:custGeom>
                <a:avLst/>
                <a:gdLst>
                  <a:gd name="T0" fmla="*/ 82 w 164"/>
                  <a:gd name="T1" fmla="*/ 28 h 113"/>
                  <a:gd name="T2" fmla="*/ 155 w 164"/>
                  <a:gd name="T3" fmla="*/ 4 h 113"/>
                  <a:gd name="T4" fmla="*/ 135 w 164"/>
                  <a:gd name="T5" fmla="*/ 84 h 113"/>
                  <a:gd name="T6" fmla="*/ 26 w 164"/>
                  <a:gd name="T7" fmla="*/ 81 h 113"/>
                  <a:gd name="T8" fmla="*/ 11 w 164"/>
                  <a:gd name="T9" fmla="*/ 0 h 113"/>
                  <a:gd name="T10" fmla="*/ 82 w 164"/>
                  <a:gd name="T11" fmla="*/ 28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4" h="113">
                    <a:moveTo>
                      <a:pt x="82" y="28"/>
                    </a:moveTo>
                    <a:cubicBezTo>
                      <a:pt x="155" y="4"/>
                      <a:pt x="155" y="4"/>
                      <a:pt x="155" y="4"/>
                    </a:cubicBezTo>
                    <a:cubicBezTo>
                      <a:pt x="164" y="33"/>
                      <a:pt x="156" y="64"/>
                      <a:pt x="135" y="84"/>
                    </a:cubicBezTo>
                    <a:cubicBezTo>
                      <a:pt x="104" y="113"/>
                      <a:pt x="55" y="111"/>
                      <a:pt x="26" y="81"/>
                    </a:cubicBezTo>
                    <a:cubicBezTo>
                      <a:pt x="6" y="59"/>
                      <a:pt x="0" y="28"/>
                      <a:pt x="11" y="0"/>
                    </a:cubicBezTo>
                    <a:lnTo>
                      <a:pt x="82" y="2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p>
                <a:pPr>
                  <a:defRPr/>
                </a:pPr>
                <a:endParaRPr lang="zh-CN" altLang="en-US" b="1">
                  <a:cs typeface="思源宋体 CN" panose="02020400000000000000" charset="-122"/>
                </a:endParaRPr>
              </a:p>
            </p:txBody>
          </p:sp>
        </p:grpSp>
      </p:grpSp>
      <p:sp>
        <p:nvSpPr>
          <p:cNvPr id="19" name="内容占位符 2"/>
          <p:cNvSpPr>
            <a:spLocks noGrp="1"/>
          </p:cNvSpPr>
          <p:nvPr/>
        </p:nvSpPr>
        <p:spPr>
          <a:xfrm>
            <a:off x="433070" y="1961515"/>
            <a:ext cx="1114615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Prefer two supporting passages over one lucky top hit.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1" name="内容占位符 1"/>
          <p:cNvSpPr>
            <a:spLocks noGrp="1"/>
          </p:cNvSpPr>
          <p:nvPr/>
        </p:nvSpPr>
        <p:spPr>
          <a:xfrm>
            <a:off x="1788795" y="4950460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300" b="1" dirty="0">
                <a:solidFill>
                  <a:srgbClr val="275829"/>
                </a:solidFill>
              </a:rPr>
              <a:t>Evidence first</a:t>
            </a:r>
            <a:endParaRPr lang="en-US" altLang="zh-CN" sz="2400" b="1" dirty="0"/>
          </a:p>
        </p:txBody>
      </p:sp>
      <p:sp>
        <p:nvSpPr>
          <p:cNvPr id="22" name="内容占位符 2"/>
          <p:cNvSpPr>
            <a:spLocks noGrp="1"/>
          </p:cNvSpPr>
          <p:nvPr/>
        </p:nvSpPr>
        <p:spPr>
          <a:xfrm>
            <a:off x="1122045" y="5358765"/>
            <a:ext cx="3027680" cy="108966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Cosine and re-rank scores use separate threshold families.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23" name="内容占位符 1"/>
          <p:cNvSpPr>
            <a:spLocks noGrp="1"/>
          </p:cNvSpPr>
          <p:nvPr/>
        </p:nvSpPr>
        <p:spPr>
          <a:xfrm>
            <a:off x="5460365" y="4939030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300" b="1" dirty="0">
                <a:solidFill>
                  <a:srgbClr val="275829"/>
                </a:solidFill>
              </a:rPr>
              <a:t>Scale discipline</a:t>
            </a:r>
            <a:endParaRPr lang="en-US" altLang="zh-CN" sz="2400" b="1" dirty="0"/>
          </a:p>
        </p:txBody>
      </p:sp>
      <p:sp>
        <p:nvSpPr>
          <p:cNvPr id="24" name="内容占位符 2"/>
          <p:cNvSpPr>
            <a:spLocks noGrp="1"/>
          </p:cNvSpPr>
          <p:nvPr/>
        </p:nvSpPr>
        <p:spPr>
          <a:xfrm>
            <a:off x="4793615" y="5358765"/>
            <a:ext cx="3027680" cy="108966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QA, practice, and teacher export form one instructional cycle.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30" name="内容占位符 1"/>
          <p:cNvSpPr>
            <a:spLocks noGrp="1"/>
          </p:cNvSpPr>
          <p:nvPr/>
        </p:nvSpPr>
        <p:spPr>
          <a:xfrm>
            <a:off x="9097645" y="4939030"/>
            <a:ext cx="1941830" cy="3702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300" b="1" dirty="0">
                <a:solidFill>
                  <a:srgbClr val="275829"/>
                </a:solidFill>
              </a:rPr>
              <a:t>Closed loop</a:t>
            </a:r>
            <a:endParaRPr lang="en-US" altLang="zh-CN" sz="2400" b="1" dirty="0"/>
          </a:p>
        </p:txBody>
      </p:sp>
      <p:sp>
        <p:nvSpPr>
          <p:cNvPr id="31" name="内容占位符 2"/>
          <p:cNvSpPr>
            <a:spLocks noGrp="1"/>
          </p:cNvSpPr>
          <p:nvPr/>
        </p:nvSpPr>
        <p:spPr>
          <a:xfrm>
            <a:off x="8430895" y="5358765"/>
            <a:ext cx="3027680" cy="108966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latin typeface="+mj-lt"/>
                <a:ea typeface="+mj-ea"/>
                <a:cs typeface="+mj-lt"/>
              </a:rPr>
              <a:t>Text can be changed by clicking and re-entering. 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681595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2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3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4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1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Limitations and Future Work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图示 15"/>
          <p:cNvGraphicFramePr/>
          <p:nvPr/>
        </p:nvGraphicFramePr>
        <p:xfrm>
          <a:off x="4102100" y="2143876"/>
          <a:ext cx="3987800" cy="4279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7366180" y="2265636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200" b="1" spc="50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Single course</a:t>
            </a:r>
            <a:r>
              <a:rPr lang="en-US" altLang="zh-CN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/>
            </a:r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/>
            </a:r>
            <a:endParaRPr lang="zh-CN" altLang="en-US" sz="24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5" name="内容占位符 2"/>
          <p:cNvSpPr>
            <a:spLocks noGrp="1"/>
          </p:cNvSpPr>
          <p:nvPr/>
        </p:nvSpPr>
        <p:spPr>
          <a:xfrm>
            <a:off x="7376160" y="2712085"/>
            <a:ext cx="408114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One course / one instance; multi-course isolation out of scope.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7307580" y="2375535"/>
            <a:ext cx="0" cy="14554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7366180" y="4063956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1200" b="1" spc="50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Threshold transfer</a:t>
            </a:r>
            <a:r>
              <a:rPr lang="en-US" altLang="zh-CN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/>
            </a:r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/>
            </a:r>
            <a:endParaRPr lang="zh-CN" altLang="en-US" sz="24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1" name="内容占位符 2"/>
          <p:cNvSpPr>
            <a:spLocks noGrp="1"/>
          </p:cNvSpPr>
          <p:nvPr/>
        </p:nvSpPr>
        <p:spPr>
          <a:xfrm>
            <a:off x="7376160" y="4510405"/>
            <a:ext cx="4081145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Gates depend on corpus and embedding/re-ranker; must re-calibrate.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7307580" y="4173855"/>
            <a:ext cx="0" cy="14554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2267130" y="3027636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1200" b="1" spc="50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Parsing limits</a:t>
            </a:r>
            <a:r>
              <a:rPr lang="en-US" altLang="zh-CN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/>
            </a:r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/>
            </a:r>
            <a:endParaRPr lang="zh-CN" altLang="en-US" sz="24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4" name="内容占位符 2"/>
          <p:cNvSpPr>
            <a:spLocks noGrp="1"/>
          </p:cNvSpPr>
          <p:nvPr/>
        </p:nvSpPr>
        <p:spPr>
          <a:xfrm>
            <a:off x="765175" y="3485515"/>
            <a:ext cx="38392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Complex tables/layouts and estimated page numbers remain weak.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4779010" y="3108960"/>
            <a:ext cx="0" cy="14554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2267130" y="4874851"/>
            <a:ext cx="236256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1200" b="1" spc="50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Future work</a:t>
            </a:r>
            <a:r>
              <a:rPr lang="en-US" altLang="zh-CN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/>
            </a:r>
            <a:r>
              <a:rPr lang="zh-CN" altLang="en-US" sz="2400" b="1" spc="5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/>
            </a:r>
            <a:endParaRPr lang="zh-CN" altLang="en-US" sz="2400" b="1" spc="50" dirty="0">
              <a:solidFill>
                <a:schemeClr val="tx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3" name="内容占位符 2"/>
          <p:cNvSpPr>
            <a:spLocks noGrp="1"/>
          </p:cNvSpPr>
          <p:nvPr/>
        </p:nvSpPr>
        <p:spPr>
          <a:xfrm>
            <a:off x="765175" y="5332730"/>
            <a:ext cx="383921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Stronger parsing, multi-course config, deeper SOLO adaptivity, HTTPS/IdP.</a:t>
            </a:r>
            <a:endParaRPr lang="zh-CN" altLang="en-US" sz="1800" dirty="0">
              <a:latin typeface="+mj-lt"/>
              <a:ea typeface="+mj-ea"/>
              <a:cs typeface="+mj-lt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4779010" y="4956175"/>
            <a:ext cx="0" cy="14554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681595" y="703580"/>
            <a:ext cx="1536700" cy="197485"/>
            <a:chOff x="4790" y="1108"/>
            <a:chExt cx="2420" cy="311"/>
          </a:xfrm>
        </p:grpSpPr>
        <p:sp>
          <p:nvSpPr>
            <p:cNvPr id="33" name="等腰三角形 32"/>
            <p:cNvSpPr/>
            <p:nvPr>
              <p:custDataLst>
                <p:tags r:id="rId7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8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2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16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339725" y="1235075"/>
            <a:ext cx="10184765" cy="6343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600" b="1" dirty="0">
                <a:solidFill>
                  <a:srgbClr val="275829"/>
                </a:solidFill>
                <a:latin typeface="Calibri" panose="020F0502020204030204" charset="0"/>
                <a:ea typeface="OPPOSans H" panose="00020600040101010101" charset="-122"/>
                <a:cs typeface="Calibri" panose="020F0502020204030204" charset="0"/>
                <a:sym typeface="+mn-ea"/>
              </a:rPr>
              <a:t>Contributions to practice</a:t>
            </a:r>
            <a:endParaRPr lang="en-US" altLang="zh-CN" sz="3200" b="1" dirty="0">
              <a:solidFill>
                <a:schemeClr val="accent1"/>
              </a:solidFill>
              <a:latin typeface="Calibri" panose="020F0502020204030204" charset="0"/>
              <a:ea typeface="OPPOSans H" panose="00020600040101010101" charset="-122"/>
              <a:cs typeface="Calibri" panose="020F0502020204030204" charset="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462280" y="1874520"/>
            <a:ext cx="11228070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图片 73" descr="7b0a202020202266696c746572223a202230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CDFE0825-6DEF-4EF5-8246-60DE8C826C90}">
                <a14:imgProps xmlns:a14="http://schemas.microsoft.com/office/drawing/2010/main">
                  <a14:imgLayer r:embed="rId3">
                    <a14:imgEffect name="17"/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01015" y="2354580"/>
            <a:ext cx="2491105" cy="1935480"/>
          </a:xfrm>
          <a:custGeom>
            <a:avLst/>
            <a:gdLst>
              <a:gd name="connsiteX0" fmla="*/ 119028 w 2375297"/>
              <a:gd name="connsiteY0" fmla="*/ 0 h 1845390"/>
              <a:gd name="connsiteX1" fmla="*/ 2256269 w 2375297"/>
              <a:gd name="connsiteY1" fmla="*/ 0 h 1845390"/>
              <a:gd name="connsiteX2" fmla="*/ 2375297 w 2375297"/>
              <a:gd name="connsiteY2" fmla="*/ 119028 h 1845390"/>
              <a:gd name="connsiteX3" fmla="*/ 2375297 w 2375297"/>
              <a:gd name="connsiteY3" fmla="*/ 1726362 h 1845390"/>
              <a:gd name="connsiteX4" fmla="*/ 2256269 w 2375297"/>
              <a:gd name="connsiteY4" fmla="*/ 1845390 h 1845390"/>
              <a:gd name="connsiteX5" fmla="*/ 119028 w 2375297"/>
              <a:gd name="connsiteY5" fmla="*/ 1845390 h 1845390"/>
              <a:gd name="connsiteX6" fmla="*/ 0 w 2375297"/>
              <a:gd name="connsiteY6" fmla="*/ 1726362 h 1845390"/>
              <a:gd name="connsiteX7" fmla="*/ 0 w 2375297"/>
              <a:gd name="connsiteY7" fmla="*/ 119028 h 1845390"/>
              <a:gd name="connsiteX8" fmla="*/ 119028 w 2375297"/>
              <a:gd name="connsiteY8" fmla="*/ 0 h 1845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5297" h="1845390">
                <a:moveTo>
                  <a:pt x="119028" y="0"/>
                </a:moveTo>
                <a:lnTo>
                  <a:pt x="2256269" y="0"/>
                </a:lnTo>
                <a:cubicBezTo>
                  <a:pt x="2322006" y="0"/>
                  <a:pt x="2375297" y="53291"/>
                  <a:pt x="2375297" y="119028"/>
                </a:cubicBezTo>
                <a:lnTo>
                  <a:pt x="2375297" y="1726362"/>
                </a:lnTo>
                <a:cubicBezTo>
                  <a:pt x="2375297" y="1792099"/>
                  <a:pt x="2322006" y="1845390"/>
                  <a:pt x="2256269" y="1845390"/>
                </a:cubicBezTo>
                <a:lnTo>
                  <a:pt x="119028" y="1845390"/>
                </a:lnTo>
                <a:cubicBezTo>
                  <a:pt x="53291" y="1845390"/>
                  <a:pt x="0" y="1792099"/>
                  <a:pt x="0" y="1726362"/>
                </a:cubicBezTo>
                <a:lnTo>
                  <a:pt x="0" y="119028"/>
                </a:lnTo>
                <a:cubicBezTo>
                  <a:pt x="0" y="53291"/>
                  <a:pt x="53291" y="0"/>
                  <a:pt x="119028" y="0"/>
                </a:cubicBezTo>
                <a:close/>
              </a:path>
            </a:pathLst>
          </a:custGeom>
        </p:spPr>
      </p:pic>
      <p:pic>
        <p:nvPicPr>
          <p:cNvPr id="73" name="图片 72" descr="7b0a202020202266696c746572223a202230220a7d0a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>
            <a:extLst>
              <a:ext uri="{CDFE0825-6DEF-4EF5-8246-60DE8C826C90}">
                <a14:imgProps xmlns:a14="http://schemas.microsoft.com/office/drawing/2010/main">
                  <a14:imgLayer r:embed="rId6">
                    <a14:imgEffect name="17"/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3348355" y="2354580"/>
            <a:ext cx="2491105" cy="1935480"/>
          </a:xfrm>
          <a:custGeom>
            <a:avLst/>
            <a:gdLst>
              <a:gd name="connsiteX0" fmla="*/ 119028 w 2375297"/>
              <a:gd name="connsiteY0" fmla="*/ 0 h 1845390"/>
              <a:gd name="connsiteX1" fmla="*/ 2256269 w 2375297"/>
              <a:gd name="connsiteY1" fmla="*/ 0 h 1845390"/>
              <a:gd name="connsiteX2" fmla="*/ 2375297 w 2375297"/>
              <a:gd name="connsiteY2" fmla="*/ 119028 h 1845390"/>
              <a:gd name="connsiteX3" fmla="*/ 2375297 w 2375297"/>
              <a:gd name="connsiteY3" fmla="*/ 1726362 h 1845390"/>
              <a:gd name="connsiteX4" fmla="*/ 2256269 w 2375297"/>
              <a:gd name="connsiteY4" fmla="*/ 1845390 h 1845390"/>
              <a:gd name="connsiteX5" fmla="*/ 119028 w 2375297"/>
              <a:gd name="connsiteY5" fmla="*/ 1845390 h 1845390"/>
              <a:gd name="connsiteX6" fmla="*/ 0 w 2375297"/>
              <a:gd name="connsiteY6" fmla="*/ 1726362 h 1845390"/>
              <a:gd name="connsiteX7" fmla="*/ 0 w 2375297"/>
              <a:gd name="connsiteY7" fmla="*/ 119028 h 1845390"/>
              <a:gd name="connsiteX8" fmla="*/ 119028 w 2375297"/>
              <a:gd name="connsiteY8" fmla="*/ 0 h 1845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5297" h="1845390">
                <a:moveTo>
                  <a:pt x="119028" y="0"/>
                </a:moveTo>
                <a:lnTo>
                  <a:pt x="2256269" y="0"/>
                </a:lnTo>
                <a:cubicBezTo>
                  <a:pt x="2322006" y="0"/>
                  <a:pt x="2375297" y="53291"/>
                  <a:pt x="2375297" y="119028"/>
                </a:cubicBezTo>
                <a:lnTo>
                  <a:pt x="2375297" y="1726362"/>
                </a:lnTo>
                <a:cubicBezTo>
                  <a:pt x="2375297" y="1792099"/>
                  <a:pt x="2322006" y="1845390"/>
                  <a:pt x="2256269" y="1845390"/>
                </a:cubicBezTo>
                <a:lnTo>
                  <a:pt x="119028" y="1845390"/>
                </a:lnTo>
                <a:cubicBezTo>
                  <a:pt x="53291" y="1845390"/>
                  <a:pt x="0" y="1792099"/>
                  <a:pt x="0" y="1726362"/>
                </a:cubicBezTo>
                <a:lnTo>
                  <a:pt x="0" y="119028"/>
                </a:lnTo>
                <a:cubicBezTo>
                  <a:pt x="0" y="53291"/>
                  <a:pt x="53291" y="0"/>
                  <a:pt x="119028" y="0"/>
                </a:cubicBezTo>
                <a:close/>
              </a:path>
            </a:pathLst>
          </a:custGeom>
        </p:spPr>
      </p:pic>
      <p:pic>
        <p:nvPicPr>
          <p:cNvPr id="70" name="图片 69" descr="7b0a202020202266696c746572223a202230220a7d0a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8">
            <a:extLst>
              <a:ext uri="{CDFE0825-6DEF-4EF5-8246-60DE8C826C90}">
                <a14:imgProps xmlns:a14="http://schemas.microsoft.com/office/drawing/2010/main">
                  <a14:imgLayer r:embed="rId9">
                    <a14:imgEffect name="4"/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6195060" y="2354580"/>
            <a:ext cx="2491105" cy="1935480"/>
          </a:xfrm>
          <a:custGeom>
            <a:avLst/>
            <a:gdLst>
              <a:gd name="connsiteX0" fmla="*/ 119028 w 2375297"/>
              <a:gd name="connsiteY0" fmla="*/ 0 h 1845390"/>
              <a:gd name="connsiteX1" fmla="*/ 2256269 w 2375297"/>
              <a:gd name="connsiteY1" fmla="*/ 0 h 1845390"/>
              <a:gd name="connsiteX2" fmla="*/ 2375297 w 2375297"/>
              <a:gd name="connsiteY2" fmla="*/ 119028 h 1845390"/>
              <a:gd name="connsiteX3" fmla="*/ 2375297 w 2375297"/>
              <a:gd name="connsiteY3" fmla="*/ 1726362 h 1845390"/>
              <a:gd name="connsiteX4" fmla="*/ 2256269 w 2375297"/>
              <a:gd name="connsiteY4" fmla="*/ 1845390 h 1845390"/>
              <a:gd name="connsiteX5" fmla="*/ 119028 w 2375297"/>
              <a:gd name="connsiteY5" fmla="*/ 1845390 h 1845390"/>
              <a:gd name="connsiteX6" fmla="*/ 0 w 2375297"/>
              <a:gd name="connsiteY6" fmla="*/ 1726362 h 1845390"/>
              <a:gd name="connsiteX7" fmla="*/ 0 w 2375297"/>
              <a:gd name="connsiteY7" fmla="*/ 119028 h 1845390"/>
              <a:gd name="connsiteX8" fmla="*/ 119028 w 2375297"/>
              <a:gd name="connsiteY8" fmla="*/ 0 h 1845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5297" h="1845390">
                <a:moveTo>
                  <a:pt x="119028" y="0"/>
                </a:moveTo>
                <a:lnTo>
                  <a:pt x="2256269" y="0"/>
                </a:lnTo>
                <a:cubicBezTo>
                  <a:pt x="2322006" y="0"/>
                  <a:pt x="2375297" y="53291"/>
                  <a:pt x="2375297" y="119028"/>
                </a:cubicBezTo>
                <a:lnTo>
                  <a:pt x="2375297" y="1726362"/>
                </a:lnTo>
                <a:cubicBezTo>
                  <a:pt x="2375297" y="1792099"/>
                  <a:pt x="2322006" y="1845390"/>
                  <a:pt x="2256269" y="1845390"/>
                </a:cubicBezTo>
                <a:lnTo>
                  <a:pt x="119028" y="1845390"/>
                </a:lnTo>
                <a:cubicBezTo>
                  <a:pt x="53291" y="1845390"/>
                  <a:pt x="0" y="1792099"/>
                  <a:pt x="0" y="1726362"/>
                </a:cubicBezTo>
                <a:lnTo>
                  <a:pt x="0" y="119028"/>
                </a:lnTo>
                <a:cubicBezTo>
                  <a:pt x="0" y="53291"/>
                  <a:pt x="53291" y="0"/>
                  <a:pt x="119028" y="0"/>
                </a:cubicBezTo>
                <a:close/>
              </a:path>
            </a:pathLst>
          </a:custGeom>
        </p:spPr>
      </p:pic>
      <p:pic>
        <p:nvPicPr>
          <p:cNvPr id="69" name="图片 68" descr="7b0a202020202266696c746572223a202230220a7d0a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>
            <a:extLst>
              <a:ext uri="{CDFE0825-6DEF-4EF5-8246-60DE8C826C90}">
                <a14:imgProps xmlns:a14="http://schemas.microsoft.com/office/drawing/2010/main">
                  <a14:imgLayer r:embed="rId12">
                    <a14:imgEffect name="17"/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9042400" y="2354580"/>
            <a:ext cx="2491105" cy="1935480"/>
          </a:xfrm>
          <a:custGeom>
            <a:avLst/>
            <a:gdLst>
              <a:gd name="connsiteX0" fmla="*/ 119028 w 2375297"/>
              <a:gd name="connsiteY0" fmla="*/ 0 h 1845390"/>
              <a:gd name="connsiteX1" fmla="*/ 2256269 w 2375297"/>
              <a:gd name="connsiteY1" fmla="*/ 0 h 1845390"/>
              <a:gd name="connsiteX2" fmla="*/ 2375297 w 2375297"/>
              <a:gd name="connsiteY2" fmla="*/ 119028 h 1845390"/>
              <a:gd name="connsiteX3" fmla="*/ 2375297 w 2375297"/>
              <a:gd name="connsiteY3" fmla="*/ 1726362 h 1845390"/>
              <a:gd name="connsiteX4" fmla="*/ 2256269 w 2375297"/>
              <a:gd name="connsiteY4" fmla="*/ 1845390 h 1845390"/>
              <a:gd name="connsiteX5" fmla="*/ 119028 w 2375297"/>
              <a:gd name="connsiteY5" fmla="*/ 1845390 h 1845390"/>
              <a:gd name="connsiteX6" fmla="*/ 0 w 2375297"/>
              <a:gd name="connsiteY6" fmla="*/ 1726362 h 1845390"/>
              <a:gd name="connsiteX7" fmla="*/ 0 w 2375297"/>
              <a:gd name="connsiteY7" fmla="*/ 119028 h 1845390"/>
              <a:gd name="connsiteX8" fmla="*/ 119028 w 2375297"/>
              <a:gd name="connsiteY8" fmla="*/ 0 h 1845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5297" h="1845390">
                <a:moveTo>
                  <a:pt x="119028" y="0"/>
                </a:moveTo>
                <a:lnTo>
                  <a:pt x="2256269" y="0"/>
                </a:lnTo>
                <a:cubicBezTo>
                  <a:pt x="2322006" y="0"/>
                  <a:pt x="2375297" y="53291"/>
                  <a:pt x="2375297" y="119028"/>
                </a:cubicBezTo>
                <a:lnTo>
                  <a:pt x="2375297" y="1726362"/>
                </a:lnTo>
                <a:cubicBezTo>
                  <a:pt x="2375297" y="1792099"/>
                  <a:pt x="2322006" y="1845390"/>
                  <a:pt x="2256269" y="1845390"/>
                </a:cubicBezTo>
                <a:lnTo>
                  <a:pt x="119028" y="1845390"/>
                </a:lnTo>
                <a:cubicBezTo>
                  <a:pt x="53291" y="1845390"/>
                  <a:pt x="0" y="1792099"/>
                  <a:pt x="0" y="1726362"/>
                </a:cubicBezTo>
                <a:lnTo>
                  <a:pt x="0" y="119028"/>
                </a:lnTo>
                <a:cubicBezTo>
                  <a:pt x="0" y="53291"/>
                  <a:pt x="53291" y="0"/>
                  <a:pt x="119028" y="0"/>
                </a:cubicBezTo>
                <a:close/>
              </a:path>
            </a:pathLst>
          </a:custGeom>
        </p:spPr>
      </p:pic>
      <p:sp>
        <p:nvSpPr>
          <p:cNvPr id="17" name="TextBox 9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07365" y="4845685"/>
            <a:ext cx="2479040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7582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Product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cxnSp>
        <p:nvCxnSpPr>
          <p:cNvPr id="36" name="直接连接符 35"/>
          <p:cNvCxnSpPr/>
          <p:nvPr>
            <p:custDataLst>
              <p:tags r:id="rId14"/>
            </p:custDataLst>
          </p:nvPr>
        </p:nvCxnSpPr>
        <p:spPr>
          <a:xfrm>
            <a:off x="507365" y="4445000"/>
            <a:ext cx="247904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等腰三角形 36"/>
          <p:cNvSpPr/>
          <p:nvPr>
            <p:custDataLst>
              <p:tags r:id="rId15"/>
            </p:custDataLst>
          </p:nvPr>
        </p:nvSpPr>
        <p:spPr>
          <a:xfrm flipV="1">
            <a:off x="1589405" y="4498975"/>
            <a:ext cx="314325" cy="19177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8" name="TextBox 9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354070" y="4845685"/>
            <a:ext cx="2479040" cy="3683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7582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Method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17"/>
            </p:custDataLst>
          </p:nvPr>
        </p:nvCxnSpPr>
        <p:spPr>
          <a:xfrm>
            <a:off x="3354070" y="4445000"/>
            <a:ext cx="247904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>
            <p:custDataLst>
              <p:tags r:id="rId18"/>
            </p:custDataLst>
          </p:nvPr>
        </p:nvSpPr>
        <p:spPr>
          <a:xfrm flipV="1">
            <a:off x="4436110" y="4498975"/>
            <a:ext cx="314325" cy="19177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24" name="内容占位符 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536575" y="5368925"/>
            <a:ext cx="263906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Teacher–student co-learning bot over a shared course KB.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25" name="内容占位符 2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3364230" y="5368925"/>
            <a:ext cx="263906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Calibrated three-band gate + hybrid retrieval + citations.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26" name="TextBox 9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9149715" y="4845685"/>
            <a:ext cx="2479040" cy="3683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7582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Evaluation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22"/>
            </p:custDataLst>
          </p:nvPr>
        </p:nvCxnSpPr>
        <p:spPr>
          <a:xfrm>
            <a:off x="9149715" y="4445000"/>
            <a:ext cx="247904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等腰三角形 27"/>
          <p:cNvSpPr/>
          <p:nvPr>
            <p:custDataLst>
              <p:tags r:id="rId23"/>
            </p:custDataLst>
          </p:nvPr>
        </p:nvSpPr>
        <p:spPr>
          <a:xfrm flipV="1">
            <a:off x="10231755" y="4498975"/>
            <a:ext cx="314325" cy="19177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29" name="内容占位符 2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9159875" y="5368925"/>
            <a:ext cx="263906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Course-specific benchmark with on/off-topic questions.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30" name="TextBox 9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245225" y="4845685"/>
            <a:ext cx="2479040" cy="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27582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Engineering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26"/>
            </p:custDataLst>
          </p:nvPr>
        </p:nvCxnSpPr>
        <p:spPr>
          <a:xfrm>
            <a:off x="6245225" y="4445000"/>
            <a:ext cx="247904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等腰三角形 31"/>
          <p:cNvSpPr/>
          <p:nvPr>
            <p:custDataLst>
              <p:tags r:id="rId27"/>
            </p:custDataLst>
          </p:nvPr>
        </p:nvSpPr>
        <p:spPr>
          <a:xfrm flipV="1">
            <a:off x="7327265" y="4498975"/>
            <a:ext cx="314325" cy="19177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33" name="内容占位符 2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6274435" y="5368925"/>
            <a:ext cx="2639060" cy="82613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30000"/>
              </a:lnSpc>
              <a:spcBef>
                <a:spcPts val="0"/>
              </a:spcBef>
              <a:buFontTx/>
              <a:buNone/>
              <a:defRPr sz="2000" b="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100" dirty="0">
                <a:solidFill>
                  <a:srgbClr val="1F2A2E"/>
                </a:solidFill>
                <a:latin typeface="+mj-lt"/>
                <a:ea typeface="+mj-ea"/>
                <a:cs typeface="+mj-lt"/>
              </a:rPr>
              <a:t>Tested ownership, export boundary, and deployable stack.</a:t>
            </a:r>
            <a:endParaRPr lang="zh-CN" altLang="en-US" sz="1600" dirty="0">
              <a:latin typeface="+mj-lt"/>
              <a:ea typeface="+mj-ea"/>
              <a:cs typeface="+mj-lt"/>
            </a:endParaRPr>
          </a:p>
        </p:txBody>
      </p:sp>
      <p:sp>
        <p:nvSpPr>
          <p:cNvPr id="15" name="矩形 14"/>
          <p:cNvSpPr/>
          <p:nvPr>
            <p:custDataLst>
              <p:tags r:id="rId29"/>
            </p:custDataLst>
          </p:nvPr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681595" y="703580"/>
            <a:ext cx="1536700" cy="197485"/>
            <a:chOff x="4790" y="1108"/>
            <a:chExt cx="2420" cy="311"/>
          </a:xfrm>
        </p:grpSpPr>
        <p:sp>
          <p:nvSpPr>
            <p:cNvPr id="18" name="等腰三角形 17"/>
            <p:cNvSpPr/>
            <p:nvPr>
              <p:custDataLst>
                <p:tags r:id="rId30"/>
              </p:custDataLst>
            </p:nvPr>
          </p:nvSpPr>
          <p:spPr>
            <a:xfrm>
              <a:off x="5862" y="1108"/>
              <a:ext cx="262" cy="19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31"/>
              </p:custDataLst>
            </p:nvPr>
          </p:nvSpPr>
          <p:spPr>
            <a:xfrm>
              <a:off x="4790" y="1299"/>
              <a:ext cx="24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522614" y="249330"/>
            <a:ext cx="133858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Scope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39" name="文本框 38"/>
          <p:cNvSpPr txBox="1"/>
          <p:nvPr>
            <p:custDataLst>
              <p:tags r:id="rId33"/>
            </p:custDataLst>
          </p:nvPr>
        </p:nvSpPr>
        <p:spPr>
          <a:xfrm>
            <a:off x="2315845" y="248920"/>
            <a:ext cx="176085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Background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34"/>
            </p:custDataLst>
          </p:nvPr>
        </p:nvSpPr>
        <p:spPr>
          <a:xfrm>
            <a:off x="4584709" y="248060"/>
            <a:ext cx="1017905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Benchmark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35"/>
            </p:custDataLst>
          </p:nvPr>
        </p:nvSpPr>
        <p:spPr>
          <a:xfrm>
            <a:off x="7851149" y="247425"/>
            <a:ext cx="119761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u="sng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Conclusion</a:t>
            </a:r>
            <a:endParaRPr lang="en-US" altLang="zh-CN" u="sng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747649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5963920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>
            <p:custDataLst>
              <p:tags r:id="rId36"/>
            </p:custDataLst>
          </p:nvPr>
        </p:nvSpPr>
        <p:spPr>
          <a:xfrm>
            <a:off x="6378584" y="247425"/>
            <a:ext cx="844550" cy="36830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l"/>
            <a:r>
              <a:rPr lang="en-US" altLang="zh-CN" dirty="0" sz="1000" b="1">
                <a:solidFill>
                  <a:schemeClr val="bg1"/>
                </a:solidFill>
                <a:latin typeface="Calibri" panose="020F0502020204030204" charset="0"/>
                <a:ea typeface="OPPOSans M" panose="00020600040101010101" charset="-122"/>
                <a:cs typeface="Calibri" panose="020F0502020204030204" charset="0"/>
              </a:rPr>
              <a:t>Results</a:t>
            </a:r>
            <a:endParaRPr lang="en-US" altLang="zh-CN" dirty="0">
              <a:solidFill>
                <a:schemeClr val="bg1"/>
              </a:solidFill>
              <a:latin typeface="Calibri" panose="020F0502020204030204" charset="0"/>
              <a:ea typeface="OPPOSans M" panose="00020600040101010101" charset="-122"/>
              <a:cs typeface="Calibri" panose="020F0502020204030204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433514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2088515" y="311150"/>
            <a:ext cx="0" cy="299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249410" y="170180"/>
            <a:ext cx="2743835" cy="534670"/>
            <a:chOff x="14566" y="268"/>
            <a:chExt cx="4321" cy="842"/>
          </a:xfrm>
        </p:grpSpPr>
        <p:pic>
          <p:nvPicPr>
            <p:cNvPr id="2" name="图片 1" descr="hku_logo_footer"/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4593" y="272"/>
              <a:ext cx="4295" cy="829"/>
            </a:xfrm>
            <a:prstGeom prst="rect">
              <a:avLst/>
            </a:prstGeom>
          </p:spPr>
        </p:pic>
        <p:pic>
          <p:nvPicPr>
            <p:cNvPr id="3" name="图片 2" descr="hkutl"/>
            <p:cNvPicPr>
              <a:picLocks noChangeAspect="1"/>
            </p:cNvPicPr>
            <p:nvPr/>
          </p:nvPicPr>
          <p:blipFill>
            <a:blip r:embed="rId39"/>
            <a:srcRect r="87359"/>
            <a:stretch>
              <a:fillRect/>
            </a:stretch>
          </p:blipFill>
          <p:spPr>
            <a:xfrm>
              <a:off x="14566" y="268"/>
              <a:ext cx="794" cy="84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19812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8000">
                <a:schemeClr val="accent1">
                  <a:lumMod val="81000"/>
                </a:schemeClr>
              </a:gs>
            </a:gsLst>
            <a:lin ang="18900000" scaled="1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875030" y="933450"/>
            <a:ext cx="10442575" cy="5222875"/>
          </a:xfrm>
          <a:prstGeom prst="roundRect">
            <a:avLst>
              <a:gd name="adj" fmla="val 5293"/>
            </a:avLst>
          </a:prstGeom>
          <a:solidFill>
            <a:schemeClr val="bg1"/>
          </a:solidFill>
          <a:ln>
            <a:noFill/>
          </a:ln>
          <a:effectLst>
            <a:outerShdw blurRad="342900" dist="762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 panose="020B0500000000000000" charset="-122"/>
              <a:cs typeface="+mn-cs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587365" y="2179320"/>
            <a:ext cx="1005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74395" y="1235075"/>
            <a:ext cx="104438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rgbClr val="275829"/>
                </a:solidFill>
              </a:rPr>
              <a:t>Acknowledgements</a:t>
            </a:r>
            <a:endParaRPr lang="en-US" altLang="zh-CN" sz="4800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25245" y="4958715"/>
            <a:ext cx="2887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Dr. Andrew H.C. Wu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25245" y="5419090"/>
            <a:ext cx="2887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sz="1200">
                <a:solidFill>
                  <a:schemeClr val="tx1">
                    <a:lumMod val="50000"/>
                    <a:lumOff val="50000"/>
                  </a:schemeClr>
                </a:solidFill>
                <a:ea typeface="宋体" panose="02010600030101010101" pitchFamily="2" charset="-122"/>
              </a:rPr>
              <a:t>Supervisor</a:t>
            </a:r>
            <a:endParaRPr lang="en-US" altLang="zh-CN" b="1">
              <a:solidFill>
                <a:schemeClr val="tx1">
                  <a:lumMod val="50000"/>
                  <a:lumOff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72965" y="4958715"/>
            <a:ext cx="2887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/>
              <a:t>Department of ECE, HKU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72965" y="5419090"/>
            <a:ext cx="2887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sz="1200">
                <a:solidFill>
                  <a:schemeClr val="tx1">
                    <a:lumMod val="50000"/>
                    <a:lumOff val="50000"/>
                  </a:schemeClr>
                </a:solidFill>
                <a:ea typeface="宋体" panose="02010600030101010101" pitchFamily="2" charset="-122"/>
              </a:rPr>
              <a:t>Supervisor</a:t>
            </a:r>
            <a:endParaRPr lang="en-US" altLang="zh-CN" b="1">
              <a:solidFill>
                <a:schemeClr val="tx1">
                  <a:lumMod val="50000"/>
                  <a:lumOff val="50000"/>
                </a:schemeClr>
              </a:solidFill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090535" y="4958715"/>
            <a:ext cx="2887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/>
              <a:t>Department of ECE, HKU</a:t>
            </a:r>
            <a:endParaRPr lang="en-US" altLang="zh-CN" sz="2400" b="1">
              <a:ea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090535" y="5419090"/>
            <a:ext cx="2887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sz="1200">
                <a:solidFill>
                  <a:schemeClr val="tx1">
                    <a:lumMod val="50000"/>
                    <a:lumOff val="50000"/>
                  </a:schemeClr>
                </a:solidFill>
                <a:ea typeface="宋体" panose="02010600030101010101" pitchFamily="2" charset="-122"/>
              </a:rPr>
              <a:t>Supervisor</a:t>
            </a:r>
            <a:endParaRPr lang="en-US" altLang="zh-CN" b="1">
              <a:solidFill>
                <a:schemeClr val="tx1">
                  <a:lumMod val="50000"/>
                  <a:lumOff val="50000"/>
                </a:schemeClr>
              </a:solidFill>
              <a:ea typeface="宋体" panose="02010600030101010101" pitchFamily="2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8465820" y="2653665"/>
            <a:ext cx="2160000" cy="2160000"/>
          </a:xfrm>
          <a:prstGeom prst="ellipse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rcRect l="484" t="1314" r="-484" b="12391"/>
          <a:stretch>
            <a:fillRect/>
          </a:stretch>
        </p:blipFill>
        <p:spPr>
          <a:xfrm>
            <a:off x="1713865" y="2654300"/>
            <a:ext cx="2160000" cy="2160000"/>
          </a:xfrm>
          <a:prstGeom prst="ellips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l="668" t="1381" r="-668" b="16203"/>
          <a:stretch>
            <a:fillRect/>
          </a:stretch>
        </p:blipFill>
        <p:spPr>
          <a:xfrm>
            <a:off x="5029835" y="2616200"/>
            <a:ext cx="2160000" cy="2160000"/>
          </a:xfrm>
          <a:prstGeom prst="ellips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0"/>
            <a:ext cx="4589145" cy="6858000"/>
          </a:xfrm>
          <a:prstGeom prst="rect">
            <a:avLst/>
          </a:prstGeom>
        </p:spPr>
      </p:pic>
      <p:pic>
        <p:nvPicPr>
          <p:cNvPr id="3" name="图片 2" descr="hkutl"/>
          <p:cNvPicPr>
            <a:picLocks noChangeAspect="1"/>
          </p:cNvPicPr>
          <p:nvPr/>
        </p:nvPicPr>
        <p:blipFill>
          <a:blip r:embed="rId2"/>
          <a:srcRect r="87359"/>
          <a:stretch>
            <a:fillRect/>
          </a:stretch>
        </p:blipFill>
        <p:spPr>
          <a:xfrm>
            <a:off x="1464945" y="2091690"/>
            <a:ext cx="1586230" cy="1681480"/>
          </a:xfrm>
          <a:prstGeom prst="rect">
            <a:avLst/>
          </a:prstGeom>
        </p:spPr>
      </p:pic>
      <p:pic>
        <p:nvPicPr>
          <p:cNvPr id="9" name="图片 8" descr="logo_CE_C"/>
          <p:cNvPicPr>
            <a:picLocks noChangeAspect="1"/>
          </p:cNvPicPr>
          <p:nvPr/>
        </p:nvPicPr>
        <p:blipFill>
          <a:blip r:embed="rId3"/>
          <a:srcRect l="22104" r="33639" b="40898"/>
          <a:stretch>
            <a:fillRect/>
          </a:stretch>
        </p:blipFill>
        <p:spPr>
          <a:xfrm>
            <a:off x="1122680" y="3766185"/>
            <a:ext cx="2270760" cy="618490"/>
          </a:xfrm>
          <a:prstGeom prst="rect">
            <a:avLst/>
          </a:prstGeom>
        </p:spPr>
      </p:pic>
      <p:pic>
        <p:nvPicPr>
          <p:cNvPr id="5" name="图片 4" descr="logo_CE_C"/>
          <p:cNvPicPr>
            <a:picLocks noChangeAspect="1"/>
          </p:cNvPicPr>
          <p:nvPr/>
        </p:nvPicPr>
        <p:blipFill>
          <a:blip r:embed="rId3"/>
          <a:srcRect l="22104" t="50668" r="347" b="13228"/>
          <a:stretch>
            <a:fillRect/>
          </a:stretch>
        </p:blipFill>
        <p:spPr>
          <a:xfrm>
            <a:off x="288290" y="4384675"/>
            <a:ext cx="3978910" cy="377825"/>
          </a:xfrm>
          <a:prstGeom prst="rect">
            <a:avLst/>
          </a:prstGeom>
        </p:spPr>
      </p:pic>
      <p:sp>
        <p:nvSpPr>
          <p:cNvPr id="26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67200" y="2091690"/>
            <a:ext cx="7037705" cy="134493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CN" sz="3600" b="1">
                <a:solidFill>
                  <a:srgbClr val="275829"/>
                </a:solidFill>
                <a:cs typeface="+mj-lt"/>
              </a:rPr>
              <a:t>Thank you</a:t>
            </a:r>
            <a:endParaRPr lang="en-US" altLang="zh-CN" sz="5400" b="1">
              <a:solidFill>
                <a:srgbClr val="275829"/>
              </a:solidFill>
              <a:cs typeface="+mj-lt"/>
            </a:endParaRPr>
          </a:p>
          <a:p>
            <a:pPr algn="r"/>
            <a:r>
              <a:rPr lang="en-US" altLang="zh-CN" sz="3600" b="1">
                <a:solidFill>
                  <a:srgbClr val="275829"/>
                </a:solidFill>
                <a:cs typeface="+mj-lt"/>
              </a:rPr>
              <a:t>Questions &amp; Discussion</a:t>
            </a:r>
            <a:endParaRPr lang="en-US" altLang="zh-CN" sz="5400" b="1">
              <a:solidFill>
                <a:srgbClr val="275829"/>
              </a:solidFill>
              <a:cs typeface="+mj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79715" y="4062730"/>
            <a:ext cx="3425190" cy="415290"/>
          </a:xfrm>
          <a:prstGeom prst="rect">
            <a:avLst/>
          </a:prstGeom>
          <a:solidFill>
            <a:srgbClr val="27582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副标题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965825" y="4046220"/>
            <a:ext cx="5339080" cy="629920"/>
          </a:xfrm>
          <a:prstGeom prst="rect">
            <a:avLst/>
          </a:prstGeom>
          <a:ln>
            <a:noFill/>
          </a:ln>
        </p:spPr>
        <p:txBody>
          <a:bodyPr vert="horz" lIns="90000" tIns="46800" rIns="90000" bIns="46800" rtlCol="0"/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altLang="zh-CN" b="1" sz="1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Final Defense  |  July 2026  |  Jin Yue (3036494489)</a:t>
            </a:r>
            <a:endParaRPr lang="en-US" altLang="zh-CN" b="1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/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r">
              <a:lnSpc>
                <a:spcPct val="100000"/>
              </a:lnSpc>
            </a:pPr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/>
            </a:r>
            <a:endParaRPr lang="en-US" altLang="zh-CN" b="1"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0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6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9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1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7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8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5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5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1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6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7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3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7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7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9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7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8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8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802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03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04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05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06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07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08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09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10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11.xml><?xml version="1.0" encoding="utf-8"?>
<p:tagLst xmlns:p="http://schemas.openxmlformats.org/presentationml/2006/main">
  <p:tag name="KSO_WM_DIAGRAM_VIRTUALLY_FRAME" val="{&quot;height&quot;:325.1,&quot;left&quot;:115.4,&quot;top&quot;:118.15,&quot;width&quot;:712.55}"/>
</p:tagLst>
</file>

<file path=ppt/tags/tag1812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1813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1814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1815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1816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1817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181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1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2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2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2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82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2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2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2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2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2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2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3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83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3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3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3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3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3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3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3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83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4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4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4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4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4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4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4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84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4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4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5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5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5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5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5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85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5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5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58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59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0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1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2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3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4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5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6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7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8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69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0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1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2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3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4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5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6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7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8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79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80.xml><?xml version="1.0" encoding="utf-8"?>
<p:tagLst xmlns:p="http://schemas.openxmlformats.org/presentationml/2006/main">
  <p:tag name="KSO_WM_DIAGRAM_VIRTUALLY_FRAME" val="{&quot;height&quot;:310.95,&quot;left&quot;:255.85,&quot;top&quot;:151.95,&quot;width&quot;:371.15}"/>
</p:tagLst>
</file>

<file path=ppt/tags/tag188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8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8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8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8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88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8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8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89.xml><?xml version="1.0" encoding="utf-8"?>
<p:tagLst xmlns:p="http://schemas.openxmlformats.org/presentationml/2006/main">
  <p:tag name="KSO_WM_UNIT_TABLE_BEAUTIFY" val="smartTable{bcda2443-8219-472a-8cfd-ffaa088cb841}"/>
  <p:tag name="TABLE_ENDDRAG_ORIGIN_RECT" val="884*199"/>
  <p:tag name="TABLE_ENDDRAG_RECT" val="36*188*884*199"/>
</p:tagLst>
</file>

<file path=ppt/tags/tag189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9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9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9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9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89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9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9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89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9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0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0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0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0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0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0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0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0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0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0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1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1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1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1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1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1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1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1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1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1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2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2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2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2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2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2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2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2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2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2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30.xml><?xml version="1.0" encoding="utf-8"?>
<p:tagLst xmlns:p="http://schemas.openxmlformats.org/presentationml/2006/main">
  <p:tag name="KSO_WM_DIAGRAM_VIRTUALLY_FRAME" val="{&quot;height&quot;:277.4,&quot;left&quot;:30.45,&quot;top&quot;:188.2,&quot;width&quot;:900.55}"/>
</p:tagLst>
</file>

<file path=ppt/tags/tag193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3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3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3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3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3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3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3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4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4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4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4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4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45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4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4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4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4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5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5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5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53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54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5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5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5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5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5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6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61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62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63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64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65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66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67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68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69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0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1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2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3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4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5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6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7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8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79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80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81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82.xml><?xml version="1.0" encoding="utf-8"?>
<p:tagLst xmlns:p="http://schemas.openxmlformats.org/presentationml/2006/main">
  <p:tag name="KSO_WM_DIAGRAM_VIRTUALLY_FRAME" val="{&quot;height&quot;:302.4,&quot;left&quot;:39.45,&quot;top&quot;:185.4,&quot;width&quot;:889.6}"/>
</p:tagLst>
</file>

<file path=ppt/tags/tag198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8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8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86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87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</p:tagLst>
</file>

<file path=ppt/tags/tag1988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89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90.xml><?xml version="1.0" encoding="utf-8"?>
<p:tagLst xmlns:p="http://schemas.openxmlformats.org/presentationml/2006/main">
  <p:tag name="KSO_WM_DIAGRAM_VIRTUALLY_FRAME" val="{&quot;height&quot;:340.6666929133859,&quot;left&quot;:83.25062992125984,&quot;top&quot;:137.33330708661418,&quot;width&quot;:816.7494488188977}"/>
  <p:tag name="KSO_WM_UNIT_TEXT_FILL_FORE_SCHEMECOLOR_INDEX_BRIGHTNESS" val="-0.5"/>
  <p:tag name="KSO_WM_UNIT_TEXT_FILL_FORE_SCHEMECOLOR_INDEX" val="14"/>
  <p:tag name="KSO_WM_UNIT_TEXT_FILL_TYPE" val="1"/>
</p:tagLst>
</file>

<file path=ppt/tags/tag19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9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996.xml><?xml version="1.0" encoding="utf-8"?>
<p:tagLst xmlns:p="http://schemas.openxmlformats.org/presentationml/2006/main">
  <p:tag name="resource_record_key" val="{&quot;10&quot;:[50046557],&quot;71&quot;:[1]}"/>
  <p:tag name="KSO_WPP_MARK_KEY" val="dbb17f7e-ca3a-42f4-b3d5-893ad055c8f9"/>
  <p:tag name="COMMONDATA" val="eyJoZGlkIjoiMzEwNTM5NzYwMDRjMzkwZTVkZjY2ODkwMGIxNGU0OTUifQ=="/>
</p:tagLst>
</file>

<file path=ppt/theme/theme1.xml><?xml version="1.0" encoding="utf-8"?>
<a:theme xmlns:a="http://schemas.openxmlformats.org/drawingml/2006/main" name="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6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8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1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2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3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4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5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6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7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8_WPS">
  <a:themeElements>
    <a:clrScheme name="">
      <a:dk1>
        <a:srgbClr val="000000"/>
      </a:dk1>
      <a:lt1>
        <a:srgbClr val="FFFFFF"/>
      </a:lt1>
      <a:dk2>
        <a:srgbClr val="002C16"/>
      </a:dk2>
      <a:lt2>
        <a:srgbClr val="FEF3FB"/>
      </a:lt2>
      <a:accent1>
        <a:srgbClr val="275829"/>
      </a:accent1>
      <a:accent2>
        <a:srgbClr val="61BB45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Futura Md BT"/>
        <a:cs typeface=""/>
      </a:majorFont>
      <a:minorFont>
        <a:latin typeface="Arial"/>
        <a:ea typeface="Futura Md BT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学术-梅花红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7B2E40"/>
    </a:accent1>
    <a:accent2>
      <a:srgbClr val="EFC49C"/>
    </a:accent2>
    <a:accent3>
      <a:srgbClr val="B9A799"/>
    </a:accent3>
    <a:accent4>
      <a:srgbClr val="CA865F"/>
    </a:accent4>
    <a:accent5>
      <a:srgbClr val="DDDAD5"/>
    </a:accent5>
    <a:accent6>
      <a:srgbClr val="70AD47"/>
    </a:accent6>
    <a:hlink>
      <a:srgbClr val="0563C1"/>
    </a:hlink>
    <a:folHlink>
      <a:srgbClr val="954F72"/>
    </a:folHlink>
  </a:clrScheme>
  <a:fontScheme name="学术">
    <a:majorFont>
      <a:latin typeface="Roboto Bold"/>
      <a:ea typeface="思源宋体 CN Heavy"/>
      <a:cs typeface=""/>
    </a:majorFont>
    <a:minorFont>
      <a:latin typeface="Roboto"/>
      <a:ea typeface="思源黑体 CN Regular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7362</Words>
  <Application>WPS 演示</Application>
  <PresentationFormat>宽屏</PresentationFormat>
  <Paragraphs>529</Paragraphs>
  <Slides>21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29</vt:i4>
      </vt:variant>
      <vt:variant>
        <vt:lpstr>幻灯片标题</vt:lpstr>
      </vt:variant>
      <vt:variant>
        <vt:i4>21</vt:i4>
      </vt:variant>
    </vt:vector>
  </HeadingPairs>
  <TitlesOfParts>
    <vt:vector size="68" baseType="lpstr">
      <vt:lpstr>Arial</vt:lpstr>
      <vt:lpstr>宋体</vt:lpstr>
      <vt:lpstr>Wingdings</vt:lpstr>
      <vt:lpstr>Futura Md BT</vt:lpstr>
      <vt:lpstr>Wingdings</vt:lpstr>
      <vt:lpstr>Calibri</vt:lpstr>
      <vt:lpstr>Roboto</vt:lpstr>
      <vt:lpstr>思源黑体 CN Regular</vt:lpstr>
      <vt:lpstr>OPPOSans H</vt:lpstr>
      <vt:lpstr>OPPOSans M</vt:lpstr>
      <vt:lpstr>思源宋体 CN</vt:lpstr>
      <vt:lpstr>微软雅黑</vt:lpstr>
      <vt:lpstr>Cambria Math</vt:lpstr>
      <vt:lpstr>Times New Roman</vt:lpstr>
      <vt:lpstr>Arial Unicode MS</vt:lpstr>
      <vt:lpstr>OPPO Sans</vt:lpstr>
      <vt:lpstr>Calibri</vt:lpstr>
      <vt:lpstr>ksdb</vt:lpstr>
      <vt:lpstr>WPS</vt:lpstr>
      <vt:lpstr>1_WPS</vt:lpstr>
      <vt:lpstr>2_WPS</vt:lpstr>
      <vt:lpstr>3_WPS</vt:lpstr>
      <vt:lpstr>4_WPS</vt:lpstr>
      <vt:lpstr>5_WPS</vt:lpstr>
      <vt:lpstr>6_WPS</vt:lpstr>
      <vt:lpstr>7_WPS</vt:lpstr>
      <vt:lpstr>8_WPS</vt:lpstr>
      <vt:lpstr>9_WPS</vt:lpstr>
      <vt:lpstr>10_WPS</vt:lpstr>
      <vt:lpstr>11_WPS</vt:lpstr>
      <vt:lpstr>12_WPS</vt:lpstr>
      <vt:lpstr>13_WPS</vt:lpstr>
      <vt:lpstr>14_WPS</vt:lpstr>
      <vt:lpstr>15_WPS</vt:lpstr>
      <vt:lpstr>16_WPS</vt:lpstr>
      <vt:lpstr>17_WPS</vt:lpstr>
      <vt:lpstr>18_WPS</vt:lpstr>
      <vt:lpstr>19_WPS</vt:lpstr>
      <vt:lpstr>20_WPS</vt:lpstr>
      <vt:lpstr>21_WPS</vt:lpstr>
      <vt:lpstr>22_WPS</vt:lpstr>
      <vt:lpstr>23_WPS</vt:lpstr>
      <vt:lpstr>24_WPS</vt:lpstr>
      <vt:lpstr>25_WPS</vt:lpstr>
      <vt:lpstr>26_WPS</vt:lpstr>
      <vt:lpstr>27_WPS</vt:lpstr>
      <vt:lpstr>28_WPS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cleouncle_wei</cp:lastModifiedBy>
  <cp:revision>589</cp:revision>
  <dcterms:created xsi:type="dcterms:W3CDTF">2019-06-19T02:08:00Z</dcterms:created>
  <dcterms:modified xsi:type="dcterms:W3CDTF">2025-05-18T08:00:29Z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4B14BBD313FA4BCEB05A94A06CC590E9_13</vt:lpwstr>
  </property>
</Properties>
</file>